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13716000" cx="24384000"/>
  <p:notesSz cx="6858000" cy="9144000"/>
  <p:embeddedFontLst>
    <p:embeddedFont>
      <p:font typeface="Lato"/>
      <p:regular r:id="rId40"/>
      <p:bold r:id="rId41"/>
      <p:italic r:id="rId42"/>
      <p:boldItalic r:id="rId43"/>
    </p:embeddedFont>
    <p:embeddedFont>
      <p:font typeface="Lato Light"/>
      <p:regular r:id="rId44"/>
      <p:bold r:id="rId45"/>
      <p:italic r:id="rId46"/>
      <p:boldItalic r:id="rId47"/>
    </p:embeddedFont>
    <p:embeddedFont>
      <p:font typeface="Helvetica Neue"/>
      <p:regular r:id="rId48"/>
      <p:bold r:id="rId49"/>
      <p:italic r:id="rId50"/>
      <p:boldItalic r:id="rId51"/>
    </p:embeddedFont>
    <p:embeddedFont>
      <p:font typeface="Helvetica Neue Light"/>
      <p:regular r:id="rId52"/>
      <p:bold r:id="rId53"/>
      <p:italic r:id="rId54"/>
      <p:boldItalic r:id="rId55"/>
    </p:embeddedFont>
    <p:embeddedFont>
      <p:font typeface="Open Sans Light"/>
      <p:regular r:id="rId56"/>
      <p:bold r:id="rId57"/>
      <p:italic r:id="rId58"/>
      <p:boldItalic r:id="rId59"/>
    </p:embeddedFont>
    <p:embeddedFont>
      <p:font typeface="Open Sans"/>
      <p:regular r:id="rId60"/>
      <p:bold r:id="rId61"/>
      <p:italic r:id="rId62"/>
      <p:boldItalic r:id="rId63"/>
    </p:embeddedFont>
    <p:embeddedFont>
      <p:font typeface="Questrial"/>
      <p:regular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EE96AB99-3E8C-4DA9-8CAE-5BB722541CC6}">
  <a:tblStyle styleId="{EE96AB99-3E8C-4DA9-8CAE-5BB722541CC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DF3"/>
          </a:solidFill>
        </a:fill>
      </a:tcStyle>
    </a:wholeTbl>
    <a:band1H>
      <a:tcTxStyle b="off" i="off"/>
      <a:tcStyle>
        <a:fill>
          <a:solidFill>
            <a:srgbClr val="CBD8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BD8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regular.fntdata"/><Relationship Id="rId42" Type="http://schemas.openxmlformats.org/officeDocument/2006/relationships/font" Target="fonts/Lato-italic.fntdata"/><Relationship Id="rId41" Type="http://schemas.openxmlformats.org/officeDocument/2006/relationships/font" Target="fonts/Lato-bold.fntdata"/><Relationship Id="rId44" Type="http://schemas.openxmlformats.org/officeDocument/2006/relationships/font" Target="fonts/LatoLight-regular.fntdata"/><Relationship Id="rId43" Type="http://schemas.openxmlformats.org/officeDocument/2006/relationships/font" Target="fonts/Lato-boldItalic.fntdata"/><Relationship Id="rId46" Type="http://schemas.openxmlformats.org/officeDocument/2006/relationships/font" Target="fonts/LatoLight-italic.fntdata"/><Relationship Id="rId45" Type="http://schemas.openxmlformats.org/officeDocument/2006/relationships/font" Target="fonts/LatoLigh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HelveticaNeue-regular.fntdata"/><Relationship Id="rId47" Type="http://schemas.openxmlformats.org/officeDocument/2006/relationships/font" Target="fonts/LatoLight-boldItalic.fntdata"/><Relationship Id="rId49" Type="http://schemas.openxmlformats.org/officeDocument/2006/relationships/font" Target="fonts/HelveticaNeue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OpenSans-italic.fntdata"/><Relationship Id="rId61" Type="http://schemas.openxmlformats.org/officeDocument/2006/relationships/font" Target="fonts/OpenSans-bold.fntdata"/><Relationship Id="rId20" Type="http://schemas.openxmlformats.org/officeDocument/2006/relationships/slide" Target="slides/slide14.xml"/><Relationship Id="rId64" Type="http://schemas.openxmlformats.org/officeDocument/2006/relationships/font" Target="fonts/Questrial-regular.fntdata"/><Relationship Id="rId63" Type="http://schemas.openxmlformats.org/officeDocument/2006/relationships/font" Target="fonts/OpenSans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OpenSans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HelveticaNeue-boldItalic.fntdata"/><Relationship Id="rId50" Type="http://schemas.openxmlformats.org/officeDocument/2006/relationships/font" Target="fonts/HelveticaNeue-italic.fntdata"/><Relationship Id="rId53" Type="http://schemas.openxmlformats.org/officeDocument/2006/relationships/font" Target="fonts/HelveticaNeueLight-bold.fntdata"/><Relationship Id="rId52" Type="http://schemas.openxmlformats.org/officeDocument/2006/relationships/font" Target="fonts/HelveticaNeueLight-regular.fntdata"/><Relationship Id="rId11" Type="http://schemas.openxmlformats.org/officeDocument/2006/relationships/slide" Target="slides/slide5.xml"/><Relationship Id="rId55" Type="http://schemas.openxmlformats.org/officeDocument/2006/relationships/font" Target="fonts/HelveticaNeueLight-boldItalic.fntdata"/><Relationship Id="rId10" Type="http://schemas.openxmlformats.org/officeDocument/2006/relationships/slide" Target="slides/slide4.xml"/><Relationship Id="rId54" Type="http://schemas.openxmlformats.org/officeDocument/2006/relationships/font" Target="fonts/HelveticaNeueLight-italic.fntdata"/><Relationship Id="rId13" Type="http://schemas.openxmlformats.org/officeDocument/2006/relationships/slide" Target="slides/slide7.xml"/><Relationship Id="rId57" Type="http://schemas.openxmlformats.org/officeDocument/2006/relationships/font" Target="fonts/OpenSansLight-bold.fntdata"/><Relationship Id="rId12" Type="http://schemas.openxmlformats.org/officeDocument/2006/relationships/slide" Target="slides/slide6.xml"/><Relationship Id="rId56" Type="http://schemas.openxmlformats.org/officeDocument/2006/relationships/font" Target="fonts/OpenSansLight-regular.fntdata"/><Relationship Id="rId15" Type="http://schemas.openxmlformats.org/officeDocument/2006/relationships/slide" Target="slides/slide9.xml"/><Relationship Id="rId59" Type="http://schemas.openxmlformats.org/officeDocument/2006/relationships/font" Target="fonts/OpenSansLight-boldItalic.fntdata"/><Relationship Id="rId14" Type="http://schemas.openxmlformats.org/officeDocument/2006/relationships/slide" Target="slides/slide8.xml"/><Relationship Id="rId58" Type="http://schemas.openxmlformats.org/officeDocument/2006/relationships/font" Target="fonts/OpenSansLight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</a:pPr>
            <a:r>
              <a:rPr b="1" lang="en-US" sz="1100">
                <a:latin typeface="Lato"/>
                <a:ea typeface="Lato"/>
                <a:cs typeface="Lato"/>
                <a:sym typeface="Lato"/>
              </a:rPr>
              <a:t>[IMPORTANTE] </a:t>
            </a:r>
            <a:r>
              <a:rPr lang="en-US" sz="1100">
                <a:latin typeface="Lato"/>
                <a:ea typeface="Lato"/>
                <a:cs typeface="Lato"/>
                <a:sym typeface="Lato"/>
              </a:rPr>
              <a:t>Para </a:t>
            </a:r>
            <a:r>
              <a:rPr lang="en-US" sz="1100">
                <a:latin typeface="Lato"/>
                <a:ea typeface="Lato"/>
                <a:cs typeface="Lato"/>
                <a:sym typeface="Lato"/>
              </a:rPr>
              <a:t>descargar</a:t>
            </a:r>
            <a:r>
              <a:rPr lang="en-US" sz="1100">
                <a:latin typeface="Lato"/>
                <a:ea typeface="Lato"/>
                <a:cs typeface="Lato"/>
                <a:sym typeface="Lato"/>
              </a:rPr>
              <a:t> la plantilla toca en la parte de “Archivo”, luego haz click en en “</a:t>
            </a:r>
            <a:r>
              <a:rPr lang="en-US" sz="1100">
                <a:latin typeface="Lato"/>
                <a:ea typeface="Lato"/>
                <a:cs typeface="Lato"/>
                <a:sym typeface="Lato"/>
              </a:rPr>
              <a:t>Descargar</a:t>
            </a:r>
            <a:r>
              <a:rPr lang="en-US" sz="1100">
                <a:latin typeface="Lato"/>
                <a:ea typeface="Lato"/>
                <a:cs typeface="Lato"/>
                <a:sym typeface="Lato"/>
              </a:rPr>
              <a:t> como” y toca la opción de “Microsoft Power Point”.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46453fbf2e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46453fbf2e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46453fbf2e_0_27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46453fbf2e_0_27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46453fbf2e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46453fbf2e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6453fbf2e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46453fbf2e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46453fbf2e_0_1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46453fbf2e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46453fbf2e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46453fbf2e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46453fbf2e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46453fbf2e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46453fbf2e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464b26da98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464b26da98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464b26da98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46453fbf2e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g46453fbf2e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46453fbf2e_0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46453fbf2e_0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46453fbf2e_0_1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46453fbf2e_0_27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46453fbf2e_0_27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46453fbf2e_0_27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46453fbf2e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46453fbf2e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46453fbf2e_0_28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g46453fbf2e_0_28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46453fbf2e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g46453fbf2e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46453fbf2e_0_29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g46453fbf2e_0_29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464cabb9e5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g464cabb9e5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464cabb9e5_0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g464cabb9e5_0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464cabb9e5_0_2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g464cabb9e5_0_2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464cabb9e5_0_1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g464cabb9e5_0_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46453fbf2e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46453fbf2e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46453fbf2e_0_29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46453fbf2e_0_29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46453fbf2e_0_29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46453fbf2e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g46453fbf2e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46453fbf2e_0_27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9" name="Google Shape;489;g46453fbf2e_0_27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46453fbf2e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g46453fbf2e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46453fbf2e_0_30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46453fbf2e_0_30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g46453fbf2e_0_30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464cabb9e5_0_3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8" name="Google Shape;588;g464cabb9e5_0_3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464cabb9e5_0_2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5" name="Google Shape;595;g464cabb9e5_0_2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46453fbf2e_0_49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g46453fbf2e_0_4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46453fbf2e_0_10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g46453fbf2e_0_10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g46453fbf2e_0_17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g46453fbf2e_0_17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Slide">
  <p:cSld name="Blank Slid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8064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Default Slide">
  <p:cSld name="Default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" type="body"/>
          </p:nvPr>
        </p:nvSpPr>
        <p:spPr>
          <a:xfrm>
            <a:off x="2019300" y="2090814"/>
            <a:ext cx="206883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4572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572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572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572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/>
        </p:nvSpPr>
        <p:spPr>
          <a:xfrm>
            <a:off x="21723350" y="12788900"/>
            <a:ext cx="7344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2400" u="none" cap="none" strike="noStrike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019300" y="723900"/>
            <a:ext cx="20688300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800"/>
              <a:buFont typeface="Lato"/>
              <a:buNone/>
              <a:defRPr b="1" i="0" sz="8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5" name="Google Shape;15;p3"/>
          <p:cNvCxnSpPr/>
          <p:nvPr/>
        </p:nvCxnSpPr>
        <p:spPr>
          <a:xfrm>
            <a:off x="1722755" y="914400"/>
            <a:ext cx="0" cy="1619612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" name="Google Shape;16;p3"/>
          <p:cNvCxnSpPr/>
          <p:nvPr/>
        </p:nvCxnSpPr>
        <p:spPr>
          <a:xfrm>
            <a:off x="22661619" y="12801600"/>
            <a:ext cx="0" cy="397708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8064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Slide with Footer 01">
  <p:cSld name="Blank Slide with Footer 0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/>
        </p:nvSpPr>
        <p:spPr>
          <a:xfrm>
            <a:off x="21723350" y="12788900"/>
            <a:ext cx="7344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2400" u="none" cap="none" strike="noStrike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19" name="Google Shape;19;p4"/>
          <p:cNvCxnSpPr/>
          <p:nvPr/>
        </p:nvCxnSpPr>
        <p:spPr>
          <a:xfrm>
            <a:off x="22661619" y="12801600"/>
            <a:ext cx="0" cy="397708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8064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Slide with Footer 02">
  <p:cSld name="Blank Slide with Footer 02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/>
        </p:nvSpPr>
        <p:spPr>
          <a:xfrm>
            <a:off x="1922682" y="12788900"/>
            <a:ext cx="7344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2400" u="none" cap="none" strike="noStrike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cxnSp>
        <p:nvCxnSpPr>
          <p:cNvPr id="22" name="Google Shape;22;p5"/>
          <p:cNvCxnSpPr/>
          <p:nvPr/>
        </p:nvCxnSpPr>
        <p:spPr>
          <a:xfrm>
            <a:off x="1723341" y="12801600"/>
            <a:ext cx="0" cy="397708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8064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y subtítulo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1778000" y="2298700"/>
            <a:ext cx="208281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1778000" y="7073900"/>
            <a:ext cx="208281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2pPr>
            <a:lvl3pPr indent="-2286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3pPr>
            <a:lvl4pPr indent="-2286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4pPr>
            <a:lvl5pPr indent="-2286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5pPr>
            <a:lvl6pPr indent="-371475" lvl="5" marL="27432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11959031" y="13081000"/>
            <a:ext cx="4533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En blanco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11959031" y="13081000"/>
            <a:ext cx="4533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Foto (horizontal)">
  <p:cSld name="Foto (horizontal)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/>
          <p:nvPr>
            <p:ph idx="2" type="pic"/>
          </p:nvPr>
        </p:nvSpPr>
        <p:spPr>
          <a:xfrm>
            <a:off x="3125968" y="673100"/>
            <a:ext cx="18135600" cy="87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type="title"/>
          </p:nvPr>
        </p:nvSpPr>
        <p:spPr>
          <a:xfrm>
            <a:off x="635000" y="9512300"/>
            <a:ext cx="23114100" cy="20067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" type="body"/>
          </p:nvPr>
        </p:nvSpPr>
        <p:spPr>
          <a:xfrm>
            <a:off x="635000" y="11442700"/>
            <a:ext cx="231141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2pPr>
            <a:lvl3pPr indent="-2286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3pPr>
            <a:lvl4pPr indent="-2286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4pPr>
            <a:lvl5pPr indent="-2286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5pPr>
            <a:lvl6pPr indent="-371475" lvl="5" marL="27432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11959031" y="13081000"/>
            <a:ext cx="4533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(centro)">
  <p:cSld name="Título (centro)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1778000" y="4533900"/>
            <a:ext cx="208281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11959031" y="13081000"/>
            <a:ext cx="4533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Foto (vertical)">
  <p:cSld name="Foto (vertical)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/>
          <p:nvPr>
            <p:ph idx="2" type="pic"/>
          </p:nvPr>
        </p:nvSpPr>
        <p:spPr>
          <a:xfrm>
            <a:off x="13165980" y="952500"/>
            <a:ext cx="9525000" cy="114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3" name="Google Shape;43;p11"/>
          <p:cNvSpPr txBox="1"/>
          <p:nvPr>
            <p:ph type="title"/>
          </p:nvPr>
        </p:nvSpPr>
        <p:spPr>
          <a:xfrm>
            <a:off x="1651000" y="952500"/>
            <a:ext cx="10223400" cy="55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Helvetica Neue"/>
              <a:buNone/>
              <a:defRPr sz="8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1651000" y="6527800"/>
            <a:ext cx="10223400" cy="57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1pPr>
            <a:lvl2pPr indent="-2286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2pPr>
            <a:lvl3pPr indent="-2286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3pPr>
            <a:lvl4pPr indent="-2286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4pPr>
            <a:lvl5pPr indent="-2286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5pPr>
            <a:lvl6pPr indent="-371475" lvl="5" marL="27432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11959031" y="13081000"/>
            <a:ext cx="4533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(arriba)">
  <p:cSld name="Título (arriba)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1689100" y="355600"/>
            <a:ext cx="210057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11959031" y="13081000"/>
            <a:ext cx="4533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y viñetas">
  <p:cSld name="Título y viñeta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1689100" y="355600"/>
            <a:ext cx="210057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1689100" y="3149600"/>
            <a:ext cx="21005700" cy="9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609600" lvl="0" marL="4572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1pPr>
            <a:lvl2pPr indent="-609600" lvl="1" marL="9144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2pPr>
            <a:lvl3pPr indent="-609600" lvl="2" marL="13716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3pPr>
            <a:lvl4pPr indent="-609600" lvl="3" marL="18288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4pPr>
            <a:lvl5pPr indent="-609600" lvl="4" marL="22860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5pPr>
            <a:lvl6pPr indent="-371475" lvl="5" marL="27432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11959031" y="13081000"/>
            <a:ext cx="4533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, viñetas y foto">
  <p:cSld name="Título, viñetas y foto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13169900" y="3149600"/>
            <a:ext cx="9525000" cy="9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1689100" y="355600"/>
            <a:ext cx="210057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1689100" y="3149600"/>
            <a:ext cx="10223400" cy="9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530225" lvl="0" marL="457200" rtl="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4750"/>
              <a:buFont typeface="Helvetica Neue"/>
              <a:buChar char="•"/>
              <a:defRPr sz="3800"/>
            </a:lvl1pPr>
            <a:lvl2pPr indent="-530225" lvl="1" marL="914400" rtl="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4750"/>
              <a:buFont typeface="Helvetica Neue"/>
              <a:buChar char="•"/>
              <a:defRPr sz="3800"/>
            </a:lvl2pPr>
            <a:lvl3pPr indent="-530225" lvl="2" marL="1371600" rtl="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4750"/>
              <a:buFont typeface="Helvetica Neue"/>
              <a:buChar char="•"/>
              <a:defRPr sz="3800"/>
            </a:lvl3pPr>
            <a:lvl4pPr indent="-530225" lvl="3" marL="1828800" rtl="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4750"/>
              <a:buFont typeface="Helvetica Neue"/>
              <a:buChar char="•"/>
              <a:defRPr sz="3800"/>
            </a:lvl4pPr>
            <a:lvl5pPr indent="-530225" lvl="4" marL="2286000" rtl="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4750"/>
              <a:buFont typeface="Helvetica Neue"/>
              <a:buChar char="•"/>
              <a:defRPr sz="3800"/>
            </a:lvl5pPr>
            <a:lvl6pPr indent="-371475" lvl="5" marL="27432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11959031" y="13081000"/>
            <a:ext cx="4533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iñetas">
  <p:cSld name="Viñeta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1689100" y="1778000"/>
            <a:ext cx="21005700" cy="101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609600" lvl="0" marL="4572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1pPr>
            <a:lvl2pPr indent="-609600" lvl="1" marL="9144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2pPr>
            <a:lvl3pPr indent="-609600" lvl="2" marL="13716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3pPr>
            <a:lvl4pPr indent="-609600" lvl="3" marL="18288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4pPr>
            <a:lvl5pPr indent="-609600" lvl="4" marL="22860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5pPr>
            <a:lvl6pPr indent="-371475" lvl="5" marL="27432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11959031" y="13081000"/>
            <a:ext cx="4533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3 fotos">
  <p:cSld name="3 foto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15760700" y="7048500"/>
            <a:ext cx="7404000" cy="55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3" name="Google Shape;63;p16"/>
          <p:cNvSpPr/>
          <p:nvPr>
            <p:ph idx="3" type="pic"/>
          </p:nvPr>
        </p:nvSpPr>
        <p:spPr>
          <a:xfrm>
            <a:off x="15760700" y="1130300"/>
            <a:ext cx="7404000" cy="55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4" name="Google Shape;64;p16"/>
          <p:cNvSpPr/>
          <p:nvPr>
            <p:ph idx="4" type="pic"/>
          </p:nvPr>
        </p:nvSpPr>
        <p:spPr>
          <a:xfrm>
            <a:off x="1206500" y="1130300"/>
            <a:ext cx="14173200" cy="114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11959031" y="13081000"/>
            <a:ext cx="4533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ita">
  <p:cSld name="Cita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2387600" y="8953500"/>
            <a:ext cx="196215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i="1" sz="3200"/>
            </a:lvl1pPr>
            <a:lvl2pPr indent="-371475" lvl="1" marL="9144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2pPr>
            <a:lvl3pPr indent="-371475" lvl="2" marL="13716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3pPr>
            <a:lvl4pPr indent="-371475" lvl="3" marL="18288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4pPr>
            <a:lvl5pPr indent="-371475" lvl="4" marL="22860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5pPr>
            <a:lvl6pPr indent="-371475" lvl="5" marL="27432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2387600" y="6076950"/>
            <a:ext cx="196215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71475" lvl="1" marL="9144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2pPr>
            <a:lvl3pPr indent="-371475" lvl="2" marL="13716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3pPr>
            <a:lvl4pPr indent="-371475" lvl="3" marL="18288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4pPr>
            <a:lvl5pPr indent="-371475" lvl="4" marL="22860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5pPr>
            <a:lvl6pPr indent="-371475" lvl="5" marL="27432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11959031" y="13081000"/>
            <a:ext cx="4533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Foto">
  <p:cSld name="Foto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>
            <p:ph idx="2" type="pic"/>
          </p:nvPr>
        </p:nvSpPr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11959031" y="13081000"/>
            <a:ext cx="4533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1689100" y="355600"/>
            <a:ext cx="210057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1689100" y="3149600"/>
            <a:ext cx="21005700" cy="9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64135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4135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4135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4135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41350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41350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41350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41350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41350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11959031" y="13081000"/>
            <a:ext cx="4533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escuela.conviertemas.com/leccion/calendario-social-media/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escuela.conviertemas.com/leccion/presupuesto-redes-sociales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://escuela.conviertemas.com/leccion/metricas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/>
          <p:nvPr/>
        </p:nvSpPr>
        <p:spPr>
          <a:xfrm>
            <a:off x="0" y="0"/>
            <a:ext cx="24384001" cy="13716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19"/>
          <p:cNvCxnSpPr/>
          <p:nvPr/>
        </p:nvCxnSpPr>
        <p:spPr>
          <a:xfrm>
            <a:off x="10121900" y="2360511"/>
            <a:ext cx="0" cy="2562406"/>
          </a:xfrm>
          <a:prstGeom prst="straightConnector1">
            <a:avLst/>
          </a:prstGeom>
          <a:noFill/>
          <a:ln cap="flat" cmpd="sng" w="889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0" name="Google Shape;80;p19"/>
          <p:cNvSpPr txBox="1"/>
          <p:nvPr/>
        </p:nvSpPr>
        <p:spPr>
          <a:xfrm>
            <a:off x="1676400" y="2214483"/>
            <a:ext cx="7768167" cy="2708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lang="en-US" sz="8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Plantilla Plan de Social Media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9"/>
          <p:cNvSpPr txBox="1"/>
          <p:nvPr/>
        </p:nvSpPr>
        <p:spPr>
          <a:xfrm>
            <a:off x="1676400" y="9947560"/>
            <a:ext cx="7768167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Fecha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1676400" y="6734277"/>
            <a:ext cx="7768167" cy="140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Convierte Más</a:t>
            </a:r>
            <a:endParaRPr b="1" i="0" sz="40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/>
          <p:nvPr/>
        </p:nvSpPr>
        <p:spPr>
          <a:xfrm>
            <a:off x="0" y="0"/>
            <a:ext cx="24384001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20"/>
          <p:cNvCxnSpPr/>
          <p:nvPr/>
        </p:nvCxnSpPr>
        <p:spPr>
          <a:xfrm>
            <a:off x="15896513" y="2264390"/>
            <a:ext cx="0" cy="9187221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" name="Google Shape;89;p20"/>
          <p:cNvCxnSpPr/>
          <p:nvPr/>
        </p:nvCxnSpPr>
        <p:spPr>
          <a:xfrm>
            <a:off x="1722755" y="6048194"/>
            <a:ext cx="0" cy="1619612"/>
          </a:xfrm>
          <a:prstGeom prst="straightConnector1">
            <a:avLst/>
          </a:prstGeom>
          <a:noFill/>
          <a:ln cap="flat" cmpd="sng" w="889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" name="Google Shape;90;p20"/>
          <p:cNvSpPr txBox="1"/>
          <p:nvPr/>
        </p:nvSpPr>
        <p:spPr>
          <a:xfrm>
            <a:off x="2432853" y="6180892"/>
            <a:ext cx="9096188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lang="en-US" sz="8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Índice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0"/>
          <p:cNvSpPr txBox="1"/>
          <p:nvPr/>
        </p:nvSpPr>
        <p:spPr>
          <a:xfrm>
            <a:off x="16631999" y="3063300"/>
            <a:ext cx="66345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Situación, público y competidores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0"/>
          <p:cNvSpPr txBox="1"/>
          <p:nvPr/>
        </p:nvSpPr>
        <p:spPr>
          <a:xfrm>
            <a:off x="14230350" y="3050978"/>
            <a:ext cx="854466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0"/>
          <p:cNvSpPr/>
          <p:nvPr/>
        </p:nvSpPr>
        <p:spPr>
          <a:xfrm>
            <a:off x="14091663" y="2794616"/>
            <a:ext cx="1128276" cy="1128276"/>
          </a:xfrm>
          <a:prstGeom prst="ellipse">
            <a:avLst/>
          </a:prstGeom>
          <a:noFill/>
          <a:ln cap="flat" cmpd="sng" w="2857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0"/>
          <p:cNvSpPr txBox="1"/>
          <p:nvPr/>
        </p:nvSpPr>
        <p:spPr>
          <a:xfrm>
            <a:off x="16632011" y="4812912"/>
            <a:ext cx="6075589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0"/>
          <p:cNvSpPr txBox="1"/>
          <p:nvPr/>
        </p:nvSpPr>
        <p:spPr>
          <a:xfrm>
            <a:off x="14230350" y="4800601"/>
            <a:ext cx="854466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0"/>
          <p:cNvSpPr/>
          <p:nvPr/>
        </p:nvSpPr>
        <p:spPr>
          <a:xfrm>
            <a:off x="14091663" y="4544239"/>
            <a:ext cx="1128276" cy="1128276"/>
          </a:xfrm>
          <a:prstGeom prst="ellipse">
            <a:avLst/>
          </a:prstGeom>
          <a:noFill/>
          <a:ln cap="flat" cmpd="sng" w="2857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0"/>
          <p:cNvSpPr txBox="1"/>
          <p:nvPr/>
        </p:nvSpPr>
        <p:spPr>
          <a:xfrm>
            <a:off x="16631999" y="6562525"/>
            <a:ext cx="6634500" cy="5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Objetivos, estrategias y  acciones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14230350" y="6550224"/>
            <a:ext cx="854466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0"/>
          <p:cNvSpPr/>
          <p:nvPr/>
        </p:nvSpPr>
        <p:spPr>
          <a:xfrm>
            <a:off x="14091663" y="6293862"/>
            <a:ext cx="1128276" cy="1128276"/>
          </a:xfrm>
          <a:prstGeom prst="ellipse">
            <a:avLst/>
          </a:prstGeom>
          <a:noFill/>
          <a:ln cap="flat" cmpd="sng" w="2857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16632011" y="8312158"/>
            <a:ext cx="6075589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Plan de contenidos y calendario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0"/>
          <p:cNvSpPr txBox="1"/>
          <p:nvPr/>
        </p:nvSpPr>
        <p:spPr>
          <a:xfrm>
            <a:off x="14230350" y="8299847"/>
            <a:ext cx="854466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0"/>
          <p:cNvSpPr/>
          <p:nvPr/>
        </p:nvSpPr>
        <p:spPr>
          <a:xfrm>
            <a:off x="14091663" y="8043485"/>
            <a:ext cx="1128276" cy="1128276"/>
          </a:xfrm>
          <a:prstGeom prst="ellipse">
            <a:avLst/>
          </a:prstGeom>
          <a:noFill/>
          <a:ln cap="flat" cmpd="sng" w="2857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16632011" y="10061781"/>
            <a:ext cx="6075589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Presupuesto  y medición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14230350" y="10049470"/>
            <a:ext cx="854466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0"/>
          <p:cNvSpPr/>
          <p:nvPr/>
        </p:nvSpPr>
        <p:spPr>
          <a:xfrm>
            <a:off x="14091663" y="9793108"/>
            <a:ext cx="1128276" cy="1128276"/>
          </a:xfrm>
          <a:prstGeom prst="ellipse">
            <a:avLst/>
          </a:prstGeom>
          <a:noFill/>
          <a:ln cap="flat" cmpd="sng" w="2857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1"/>
          <p:cNvSpPr txBox="1"/>
          <p:nvPr/>
        </p:nvSpPr>
        <p:spPr>
          <a:xfrm>
            <a:off x="2349500" y="4826675"/>
            <a:ext cx="11963400" cy="40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lang="en-US" sz="8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Situación actual</a:t>
            </a:r>
            <a:endParaRPr b="1" i="0" sz="8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2" name="Google Shape;112;p21"/>
          <p:cNvCxnSpPr/>
          <p:nvPr/>
        </p:nvCxnSpPr>
        <p:spPr>
          <a:xfrm>
            <a:off x="15451455" y="5113247"/>
            <a:ext cx="0" cy="3540300"/>
          </a:xfrm>
          <a:prstGeom prst="straightConnector1">
            <a:avLst/>
          </a:prstGeom>
          <a:noFill/>
          <a:ln cap="flat" cmpd="sng" w="889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3" name="Google Shape;113;p21"/>
          <p:cNvSpPr txBox="1"/>
          <p:nvPr/>
        </p:nvSpPr>
        <p:spPr>
          <a:xfrm>
            <a:off x="16632011" y="6267069"/>
            <a:ext cx="60756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Plan de Social Media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2019300" y="2090814"/>
            <a:ext cx="206883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Define  un brief de la situación interna inicial para poder analizarla y tomar decisiones estratégicas</a:t>
            </a:r>
            <a:endParaRPr/>
          </a:p>
        </p:txBody>
      </p:sp>
      <p:sp>
        <p:nvSpPr>
          <p:cNvPr id="119" name="Google Shape;119;p22"/>
          <p:cNvSpPr txBox="1"/>
          <p:nvPr>
            <p:ph type="title"/>
          </p:nvPr>
        </p:nvSpPr>
        <p:spPr>
          <a:xfrm>
            <a:off x="2019300" y="723900"/>
            <a:ext cx="20688300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800"/>
              <a:buFont typeface="Lato"/>
              <a:buNone/>
            </a:pPr>
            <a:r>
              <a:rPr lang="en-US"/>
              <a:t>Resumen situación actual</a:t>
            </a:r>
            <a:endParaRPr b="1" i="0" sz="88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20" name="Google Shape;120;p22"/>
          <p:cNvGrpSpPr/>
          <p:nvPr/>
        </p:nvGrpSpPr>
        <p:grpSpPr>
          <a:xfrm>
            <a:off x="609650" y="3263900"/>
            <a:ext cx="7446576" cy="1531575"/>
            <a:chOff x="1676400" y="3746481"/>
            <a:chExt cx="6817960" cy="1531575"/>
          </a:xfrm>
        </p:grpSpPr>
        <p:sp>
          <p:nvSpPr>
            <p:cNvPr id="121" name="Google Shape;121;p22"/>
            <p:cNvSpPr/>
            <p:nvPr/>
          </p:nvSpPr>
          <p:spPr>
            <a:xfrm>
              <a:off x="1676400" y="3746500"/>
              <a:ext cx="677864" cy="677864"/>
            </a:xfrm>
            <a:custGeom>
              <a:rect b="b" l="l" r="r" t="t"/>
              <a:pathLst>
                <a:path extrusionOk="0" h="353" w="353">
                  <a:moveTo>
                    <a:pt x="176" y="221"/>
                  </a:moveTo>
                  <a:cubicBezTo>
                    <a:pt x="102" y="147"/>
                    <a:pt x="102" y="147"/>
                    <a:pt x="102" y="147"/>
                  </a:cubicBezTo>
                  <a:cubicBezTo>
                    <a:pt x="100" y="146"/>
                    <a:pt x="98" y="145"/>
                    <a:pt x="96" y="145"/>
                  </a:cubicBezTo>
                  <a:cubicBezTo>
                    <a:pt x="91" y="145"/>
                    <a:pt x="88" y="148"/>
                    <a:pt x="88" y="153"/>
                  </a:cubicBezTo>
                  <a:cubicBezTo>
                    <a:pt x="88" y="155"/>
                    <a:pt x="89" y="157"/>
                    <a:pt x="90" y="158"/>
                  </a:cubicBezTo>
                  <a:cubicBezTo>
                    <a:pt x="170" y="239"/>
                    <a:pt x="170" y="239"/>
                    <a:pt x="170" y="239"/>
                  </a:cubicBezTo>
                  <a:cubicBezTo>
                    <a:pt x="172" y="240"/>
                    <a:pt x="174" y="241"/>
                    <a:pt x="176" y="241"/>
                  </a:cubicBezTo>
                  <a:cubicBezTo>
                    <a:pt x="178" y="241"/>
                    <a:pt x="180" y="240"/>
                    <a:pt x="182" y="238"/>
                  </a:cubicBezTo>
                  <a:cubicBezTo>
                    <a:pt x="182" y="238"/>
                    <a:pt x="182" y="238"/>
                    <a:pt x="182" y="238"/>
                  </a:cubicBezTo>
                  <a:cubicBezTo>
                    <a:pt x="316" y="98"/>
                    <a:pt x="316" y="98"/>
                    <a:pt x="316" y="98"/>
                  </a:cubicBezTo>
                  <a:cubicBezTo>
                    <a:pt x="316" y="98"/>
                    <a:pt x="316" y="98"/>
                    <a:pt x="316" y="98"/>
                  </a:cubicBezTo>
                  <a:cubicBezTo>
                    <a:pt x="328" y="86"/>
                    <a:pt x="328" y="86"/>
                    <a:pt x="328" y="86"/>
                  </a:cubicBezTo>
                  <a:cubicBezTo>
                    <a:pt x="328" y="86"/>
                    <a:pt x="328" y="86"/>
                    <a:pt x="327" y="86"/>
                  </a:cubicBezTo>
                  <a:cubicBezTo>
                    <a:pt x="351" y="62"/>
                    <a:pt x="351" y="62"/>
                    <a:pt x="351" y="62"/>
                  </a:cubicBezTo>
                  <a:cubicBezTo>
                    <a:pt x="351" y="62"/>
                    <a:pt x="351" y="62"/>
                    <a:pt x="351" y="62"/>
                  </a:cubicBezTo>
                  <a:cubicBezTo>
                    <a:pt x="352" y="60"/>
                    <a:pt x="353" y="58"/>
                    <a:pt x="353" y="56"/>
                  </a:cubicBezTo>
                  <a:cubicBezTo>
                    <a:pt x="353" y="52"/>
                    <a:pt x="349" y="48"/>
                    <a:pt x="345" y="48"/>
                  </a:cubicBezTo>
                  <a:cubicBezTo>
                    <a:pt x="342" y="48"/>
                    <a:pt x="340" y="49"/>
                    <a:pt x="339" y="51"/>
                  </a:cubicBezTo>
                  <a:cubicBezTo>
                    <a:pt x="339" y="51"/>
                    <a:pt x="339" y="51"/>
                    <a:pt x="339" y="51"/>
                  </a:cubicBezTo>
                  <a:cubicBezTo>
                    <a:pt x="318" y="72"/>
                    <a:pt x="318" y="72"/>
                    <a:pt x="318" y="72"/>
                  </a:cubicBezTo>
                  <a:cubicBezTo>
                    <a:pt x="318" y="72"/>
                    <a:pt x="318" y="72"/>
                    <a:pt x="318" y="72"/>
                  </a:cubicBezTo>
                  <a:cubicBezTo>
                    <a:pt x="307" y="84"/>
                    <a:pt x="307" y="84"/>
                    <a:pt x="307" y="84"/>
                  </a:cubicBezTo>
                  <a:cubicBezTo>
                    <a:pt x="307" y="84"/>
                    <a:pt x="307" y="84"/>
                    <a:pt x="307" y="84"/>
                  </a:cubicBezTo>
                  <a:lnTo>
                    <a:pt x="176" y="221"/>
                  </a:lnTo>
                  <a:close/>
                  <a:moveTo>
                    <a:pt x="339" y="109"/>
                  </a:moveTo>
                  <a:cubicBezTo>
                    <a:pt x="335" y="106"/>
                    <a:pt x="330" y="106"/>
                    <a:pt x="327" y="109"/>
                  </a:cubicBezTo>
                  <a:cubicBezTo>
                    <a:pt x="325" y="111"/>
                    <a:pt x="324" y="115"/>
                    <a:pt x="325" y="117"/>
                  </a:cubicBezTo>
                  <a:cubicBezTo>
                    <a:pt x="325" y="117"/>
                    <a:pt x="325" y="117"/>
                    <a:pt x="325" y="117"/>
                  </a:cubicBezTo>
                  <a:cubicBezTo>
                    <a:pt x="333" y="136"/>
                    <a:pt x="337" y="156"/>
                    <a:pt x="337" y="177"/>
                  </a:cubicBezTo>
                  <a:cubicBezTo>
                    <a:pt x="337" y="265"/>
                    <a:pt x="265" y="337"/>
                    <a:pt x="176" y="337"/>
                  </a:cubicBezTo>
                  <a:cubicBezTo>
                    <a:pt x="88" y="337"/>
                    <a:pt x="16" y="265"/>
                    <a:pt x="16" y="177"/>
                  </a:cubicBezTo>
                  <a:cubicBezTo>
                    <a:pt x="16" y="88"/>
                    <a:pt x="88" y="16"/>
                    <a:pt x="176" y="16"/>
                  </a:cubicBezTo>
                  <a:cubicBezTo>
                    <a:pt x="222" y="16"/>
                    <a:pt x="262" y="35"/>
                    <a:pt x="292" y="65"/>
                  </a:cubicBezTo>
                  <a:cubicBezTo>
                    <a:pt x="292" y="65"/>
                    <a:pt x="292" y="65"/>
                    <a:pt x="292" y="65"/>
                  </a:cubicBezTo>
                  <a:cubicBezTo>
                    <a:pt x="295" y="68"/>
                    <a:pt x="300" y="68"/>
                    <a:pt x="303" y="65"/>
                  </a:cubicBezTo>
                  <a:cubicBezTo>
                    <a:pt x="306" y="62"/>
                    <a:pt x="306" y="57"/>
                    <a:pt x="303" y="54"/>
                  </a:cubicBezTo>
                  <a:cubicBezTo>
                    <a:pt x="302" y="53"/>
                    <a:pt x="302" y="53"/>
                    <a:pt x="302" y="53"/>
                  </a:cubicBezTo>
                  <a:cubicBezTo>
                    <a:pt x="270" y="20"/>
                    <a:pt x="225" y="0"/>
                    <a:pt x="176" y="0"/>
                  </a:cubicBezTo>
                  <a:cubicBezTo>
                    <a:pt x="79" y="0"/>
                    <a:pt x="0" y="79"/>
                    <a:pt x="0" y="177"/>
                  </a:cubicBezTo>
                  <a:cubicBezTo>
                    <a:pt x="0" y="274"/>
                    <a:pt x="79" y="353"/>
                    <a:pt x="176" y="353"/>
                  </a:cubicBezTo>
                  <a:cubicBezTo>
                    <a:pt x="274" y="353"/>
                    <a:pt x="353" y="274"/>
                    <a:pt x="353" y="177"/>
                  </a:cubicBezTo>
                  <a:cubicBezTo>
                    <a:pt x="353" y="154"/>
                    <a:pt x="348" y="132"/>
                    <a:pt x="341" y="112"/>
                  </a:cubicBezTo>
                  <a:cubicBezTo>
                    <a:pt x="340" y="111"/>
                    <a:pt x="340" y="110"/>
                    <a:pt x="339" y="109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2" name="Google Shape;122;p22"/>
            <p:cNvGrpSpPr/>
            <p:nvPr/>
          </p:nvGrpSpPr>
          <p:grpSpPr>
            <a:xfrm>
              <a:off x="2849560" y="3746481"/>
              <a:ext cx="5644800" cy="1531575"/>
              <a:chOff x="1676398" y="6928329"/>
              <a:chExt cx="5644800" cy="1531575"/>
            </a:xfrm>
          </p:grpSpPr>
          <p:sp>
            <p:nvSpPr>
              <p:cNvPr id="123" name="Google Shape;123;p22"/>
              <p:cNvSpPr txBox="1"/>
              <p:nvPr/>
            </p:nvSpPr>
            <p:spPr>
              <a:xfrm>
                <a:off x="1676398" y="7618704"/>
                <a:ext cx="5487300" cy="84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¿El esquema de menús de tu web es intuitivo?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¿Es fácil navegar por las diferentes secciones y realizar un proceso de compra? 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¿El diseño es limpio y los textos legibles? 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¿Cuál es el volumen de peticiones que recibes con respecto al total de visitas?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45720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45720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124" name="Google Shape;124;p22"/>
              <p:cNvSpPr txBox="1"/>
              <p:nvPr/>
            </p:nvSpPr>
            <p:spPr>
              <a:xfrm>
                <a:off x="1676398" y="6928329"/>
                <a:ext cx="5644800" cy="53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200"/>
                  <a:buFont typeface="Arial"/>
                  <a:buNone/>
                </a:pPr>
                <a:r>
                  <a:rPr b="1" lang="en-US" sz="3200">
                    <a:solidFill>
                      <a:schemeClr val="dk2"/>
                    </a:solidFill>
                    <a:latin typeface="Lato"/>
                    <a:ea typeface="Lato"/>
                    <a:cs typeface="Lato"/>
                    <a:sym typeface="Lato"/>
                  </a:rPr>
                  <a:t>Posicionamiento web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5" name="Google Shape;125;p22"/>
          <p:cNvGrpSpPr/>
          <p:nvPr/>
        </p:nvGrpSpPr>
        <p:grpSpPr>
          <a:xfrm>
            <a:off x="8399000" y="3263900"/>
            <a:ext cx="7502250" cy="1531550"/>
            <a:chOff x="9465800" y="3746500"/>
            <a:chExt cx="7502250" cy="1531550"/>
          </a:xfrm>
        </p:grpSpPr>
        <p:sp>
          <p:nvSpPr>
            <p:cNvPr id="126" name="Google Shape;126;p22"/>
            <p:cNvSpPr/>
            <p:nvPr/>
          </p:nvSpPr>
          <p:spPr>
            <a:xfrm>
              <a:off x="9465800" y="3746500"/>
              <a:ext cx="677864" cy="677864"/>
            </a:xfrm>
            <a:custGeom>
              <a:rect b="b" l="l" r="r" t="t"/>
              <a:pathLst>
                <a:path extrusionOk="0" h="353" w="353">
                  <a:moveTo>
                    <a:pt x="176" y="221"/>
                  </a:moveTo>
                  <a:cubicBezTo>
                    <a:pt x="102" y="147"/>
                    <a:pt x="102" y="147"/>
                    <a:pt x="102" y="147"/>
                  </a:cubicBezTo>
                  <a:cubicBezTo>
                    <a:pt x="100" y="146"/>
                    <a:pt x="98" y="145"/>
                    <a:pt x="96" y="145"/>
                  </a:cubicBezTo>
                  <a:cubicBezTo>
                    <a:pt x="91" y="145"/>
                    <a:pt x="88" y="148"/>
                    <a:pt x="88" y="153"/>
                  </a:cubicBezTo>
                  <a:cubicBezTo>
                    <a:pt x="88" y="155"/>
                    <a:pt x="89" y="157"/>
                    <a:pt x="90" y="158"/>
                  </a:cubicBezTo>
                  <a:cubicBezTo>
                    <a:pt x="170" y="239"/>
                    <a:pt x="170" y="239"/>
                    <a:pt x="170" y="239"/>
                  </a:cubicBezTo>
                  <a:cubicBezTo>
                    <a:pt x="172" y="240"/>
                    <a:pt x="174" y="241"/>
                    <a:pt x="176" y="241"/>
                  </a:cubicBezTo>
                  <a:cubicBezTo>
                    <a:pt x="178" y="241"/>
                    <a:pt x="180" y="240"/>
                    <a:pt x="182" y="238"/>
                  </a:cubicBezTo>
                  <a:cubicBezTo>
                    <a:pt x="182" y="238"/>
                    <a:pt x="182" y="238"/>
                    <a:pt x="182" y="238"/>
                  </a:cubicBezTo>
                  <a:cubicBezTo>
                    <a:pt x="316" y="98"/>
                    <a:pt x="316" y="98"/>
                    <a:pt x="316" y="98"/>
                  </a:cubicBezTo>
                  <a:cubicBezTo>
                    <a:pt x="316" y="98"/>
                    <a:pt x="316" y="98"/>
                    <a:pt x="316" y="98"/>
                  </a:cubicBezTo>
                  <a:cubicBezTo>
                    <a:pt x="328" y="86"/>
                    <a:pt x="328" y="86"/>
                    <a:pt x="328" y="86"/>
                  </a:cubicBezTo>
                  <a:cubicBezTo>
                    <a:pt x="328" y="86"/>
                    <a:pt x="328" y="86"/>
                    <a:pt x="327" y="86"/>
                  </a:cubicBezTo>
                  <a:cubicBezTo>
                    <a:pt x="351" y="62"/>
                    <a:pt x="351" y="62"/>
                    <a:pt x="351" y="62"/>
                  </a:cubicBezTo>
                  <a:cubicBezTo>
                    <a:pt x="351" y="62"/>
                    <a:pt x="351" y="62"/>
                    <a:pt x="351" y="62"/>
                  </a:cubicBezTo>
                  <a:cubicBezTo>
                    <a:pt x="352" y="60"/>
                    <a:pt x="353" y="58"/>
                    <a:pt x="353" y="56"/>
                  </a:cubicBezTo>
                  <a:cubicBezTo>
                    <a:pt x="353" y="52"/>
                    <a:pt x="349" y="48"/>
                    <a:pt x="345" y="48"/>
                  </a:cubicBezTo>
                  <a:cubicBezTo>
                    <a:pt x="342" y="48"/>
                    <a:pt x="340" y="49"/>
                    <a:pt x="339" y="51"/>
                  </a:cubicBezTo>
                  <a:cubicBezTo>
                    <a:pt x="339" y="51"/>
                    <a:pt x="339" y="51"/>
                    <a:pt x="339" y="51"/>
                  </a:cubicBezTo>
                  <a:cubicBezTo>
                    <a:pt x="318" y="72"/>
                    <a:pt x="318" y="72"/>
                    <a:pt x="318" y="72"/>
                  </a:cubicBezTo>
                  <a:cubicBezTo>
                    <a:pt x="318" y="72"/>
                    <a:pt x="318" y="72"/>
                    <a:pt x="318" y="72"/>
                  </a:cubicBezTo>
                  <a:cubicBezTo>
                    <a:pt x="307" y="84"/>
                    <a:pt x="307" y="84"/>
                    <a:pt x="307" y="84"/>
                  </a:cubicBezTo>
                  <a:cubicBezTo>
                    <a:pt x="307" y="84"/>
                    <a:pt x="307" y="84"/>
                    <a:pt x="307" y="84"/>
                  </a:cubicBezTo>
                  <a:lnTo>
                    <a:pt x="176" y="221"/>
                  </a:lnTo>
                  <a:close/>
                  <a:moveTo>
                    <a:pt x="339" y="109"/>
                  </a:moveTo>
                  <a:cubicBezTo>
                    <a:pt x="335" y="106"/>
                    <a:pt x="330" y="106"/>
                    <a:pt x="327" y="109"/>
                  </a:cubicBezTo>
                  <a:cubicBezTo>
                    <a:pt x="325" y="111"/>
                    <a:pt x="324" y="115"/>
                    <a:pt x="325" y="117"/>
                  </a:cubicBezTo>
                  <a:cubicBezTo>
                    <a:pt x="325" y="117"/>
                    <a:pt x="325" y="117"/>
                    <a:pt x="325" y="117"/>
                  </a:cubicBezTo>
                  <a:cubicBezTo>
                    <a:pt x="333" y="136"/>
                    <a:pt x="337" y="156"/>
                    <a:pt x="337" y="177"/>
                  </a:cubicBezTo>
                  <a:cubicBezTo>
                    <a:pt x="337" y="265"/>
                    <a:pt x="265" y="337"/>
                    <a:pt x="176" y="337"/>
                  </a:cubicBezTo>
                  <a:cubicBezTo>
                    <a:pt x="88" y="337"/>
                    <a:pt x="16" y="265"/>
                    <a:pt x="16" y="177"/>
                  </a:cubicBezTo>
                  <a:cubicBezTo>
                    <a:pt x="16" y="88"/>
                    <a:pt x="88" y="16"/>
                    <a:pt x="176" y="16"/>
                  </a:cubicBezTo>
                  <a:cubicBezTo>
                    <a:pt x="222" y="16"/>
                    <a:pt x="262" y="35"/>
                    <a:pt x="292" y="65"/>
                  </a:cubicBezTo>
                  <a:cubicBezTo>
                    <a:pt x="292" y="65"/>
                    <a:pt x="292" y="65"/>
                    <a:pt x="292" y="65"/>
                  </a:cubicBezTo>
                  <a:cubicBezTo>
                    <a:pt x="295" y="68"/>
                    <a:pt x="300" y="68"/>
                    <a:pt x="303" y="65"/>
                  </a:cubicBezTo>
                  <a:cubicBezTo>
                    <a:pt x="306" y="62"/>
                    <a:pt x="306" y="57"/>
                    <a:pt x="303" y="54"/>
                  </a:cubicBezTo>
                  <a:cubicBezTo>
                    <a:pt x="302" y="53"/>
                    <a:pt x="302" y="53"/>
                    <a:pt x="302" y="53"/>
                  </a:cubicBezTo>
                  <a:cubicBezTo>
                    <a:pt x="270" y="20"/>
                    <a:pt x="225" y="0"/>
                    <a:pt x="176" y="0"/>
                  </a:cubicBezTo>
                  <a:cubicBezTo>
                    <a:pt x="79" y="0"/>
                    <a:pt x="0" y="79"/>
                    <a:pt x="0" y="177"/>
                  </a:cubicBezTo>
                  <a:cubicBezTo>
                    <a:pt x="0" y="274"/>
                    <a:pt x="79" y="353"/>
                    <a:pt x="176" y="353"/>
                  </a:cubicBezTo>
                  <a:cubicBezTo>
                    <a:pt x="274" y="353"/>
                    <a:pt x="353" y="274"/>
                    <a:pt x="353" y="177"/>
                  </a:cubicBezTo>
                  <a:cubicBezTo>
                    <a:pt x="353" y="154"/>
                    <a:pt x="348" y="132"/>
                    <a:pt x="341" y="112"/>
                  </a:cubicBezTo>
                  <a:cubicBezTo>
                    <a:pt x="340" y="111"/>
                    <a:pt x="340" y="110"/>
                    <a:pt x="339" y="10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7" name="Google Shape;127;p22"/>
            <p:cNvGrpSpPr/>
            <p:nvPr/>
          </p:nvGrpSpPr>
          <p:grpSpPr>
            <a:xfrm>
              <a:off x="10638950" y="3746500"/>
              <a:ext cx="6329100" cy="1531550"/>
              <a:chOff x="1676388" y="6928348"/>
              <a:chExt cx="6329100" cy="1531550"/>
            </a:xfrm>
          </p:grpSpPr>
          <p:sp>
            <p:nvSpPr>
              <p:cNvPr id="128" name="Google Shape;128;p22"/>
              <p:cNvSpPr txBox="1"/>
              <p:nvPr/>
            </p:nvSpPr>
            <p:spPr>
              <a:xfrm>
                <a:off x="1676388" y="7618698"/>
                <a:ext cx="6329100" cy="84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¿Qué % de seguidores nuevos cada mes?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¿Cuál es tu engagement rate? 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¿Vendes de forma orgánica?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129" name="Google Shape;129;p22"/>
              <p:cNvSpPr txBox="1"/>
              <p:nvPr/>
            </p:nvSpPr>
            <p:spPr>
              <a:xfrm>
                <a:off x="1676400" y="6928348"/>
                <a:ext cx="4279238" cy="5909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200"/>
                  <a:buFont typeface="Arial"/>
                  <a:buNone/>
                </a:pPr>
                <a:r>
                  <a:rPr b="1" lang="en-US" sz="3200">
                    <a:solidFill>
                      <a:schemeClr val="dk2"/>
                    </a:solidFill>
                    <a:latin typeface="Lato"/>
                    <a:ea typeface="Lato"/>
                    <a:cs typeface="Lato"/>
                    <a:sym typeface="Lato"/>
                  </a:rPr>
                  <a:t>Reputación en RRSS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0" name="Google Shape;130;p22"/>
          <p:cNvGrpSpPr/>
          <p:nvPr/>
        </p:nvGrpSpPr>
        <p:grpSpPr>
          <a:xfrm>
            <a:off x="16188400" y="3263900"/>
            <a:ext cx="6943375" cy="1531550"/>
            <a:chOff x="17255200" y="3746500"/>
            <a:chExt cx="6943375" cy="1531550"/>
          </a:xfrm>
        </p:grpSpPr>
        <p:sp>
          <p:nvSpPr>
            <p:cNvPr id="131" name="Google Shape;131;p22"/>
            <p:cNvSpPr/>
            <p:nvPr/>
          </p:nvSpPr>
          <p:spPr>
            <a:xfrm>
              <a:off x="17255200" y="3746500"/>
              <a:ext cx="677864" cy="677864"/>
            </a:xfrm>
            <a:custGeom>
              <a:rect b="b" l="l" r="r" t="t"/>
              <a:pathLst>
                <a:path extrusionOk="0" h="353" w="353">
                  <a:moveTo>
                    <a:pt x="176" y="221"/>
                  </a:moveTo>
                  <a:cubicBezTo>
                    <a:pt x="102" y="147"/>
                    <a:pt x="102" y="147"/>
                    <a:pt x="102" y="147"/>
                  </a:cubicBezTo>
                  <a:cubicBezTo>
                    <a:pt x="100" y="146"/>
                    <a:pt x="98" y="145"/>
                    <a:pt x="96" y="145"/>
                  </a:cubicBezTo>
                  <a:cubicBezTo>
                    <a:pt x="91" y="145"/>
                    <a:pt x="88" y="148"/>
                    <a:pt x="88" y="153"/>
                  </a:cubicBezTo>
                  <a:cubicBezTo>
                    <a:pt x="88" y="155"/>
                    <a:pt x="89" y="157"/>
                    <a:pt x="90" y="158"/>
                  </a:cubicBezTo>
                  <a:cubicBezTo>
                    <a:pt x="170" y="239"/>
                    <a:pt x="170" y="239"/>
                    <a:pt x="170" y="239"/>
                  </a:cubicBezTo>
                  <a:cubicBezTo>
                    <a:pt x="172" y="240"/>
                    <a:pt x="174" y="241"/>
                    <a:pt x="176" y="241"/>
                  </a:cubicBezTo>
                  <a:cubicBezTo>
                    <a:pt x="178" y="241"/>
                    <a:pt x="180" y="240"/>
                    <a:pt x="182" y="238"/>
                  </a:cubicBezTo>
                  <a:cubicBezTo>
                    <a:pt x="182" y="238"/>
                    <a:pt x="182" y="238"/>
                    <a:pt x="182" y="238"/>
                  </a:cubicBezTo>
                  <a:cubicBezTo>
                    <a:pt x="316" y="98"/>
                    <a:pt x="316" y="98"/>
                    <a:pt x="316" y="98"/>
                  </a:cubicBezTo>
                  <a:cubicBezTo>
                    <a:pt x="316" y="98"/>
                    <a:pt x="316" y="98"/>
                    <a:pt x="316" y="98"/>
                  </a:cubicBezTo>
                  <a:cubicBezTo>
                    <a:pt x="328" y="86"/>
                    <a:pt x="328" y="86"/>
                    <a:pt x="328" y="86"/>
                  </a:cubicBezTo>
                  <a:cubicBezTo>
                    <a:pt x="328" y="86"/>
                    <a:pt x="328" y="86"/>
                    <a:pt x="327" y="86"/>
                  </a:cubicBezTo>
                  <a:cubicBezTo>
                    <a:pt x="351" y="62"/>
                    <a:pt x="351" y="62"/>
                    <a:pt x="351" y="62"/>
                  </a:cubicBezTo>
                  <a:cubicBezTo>
                    <a:pt x="351" y="62"/>
                    <a:pt x="351" y="62"/>
                    <a:pt x="351" y="62"/>
                  </a:cubicBezTo>
                  <a:cubicBezTo>
                    <a:pt x="352" y="60"/>
                    <a:pt x="353" y="58"/>
                    <a:pt x="353" y="56"/>
                  </a:cubicBezTo>
                  <a:cubicBezTo>
                    <a:pt x="353" y="52"/>
                    <a:pt x="349" y="48"/>
                    <a:pt x="345" y="48"/>
                  </a:cubicBezTo>
                  <a:cubicBezTo>
                    <a:pt x="342" y="48"/>
                    <a:pt x="340" y="49"/>
                    <a:pt x="339" y="51"/>
                  </a:cubicBezTo>
                  <a:cubicBezTo>
                    <a:pt x="339" y="51"/>
                    <a:pt x="339" y="51"/>
                    <a:pt x="339" y="51"/>
                  </a:cubicBezTo>
                  <a:cubicBezTo>
                    <a:pt x="318" y="72"/>
                    <a:pt x="318" y="72"/>
                    <a:pt x="318" y="72"/>
                  </a:cubicBezTo>
                  <a:cubicBezTo>
                    <a:pt x="318" y="72"/>
                    <a:pt x="318" y="72"/>
                    <a:pt x="318" y="72"/>
                  </a:cubicBezTo>
                  <a:cubicBezTo>
                    <a:pt x="307" y="84"/>
                    <a:pt x="307" y="84"/>
                    <a:pt x="307" y="84"/>
                  </a:cubicBezTo>
                  <a:cubicBezTo>
                    <a:pt x="307" y="84"/>
                    <a:pt x="307" y="84"/>
                    <a:pt x="307" y="84"/>
                  </a:cubicBezTo>
                  <a:lnTo>
                    <a:pt x="176" y="221"/>
                  </a:lnTo>
                  <a:close/>
                  <a:moveTo>
                    <a:pt x="339" y="109"/>
                  </a:moveTo>
                  <a:cubicBezTo>
                    <a:pt x="335" y="106"/>
                    <a:pt x="330" y="106"/>
                    <a:pt x="327" y="109"/>
                  </a:cubicBezTo>
                  <a:cubicBezTo>
                    <a:pt x="325" y="111"/>
                    <a:pt x="324" y="115"/>
                    <a:pt x="325" y="117"/>
                  </a:cubicBezTo>
                  <a:cubicBezTo>
                    <a:pt x="325" y="117"/>
                    <a:pt x="325" y="117"/>
                    <a:pt x="325" y="117"/>
                  </a:cubicBezTo>
                  <a:cubicBezTo>
                    <a:pt x="333" y="136"/>
                    <a:pt x="337" y="156"/>
                    <a:pt x="337" y="177"/>
                  </a:cubicBezTo>
                  <a:cubicBezTo>
                    <a:pt x="337" y="265"/>
                    <a:pt x="265" y="337"/>
                    <a:pt x="176" y="337"/>
                  </a:cubicBezTo>
                  <a:cubicBezTo>
                    <a:pt x="88" y="337"/>
                    <a:pt x="16" y="265"/>
                    <a:pt x="16" y="177"/>
                  </a:cubicBezTo>
                  <a:cubicBezTo>
                    <a:pt x="16" y="88"/>
                    <a:pt x="88" y="16"/>
                    <a:pt x="176" y="16"/>
                  </a:cubicBezTo>
                  <a:cubicBezTo>
                    <a:pt x="222" y="16"/>
                    <a:pt x="262" y="35"/>
                    <a:pt x="292" y="65"/>
                  </a:cubicBezTo>
                  <a:cubicBezTo>
                    <a:pt x="292" y="65"/>
                    <a:pt x="292" y="65"/>
                    <a:pt x="292" y="65"/>
                  </a:cubicBezTo>
                  <a:cubicBezTo>
                    <a:pt x="295" y="68"/>
                    <a:pt x="300" y="68"/>
                    <a:pt x="303" y="65"/>
                  </a:cubicBezTo>
                  <a:cubicBezTo>
                    <a:pt x="306" y="62"/>
                    <a:pt x="306" y="57"/>
                    <a:pt x="303" y="54"/>
                  </a:cubicBezTo>
                  <a:cubicBezTo>
                    <a:pt x="302" y="53"/>
                    <a:pt x="302" y="53"/>
                    <a:pt x="302" y="53"/>
                  </a:cubicBezTo>
                  <a:cubicBezTo>
                    <a:pt x="270" y="20"/>
                    <a:pt x="225" y="0"/>
                    <a:pt x="176" y="0"/>
                  </a:cubicBezTo>
                  <a:cubicBezTo>
                    <a:pt x="79" y="0"/>
                    <a:pt x="0" y="79"/>
                    <a:pt x="0" y="177"/>
                  </a:cubicBezTo>
                  <a:cubicBezTo>
                    <a:pt x="0" y="274"/>
                    <a:pt x="79" y="353"/>
                    <a:pt x="176" y="353"/>
                  </a:cubicBezTo>
                  <a:cubicBezTo>
                    <a:pt x="274" y="353"/>
                    <a:pt x="353" y="274"/>
                    <a:pt x="353" y="177"/>
                  </a:cubicBezTo>
                  <a:cubicBezTo>
                    <a:pt x="353" y="154"/>
                    <a:pt x="348" y="132"/>
                    <a:pt x="341" y="112"/>
                  </a:cubicBezTo>
                  <a:cubicBezTo>
                    <a:pt x="340" y="111"/>
                    <a:pt x="340" y="110"/>
                    <a:pt x="339" y="109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" name="Google Shape;132;p22"/>
            <p:cNvGrpSpPr/>
            <p:nvPr/>
          </p:nvGrpSpPr>
          <p:grpSpPr>
            <a:xfrm>
              <a:off x="18428375" y="3746500"/>
              <a:ext cx="5770200" cy="1531550"/>
              <a:chOff x="1676412" y="6928348"/>
              <a:chExt cx="5770200" cy="1531550"/>
            </a:xfrm>
          </p:grpSpPr>
          <p:sp>
            <p:nvSpPr>
              <p:cNvPr id="133" name="Google Shape;133;p22"/>
              <p:cNvSpPr txBox="1"/>
              <p:nvPr/>
            </p:nvSpPr>
            <p:spPr>
              <a:xfrm>
                <a:off x="1676412" y="7618698"/>
                <a:ext cx="5770200" cy="84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¿Cuánto has invertido en publicidad</a:t>
                </a: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?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¿Te ha funcionado la publicidad? 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¿Cuál es tu CPL en redes sociales?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¿Cómo valoras tu experiencia (positiva, neutra o negativa)?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400">
                    <a:solidFill>
                      <a:schemeClr val="dk2"/>
                    </a:solidFill>
                    <a:latin typeface="Lato Light"/>
                    <a:ea typeface="Lato Light"/>
                    <a:cs typeface="Lato Light"/>
                    <a:sym typeface="Lato Light"/>
                  </a:rPr>
                  <a:t>--------------------------------------------------------</a:t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134" name="Google Shape;134;p22"/>
              <p:cNvSpPr txBox="1"/>
              <p:nvPr/>
            </p:nvSpPr>
            <p:spPr>
              <a:xfrm>
                <a:off x="1676414" y="6928348"/>
                <a:ext cx="4668300" cy="59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200"/>
                  <a:buFont typeface="Arial"/>
                  <a:buNone/>
                </a:pPr>
                <a:r>
                  <a:rPr b="1" lang="en-US" sz="3200">
                    <a:solidFill>
                      <a:schemeClr val="dk2"/>
                    </a:solidFill>
                    <a:latin typeface="Lato"/>
                    <a:ea typeface="Lato"/>
                    <a:cs typeface="Lato"/>
                    <a:sym typeface="Lato"/>
                  </a:rPr>
                  <a:t>Experiencia en publicidad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2019300" y="2090814"/>
            <a:ext cx="20688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Resumen general de indicadores actuales en social media</a:t>
            </a:r>
            <a:endParaRPr/>
          </a:p>
        </p:txBody>
      </p:sp>
      <p:sp>
        <p:nvSpPr>
          <p:cNvPr id="140" name="Google Shape;140;p23"/>
          <p:cNvSpPr txBox="1"/>
          <p:nvPr>
            <p:ph type="title"/>
          </p:nvPr>
        </p:nvSpPr>
        <p:spPr>
          <a:xfrm>
            <a:off x="2019300" y="723900"/>
            <a:ext cx="206883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800"/>
              <a:buFont typeface="Lato"/>
              <a:buNone/>
            </a:pPr>
            <a:r>
              <a:rPr lang="en-US"/>
              <a:t>Situación actual</a:t>
            </a:r>
            <a:endParaRPr b="1" i="0" sz="88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41" name="Google Shape;141;p23"/>
          <p:cNvGrpSpPr/>
          <p:nvPr/>
        </p:nvGrpSpPr>
        <p:grpSpPr>
          <a:xfrm>
            <a:off x="167564" y="4009818"/>
            <a:ext cx="6825526" cy="1417805"/>
            <a:chOff x="2652765" y="3632500"/>
            <a:chExt cx="7756280" cy="1417805"/>
          </a:xfrm>
        </p:grpSpPr>
        <p:sp>
          <p:nvSpPr>
            <p:cNvPr id="142" name="Google Shape;142;p23"/>
            <p:cNvSpPr txBox="1"/>
            <p:nvPr/>
          </p:nvSpPr>
          <p:spPr>
            <a:xfrm>
              <a:off x="2652765" y="4163805"/>
              <a:ext cx="6946500" cy="88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3"/>
            <p:cNvSpPr txBox="1"/>
            <p:nvPr/>
          </p:nvSpPr>
          <p:spPr>
            <a:xfrm>
              <a:off x="3462545" y="3632500"/>
              <a:ext cx="6946500" cy="5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lang="en-US" sz="320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Posicionamiento </a:t>
              </a:r>
              <a:endParaRPr b="1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lang="en-US" sz="320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web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" name="Google Shape;144;p23"/>
          <p:cNvSpPr txBox="1"/>
          <p:nvPr/>
        </p:nvSpPr>
        <p:spPr>
          <a:xfrm>
            <a:off x="319974" y="6625726"/>
            <a:ext cx="6409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Reputación en </a:t>
            </a:r>
            <a:endParaRPr b="1" sz="3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redes sociales</a:t>
            </a:r>
            <a:endParaRPr b="1" sz="3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-293216" y="9478307"/>
            <a:ext cx="69465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Trayectoria en </a:t>
            </a:r>
            <a:endParaRPr b="1" sz="3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publicidad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" name="Google Shape;146;p23"/>
          <p:cNvSpPr/>
          <p:nvPr/>
        </p:nvSpPr>
        <p:spPr>
          <a:xfrm flipH="1" rot="10800000">
            <a:off x="7435216" y="3850596"/>
            <a:ext cx="1581300" cy="1581300"/>
          </a:xfrm>
          <a:prstGeom prst="teardrop">
            <a:avLst>
              <a:gd fmla="val 10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3"/>
          <p:cNvSpPr/>
          <p:nvPr/>
        </p:nvSpPr>
        <p:spPr>
          <a:xfrm flipH="1" rot="10800000">
            <a:off x="7194064" y="6577921"/>
            <a:ext cx="1581300" cy="1581300"/>
          </a:xfrm>
          <a:prstGeom prst="teardrop">
            <a:avLst>
              <a:gd fmla="val 10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3"/>
          <p:cNvCxnSpPr>
            <a:stCxn id="146" idx="7"/>
          </p:cNvCxnSpPr>
          <p:nvPr/>
        </p:nvCxnSpPr>
        <p:spPr>
          <a:xfrm>
            <a:off x="9016516" y="5431896"/>
            <a:ext cx="0" cy="6191100"/>
          </a:xfrm>
          <a:prstGeom prst="straightConnector1">
            <a:avLst/>
          </a:prstGeom>
          <a:noFill/>
          <a:ln cap="flat" cmpd="sng" w="28575">
            <a:solidFill>
              <a:srgbClr val="E9E9E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" name="Google Shape;149;p23"/>
          <p:cNvCxnSpPr>
            <a:stCxn id="147" idx="7"/>
          </p:cNvCxnSpPr>
          <p:nvPr/>
        </p:nvCxnSpPr>
        <p:spPr>
          <a:xfrm flipH="1">
            <a:off x="8747764" y="8159221"/>
            <a:ext cx="27600" cy="3463800"/>
          </a:xfrm>
          <a:prstGeom prst="straightConnector1">
            <a:avLst/>
          </a:prstGeom>
          <a:noFill/>
          <a:ln cap="flat" cmpd="sng" w="28575">
            <a:solidFill>
              <a:srgbClr val="E9E9E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0" name="Google Shape;150;p23"/>
          <p:cNvSpPr/>
          <p:nvPr/>
        </p:nvSpPr>
        <p:spPr>
          <a:xfrm flipH="1" rot="10800000">
            <a:off x="6993104" y="9305246"/>
            <a:ext cx="1581300" cy="1581300"/>
          </a:xfrm>
          <a:prstGeom prst="teardrop">
            <a:avLst>
              <a:gd fmla="val 10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23"/>
          <p:cNvCxnSpPr>
            <a:stCxn id="150" idx="7"/>
          </p:cNvCxnSpPr>
          <p:nvPr/>
        </p:nvCxnSpPr>
        <p:spPr>
          <a:xfrm>
            <a:off x="8574404" y="10886546"/>
            <a:ext cx="0" cy="736500"/>
          </a:xfrm>
          <a:prstGeom prst="straightConnector1">
            <a:avLst/>
          </a:prstGeom>
          <a:noFill/>
          <a:ln cap="flat" cmpd="sng" w="28575">
            <a:solidFill>
              <a:srgbClr val="E9E9E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2" name="Google Shape;152;p23"/>
          <p:cNvSpPr txBox="1"/>
          <p:nvPr/>
        </p:nvSpPr>
        <p:spPr>
          <a:xfrm>
            <a:off x="9900475" y="3545946"/>
            <a:ext cx="69465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Usabilidad y visibilidad orgánica:</a:t>
            </a:r>
            <a:endParaRPr b="1"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Tráfico web: : ---------------------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Porcentaje de rebote: ----------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Tiempo de estancia: ------------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16138200" y="3184825"/>
            <a:ext cx="7864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Relevancia de contenidos:</a:t>
            </a:r>
            <a:endParaRPr b="1"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Porcentaje de clics: ------------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Leads captados: ----------------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Ratio de conversión: ----------</a:t>
            </a:r>
            <a:endParaRPr b="1" sz="3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9900475" y="6168521"/>
            <a:ext cx="69465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Posicionamiento de marca:</a:t>
            </a:r>
            <a:endParaRPr b="1"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Menciones: -----------------------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Tráfico social: --------------------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Social shares en posts: ---------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Interacciones: --------------------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9900475" y="8903050"/>
            <a:ext cx="5613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Indicadores en Social Ads</a:t>
            </a:r>
            <a:r>
              <a:rPr b="1" lang="en-US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b="1"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Alcance por campaña: ----------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Clics en el anuncio: -------------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CTA, CTR; CPL: -----------------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ROI (retorno): -------------------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2349500" y="4826675"/>
            <a:ext cx="11963400" cy="40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lang="en-US" sz="8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Público objetivo</a:t>
            </a:r>
            <a:endParaRPr b="1" i="0" sz="8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2" name="Google Shape;162;p24"/>
          <p:cNvCxnSpPr/>
          <p:nvPr/>
        </p:nvCxnSpPr>
        <p:spPr>
          <a:xfrm>
            <a:off x="15451455" y="5113247"/>
            <a:ext cx="0" cy="3540300"/>
          </a:xfrm>
          <a:prstGeom prst="straightConnector1">
            <a:avLst/>
          </a:prstGeom>
          <a:noFill/>
          <a:ln cap="flat" cmpd="sng" w="889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24"/>
          <p:cNvSpPr txBox="1"/>
          <p:nvPr/>
        </p:nvSpPr>
        <p:spPr>
          <a:xfrm>
            <a:off x="16632011" y="6267069"/>
            <a:ext cx="60756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Plan de Social Media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2019300" y="2090814"/>
            <a:ext cx="20688300" cy="4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Completa la siguiente plantilla para conocer más a fondo a t</a:t>
            </a:r>
            <a:r>
              <a:rPr lang="en-US"/>
              <a:t>u público principal (buyer personas)</a:t>
            </a:r>
            <a:endParaRPr/>
          </a:p>
        </p:txBody>
      </p:sp>
      <p:sp>
        <p:nvSpPr>
          <p:cNvPr id="170" name="Google Shape;170;p25"/>
          <p:cNvSpPr txBox="1"/>
          <p:nvPr>
            <p:ph type="title"/>
          </p:nvPr>
        </p:nvSpPr>
        <p:spPr>
          <a:xfrm>
            <a:off x="2019300" y="723900"/>
            <a:ext cx="20688300" cy="13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Público objetivo</a:t>
            </a:r>
            <a:endParaRPr/>
          </a:p>
        </p:txBody>
      </p:sp>
      <p:sp>
        <p:nvSpPr>
          <p:cNvPr id="171" name="Google Shape;171;p25"/>
          <p:cNvSpPr/>
          <p:nvPr/>
        </p:nvSpPr>
        <p:spPr>
          <a:xfrm>
            <a:off x="1700650" y="3557000"/>
            <a:ext cx="6553200" cy="769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1700659" y="3444329"/>
            <a:ext cx="6553200" cy="127440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2491483" y="3724155"/>
            <a:ext cx="51009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Buyer Persona I</a:t>
            </a:r>
            <a:endParaRPr b="0" i="0" sz="4200" u="none" cap="none" strike="noStrike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2019300" y="5089325"/>
            <a:ext cx="5901300" cy="20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Nombre:.…………………………………………...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Edad:..........................................................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Estudios:...................................................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Ingresos:...................................................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Situación familiar:..................................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Historia:...................................................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Objetivos y retos:..................................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Cargo:......................................................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Descripción trabajo:............................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Preferencias:.........................................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Qué ofrecerte:......................................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5" name="Google Shape;175;p25"/>
          <p:cNvSpPr/>
          <p:nvPr/>
        </p:nvSpPr>
        <p:spPr>
          <a:xfrm>
            <a:off x="8927530" y="3444329"/>
            <a:ext cx="6553200" cy="7807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5"/>
          <p:cNvSpPr/>
          <p:nvPr/>
        </p:nvSpPr>
        <p:spPr>
          <a:xfrm>
            <a:off x="8927530" y="3444329"/>
            <a:ext cx="6553200" cy="12744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5"/>
          <p:cNvSpPr txBox="1"/>
          <p:nvPr/>
        </p:nvSpPr>
        <p:spPr>
          <a:xfrm>
            <a:off x="9721083" y="3724155"/>
            <a:ext cx="4966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Buyer Persona II</a:t>
            </a:r>
            <a:endParaRPr sz="42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sz="4200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16154400" y="3444329"/>
            <a:ext cx="6553200" cy="7807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/>
          <p:nvPr/>
        </p:nvSpPr>
        <p:spPr>
          <a:xfrm>
            <a:off x="16154400" y="3444329"/>
            <a:ext cx="6553200" cy="127440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16947953" y="3724155"/>
            <a:ext cx="4966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Buyer Persona III</a:t>
            </a:r>
            <a:endParaRPr sz="42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sz="4200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9086850" y="5173325"/>
            <a:ext cx="5901300" cy="20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Nombre:.…………………………………………...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Edad:..........................................................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Estudios:...................................................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Ingresos:...................................................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Situación familiar:..................................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Historia:...................................................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Objetivos y retos:..................................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Cargo:......................................................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Descripción trabajo:............................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Preferencias:.........................................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Qué ofrecerte:......................................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2" name="Google Shape;182;p25"/>
          <p:cNvSpPr txBox="1"/>
          <p:nvPr/>
        </p:nvSpPr>
        <p:spPr>
          <a:xfrm>
            <a:off x="16353800" y="5139125"/>
            <a:ext cx="5901300" cy="20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Nombre:.…………………………………………...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Edad:..........................................................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Estudios:...................................................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Ingresos:...................................................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Situación familiar:..................................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Historia:...................................................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Objetivos y retos:..................................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Cargo:......................................................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Descripción trabajo:............................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Preferencias:.........................................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Qué ofrecerte:......................................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2349500" y="4826675"/>
            <a:ext cx="11963400" cy="40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lang="en-US" sz="8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Competidores</a:t>
            </a:r>
            <a:endParaRPr b="1" i="0" sz="8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9" name="Google Shape;189;p26"/>
          <p:cNvCxnSpPr/>
          <p:nvPr/>
        </p:nvCxnSpPr>
        <p:spPr>
          <a:xfrm>
            <a:off x="15451455" y="5113247"/>
            <a:ext cx="0" cy="3540300"/>
          </a:xfrm>
          <a:prstGeom prst="straightConnector1">
            <a:avLst/>
          </a:prstGeom>
          <a:noFill/>
          <a:ln cap="flat" cmpd="sng" w="889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0" name="Google Shape;190;p26"/>
          <p:cNvSpPr txBox="1"/>
          <p:nvPr/>
        </p:nvSpPr>
        <p:spPr>
          <a:xfrm>
            <a:off x="16632011" y="6267069"/>
            <a:ext cx="60756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Plan de Social Media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>
            <p:ph idx="1" type="body"/>
          </p:nvPr>
        </p:nvSpPr>
        <p:spPr>
          <a:xfrm>
            <a:off x="2019300" y="2090814"/>
            <a:ext cx="20688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Anota los siguientes parámetros para comparar tu situación en social media  respecto a la de tus competidores</a:t>
            </a:r>
            <a:endParaRPr/>
          </a:p>
        </p:txBody>
      </p:sp>
      <p:sp>
        <p:nvSpPr>
          <p:cNvPr id="196" name="Google Shape;196;p27"/>
          <p:cNvSpPr txBox="1"/>
          <p:nvPr>
            <p:ph type="title"/>
          </p:nvPr>
        </p:nvSpPr>
        <p:spPr>
          <a:xfrm>
            <a:off x="2019300" y="723900"/>
            <a:ext cx="206883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800"/>
              <a:buFont typeface="Lato"/>
              <a:buNone/>
            </a:pPr>
            <a:r>
              <a:rPr lang="en-US"/>
              <a:t>Comparación competidores</a:t>
            </a:r>
            <a:endParaRPr b="1" i="0" sz="88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97" name="Google Shape;197;p27"/>
          <p:cNvGraphicFramePr/>
          <p:nvPr/>
        </p:nvGraphicFramePr>
        <p:xfrm>
          <a:off x="1676400" y="34840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{EE96AB99-3E8C-4DA9-8CAE-5BB722541CC6}</a:tableStyleId>
              </a:tblPr>
              <a:tblGrid>
                <a:gridCol w="5892800"/>
                <a:gridCol w="3027675"/>
                <a:gridCol w="3027675"/>
                <a:gridCol w="3027675"/>
                <a:gridCol w="3027675"/>
                <a:gridCol w="3027675"/>
              </a:tblGrid>
              <a:tr h="103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>
                          <a:latin typeface="Lato"/>
                          <a:ea typeface="Lato"/>
                          <a:cs typeface="Lato"/>
                          <a:sym typeface="Lato"/>
                        </a:rPr>
                        <a:t>Parámetro evaluación</a:t>
                      </a:r>
                      <a:endParaRPr sz="32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274325" marL="274325" anchor="ctr"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>
                          <a:latin typeface="Lato"/>
                          <a:ea typeface="Lato"/>
                          <a:cs typeface="Lato"/>
                          <a:sym typeface="Lato"/>
                        </a:rPr>
                        <a:t>Tu marca</a:t>
                      </a:r>
                      <a:endParaRPr sz="2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274325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>
                          <a:latin typeface="Lato"/>
                          <a:ea typeface="Lato"/>
                          <a:cs typeface="Lato"/>
                          <a:sym typeface="Lato"/>
                        </a:rPr>
                        <a:t>Competidor</a:t>
                      </a:r>
                      <a:endParaRPr sz="2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274325" marL="274325" anchor="ctr"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>
                          <a:latin typeface="Lato"/>
                          <a:ea typeface="Lato"/>
                          <a:cs typeface="Lato"/>
                          <a:sym typeface="Lato"/>
                        </a:rPr>
                        <a:t>Competidor</a:t>
                      </a:r>
                      <a:endParaRPr sz="2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274325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>
                          <a:latin typeface="Lato"/>
                          <a:ea typeface="Lato"/>
                          <a:cs typeface="Lato"/>
                          <a:sym typeface="Lato"/>
                        </a:rPr>
                        <a:t>Competidor</a:t>
                      </a:r>
                      <a:endParaRPr sz="2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274325" marL="274325" anchor="ctr"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>
                          <a:latin typeface="Lato"/>
                          <a:ea typeface="Lato"/>
                          <a:cs typeface="Lato"/>
                          <a:sym typeface="Lato"/>
                        </a:rPr>
                        <a:t>Competidor</a:t>
                      </a:r>
                      <a:endParaRPr sz="28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274325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6"/>
                    </a:solidFill>
                  </a:tcPr>
                </a:tc>
              </a:tr>
              <a:tr h="108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2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Frecuencia de publicaciones</a:t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2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Días y horas de publicación</a:t>
                      </a:r>
                      <a:endParaRPr sz="2400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2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Tráfico mensual a página web</a:t>
                      </a:r>
                      <a:endParaRPr sz="2400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2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Media de interacciones por publicación</a:t>
                      </a:r>
                      <a:endParaRPr sz="2400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2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Engagement rate</a:t>
                      </a:r>
                      <a:endParaRPr sz="2400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2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Usuarios más activos</a:t>
                      </a:r>
                      <a:endParaRPr sz="2400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2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Hashtags de más impacto</a:t>
                      </a:r>
                      <a:endParaRPr sz="2400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Lato Light"/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2349500" y="4826675"/>
            <a:ext cx="11963400" cy="40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lang="en-US" sz="8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DAFO</a:t>
            </a:r>
            <a:endParaRPr b="1" i="0" sz="8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4" name="Google Shape;204;p28"/>
          <p:cNvCxnSpPr/>
          <p:nvPr/>
        </p:nvCxnSpPr>
        <p:spPr>
          <a:xfrm>
            <a:off x="15451455" y="5113247"/>
            <a:ext cx="0" cy="3540300"/>
          </a:xfrm>
          <a:prstGeom prst="straightConnector1">
            <a:avLst/>
          </a:prstGeom>
          <a:noFill/>
          <a:ln cap="flat" cmpd="sng" w="889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5" name="Google Shape;205;p28"/>
          <p:cNvSpPr txBox="1"/>
          <p:nvPr/>
        </p:nvSpPr>
        <p:spPr>
          <a:xfrm>
            <a:off x="16632011" y="6267069"/>
            <a:ext cx="60756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Plan de Social Media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/>
          <p:nvPr>
            <p:ph idx="1" type="body"/>
          </p:nvPr>
        </p:nvSpPr>
        <p:spPr>
          <a:xfrm>
            <a:off x="2019300" y="2090814"/>
            <a:ext cx="20688300" cy="4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Define las Debilidades, Amenazas, Fortalezas y Oportunidades de tu negocio en social media</a:t>
            </a:r>
            <a:endParaRPr/>
          </a:p>
        </p:txBody>
      </p:sp>
      <p:sp>
        <p:nvSpPr>
          <p:cNvPr id="212" name="Google Shape;212;p29"/>
          <p:cNvSpPr txBox="1"/>
          <p:nvPr>
            <p:ph type="title"/>
          </p:nvPr>
        </p:nvSpPr>
        <p:spPr>
          <a:xfrm>
            <a:off x="2019300" y="723900"/>
            <a:ext cx="20688300" cy="13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DAFO</a:t>
            </a:r>
            <a:endParaRPr/>
          </a:p>
        </p:txBody>
      </p:sp>
      <p:sp>
        <p:nvSpPr>
          <p:cNvPr id="213" name="Google Shape;213;p29"/>
          <p:cNvSpPr/>
          <p:nvPr/>
        </p:nvSpPr>
        <p:spPr>
          <a:xfrm>
            <a:off x="1676425" y="3523650"/>
            <a:ext cx="10227000" cy="4325400"/>
          </a:xfrm>
          <a:prstGeom prst="roundRect">
            <a:avLst>
              <a:gd fmla="val 38537" name="adj"/>
            </a:avLst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9"/>
          <p:cNvSpPr/>
          <p:nvPr/>
        </p:nvSpPr>
        <p:spPr>
          <a:xfrm>
            <a:off x="1676413" y="3280525"/>
            <a:ext cx="3409960" cy="2644770"/>
          </a:xfrm>
          <a:custGeom>
            <a:rect b="b" l="l" r="r" t="t"/>
            <a:pathLst>
              <a:path extrusionOk="0" h="6353" w="8195">
                <a:moveTo>
                  <a:pt x="5817" y="3974"/>
                </a:moveTo>
                <a:cubicBezTo>
                  <a:pt x="5817" y="1097"/>
                  <a:pt x="5817" y="1097"/>
                  <a:pt x="5817" y="1097"/>
                </a:cubicBezTo>
                <a:cubicBezTo>
                  <a:pt x="5817" y="491"/>
                  <a:pt x="5326" y="0"/>
                  <a:pt x="4720" y="0"/>
                </a:cubicBezTo>
                <a:cubicBezTo>
                  <a:pt x="1098" y="0"/>
                  <a:pt x="1098" y="0"/>
                  <a:pt x="1098" y="0"/>
                </a:cubicBezTo>
                <a:cubicBezTo>
                  <a:pt x="492" y="0"/>
                  <a:pt x="0" y="491"/>
                  <a:pt x="0" y="1097"/>
                </a:cubicBezTo>
                <a:cubicBezTo>
                  <a:pt x="0" y="3974"/>
                  <a:pt x="0" y="3974"/>
                  <a:pt x="0" y="3974"/>
                </a:cubicBezTo>
                <a:cubicBezTo>
                  <a:pt x="0" y="5288"/>
                  <a:pt x="1066" y="6353"/>
                  <a:pt x="2379" y="6353"/>
                </a:cubicBezTo>
                <a:cubicBezTo>
                  <a:pt x="8195" y="6353"/>
                  <a:pt x="8195" y="6353"/>
                  <a:pt x="8195" y="6353"/>
                </a:cubicBezTo>
                <a:cubicBezTo>
                  <a:pt x="6882" y="6353"/>
                  <a:pt x="5817" y="5288"/>
                  <a:pt x="5817" y="397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1860438" y="3866162"/>
            <a:ext cx="18585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lang="en-US" sz="8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9"/>
          <p:cNvSpPr txBox="1"/>
          <p:nvPr/>
        </p:nvSpPr>
        <p:spPr>
          <a:xfrm>
            <a:off x="5086375" y="3941725"/>
            <a:ext cx="6323100" cy="4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¿Cuáles son las tareas que peor se hacen en tu negocio?,  ¿cuál es el origen de la inefectividad y qué personas y recursos están implicados?</a:t>
            </a:r>
            <a:endParaRPr b="1" i="0" sz="16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Incluye aquí las debilidades internas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17" name="Google Shape;217;p29"/>
          <p:cNvSpPr/>
          <p:nvPr/>
        </p:nvSpPr>
        <p:spPr>
          <a:xfrm>
            <a:off x="12588000" y="3523650"/>
            <a:ext cx="10135500" cy="4325400"/>
          </a:xfrm>
          <a:prstGeom prst="roundRect">
            <a:avLst>
              <a:gd fmla="val 38537" name="adj"/>
            </a:avLst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9"/>
          <p:cNvSpPr/>
          <p:nvPr/>
        </p:nvSpPr>
        <p:spPr>
          <a:xfrm>
            <a:off x="12587995" y="3280525"/>
            <a:ext cx="3409960" cy="2644770"/>
          </a:xfrm>
          <a:custGeom>
            <a:rect b="b" l="l" r="r" t="t"/>
            <a:pathLst>
              <a:path extrusionOk="0" h="6353" w="8195">
                <a:moveTo>
                  <a:pt x="5817" y="3974"/>
                </a:moveTo>
                <a:cubicBezTo>
                  <a:pt x="5817" y="1097"/>
                  <a:pt x="5817" y="1097"/>
                  <a:pt x="5817" y="1097"/>
                </a:cubicBezTo>
                <a:cubicBezTo>
                  <a:pt x="5817" y="491"/>
                  <a:pt x="5326" y="0"/>
                  <a:pt x="4720" y="0"/>
                </a:cubicBezTo>
                <a:cubicBezTo>
                  <a:pt x="1098" y="0"/>
                  <a:pt x="1098" y="0"/>
                  <a:pt x="1098" y="0"/>
                </a:cubicBezTo>
                <a:cubicBezTo>
                  <a:pt x="492" y="0"/>
                  <a:pt x="0" y="491"/>
                  <a:pt x="0" y="1097"/>
                </a:cubicBezTo>
                <a:cubicBezTo>
                  <a:pt x="0" y="3974"/>
                  <a:pt x="0" y="3974"/>
                  <a:pt x="0" y="3974"/>
                </a:cubicBezTo>
                <a:cubicBezTo>
                  <a:pt x="0" y="5288"/>
                  <a:pt x="1066" y="6353"/>
                  <a:pt x="2379" y="6353"/>
                </a:cubicBezTo>
                <a:cubicBezTo>
                  <a:pt x="8195" y="6353"/>
                  <a:pt x="8195" y="6353"/>
                  <a:pt x="8195" y="6353"/>
                </a:cubicBezTo>
                <a:cubicBezTo>
                  <a:pt x="6882" y="6353"/>
                  <a:pt x="5817" y="5288"/>
                  <a:pt x="5817" y="397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12772022" y="3866162"/>
            <a:ext cx="18585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lang="en-US" sz="8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9"/>
          <p:cNvSpPr/>
          <p:nvPr/>
        </p:nvSpPr>
        <p:spPr>
          <a:xfrm>
            <a:off x="1676425" y="8364775"/>
            <a:ext cx="10227000" cy="4391700"/>
          </a:xfrm>
          <a:prstGeom prst="roundRect">
            <a:avLst>
              <a:gd fmla="val 38537" name="adj"/>
            </a:avLst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9"/>
          <p:cNvSpPr/>
          <p:nvPr/>
        </p:nvSpPr>
        <p:spPr>
          <a:xfrm>
            <a:off x="1676413" y="8121657"/>
            <a:ext cx="3409960" cy="2644770"/>
          </a:xfrm>
          <a:custGeom>
            <a:rect b="b" l="l" r="r" t="t"/>
            <a:pathLst>
              <a:path extrusionOk="0" h="6353" w="8195">
                <a:moveTo>
                  <a:pt x="5817" y="3974"/>
                </a:moveTo>
                <a:cubicBezTo>
                  <a:pt x="5817" y="1097"/>
                  <a:pt x="5817" y="1097"/>
                  <a:pt x="5817" y="1097"/>
                </a:cubicBezTo>
                <a:cubicBezTo>
                  <a:pt x="5817" y="491"/>
                  <a:pt x="5326" y="0"/>
                  <a:pt x="4720" y="0"/>
                </a:cubicBezTo>
                <a:cubicBezTo>
                  <a:pt x="1098" y="0"/>
                  <a:pt x="1098" y="0"/>
                  <a:pt x="1098" y="0"/>
                </a:cubicBezTo>
                <a:cubicBezTo>
                  <a:pt x="492" y="0"/>
                  <a:pt x="0" y="491"/>
                  <a:pt x="0" y="1097"/>
                </a:cubicBezTo>
                <a:cubicBezTo>
                  <a:pt x="0" y="3974"/>
                  <a:pt x="0" y="3974"/>
                  <a:pt x="0" y="3974"/>
                </a:cubicBezTo>
                <a:cubicBezTo>
                  <a:pt x="0" y="5288"/>
                  <a:pt x="1066" y="6353"/>
                  <a:pt x="2379" y="6353"/>
                </a:cubicBezTo>
                <a:cubicBezTo>
                  <a:pt x="8195" y="6353"/>
                  <a:pt x="8195" y="6353"/>
                  <a:pt x="8195" y="6353"/>
                </a:cubicBezTo>
                <a:cubicBezTo>
                  <a:pt x="6882" y="6353"/>
                  <a:pt x="5817" y="5288"/>
                  <a:pt x="5817" y="397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9"/>
          <p:cNvSpPr txBox="1"/>
          <p:nvPr/>
        </p:nvSpPr>
        <p:spPr>
          <a:xfrm>
            <a:off x="1860438" y="8707294"/>
            <a:ext cx="18585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lang="en-US" sz="8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9"/>
          <p:cNvSpPr/>
          <p:nvPr/>
        </p:nvSpPr>
        <p:spPr>
          <a:xfrm>
            <a:off x="12588000" y="8364775"/>
            <a:ext cx="10135500" cy="4391700"/>
          </a:xfrm>
          <a:prstGeom prst="roundRect">
            <a:avLst>
              <a:gd fmla="val 38537" name="adj"/>
            </a:avLst>
          </a:prstGeom>
          <a:solidFill>
            <a:srgbClr val="E9E9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9"/>
          <p:cNvSpPr/>
          <p:nvPr/>
        </p:nvSpPr>
        <p:spPr>
          <a:xfrm>
            <a:off x="12587995" y="8121657"/>
            <a:ext cx="3409960" cy="2644770"/>
          </a:xfrm>
          <a:custGeom>
            <a:rect b="b" l="l" r="r" t="t"/>
            <a:pathLst>
              <a:path extrusionOk="0" h="6353" w="8195">
                <a:moveTo>
                  <a:pt x="5817" y="3974"/>
                </a:moveTo>
                <a:cubicBezTo>
                  <a:pt x="5817" y="1097"/>
                  <a:pt x="5817" y="1097"/>
                  <a:pt x="5817" y="1097"/>
                </a:cubicBezTo>
                <a:cubicBezTo>
                  <a:pt x="5817" y="491"/>
                  <a:pt x="5326" y="0"/>
                  <a:pt x="4720" y="0"/>
                </a:cubicBezTo>
                <a:cubicBezTo>
                  <a:pt x="1098" y="0"/>
                  <a:pt x="1098" y="0"/>
                  <a:pt x="1098" y="0"/>
                </a:cubicBezTo>
                <a:cubicBezTo>
                  <a:pt x="492" y="0"/>
                  <a:pt x="0" y="491"/>
                  <a:pt x="0" y="1097"/>
                </a:cubicBezTo>
                <a:cubicBezTo>
                  <a:pt x="0" y="3974"/>
                  <a:pt x="0" y="3974"/>
                  <a:pt x="0" y="3974"/>
                </a:cubicBezTo>
                <a:cubicBezTo>
                  <a:pt x="0" y="5288"/>
                  <a:pt x="1066" y="6353"/>
                  <a:pt x="2379" y="6353"/>
                </a:cubicBezTo>
                <a:cubicBezTo>
                  <a:pt x="8195" y="6353"/>
                  <a:pt x="8195" y="6353"/>
                  <a:pt x="8195" y="6353"/>
                </a:cubicBezTo>
                <a:cubicBezTo>
                  <a:pt x="6882" y="6353"/>
                  <a:pt x="5817" y="5288"/>
                  <a:pt x="5817" y="397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9"/>
          <p:cNvSpPr txBox="1"/>
          <p:nvPr/>
        </p:nvSpPr>
        <p:spPr>
          <a:xfrm>
            <a:off x="12772022" y="8707294"/>
            <a:ext cx="18585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lang="en-US" sz="8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9"/>
          <p:cNvSpPr txBox="1"/>
          <p:nvPr/>
        </p:nvSpPr>
        <p:spPr>
          <a:xfrm>
            <a:off x="15997950" y="3941725"/>
            <a:ext cx="5955900" cy="4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¿Cuáles son esos factores externos fuera de tu control que podrían amenazar tu proyecto, pero que llevados por el buen camino podrían convertirse en oportunidades)</a:t>
            </a:r>
            <a:endParaRPr b="1" i="0" sz="16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Incluye aquí las amenazas externas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27" name="Google Shape;227;p29"/>
          <p:cNvSpPr txBox="1"/>
          <p:nvPr/>
        </p:nvSpPr>
        <p:spPr>
          <a:xfrm>
            <a:off x="5086375" y="8804700"/>
            <a:ext cx="6323100" cy="4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¿Cuáles son las tareas que mejor se hacen en tu negocio?,  ¿cuál es el origen de ese potencial y qué personas y recursos están implicados?</a:t>
            </a:r>
            <a:endParaRPr b="0" i="0" sz="1600" u="none" cap="none" strike="noStrike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Incluye aquí las fortalezas internas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28" name="Google Shape;228;p29"/>
          <p:cNvSpPr txBox="1"/>
          <p:nvPr/>
        </p:nvSpPr>
        <p:spPr>
          <a:xfrm>
            <a:off x="16119525" y="8707300"/>
            <a:ext cx="5955900" cy="4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¿Cuáles son las oportunidades de negocio que ofrece tu mercado</a:t>
            </a:r>
            <a:endParaRPr b="1"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y a las cuáles puedes hacer frente para escalar? </a:t>
            </a:r>
            <a:endParaRPr b="1" i="0" sz="16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Incluye aquí las oportunidades externas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</a:pPr>
            <a:r>
              <a:rPr lang="en-US" sz="16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</a:t>
            </a:r>
            <a:endParaRPr sz="16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/>
          <p:nvPr/>
        </p:nvSpPr>
        <p:spPr>
          <a:xfrm>
            <a:off x="2349500" y="4826675"/>
            <a:ext cx="11963400" cy="40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lang="en-US" sz="8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Objetivos</a:t>
            </a:r>
            <a:endParaRPr b="1" i="0" sz="8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5" name="Google Shape;235;p30"/>
          <p:cNvCxnSpPr/>
          <p:nvPr/>
        </p:nvCxnSpPr>
        <p:spPr>
          <a:xfrm>
            <a:off x="15451455" y="5113247"/>
            <a:ext cx="0" cy="3540300"/>
          </a:xfrm>
          <a:prstGeom prst="straightConnector1">
            <a:avLst/>
          </a:prstGeom>
          <a:noFill/>
          <a:ln cap="flat" cmpd="sng" w="889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6" name="Google Shape;236;p30"/>
          <p:cNvSpPr txBox="1"/>
          <p:nvPr/>
        </p:nvSpPr>
        <p:spPr>
          <a:xfrm>
            <a:off x="16632011" y="6267069"/>
            <a:ext cx="60756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Plan de Social Media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idx="1" type="body"/>
          </p:nvPr>
        </p:nvSpPr>
        <p:spPr>
          <a:xfrm>
            <a:off x="2019300" y="2090814"/>
            <a:ext cx="20688300" cy="4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Define tus objetivos siguiendo el método S.M.A.R.T.</a:t>
            </a:r>
            <a:endParaRPr/>
          </a:p>
        </p:txBody>
      </p:sp>
      <p:sp>
        <p:nvSpPr>
          <p:cNvPr id="243" name="Google Shape;243;p31"/>
          <p:cNvSpPr txBox="1"/>
          <p:nvPr>
            <p:ph type="title"/>
          </p:nvPr>
        </p:nvSpPr>
        <p:spPr>
          <a:xfrm>
            <a:off x="2019300" y="723900"/>
            <a:ext cx="20688300" cy="13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Objetivos</a:t>
            </a:r>
            <a:endParaRPr/>
          </a:p>
        </p:txBody>
      </p:sp>
      <p:sp>
        <p:nvSpPr>
          <p:cNvPr id="244" name="Google Shape;244;p31"/>
          <p:cNvSpPr/>
          <p:nvPr/>
        </p:nvSpPr>
        <p:spPr>
          <a:xfrm>
            <a:off x="4048088" y="3220520"/>
            <a:ext cx="5740398" cy="2879725"/>
          </a:xfrm>
          <a:custGeom>
            <a:rect b="b" l="l" r="r" t="t"/>
            <a:pathLst>
              <a:path extrusionOk="0" h="907" w="1814">
                <a:moveTo>
                  <a:pt x="214" y="907"/>
                </a:moveTo>
                <a:cubicBezTo>
                  <a:pt x="214" y="907"/>
                  <a:pt x="214" y="907"/>
                  <a:pt x="214" y="907"/>
                </a:cubicBezTo>
                <a:cubicBezTo>
                  <a:pt x="214" y="525"/>
                  <a:pt x="524" y="214"/>
                  <a:pt x="907" y="214"/>
                </a:cubicBezTo>
                <a:cubicBezTo>
                  <a:pt x="1290" y="214"/>
                  <a:pt x="1600" y="525"/>
                  <a:pt x="1600" y="907"/>
                </a:cubicBezTo>
                <a:cubicBezTo>
                  <a:pt x="1600" y="907"/>
                  <a:pt x="1600" y="907"/>
                  <a:pt x="1600" y="907"/>
                </a:cubicBezTo>
                <a:cubicBezTo>
                  <a:pt x="1814" y="907"/>
                  <a:pt x="1814" y="907"/>
                  <a:pt x="1814" y="907"/>
                </a:cubicBezTo>
                <a:cubicBezTo>
                  <a:pt x="1814" y="907"/>
                  <a:pt x="1814" y="907"/>
                  <a:pt x="1814" y="907"/>
                </a:cubicBezTo>
                <a:cubicBezTo>
                  <a:pt x="1814" y="406"/>
                  <a:pt x="1408" y="0"/>
                  <a:pt x="907" y="0"/>
                </a:cubicBezTo>
                <a:cubicBezTo>
                  <a:pt x="406" y="0"/>
                  <a:pt x="0" y="406"/>
                  <a:pt x="0" y="907"/>
                </a:cubicBezTo>
                <a:cubicBezTo>
                  <a:pt x="0" y="907"/>
                  <a:pt x="0" y="907"/>
                  <a:pt x="0" y="907"/>
                </a:cubicBezTo>
                <a:lnTo>
                  <a:pt x="214" y="907"/>
                </a:lnTo>
                <a:close/>
              </a:path>
            </a:pathLst>
          </a:custGeom>
          <a:solidFill>
            <a:srgbClr val="009DD9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1"/>
          <p:cNvSpPr/>
          <p:nvPr/>
        </p:nvSpPr>
        <p:spPr>
          <a:xfrm>
            <a:off x="9112213" y="3220520"/>
            <a:ext cx="5740398" cy="2879725"/>
          </a:xfrm>
          <a:custGeom>
            <a:rect b="b" l="l" r="r" t="t"/>
            <a:pathLst>
              <a:path extrusionOk="0" h="907" w="1814">
                <a:moveTo>
                  <a:pt x="214" y="907"/>
                </a:moveTo>
                <a:cubicBezTo>
                  <a:pt x="214" y="907"/>
                  <a:pt x="214" y="907"/>
                  <a:pt x="214" y="907"/>
                </a:cubicBezTo>
                <a:cubicBezTo>
                  <a:pt x="214" y="525"/>
                  <a:pt x="525" y="214"/>
                  <a:pt x="907" y="214"/>
                </a:cubicBezTo>
                <a:cubicBezTo>
                  <a:pt x="1290" y="214"/>
                  <a:pt x="1600" y="525"/>
                  <a:pt x="1600" y="907"/>
                </a:cubicBezTo>
                <a:cubicBezTo>
                  <a:pt x="1600" y="907"/>
                  <a:pt x="1600" y="907"/>
                  <a:pt x="1600" y="907"/>
                </a:cubicBezTo>
                <a:cubicBezTo>
                  <a:pt x="1814" y="907"/>
                  <a:pt x="1814" y="907"/>
                  <a:pt x="1814" y="907"/>
                </a:cubicBezTo>
                <a:cubicBezTo>
                  <a:pt x="1814" y="907"/>
                  <a:pt x="1814" y="907"/>
                  <a:pt x="1814" y="907"/>
                </a:cubicBezTo>
                <a:cubicBezTo>
                  <a:pt x="1814" y="406"/>
                  <a:pt x="1408" y="0"/>
                  <a:pt x="907" y="0"/>
                </a:cubicBezTo>
                <a:cubicBezTo>
                  <a:pt x="406" y="0"/>
                  <a:pt x="0" y="406"/>
                  <a:pt x="0" y="907"/>
                </a:cubicBezTo>
                <a:cubicBezTo>
                  <a:pt x="0" y="907"/>
                  <a:pt x="0" y="907"/>
                  <a:pt x="0" y="907"/>
                </a:cubicBezTo>
                <a:lnTo>
                  <a:pt x="214" y="907"/>
                </a:lnTo>
                <a:close/>
              </a:path>
            </a:pathLst>
          </a:custGeom>
          <a:solidFill>
            <a:srgbClr val="0BD0D9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1"/>
          <p:cNvSpPr/>
          <p:nvPr/>
        </p:nvSpPr>
        <p:spPr>
          <a:xfrm>
            <a:off x="14179513" y="3220520"/>
            <a:ext cx="5740398" cy="2879725"/>
          </a:xfrm>
          <a:custGeom>
            <a:rect b="b" l="l" r="r" t="t"/>
            <a:pathLst>
              <a:path extrusionOk="0" h="907" w="1814">
                <a:moveTo>
                  <a:pt x="214" y="907"/>
                </a:moveTo>
                <a:cubicBezTo>
                  <a:pt x="214" y="907"/>
                  <a:pt x="214" y="907"/>
                  <a:pt x="214" y="907"/>
                </a:cubicBezTo>
                <a:cubicBezTo>
                  <a:pt x="214" y="525"/>
                  <a:pt x="524" y="214"/>
                  <a:pt x="907" y="214"/>
                </a:cubicBezTo>
                <a:cubicBezTo>
                  <a:pt x="1289" y="214"/>
                  <a:pt x="1600" y="525"/>
                  <a:pt x="1600" y="907"/>
                </a:cubicBezTo>
                <a:cubicBezTo>
                  <a:pt x="1600" y="907"/>
                  <a:pt x="1600" y="907"/>
                  <a:pt x="1600" y="907"/>
                </a:cubicBezTo>
                <a:cubicBezTo>
                  <a:pt x="1814" y="907"/>
                  <a:pt x="1814" y="907"/>
                  <a:pt x="1814" y="907"/>
                </a:cubicBezTo>
                <a:cubicBezTo>
                  <a:pt x="1814" y="907"/>
                  <a:pt x="1814" y="907"/>
                  <a:pt x="1814" y="907"/>
                </a:cubicBezTo>
                <a:cubicBezTo>
                  <a:pt x="1814" y="406"/>
                  <a:pt x="1408" y="0"/>
                  <a:pt x="907" y="0"/>
                </a:cubicBezTo>
                <a:cubicBezTo>
                  <a:pt x="406" y="0"/>
                  <a:pt x="0" y="406"/>
                  <a:pt x="0" y="907"/>
                </a:cubicBezTo>
                <a:cubicBezTo>
                  <a:pt x="0" y="907"/>
                  <a:pt x="0" y="907"/>
                  <a:pt x="0" y="907"/>
                </a:cubicBezTo>
                <a:lnTo>
                  <a:pt x="214" y="907"/>
                </a:lnTo>
                <a:close/>
              </a:path>
            </a:pathLst>
          </a:custGeom>
          <a:solidFill>
            <a:srgbClr val="10CF9B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5761938" y="4740995"/>
            <a:ext cx="2312700" cy="2312700"/>
          </a:xfrm>
          <a:prstGeom prst="ellipse">
            <a:avLst/>
          </a:prstGeom>
          <a:noFill/>
          <a:ln cap="flat" cmpd="sng" w="19050">
            <a:solidFill>
              <a:srgbClr val="009D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1"/>
          <p:cNvSpPr/>
          <p:nvPr/>
        </p:nvSpPr>
        <p:spPr>
          <a:xfrm>
            <a:off x="10827650" y="4740995"/>
            <a:ext cx="2312700" cy="2312700"/>
          </a:xfrm>
          <a:prstGeom prst="ellipse">
            <a:avLst/>
          </a:prstGeom>
          <a:noFill/>
          <a:ln cap="flat" cmpd="sng" w="19050">
            <a:solidFill>
              <a:srgbClr val="0BD0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1"/>
          <p:cNvSpPr/>
          <p:nvPr/>
        </p:nvSpPr>
        <p:spPr>
          <a:xfrm>
            <a:off x="15890175" y="4798045"/>
            <a:ext cx="2312700" cy="2312700"/>
          </a:xfrm>
          <a:prstGeom prst="ellipse">
            <a:avLst/>
          </a:prstGeom>
          <a:noFill/>
          <a:ln cap="flat" cmpd="sng" w="19050">
            <a:solidFill>
              <a:srgbClr val="10CF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1"/>
          <p:cNvSpPr/>
          <p:nvPr/>
        </p:nvSpPr>
        <p:spPr>
          <a:xfrm>
            <a:off x="1723498" y="6584798"/>
            <a:ext cx="678300" cy="67830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1"/>
          <p:cNvSpPr/>
          <p:nvPr/>
        </p:nvSpPr>
        <p:spPr>
          <a:xfrm>
            <a:off x="21984761" y="6584798"/>
            <a:ext cx="678300" cy="678300"/>
          </a:xfrm>
          <a:prstGeom prst="ellipse">
            <a:avLst/>
          </a:prstGeom>
          <a:solidFill>
            <a:srgbClr val="0B9B7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p31"/>
          <p:cNvCxnSpPr>
            <a:stCxn id="251" idx="4"/>
          </p:cNvCxnSpPr>
          <p:nvPr/>
        </p:nvCxnSpPr>
        <p:spPr>
          <a:xfrm>
            <a:off x="22323911" y="7263098"/>
            <a:ext cx="0" cy="3462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3" name="Google Shape;253;p31"/>
          <p:cNvCxnSpPr/>
          <p:nvPr/>
        </p:nvCxnSpPr>
        <p:spPr>
          <a:xfrm>
            <a:off x="2062674" y="7263150"/>
            <a:ext cx="0" cy="3462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4" name="Google Shape;254;p31"/>
          <p:cNvCxnSpPr>
            <a:stCxn id="255" idx="0"/>
          </p:cNvCxnSpPr>
          <p:nvPr/>
        </p:nvCxnSpPr>
        <p:spPr>
          <a:xfrm>
            <a:off x="2856514" y="11519639"/>
            <a:ext cx="18673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6" name="Google Shape;256;p31"/>
          <p:cNvSpPr/>
          <p:nvPr/>
        </p:nvSpPr>
        <p:spPr>
          <a:xfrm rot="5400000">
            <a:off x="20736338" y="9931999"/>
            <a:ext cx="1587600" cy="1587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1"/>
          <p:cNvSpPr/>
          <p:nvPr/>
        </p:nvSpPr>
        <p:spPr>
          <a:xfrm rot="10800000">
            <a:off x="2062714" y="9932039"/>
            <a:ext cx="1587600" cy="1587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1"/>
          <p:cNvSpPr txBox="1"/>
          <p:nvPr/>
        </p:nvSpPr>
        <p:spPr>
          <a:xfrm>
            <a:off x="4270675" y="7504025"/>
            <a:ext cx="4987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36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Objetivos generales</a:t>
            </a:r>
            <a:endParaRPr b="0" i="0" sz="3600" u="none" cap="none" strike="noStrike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58" name="Google Shape;258;p31"/>
          <p:cNvSpPr txBox="1"/>
          <p:nvPr/>
        </p:nvSpPr>
        <p:spPr>
          <a:xfrm>
            <a:off x="5051397" y="8339597"/>
            <a:ext cx="3733800" cy="1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texto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59" name="Google Shape;259;p31"/>
          <p:cNvSpPr txBox="1"/>
          <p:nvPr/>
        </p:nvSpPr>
        <p:spPr>
          <a:xfrm>
            <a:off x="9556175" y="7527825"/>
            <a:ext cx="4987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US" sz="36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Objetivo específicos</a:t>
            </a:r>
            <a:endParaRPr sz="36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sz="36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60" name="Google Shape;260;p31"/>
          <p:cNvSpPr txBox="1"/>
          <p:nvPr/>
        </p:nvSpPr>
        <p:spPr>
          <a:xfrm>
            <a:off x="10173996" y="8412622"/>
            <a:ext cx="3733800" cy="1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texto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61" name="Google Shape;261;p31"/>
          <p:cNvSpPr txBox="1"/>
          <p:nvPr/>
        </p:nvSpPr>
        <p:spPr>
          <a:xfrm>
            <a:off x="13977975" y="7527825"/>
            <a:ext cx="6208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US" sz="36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Objetivos aspiracionales</a:t>
            </a:r>
            <a:endParaRPr sz="36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sz="36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62" name="Google Shape;262;p31"/>
          <p:cNvSpPr txBox="1"/>
          <p:nvPr/>
        </p:nvSpPr>
        <p:spPr>
          <a:xfrm>
            <a:off x="15221958" y="8412622"/>
            <a:ext cx="3733800" cy="1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texto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63" name="Google Shape;263;p31"/>
          <p:cNvSpPr/>
          <p:nvPr/>
        </p:nvSpPr>
        <p:spPr>
          <a:xfrm>
            <a:off x="6349888" y="5372663"/>
            <a:ext cx="1077912" cy="1069977"/>
          </a:xfrm>
          <a:custGeom>
            <a:rect b="b" l="l" r="r" t="t"/>
            <a:pathLst>
              <a:path extrusionOk="0" h="2176" w="2191">
                <a:moveTo>
                  <a:pt x="1805" y="386"/>
                </a:moveTo>
                <a:cubicBezTo>
                  <a:pt x="1574" y="155"/>
                  <a:pt x="1199" y="155"/>
                  <a:pt x="968" y="386"/>
                </a:cubicBezTo>
                <a:cubicBezTo>
                  <a:pt x="738" y="616"/>
                  <a:pt x="738" y="991"/>
                  <a:pt x="968" y="1222"/>
                </a:cubicBezTo>
                <a:cubicBezTo>
                  <a:pt x="1084" y="1337"/>
                  <a:pt x="1235" y="1395"/>
                  <a:pt x="1387" y="1395"/>
                </a:cubicBezTo>
                <a:cubicBezTo>
                  <a:pt x="1538" y="1395"/>
                  <a:pt x="1690" y="1337"/>
                  <a:pt x="1805" y="1222"/>
                </a:cubicBezTo>
                <a:cubicBezTo>
                  <a:pt x="2036" y="991"/>
                  <a:pt x="2036" y="616"/>
                  <a:pt x="1805" y="386"/>
                </a:cubicBezTo>
                <a:close/>
                <a:moveTo>
                  <a:pt x="1768" y="1185"/>
                </a:moveTo>
                <a:cubicBezTo>
                  <a:pt x="1666" y="1287"/>
                  <a:pt x="1531" y="1343"/>
                  <a:pt x="1387" y="1343"/>
                </a:cubicBezTo>
                <a:cubicBezTo>
                  <a:pt x="1243" y="1343"/>
                  <a:pt x="1107" y="1287"/>
                  <a:pt x="1005" y="1185"/>
                </a:cubicBezTo>
                <a:cubicBezTo>
                  <a:pt x="903" y="1083"/>
                  <a:pt x="847" y="948"/>
                  <a:pt x="847" y="804"/>
                </a:cubicBezTo>
                <a:cubicBezTo>
                  <a:pt x="847" y="660"/>
                  <a:pt x="903" y="524"/>
                  <a:pt x="1005" y="422"/>
                </a:cubicBezTo>
                <a:cubicBezTo>
                  <a:pt x="1107" y="320"/>
                  <a:pt x="1243" y="264"/>
                  <a:pt x="1387" y="264"/>
                </a:cubicBezTo>
                <a:cubicBezTo>
                  <a:pt x="1531" y="264"/>
                  <a:pt x="1666" y="320"/>
                  <a:pt x="1768" y="422"/>
                </a:cubicBezTo>
                <a:cubicBezTo>
                  <a:pt x="1870" y="524"/>
                  <a:pt x="1926" y="660"/>
                  <a:pt x="1926" y="804"/>
                </a:cubicBezTo>
                <a:cubicBezTo>
                  <a:pt x="1926" y="948"/>
                  <a:pt x="1870" y="1083"/>
                  <a:pt x="1768" y="1185"/>
                </a:cubicBezTo>
                <a:close/>
                <a:moveTo>
                  <a:pt x="1905" y="286"/>
                </a:moveTo>
                <a:cubicBezTo>
                  <a:pt x="1619" y="0"/>
                  <a:pt x="1154" y="0"/>
                  <a:pt x="868" y="286"/>
                </a:cubicBezTo>
                <a:cubicBezTo>
                  <a:pt x="662" y="492"/>
                  <a:pt x="598" y="801"/>
                  <a:pt x="705" y="1073"/>
                </a:cubicBezTo>
                <a:cubicBezTo>
                  <a:pt x="711" y="1087"/>
                  <a:pt x="718" y="1101"/>
                  <a:pt x="724" y="1115"/>
                </a:cubicBezTo>
                <a:cubicBezTo>
                  <a:pt x="641" y="1197"/>
                  <a:pt x="641" y="1197"/>
                  <a:pt x="641" y="1197"/>
                </a:cubicBezTo>
                <a:cubicBezTo>
                  <a:pt x="614" y="1224"/>
                  <a:pt x="614" y="1268"/>
                  <a:pt x="641" y="1295"/>
                </a:cubicBezTo>
                <a:cubicBezTo>
                  <a:pt x="650" y="1304"/>
                  <a:pt x="650" y="1304"/>
                  <a:pt x="650" y="1304"/>
                </a:cubicBezTo>
                <a:cubicBezTo>
                  <a:pt x="60" y="1894"/>
                  <a:pt x="60" y="1894"/>
                  <a:pt x="60" y="1894"/>
                </a:cubicBezTo>
                <a:cubicBezTo>
                  <a:pt x="0" y="1954"/>
                  <a:pt x="0" y="2053"/>
                  <a:pt x="60" y="2113"/>
                </a:cubicBezTo>
                <a:cubicBezTo>
                  <a:pt x="77" y="2130"/>
                  <a:pt x="77" y="2130"/>
                  <a:pt x="77" y="2130"/>
                </a:cubicBezTo>
                <a:cubicBezTo>
                  <a:pt x="106" y="2160"/>
                  <a:pt x="145" y="2176"/>
                  <a:pt x="187" y="2176"/>
                </a:cubicBezTo>
                <a:cubicBezTo>
                  <a:pt x="229" y="2176"/>
                  <a:pt x="268" y="2160"/>
                  <a:pt x="297" y="2130"/>
                </a:cubicBezTo>
                <a:cubicBezTo>
                  <a:pt x="887" y="1540"/>
                  <a:pt x="887" y="1540"/>
                  <a:pt x="887" y="1540"/>
                </a:cubicBezTo>
                <a:cubicBezTo>
                  <a:pt x="894" y="1548"/>
                  <a:pt x="894" y="1548"/>
                  <a:pt x="894" y="1548"/>
                </a:cubicBezTo>
                <a:cubicBezTo>
                  <a:pt x="907" y="1561"/>
                  <a:pt x="925" y="1568"/>
                  <a:pt x="943" y="1568"/>
                </a:cubicBezTo>
                <a:cubicBezTo>
                  <a:pt x="961" y="1568"/>
                  <a:pt x="979" y="1561"/>
                  <a:pt x="992" y="1548"/>
                </a:cubicBezTo>
                <a:cubicBezTo>
                  <a:pt x="1074" y="1466"/>
                  <a:pt x="1074" y="1466"/>
                  <a:pt x="1074" y="1466"/>
                </a:cubicBezTo>
                <a:cubicBezTo>
                  <a:pt x="1088" y="1473"/>
                  <a:pt x="1103" y="1480"/>
                  <a:pt x="1117" y="1485"/>
                </a:cubicBezTo>
                <a:cubicBezTo>
                  <a:pt x="1205" y="1520"/>
                  <a:pt x="1296" y="1537"/>
                  <a:pt x="1387" y="1537"/>
                </a:cubicBezTo>
                <a:cubicBezTo>
                  <a:pt x="1578" y="1537"/>
                  <a:pt x="1765" y="1462"/>
                  <a:pt x="1905" y="1322"/>
                </a:cubicBezTo>
                <a:cubicBezTo>
                  <a:pt x="2191" y="1036"/>
                  <a:pt x="2191" y="571"/>
                  <a:pt x="1905" y="286"/>
                </a:cubicBezTo>
                <a:close/>
                <a:moveTo>
                  <a:pt x="260" y="2093"/>
                </a:moveTo>
                <a:cubicBezTo>
                  <a:pt x="221" y="2133"/>
                  <a:pt x="153" y="2133"/>
                  <a:pt x="114" y="2093"/>
                </a:cubicBezTo>
                <a:cubicBezTo>
                  <a:pt x="97" y="2077"/>
                  <a:pt x="97" y="2077"/>
                  <a:pt x="97" y="2077"/>
                </a:cubicBezTo>
                <a:cubicBezTo>
                  <a:pt x="57" y="2036"/>
                  <a:pt x="57" y="1971"/>
                  <a:pt x="97" y="1930"/>
                </a:cubicBezTo>
                <a:cubicBezTo>
                  <a:pt x="687" y="1340"/>
                  <a:pt x="687" y="1340"/>
                  <a:pt x="687" y="1340"/>
                </a:cubicBezTo>
                <a:cubicBezTo>
                  <a:pt x="850" y="1504"/>
                  <a:pt x="850" y="1504"/>
                  <a:pt x="850" y="1504"/>
                </a:cubicBezTo>
                <a:lnTo>
                  <a:pt x="260" y="2093"/>
                </a:lnTo>
                <a:close/>
                <a:moveTo>
                  <a:pt x="955" y="1511"/>
                </a:moveTo>
                <a:cubicBezTo>
                  <a:pt x="948" y="1518"/>
                  <a:pt x="938" y="1518"/>
                  <a:pt x="931" y="1511"/>
                </a:cubicBezTo>
                <a:cubicBezTo>
                  <a:pt x="923" y="1504"/>
                  <a:pt x="923" y="1504"/>
                  <a:pt x="923" y="1504"/>
                </a:cubicBezTo>
                <a:cubicBezTo>
                  <a:pt x="923" y="1504"/>
                  <a:pt x="923" y="1504"/>
                  <a:pt x="923" y="1504"/>
                </a:cubicBezTo>
                <a:cubicBezTo>
                  <a:pt x="687" y="1267"/>
                  <a:pt x="687" y="1267"/>
                  <a:pt x="687" y="1267"/>
                </a:cubicBezTo>
                <a:cubicBezTo>
                  <a:pt x="687" y="1267"/>
                  <a:pt x="687" y="1267"/>
                  <a:pt x="687" y="1267"/>
                </a:cubicBezTo>
                <a:cubicBezTo>
                  <a:pt x="678" y="1258"/>
                  <a:pt x="678" y="1258"/>
                  <a:pt x="678" y="1258"/>
                </a:cubicBezTo>
                <a:cubicBezTo>
                  <a:pt x="671" y="1252"/>
                  <a:pt x="671" y="1241"/>
                  <a:pt x="678" y="1234"/>
                </a:cubicBezTo>
                <a:cubicBezTo>
                  <a:pt x="748" y="1163"/>
                  <a:pt x="748" y="1163"/>
                  <a:pt x="748" y="1163"/>
                </a:cubicBezTo>
                <a:cubicBezTo>
                  <a:pt x="750" y="1167"/>
                  <a:pt x="753" y="1171"/>
                  <a:pt x="755" y="1174"/>
                </a:cubicBezTo>
                <a:cubicBezTo>
                  <a:pt x="759" y="1181"/>
                  <a:pt x="762" y="1187"/>
                  <a:pt x="766" y="1193"/>
                </a:cubicBezTo>
                <a:cubicBezTo>
                  <a:pt x="772" y="1202"/>
                  <a:pt x="778" y="1212"/>
                  <a:pt x="785" y="1221"/>
                </a:cubicBezTo>
                <a:cubicBezTo>
                  <a:pt x="789" y="1227"/>
                  <a:pt x="793" y="1233"/>
                  <a:pt x="797" y="1238"/>
                </a:cubicBezTo>
                <a:cubicBezTo>
                  <a:pt x="804" y="1248"/>
                  <a:pt x="812" y="1258"/>
                  <a:pt x="820" y="1267"/>
                </a:cubicBezTo>
                <a:cubicBezTo>
                  <a:pt x="824" y="1272"/>
                  <a:pt x="827" y="1277"/>
                  <a:pt x="831" y="1281"/>
                </a:cubicBezTo>
                <a:cubicBezTo>
                  <a:pt x="843" y="1295"/>
                  <a:pt x="855" y="1309"/>
                  <a:pt x="868" y="1322"/>
                </a:cubicBezTo>
                <a:cubicBezTo>
                  <a:pt x="881" y="1335"/>
                  <a:pt x="895" y="1347"/>
                  <a:pt x="908" y="1359"/>
                </a:cubicBezTo>
                <a:cubicBezTo>
                  <a:pt x="913" y="1363"/>
                  <a:pt x="918" y="1366"/>
                  <a:pt x="923" y="1370"/>
                </a:cubicBezTo>
                <a:cubicBezTo>
                  <a:pt x="932" y="1378"/>
                  <a:pt x="941" y="1385"/>
                  <a:pt x="951" y="1392"/>
                </a:cubicBezTo>
                <a:cubicBezTo>
                  <a:pt x="956" y="1397"/>
                  <a:pt x="962" y="1401"/>
                  <a:pt x="968" y="1405"/>
                </a:cubicBezTo>
                <a:cubicBezTo>
                  <a:pt x="977" y="1411"/>
                  <a:pt x="986" y="1417"/>
                  <a:pt x="996" y="1423"/>
                </a:cubicBezTo>
                <a:cubicBezTo>
                  <a:pt x="1002" y="1427"/>
                  <a:pt x="1008" y="1431"/>
                  <a:pt x="1014" y="1435"/>
                </a:cubicBezTo>
                <a:cubicBezTo>
                  <a:pt x="1018" y="1437"/>
                  <a:pt x="1022" y="1439"/>
                  <a:pt x="1025" y="1441"/>
                </a:cubicBezTo>
                <a:lnTo>
                  <a:pt x="955" y="1511"/>
                </a:lnTo>
                <a:close/>
                <a:moveTo>
                  <a:pt x="1868" y="1285"/>
                </a:moveTo>
                <a:cubicBezTo>
                  <a:pt x="1676" y="1478"/>
                  <a:pt x="1389" y="1537"/>
                  <a:pt x="1136" y="1437"/>
                </a:cubicBezTo>
                <a:cubicBezTo>
                  <a:pt x="1117" y="1430"/>
                  <a:pt x="1098" y="1421"/>
                  <a:pt x="1080" y="1412"/>
                </a:cubicBezTo>
                <a:cubicBezTo>
                  <a:pt x="1015" y="1379"/>
                  <a:pt x="956" y="1337"/>
                  <a:pt x="905" y="1285"/>
                </a:cubicBezTo>
                <a:cubicBezTo>
                  <a:pt x="892" y="1272"/>
                  <a:pt x="880" y="1259"/>
                  <a:pt x="868" y="1245"/>
                </a:cubicBezTo>
                <a:cubicBezTo>
                  <a:pt x="832" y="1203"/>
                  <a:pt x="802" y="1157"/>
                  <a:pt x="778" y="1109"/>
                </a:cubicBezTo>
                <a:cubicBezTo>
                  <a:pt x="778" y="1109"/>
                  <a:pt x="778" y="1109"/>
                  <a:pt x="778" y="1109"/>
                </a:cubicBezTo>
                <a:cubicBezTo>
                  <a:pt x="769" y="1091"/>
                  <a:pt x="761" y="1073"/>
                  <a:pt x="754" y="1054"/>
                </a:cubicBezTo>
                <a:cubicBezTo>
                  <a:pt x="654" y="802"/>
                  <a:pt x="713" y="514"/>
                  <a:pt x="905" y="322"/>
                </a:cubicBezTo>
                <a:cubicBezTo>
                  <a:pt x="1038" y="190"/>
                  <a:pt x="1212" y="123"/>
                  <a:pt x="1387" y="123"/>
                </a:cubicBezTo>
                <a:cubicBezTo>
                  <a:pt x="1561" y="123"/>
                  <a:pt x="1735" y="190"/>
                  <a:pt x="1868" y="322"/>
                </a:cubicBezTo>
                <a:cubicBezTo>
                  <a:pt x="2134" y="588"/>
                  <a:pt x="2134" y="1020"/>
                  <a:pt x="1868" y="1285"/>
                </a:cubicBezTo>
                <a:close/>
                <a:moveTo>
                  <a:pt x="1483" y="435"/>
                </a:moveTo>
                <a:cubicBezTo>
                  <a:pt x="1479" y="449"/>
                  <a:pt x="1464" y="456"/>
                  <a:pt x="1450" y="452"/>
                </a:cubicBezTo>
                <a:cubicBezTo>
                  <a:pt x="1418" y="441"/>
                  <a:pt x="1385" y="436"/>
                  <a:pt x="1351" y="436"/>
                </a:cubicBezTo>
                <a:cubicBezTo>
                  <a:pt x="1176" y="436"/>
                  <a:pt x="1033" y="579"/>
                  <a:pt x="1033" y="754"/>
                </a:cubicBezTo>
                <a:cubicBezTo>
                  <a:pt x="1033" y="768"/>
                  <a:pt x="1021" y="780"/>
                  <a:pt x="1007" y="780"/>
                </a:cubicBezTo>
                <a:cubicBezTo>
                  <a:pt x="993" y="780"/>
                  <a:pt x="981" y="768"/>
                  <a:pt x="981" y="754"/>
                </a:cubicBezTo>
                <a:cubicBezTo>
                  <a:pt x="981" y="550"/>
                  <a:pt x="1147" y="384"/>
                  <a:pt x="1351" y="384"/>
                </a:cubicBezTo>
                <a:cubicBezTo>
                  <a:pt x="1390" y="384"/>
                  <a:pt x="1429" y="390"/>
                  <a:pt x="1466" y="402"/>
                </a:cubicBezTo>
                <a:cubicBezTo>
                  <a:pt x="1480" y="407"/>
                  <a:pt x="1487" y="421"/>
                  <a:pt x="1483" y="435"/>
                </a:cubicBezTo>
                <a:close/>
              </a:path>
            </a:pathLst>
          </a:custGeom>
          <a:solidFill>
            <a:srgbClr val="17406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1"/>
          <p:cNvSpPr/>
          <p:nvPr/>
        </p:nvSpPr>
        <p:spPr>
          <a:xfrm>
            <a:off x="11365656" y="5414095"/>
            <a:ext cx="1192630" cy="1042938"/>
          </a:xfrm>
          <a:custGeom>
            <a:rect b="b" l="l" r="r" t="t"/>
            <a:pathLst>
              <a:path extrusionOk="0" h="1390" w="1591">
                <a:moveTo>
                  <a:pt x="1180" y="3"/>
                </a:moveTo>
                <a:cubicBezTo>
                  <a:pt x="596" y="323"/>
                  <a:pt x="596" y="323"/>
                  <a:pt x="596" y="323"/>
                </a:cubicBezTo>
                <a:cubicBezTo>
                  <a:pt x="590" y="326"/>
                  <a:pt x="586" y="333"/>
                  <a:pt x="586" y="340"/>
                </a:cubicBezTo>
                <a:cubicBezTo>
                  <a:pt x="586" y="846"/>
                  <a:pt x="586" y="846"/>
                  <a:pt x="586" y="846"/>
                </a:cubicBezTo>
                <a:cubicBezTo>
                  <a:pt x="586" y="853"/>
                  <a:pt x="590" y="860"/>
                  <a:pt x="596" y="863"/>
                </a:cubicBezTo>
                <a:cubicBezTo>
                  <a:pt x="1180" y="1183"/>
                  <a:pt x="1180" y="1183"/>
                  <a:pt x="1180" y="1183"/>
                </a:cubicBezTo>
                <a:cubicBezTo>
                  <a:pt x="1183" y="1184"/>
                  <a:pt x="1186" y="1185"/>
                  <a:pt x="1189" y="1185"/>
                </a:cubicBezTo>
                <a:cubicBezTo>
                  <a:pt x="1193" y="1185"/>
                  <a:pt x="1196" y="1184"/>
                  <a:pt x="1199" y="1182"/>
                </a:cubicBezTo>
                <a:cubicBezTo>
                  <a:pt x="1205" y="1179"/>
                  <a:pt x="1208" y="1173"/>
                  <a:pt x="1208" y="1166"/>
                </a:cubicBezTo>
                <a:cubicBezTo>
                  <a:pt x="1208" y="20"/>
                  <a:pt x="1208" y="20"/>
                  <a:pt x="1208" y="20"/>
                </a:cubicBezTo>
                <a:cubicBezTo>
                  <a:pt x="1208" y="13"/>
                  <a:pt x="1205" y="7"/>
                  <a:pt x="1199" y="3"/>
                </a:cubicBezTo>
                <a:cubicBezTo>
                  <a:pt x="1193" y="0"/>
                  <a:pt x="1186" y="0"/>
                  <a:pt x="1180" y="3"/>
                </a:cubicBezTo>
                <a:close/>
                <a:moveTo>
                  <a:pt x="1171" y="1134"/>
                </a:moveTo>
                <a:cubicBezTo>
                  <a:pt x="624" y="835"/>
                  <a:pt x="624" y="835"/>
                  <a:pt x="624" y="835"/>
                </a:cubicBezTo>
                <a:cubicBezTo>
                  <a:pt x="624" y="351"/>
                  <a:pt x="624" y="351"/>
                  <a:pt x="624" y="351"/>
                </a:cubicBezTo>
                <a:cubicBezTo>
                  <a:pt x="1171" y="52"/>
                  <a:pt x="1171" y="52"/>
                  <a:pt x="1171" y="52"/>
                </a:cubicBezTo>
                <a:lnTo>
                  <a:pt x="1171" y="1134"/>
                </a:lnTo>
                <a:close/>
                <a:moveTo>
                  <a:pt x="195" y="428"/>
                </a:moveTo>
                <a:cubicBezTo>
                  <a:pt x="230" y="392"/>
                  <a:pt x="278" y="372"/>
                  <a:pt x="328" y="372"/>
                </a:cubicBezTo>
                <a:cubicBezTo>
                  <a:pt x="544" y="372"/>
                  <a:pt x="544" y="372"/>
                  <a:pt x="544" y="372"/>
                </a:cubicBezTo>
                <a:cubicBezTo>
                  <a:pt x="555" y="372"/>
                  <a:pt x="563" y="364"/>
                  <a:pt x="563" y="353"/>
                </a:cubicBezTo>
                <a:cubicBezTo>
                  <a:pt x="563" y="343"/>
                  <a:pt x="555" y="334"/>
                  <a:pt x="544" y="334"/>
                </a:cubicBezTo>
                <a:cubicBezTo>
                  <a:pt x="328" y="334"/>
                  <a:pt x="328" y="334"/>
                  <a:pt x="328" y="334"/>
                </a:cubicBezTo>
                <a:cubicBezTo>
                  <a:pt x="268" y="334"/>
                  <a:pt x="211" y="358"/>
                  <a:pt x="168" y="401"/>
                </a:cubicBezTo>
                <a:cubicBezTo>
                  <a:pt x="142" y="427"/>
                  <a:pt x="123" y="458"/>
                  <a:pt x="112" y="492"/>
                </a:cubicBezTo>
                <a:cubicBezTo>
                  <a:pt x="112" y="492"/>
                  <a:pt x="111" y="492"/>
                  <a:pt x="111" y="492"/>
                </a:cubicBezTo>
                <a:cubicBezTo>
                  <a:pt x="82" y="492"/>
                  <a:pt x="82" y="492"/>
                  <a:pt x="82" y="492"/>
                </a:cubicBezTo>
                <a:cubicBezTo>
                  <a:pt x="36" y="492"/>
                  <a:pt x="0" y="529"/>
                  <a:pt x="0" y="574"/>
                </a:cubicBezTo>
                <a:cubicBezTo>
                  <a:pt x="0" y="612"/>
                  <a:pt x="0" y="612"/>
                  <a:pt x="0" y="612"/>
                </a:cubicBezTo>
                <a:cubicBezTo>
                  <a:pt x="0" y="657"/>
                  <a:pt x="36" y="694"/>
                  <a:pt x="82" y="694"/>
                </a:cubicBezTo>
                <a:cubicBezTo>
                  <a:pt x="111" y="694"/>
                  <a:pt x="111" y="694"/>
                  <a:pt x="111" y="694"/>
                </a:cubicBezTo>
                <a:cubicBezTo>
                  <a:pt x="111" y="694"/>
                  <a:pt x="112" y="694"/>
                  <a:pt x="112" y="694"/>
                </a:cubicBezTo>
                <a:cubicBezTo>
                  <a:pt x="123" y="728"/>
                  <a:pt x="142" y="759"/>
                  <a:pt x="168" y="785"/>
                </a:cubicBezTo>
                <a:cubicBezTo>
                  <a:pt x="211" y="828"/>
                  <a:pt x="268" y="851"/>
                  <a:pt x="328" y="851"/>
                </a:cubicBezTo>
                <a:cubicBezTo>
                  <a:pt x="544" y="851"/>
                  <a:pt x="544" y="851"/>
                  <a:pt x="544" y="851"/>
                </a:cubicBezTo>
                <a:cubicBezTo>
                  <a:pt x="555" y="851"/>
                  <a:pt x="563" y="843"/>
                  <a:pt x="563" y="832"/>
                </a:cubicBezTo>
                <a:cubicBezTo>
                  <a:pt x="563" y="822"/>
                  <a:pt x="555" y="813"/>
                  <a:pt x="544" y="813"/>
                </a:cubicBezTo>
                <a:cubicBezTo>
                  <a:pt x="328" y="813"/>
                  <a:pt x="328" y="813"/>
                  <a:pt x="328" y="813"/>
                </a:cubicBezTo>
                <a:cubicBezTo>
                  <a:pt x="278" y="813"/>
                  <a:pt x="230" y="794"/>
                  <a:pt x="194" y="758"/>
                </a:cubicBezTo>
                <a:cubicBezTo>
                  <a:pt x="159" y="722"/>
                  <a:pt x="139" y="675"/>
                  <a:pt x="139" y="624"/>
                </a:cubicBezTo>
                <a:cubicBezTo>
                  <a:pt x="139" y="562"/>
                  <a:pt x="139" y="562"/>
                  <a:pt x="139" y="562"/>
                </a:cubicBezTo>
                <a:cubicBezTo>
                  <a:pt x="139" y="511"/>
                  <a:pt x="159" y="464"/>
                  <a:pt x="195" y="428"/>
                </a:cubicBezTo>
                <a:close/>
                <a:moveTo>
                  <a:pt x="82" y="656"/>
                </a:moveTo>
                <a:cubicBezTo>
                  <a:pt x="57" y="656"/>
                  <a:pt x="38" y="636"/>
                  <a:pt x="38" y="612"/>
                </a:cubicBezTo>
                <a:cubicBezTo>
                  <a:pt x="38" y="574"/>
                  <a:pt x="38" y="574"/>
                  <a:pt x="38" y="574"/>
                </a:cubicBezTo>
                <a:cubicBezTo>
                  <a:pt x="38" y="550"/>
                  <a:pt x="57" y="530"/>
                  <a:pt x="82" y="530"/>
                </a:cubicBezTo>
                <a:cubicBezTo>
                  <a:pt x="104" y="530"/>
                  <a:pt x="104" y="530"/>
                  <a:pt x="104" y="530"/>
                </a:cubicBezTo>
                <a:cubicBezTo>
                  <a:pt x="102" y="540"/>
                  <a:pt x="101" y="551"/>
                  <a:pt x="101" y="562"/>
                </a:cubicBezTo>
                <a:cubicBezTo>
                  <a:pt x="101" y="624"/>
                  <a:pt x="101" y="624"/>
                  <a:pt x="101" y="624"/>
                </a:cubicBezTo>
                <a:cubicBezTo>
                  <a:pt x="101" y="635"/>
                  <a:pt x="102" y="646"/>
                  <a:pt x="104" y="656"/>
                </a:cubicBezTo>
                <a:lnTo>
                  <a:pt x="82" y="656"/>
                </a:lnTo>
                <a:close/>
                <a:moveTo>
                  <a:pt x="1591" y="593"/>
                </a:moveTo>
                <a:cubicBezTo>
                  <a:pt x="1591" y="709"/>
                  <a:pt x="1565" y="821"/>
                  <a:pt x="1515" y="925"/>
                </a:cubicBezTo>
                <a:cubicBezTo>
                  <a:pt x="1511" y="932"/>
                  <a:pt x="1505" y="936"/>
                  <a:pt x="1498" y="936"/>
                </a:cubicBezTo>
                <a:cubicBezTo>
                  <a:pt x="1495" y="936"/>
                  <a:pt x="1492" y="935"/>
                  <a:pt x="1489" y="934"/>
                </a:cubicBezTo>
                <a:cubicBezTo>
                  <a:pt x="1480" y="930"/>
                  <a:pt x="1476" y="918"/>
                  <a:pt x="1481" y="909"/>
                </a:cubicBezTo>
                <a:cubicBezTo>
                  <a:pt x="1529" y="810"/>
                  <a:pt x="1553" y="704"/>
                  <a:pt x="1553" y="593"/>
                </a:cubicBezTo>
                <a:cubicBezTo>
                  <a:pt x="1553" y="482"/>
                  <a:pt x="1529" y="376"/>
                  <a:pt x="1481" y="277"/>
                </a:cubicBezTo>
                <a:cubicBezTo>
                  <a:pt x="1476" y="268"/>
                  <a:pt x="1480" y="256"/>
                  <a:pt x="1489" y="252"/>
                </a:cubicBezTo>
                <a:cubicBezTo>
                  <a:pt x="1499" y="247"/>
                  <a:pt x="1510" y="251"/>
                  <a:pt x="1515" y="261"/>
                </a:cubicBezTo>
                <a:cubicBezTo>
                  <a:pt x="1565" y="365"/>
                  <a:pt x="1591" y="476"/>
                  <a:pt x="1591" y="593"/>
                </a:cubicBezTo>
                <a:close/>
                <a:moveTo>
                  <a:pt x="1406" y="371"/>
                </a:moveTo>
                <a:cubicBezTo>
                  <a:pt x="1434" y="442"/>
                  <a:pt x="1447" y="517"/>
                  <a:pt x="1447" y="593"/>
                </a:cubicBezTo>
                <a:cubicBezTo>
                  <a:pt x="1447" y="669"/>
                  <a:pt x="1434" y="744"/>
                  <a:pt x="1406" y="815"/>
                </a:cubicBezTo>
                <a:cubicBezTo>
                  <a:pt x="1403" y="822"/>
                  <a:pt x="1396" y="827"/>
                  <a:pt x="1388" y="827"/>
                </a:cubicBezTo>
                <a:cubicBezTo>
                  <a:pt x="1386" y="827"/>
                  <a:pt x="1384" y="826"/>
                  <a:pt x="1382" y="826"/>
                </a:cubicBezTo>
                <a:cubicBezTo>
                  <a:pt x="1372" y="822"/>
                  <a:pt x="1367" y="811"/>
                  <a:pt x="1371" y="801"/>
                </a:cubicBezTo>
                <a:cubicBezTo>
                  <a:pt x="1396" y="735"/>
                  <a:pt x="1410" y="665"/>
                  <a:pt x="1410" y="593"/>
                </a:cubicBezTo>
                <a:cubicBezTo>
                  <a:pt x="1410" y="521"/>
                  <a:pt x="1396" y="451"/>
                  <a:pt x="1371" y="385"/>
                </a:cubicBezTo>
                <a:cubicBezTo>
                  <a:pt x="1367" y="375"/>
                  <a:pt x="1372" y="364"/>
                  <a:pt x="1382" y="360"/>
                </a:cubicBezTo>
                <a:cubicBezTo>
                  <a:pt x="1391" y="357"/>
                  <a:pt x="1402" y="361"/>
                  <a:pt x="1406" y="371"/>
                </a:cubicBezTo>
                <a:close/>
                <a:moveTo>
                  <a:pt x="1292" y="489"/>
                </a:moveTo>
                <a:cubicBezTo>
                  <a:pt x="1300" y="523"/>
                  <a:pt x="1304" y="558"/>
                  <a:pt x="1304" y="593"/>
                </a:cubicBezTo>
                <a:cubicBezTo>
                  <a:pt x="1304" y="628"/>
                  <a:pt x="1300" y="663"/>
                  <a:pt x="1292" y="697"/>
                </a:cubicBezTo>
                <a:cubicBezTo>
                  <a:pt x="1290" y="706"/>
                  <a:pt x="1282" y="712"/>
                  <a:pt x="1274" y="712"/>
                </a:cubicBezTo>
                <a:cubicBezTo>
                  <a:pt x="1272" y="712"/>
                  <a:pt x="1271" y="712"/>
                  <a:pt x="1269" y="712"/>
                </a:cubicBezTo>
                <a:cubicBezTo>
                  <a:pt x="1259" y="709"/>
                  <a:pt x="1253" y="699"/>
                  <a:pt x="1255" y="689"/>
                </a:cubicBezTo>
                <a:cubicBezTo>
                  <a:pt x="1262" y="658"/>
                  <a:pt x="1266" y="625"/>
                  <a:pt x="1266" y="593"/>
                </a:cubicBezTo>
                <a:cubicBezTo>
                  <a:pt x="1266" y="561"/>
                  <a:pt x="1262" y="528"/>
                  <a:pt x="1255" y="497"/>
                </a:cubicBezTo>
                <a:cubicBezTo>
                  <a:pt x="1253" y="487"/>
                  <a:pt x="1259" y="477"/>
                  <a:pt x="1269" y="474"/>
                </a:cubicBezTo>
                <a:cubicBezTo>
                  <a:pt x="1279" y="472"/>
                  <a:pt x="1290" y="478"/>
                  <a:pt x="1292" y="489"/>
                </a:cubicBezTo>
                <a:close/>
                <a:moveTo>
                  <a:pt x="499" y="890"/>
                </a:moveTo>
                <a:cubicBezTo>
                  <a:pt x="499" y="1307"/>
                  <a:pt x="499" y="1307"/>
                  <a:pt x="499" y="1307"/>
                </a:cubicBezTo>
                <a:cubicBezTo>
                  <a:pt x="499" y="1353"/>
                  <a:pt x="463" y="1390"/>
                  <a:pt x="417" y="1390"/>
                </a:cubicBezTo>
                <a:cubicBezTo>
                  <a:pt x="379" y="1390"/>
                  <a:pt x="379" y="1390"/>
                  <a:pt x="379" y="1390"/>
                </a:cubicBezTo>
                <a:cubicBezTo>
                  <a:pt x="334" y="1390"/>
                  <a:pt x="297" y="1353"/>
                  <a:pt x="297" y="1307"/>
                </a:cubicBezTo>
                <a:cubicBezTo>
                  <a:pt x="297" y="890"/>
                  <a:pt x="297" y="890"/>
                  <a:pt x="297" y="890"/>
                </a:cubicBezTo>
                <a:cubicBezTo>
                  <a:pt x="297" y="880"/>
                  <a:pt x="306" y="871"/>
                  <a:pt x="316" y="871"/>
                </a:cubicBezTo>
                <a:cubicBezTo>
                  <a:pt x="326" y="871"/>
                  <a:pt x="335" y="880"/>
                  <a:pt x="335" y="890"/>
                </a:cubicBezTo>
                <a:cubicBezTo>
                  <a:pt x="335" y="1307"/>
                  <a:pt x="335" y="1307"/>
                  <a:pt x="335" y="1307"/>
                </a:cubicBezTo>
                <a:cubicBezTo>
                  <a:pt x="335" y="1332"/>
                  <a:pt x="355" y="1352"/>
                  <a:pt x="379" y="1352"/>
                </a:cubicBezTo>
                <a:cubicBezTo>
                  <a:pt x="417" y="1352"/>
                  <a:pt x="417" y="1352"/>
                  <a:pt x="417" y="1352"/>
                </a:cubicBezTo>
                <a:cubicBezTo>
                  <a:pt x="442" y="1352"/>
                  <a:pt x="462" y="1332"/>
                  <a:pt x="462" y="1307"/>
                </a:cubicBezTo>
                <a:cubicBezTo>
                  <a:pt x="462" y="890"/>
                  <a:pt x="462" y="890"/>
                  <a:pt x="462" y="890"/>
                </a:cubicBezTo>
                <a:cubicBezTo>
                  <a:pt x="462" y="880"/>
                  <a:pt x="470" y="871"/>
                  <a:pt x="480" y="871"/>
                </a:cubicBezTo>
                <a:cubicBezTo>
                  <a:pt x="491" y="871"/>
                  <a:pt x="499" y="880"/>
                  <a:pt x="499" y="890"/>
                </a:cubicBezTo>
                <a:close/>
              </a:path>
            </a:pathLst>
          </a:custGeom>
          <a:solidFill>
            <a:srgbClr val="17406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1"/>
          <p:cNvSpPr/>
          <p:nvPr/>
        </p:nvSpPr>
        <p:spPr>
          <a:xfrm>
            <a:off x="16547808" y="5411456"/>
            <a:ext cx="1109663" cy="1106488"/>
          </a:xfrm>
          <a:custGeom>
            <a:rect b="b" l="l" r="r" t="t"/>
            <a:pathLst>
              <a:path extrusionOk="0" h="930" w="932">
                <a:moveTo>
                  <a:pt x="500" y="442"/>
                </a:moveTo>
                <a:cubicBezTo>
                  <a:pt x="923" y="442"/>
                  <a:pt x="923" y="442"/>
                  <a:pt x="923" y="442"/>
                </a:cubicBezTo>
                <a:cubicBezTo>
                  <a:pt x="928" y="442"/>
                  <a:pt x="932" y="438"/>
                  <a:pt x="932" y="433"/>
                </a:cubicBezTo>
                <a:cubicBezTo>
                  <a:pt x="932" y="194"/>
                  <a:pt x="738" y="0"/>
                  <a:pt x="500" y="0"/>
                </a:cubicBezTo>
                <a:cubicBezTo>
                  <a:pt x="495" y="0"/>
                  <a:pt x="491" y="4"/>
                  <a:pt x="491" y="9"/>
                </a:cubicBezTo>
                <a:cubicBezTo>
                  <a:pt x="491" y="433"/>
                  <a:pt x="491" y="433"/>
                  <a:pt x="491" y="433"/>
                </a:cubicBezTo>
                <a:cubicBezTo>
                  <a:pt x="491" y="438"/>
                  <a:pt x="495" y="442"/>
                  <a:pt x="500" y="442"/>
                </a:cubicBezTo>
                <a:close/>
                <a:moveTo>
                  <a:pt x="509" y="18"/>
                </a:moveTo>
                <a:cubicBezTo>
                  <a:pt x="730" y="23"/>
                  <a:pt x="910" y="202"/>
                  <a:pt x="914" y="424"/>
                </a:cubicBezTo>
                <a:cubicBezTo>
                  <a:pt x="509" y="424"/>
                  <a:pt x="509" y="424"/>
                  <a:pt x="509" y="424"/>
                </a:cubicBezTo>
                <a:lnTo>
                  <a:pt x="509" y="18"/>
                </a:lnTo>
                <a:close/>
                <a:moveTo>
                  <a:pt x="442" y="494"/>
                </a:moveTo>
                <a:cubicBezTo>
                  <a:pt x="442" y="74"/>
                  <a:pt x="442" y="74"/>
                  <a:pt x="442" y="74"/>
                </a:cubicBezTo>
                <a:cubicBezTo>
                  <a:pt x="442" y="69"/>
                  <a:pt x="438" y="65"/>
                  <a:pt x="433" y="65"/>
                </a:cubicBezTo>
                <a:cubicBezTo>
                  <a:pt x="194" y="65"/>
                  <a:pt x="0" y="259"/>
                  <a:pt x="0" y="498"/>
                </a:cubicBezTo>
                <a:cubicBezTo>
                  <a:pt x="0" y="736"/>
                  <a:pt x="194" y="930"/>
                  <a:pt x="433" y="930"/>
                </a:cubicBezTo>
                <a:cubicBezTo>
                  <a:pt x="553" y="930"/>
                  <a:pt x="668" y="880"/>
                  <a:pt x="750" y="792"/>
                </a:cubicBezTo>
                <a:cubicBezTo>
                  <a:pt x="751" y="790"/>
                  <a:pt x="752" y="788"/>
                  <a:pt x="752" y="786"/>
                </a:cubicBezTo>
                <a:cubicBezTo>
                  <a:pt x="752" y="783"/>
                  <a:pt x="751" y="781"/>
                  <a:pt x="749" y="779"/>
                </a:cubicBezTo>
                <a:lnTo>
                  <a:pt x="442" y="494"/>
                </a:lnTo>
                <a:close/>
                <a:moveTo>
                  <a:pt x="433" y="912"/>
                </a:moveTo>
                <a:cubicBezTo>
                  <a:pt x="204" y="912"/>
                  <a:pt x="18" y="726"/>
                  <a:pt x="18" y="498"/>
                </a:cubicBezTo>
                <a:cubicBezTo>
                  <a:pt x="18" y="272"/>
                  <a:pt x="199" y="88"/>
                  <a:pt x="424" y="83"/>
                </a:cubicBezTo>
                <a:cubicBezTo>
                  <a:pt x="424" y="498"/>
                  <a:pt x="424" y="498"/>
                  <a:pt x="424" y="498"/>
                </a:cubicBezTo>
                <a:cubicBezTo>
                  <a:pt x="424" y="500"/>
                  <a:pt x="425" y="503"/>
                  <a:pt x="427" y="504"/>
                </a:cubicBezTo>
                <a:cubicBezTo>
                  <a:pt x="731" y="786"/>
                  <a:pt x="731" y="786"/>
                  <a:pt x="731" y="786"/>
                </a:cubicBezTo>
                <a:cubicBezTo>
                  <a:pt x="653" y="867"/>
                  <a:pt x="545" y="912"/>
                  <a:pt x="433" y="912"/>
                </a:cubicBezTo>
                <a:close/>
                <a:moveTo>
                  <a:pt x="923" y="489"/>
                </a:moveTo>
                <a:cubicBezTo>
                  <a:pt x="500" y="489"/>
                  <a:pt x="500" y="489"/>
                  <a:pt x="500" y="489"/>
                </a:cubicBezTo>
                <a:cubicBezTo>
                  <a:pt x="496" y="489"/>
                  <a:pt x="493" y="491"/>
                  <a:pt x="491" y="494"/>
                </a:cubicBezTo>
                <a:cubicBezTo>
                  <a:pt x="490" y="498"/>
                  <a:pt x="491" y="502"/>
                  <a:pt x="494" y="504"/>
                </a:cubicBezTo>
                <a:cubicBezTo>
                  <a:pt x="517" y="526"/>
                  <a:pt x="517" y="526"/>
                  <a:pt x="517" y="526"/>
                </a:cubicBezTo>
                <a:cubicBezTo>
                  <a:pt x="821" y="774"/>
                  <a:pt x="821" y="774"/>
                  <a:pt x="821" y="774"/>
                </a:cubicBezTo>
                <a:cubicBezTo>
                  <a:pt x="823" y="775"/>
                  <a:pt x="825" y="776"/>
                  <a:pt x="827" y="776"/>
                </a:cubicBezTo>
                <a:cubicBezTo>
                  <a:pt x="829" y="776"/>
                  <a:pt x="832" y="775"/>
                  <a:pt x="833" y="773"/>
                </a:cubicBezTo>
                <a:cubicBezTo>
                  <a:pt x="897" y="695"/>
                  <a:pt x="932" y="598"/>
                  <a:pt x="932" y="498"/>
                </a:cubicBezTo>
                <a:cubicBezTo>
                  <a:pt x="932" y="493"/>
                  <a:pt x="928" y="489"/>
                  <a:pt x="923" y="489"/>
                </a:cubicBezTo>
                <a:close/>
                <a:moveTo>
                  <a:pt x="825" y="754"/>
                </a:moveTo>
                <a:cubicBezTo>
                  <a:pt x="529" y="513"/>
                  <a:pt x="529" y="513"/>
                  <a:pt x="529" y="513"/>
                </a:cubicBezTo>
                <a:cubicBezTo>
                  <a:pt x="522" y="507"/>
                  <a:pt x="522" y="507"/>
                  <a:pt x="522" y="507"/>
                </a:cubicBezTo>
                <a:cubicBezTo>
                  <a:pt x="914" y="507"/>
                  <a:pt x="914" y="507"/>
                  <a:pt x="914" y="507"/>
                </a:cubicBezTo>
                <a:cubicBezTo>
                  <a:pt x="912" y="596"/>
                  <a:pt x="881" y="684"/>
                  <a:pt x="825" y="754"/>
                </a:cubicBezTo>
                <a:close/>
              </a:path>
            </a:pathLst>
          </a:custGeom>
          <a:solidFill>
            <a:srgbClr val="17406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/>
          <p:nvPr>
            <p:ph idx="1" type="body"/>
          </p:nvPr>
        </p:nvSpPr>
        <p:spPr>
          <a:xfrm>
            <a:off x="2019300" y="2090814"/>
            <a:ext cx="20688300" cy="4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</a:t>
            </a:r>
            <a:endParaRPr/>
          </a:p>
        </p:txBody>
      </p:sp>
      <p:sp>
        <p:nvSpPr>
          <p:cNvPr id="272" name="Google Shape;272;p32"/>
          <p:cNvSpPr txBox="1"/>
          <p:nvPr>
            <p:ph type="title"/>
          </p:nvPr>
        </p:nvSpPr>
        <p:spPr>
          <a:xfrm>
            <a:off x="2019300" y="723900"/>
            <a:ext cx="20688300" cy="13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Objetivos</a:t>
            </a:r>
            <a:endParaRPr/>
          </a:p>
        </p:txBody>
      </p:sp>
      <p:grpSp>
        <p:nvGrpSpPr>
          <p:cNvPr id="273" name="Google Shape;273;p32"/>
          <p:cNvGrpSpPr/>
          <p:nvPr/>
        </p:nvGrpSpPr>
        <p:grpSpPr>
          <a:xfrm>
            <a:off x="41310" y="3095773"/>
            <a:ext cx="12480842" cy="5296347"/>
            <a:chOff x="1861" y="1914370"/>
            <a:chExt cx="14234537" cy="6624574"/>
          </a:xfrm>
        </p:grpSpPr>
        <p:grpSp>
          <p:nvGrpSpPr>
            <p:cNvPr id="274" name="Google Shape;274;p32"/>
            <p:cNvGrpSpPr/>
            <p:nvPr/>
          </p:nvGrpSpPr>
          <p:grpSpPr>
            <a:xfrm>
              <a:off x="1861" y="1914370"/>
              <a:ext cx="9740908" cy="3188877"/>
              <a:chOff x="0" y="0"/>
              <a:chExt cx="6204" cy="2031"/>
            </a:xfrm>
          </p:grpSpPr>
          <p:sp>
            <p:nvSpPr>
              <p:cNvPr id="275" name="Google Shape;275;p32"/>
              <p:cNvSpPr/>
              <p:nvPr/>
            </p:nvSpPr>
            <p:spPr>
              <a:xfrm>
                <a:off x="0" y="0"/>
                <a:ext cx="1296" cy="1890"/>
              </a:xfrm>
              <a:custGeom>
                <a:rect b="b" l="l" r="r" t="t"/>
                <a:pathLst>
                  <a:path extrusionOk="0" h="21600" w="21600">
                    <a:moveTo>
                      <a:pt x="21417" y="21600"/>
                    </a:moveTo>
                    <a:lnTo>
                      <a:pt x="21600" y="15406"/>
                    </a:lnTo>
                    <a:lnTo>
                      <a:pt x="138" y="0"/>
                    </a:lnTo>
                    <a:lnTo>
                      <a:pt x="0" y="12198"/>
                    </a:lnTo>
                    <a:lnTo>
                      <a:pt x="21417" y="21600"/>
                    </a:lnTo>
                    <a:close/>
                    <a:moveTo>
                      <a:pt x="21417" y="21600"/>
                    </a:moveTo>
                  </a:path>
                </a:pathLst>
              </a:custGeom>
              <a:solidFill>
                <a:srgbClr val="E49501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8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32"/>
              <p:cNvSpPr/>
              <p:nvPr/>
            </p:nvSpPr>
            <p:spPr>
              <a:xfrm>
                <a:off x="1290" y="1221"/>
                <a:ext cx="4914" cy="810"/>
              </a:xfrm>
              <a:custGeom>
                <a:rect b="b" l="l" r="r" t="t"/>
                <a:pathLst>
                  <a:path extrusionOk="0" h="21600" w="21600">
                    <a:moveTo>
                      <a:pt x="0" y="3474"/>
                    </a:moveTo>
                    <a:lnTo>
                      <a:pt x="20022" y="3474"/>
                    </a:lnTo>
                    <a:lnTo>
                      <a:pt x="20022" y="0"/>
                    </a:lnTo>
                    <a:lnTo>
                      <a:pt x="21600" y="10800"/>
                    </a:lnTo>
                    <a:lnTo>
                      <a:pt x="20022" y="21600"/>
                    </a:lnTo>
                    <a:lnTo>
                      <a:pt x="20022" y="17975"/>
                    </a:lnTo>
                    <a:lnTo>
                      <a:pt x="0" y="17975"/>
                    </a:lnTo>
                    <a:lnTo>
                      <a:pt x="0" y="3474"/>
                    </a:lnTo>
                    <a:close/>
                    <a:moveTo>
                      <a:pt x="0" y="3474"/>
                    </a:moveTo>
                  </a:path>
                </a:pathLst>
              </a:custGeom>
              <a:solidFill>
                <a:srgbClr val="FEB834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8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7" name="Google Shape;277;p32"/>
            <p:cNvGrpSpPr/>
            <p:nvPr/>
          </p:nvGrpSpPr>
          <p:grpSpPr>
            <a:xfrm>
              <a:off x="3431" y="4414203"/>
              <a:ext cx="11775759" cy="2298628"/>
              <a:chOff x="0" y="0"/>
              <a:chExt cx="7500" cy="1464"/>
            </a:xfrm>
          </p:grpSpPr>
          <p:sp>
            <p:nvSpPr>
              <p:cNvPr id="278" name="Google Shape;278;p32"/>
              <p:cNvSpPr/>
              <p:nvPr/>
            </p:nvSpPr>
            <p:spPr>
              <a:xfrm>
                <a:off x="0" y="0"/>
                <a:ext cx="1296" cy="1296"/>
              </a:xfrm>
              <a:custGeom>
                <a:rect b="b" l="l" r="r" t="t"/>
                <a:pathLst>
                  <a:path extrusionOk="0" h="21600" w="21600">
                    <a:moveTo>
                      <a:pt x="21417" y="21600"/>
                    </a:moveTo>
                    <a:lnTo>
                      <a:pt x="21600" y="12924"/>
                    </a:lnTo>
                    <a:lnTo>
                      <a:pt x="0" y="0"/>
                    </a:lnTo>
                    <a:lnTo>
                      <a:pt x="0" y="16720"/>
                    </a:lnTo>
                    <a:lnTo>
                      <a:pt x="21417" y="21600"/>
                    </a:lnTo>
                    <a:close/>
                    <a:moveTo>
                      <a:pt x="21417" y="21600"/>
                    </a:moveTo>
                  </a:path>
                </a:pathLst>
              </a:custGeom>
              <a:solidFill>
                <a:srgbClr val="EE0027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8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32"/>
              <p:cNvSpPr/>
              <p:nvPr/>
            </p:nvSpPr>
            <p:spPr>
              <a:xfrm>
                <a:off x="1290" y="654"/>
                <a:ext cx="6210" cy="810"/>
              </a:xfrm>
              <a:custGeom>
                <a:rect b="b" l="l" r="r" t="t"/>
                <a:pathLst>
                  <a:path extrusionOk="0" h="21600" w="21600">
                    <a:moveTo>
                      <a:pt x="0" y="3662"/>
                    </a:moveTo>
                    <a:lnTo>
                      <a:pt x="20356" y="3662"/>
                    </a:lnTo>
                    <a:lnTo>
                      <a:pt x="20356" y="0"/>
                    </a:lnTo>
                    <a:lnTo>
                      <a:pt x="21600" y="10912"/>
                    </a:lnTo>
                    <a:lnTo>
                      <a:pt x="20356" y="21600"/>
                    </a:lnTo>
                    <a:lnTo>
                      <a:pt x="20356" y="18012"/>
                    </a:lnTo>
                    <a:lnTo>
                      <a:pt x="0" y="18012"/>
                    </a:lnTo>
                    <a:lnTo>
                      <a:pt x="0" y="3662"/>
                    </a:lnTo>
                    <a:close/>
                    <a:moveTo>
                      <a:pt x="0" y="3662"/>
                    </a:moveTo>
                  </a:path>
                </a:pathLst>
              </a:custGeom>
              <a:solidFill>
                <a:srgbClr val="FF3F5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8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0" name="Google Shape;280;p32"/>
            <p:cNvGrpSpPr/>
            <p:nvPr/>
          </p:nvGrpSpPr>
          <p:grpSpPr>
            <a:xfrm>
              <a:off x="1861" y="6926460"/>
              <a:ext cx="14234537" cy="1612484"/>
              <a:chOff x="0" y="0"/>
              <a:chExt cx="9066" cy="1026"/>
            </a:xfrm>
          </p:grpSpPr>
          <p:sp>
            <p:nvSpPr>
              <p:cNvPr id="281" name="Google Shape;281;p32"/>
              <p:cNvSpPr/>
              <p:nvPr/>
            </p:nvSpPr>
            <p:spPr>
              <a:xfrm>
                <a:off x="0" y="0"/>
                <a:ext cx="1296" cy="1026"/>
              </a:xfrm>
              <a:custGeom>
                <a:rect b="b" l="l" r="r" t="t"/>
                <a:pathLst>
                  <a:path extrusionOk="0" h="21600" w="21600">
                    <a:moveTo>
                      <a:pt x="21417" y="4678"/>
                    </a:moveTo>
                    <a:lnTo>
                      <a:pt x="21600" y="15940"/>
                    </a:lnTo>
                    <a:lnTo>
                      <a:pt x="0" y="21600"/>
                    </a:lnTo>
                    <a:lnTo>
                      <a:pt x="138" y="0"/>
                    </a:lnTo>
                    <a:lnTo>
                      <a:pt x="21417" y="4678"/>
                    </a:lnTo>
                    <a:close/>
                    <a:moveTo>
                      <a:pt x="21417" y="4678"/>
                    </a:moveTo>
                  </a:path>
                </a:pathLst>
              </a:custGeom>
              <a:solidFill>
                <a:srgbClr val="01637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8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32"/>
              <p:cNvSpPr/>
              <p:nvPr/>
            </p:nvSpPr>
            <p:spPr>
              <a:xfrm>
                <a:off x="1290" y="88"/>
                <a:ext cx="7776" cy="810"/>
              </a:xfrm>
              <a:custGeom>
                <a:rect b="b" l="l" r="r" t="t"/>
                <a:pathLst>
                  <a:path extrusionOk="0" h="21600" w="21600">
                    <a:moveTo>
                      <a:pt x="0" y="3927"/>
                    </a:moveTo>
                    <a:lnTo>
                      <a:pt x="20579" y="3927"/>
                    </a:lnTo>
                    <a:lnTo>
                      <a:pt x="20579" y="0"/>
                    </a:lnTo>
                    <a:lnTo>
                      <a:pt x="21600" y="10800"/>
                    </a:lnTo>
                    <a:lnTo>
                      <a:pt x="20579" y="21600"/>
                    </a:lnTo>
                    <a:lnTo>
                      <a:pt x="20579" y="18428"/>
                    </a:lnTo>
                    <a:lnTo>
                      <a:pt x="0" y="18428"/>
                    </a:lnTo>
                    <a:lnTo>
                      <a:pt x="0" y="3927"/>
                    </a:lnTo>
                    <a:close/>
                    <a:moveTo>
                      <a:pt x="0" y="3927"/>
                    </a:moveTo>
                  </a:path>
                </a:pathLst>
              </a:custGeom>
              <a:solidFill>
                <a:srgbClr val="02859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8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3" name="Google Shape;283;p32"/>
          <p:cNvSpPr txBox="1"/>
          <p:nvPr/>
        </p:nvSpPr>
        <p:spPr>
          <a:xfrm>
            <a:off x="8863483" y="4781925"/>
            <a:ext cx="11836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17406D"/>
                </a:solidFill>
                <a:latin typeface="Open Sans"/>
                <a:ea typeface="Open Sans"/>
                <a:cs typeface="Open Sans"/>
                <a:sym typeface="Open Sans"/>
              </a:rPr>
              <a:t>Objetivo general</a:t>
            </a:r>
            <a:r>
              <a:rPr lang="en-US" sz="42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</a:t>
            </a:r>
            <a:r>
              <a:rPr lang="en-US" sz="36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Incrementar ventas online</a:t>
            </a:r>
            <a:endParaRPr b="0" i="0" sz="3600" u="none" cap="none" strike="noStrike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84" name="Google Shape;284;p32"/>
          <p:cNvSpPr txBox="1"/>
          <p:nvPr/>
        </p:nvSpPr>
        <p:spPr>
          <a:xfrm>
            <a:off x="10621250" y="5842675"/>
            <a:ext cx="12522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17406D"/>
                </a:solidFill>
                <a:latin typeface="Open Sans"/>
                <a:ea typeface="Open Sans"/>
                <a:cs typeface="Open Sans"/>
                <a:sym typeface="Open Sans"/>
              </a:rPr>
              <a:t>Objetivo específico</a:t>
            </a:r>
            <a:r>
              <a:rPr lang="en-US" sz="42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</a:t>
            </a:r>
            <a:r>
              <a:rPr lang="en-US" sz="36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Aumentar un 15% las ventas online a través del blog en el determinado periodo</a:t>
            </a:r>
            <a:r>
              <a:rPr lang="en-US" sz="42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endParaRPr b="0" i="0" sz="4200" u="none" cap="none" strike="noStrike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85" name="Google Shape;285;p32"/>
          <p:cNvSpPr txBox="1"/>
          <p:nvPr/>
        </p:nvSpPr>
        <p:spPr>
          <a:xfrm>
            <a:off x="12597275" y="7391000"/>
            <a:ext cx="11468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17406D"/>
                </a:solidFill>
                <a:latin typeface="Open Sans"/>
                <a:ea typeface="Open Sans"/>
                <a:cs typeface="Open Sans"/>
                <a:sym typeface="Open Sans"/>
              </a:rPr>
              <a:t>Objetivo aspiracional</a:t>
            </a:r>
            <a:r>
              <a:rPr lang="en-US" sz="42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</a:t>
            </a:r>
            <a:r>
              <a:rPr lang="en-US" sz="36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Aumentar un 20% las ventas online antes de acabar cierto periodo </a:t>
            </a:r>
            <a:endParaRPr b="0" i="0" sz="3600" u="none" cap="none" strike="noStrike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3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3"/>
          <p:cNvSpPr txBox="1"/>
          <p:nvPr/>
        </p:nvSpPr>
        <p:spPr>
          <a:xfrm>
            <a:off x="2349500" y="4826675"/>
            <a:ext cx="11963400" cy="40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lang="en-US" sz="8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Estrategias</a:t>
            </a:r>
            <a:endParaRPr b="1" i="0" sz="8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92" name="Google Shape;292;p33"/>
          <p:cNvCxnSpPr/>
          <p:nvPr/>
        </p:nvCxnSpPr>
        <p:spPr>
          <a:xfrm>
            <a:off x="15451455" y="5113247"/>
            <a:ext cx="0" cy="3540300"/>
          </a:xfrm>
          <a:prstGeom prst="straightConnector1">
            <a:avLst/>
          </a:prstGeom>
          <a:noFill/>
          <a:ln cap="flat" cmpd="sng" w="889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3" name="Google Shape;293;p33"/>
          <p:cNvSpPr txBox="1"/>
          <p:nvPr/>
        </p:nvSpPr>
        <p:spPr>
          <a:xfrm>
            <a:off x="16632011" y="6267069"/>
            <a:ext cx="60756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Plan de Social Media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4"/>
          <p:cNvSpPr txBox="1"/>
          <p:nvPr>
            <p:ph idx="1" type="body"/>
          </p:nvPr>
        </p:nvSpPr>
        <p:spPr>
          <a:xfrm>
            <a:off x="2019300" y="2090814"/>
            <a:ext cx="20688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Da respuesta a la pregunta “¿en qué canales social tendrás presencia?” para definir tu estrategia en social media </a:t>
            </a:r>
            <a:endParaRPr/>
          </a:p>
        </p:txBody>
      </p:sp>
      <p:sp>
        <p:nvSpPr>
          <p:cNvPr id="299" name="Google Shape;299;p34"/>
          <p:cNvSpPr txBox="1"/>
          <p:nvPr>
            <p:ph type="title"/>
          </p:nvPr>
        </p:nvSpPr>
        <p:spPr>
          <a:xfrm>
            <a:off x="2019300" y="723900"/>
            <a:ext cx="206883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800"/>
              <a:buFont typeface="Lato"/>
              <a:buNone/>
            </a:pPr>
            <a:r>
              <a:rPr lang="en-US"/>
              <a:t>Estrategias</a:t>
            </a:r>
            <a:endParaRPr b="1" i="0" sz="88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0" name="Google Shape;300;p34"/>
          <p:cNvSpPr/>
          <p:nvPr/>
        </p:nvSpPr>
        <p:spPr>
          <a:xfrm>
            <a:off x="6310838" y="3748980"/>
            <a:ext cx="1716000" cy="1716000"/>
          </a:xfrm>
          <a:prstGeom prst="ellipse">
            <a:avLst/>
          </a:prstGeom>
          <a:noFill/>
          <a:ln cap="flat" cmpd="sng" w="19050">
            <a:solidFill>
              <a:srgbClr val="C9C9C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4"/>
          <p:cNvSpPr/>
          <p:nvPr/>
        </p:nvSpPr>
        <p:spPr>
          <a:xfrm>
            <a:off x="11332674" y="3748980"/>
            <a:ext cx="1716000" cy="1716000"/>
          </a:xfrm>
          <a:prstGeom prst="ellipse">
            <a:avLst/>
          </a:prstGeom>
          <a:noFill/>
          <a:ln cap="flat" cmpd="sng" w="19050">
            <a:solidFill>
              <a:srgbClr val="C9C9C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4"/>
          <p:cNvSpPr/>
          <p:nvPr/>
        </p:nvSpPr>
        <p:spPr>
          <a:xfrm>
            <a:off x="16354510" y="3748980"/>
            <a:ext cx="1716000" cy="1716000"/>
          </a:xfrm>
          <a:prstGeom prst="ellipse">
            <a:avLst/>
          </a:prstGeom>
          <a:noFill/>
          <a:ln cap="flat" cmpd="sng" w="19050">
            <a:solidFill>
              <a:srgbClr val="C9C9C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3" name="Google Shape;303;p34"/>
          <p:cNvGrpSpPr/>
          <p:nvPr/>
        </p:nvGrpSpPr>
        <p:grpSpPr>
          <a:xfrm>
            <a:off x="4503250" y="5696600"/>
            <a:ext cx="4881350" cy="1531550"/>
            <a:chOff x="1074250" y="6928357"/>
            <a:chExt cx="4881350" cy="1531550"/>
          </a:xfrm>
        </p:grpSpPr>
        <p:sp>
          <p:nvSpPr>
            <p:cNvPr id="304" name="Google Shape;304;p34"/>
            <p:cNvSpPr txBox="1"/>
            <p:nvPr/>
          </p:nvSpPr>
          <p:spPr>
            <a:xfrm>
              <a:off x="1074300" y="7618707"/>
              <a:ext cx="4881300" cy="8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rPr>
                <a:t>Canal 1: Ejemplo Blog</a:t>
              </a:r>
              <a:endParaRPr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rPr>
                <a:t>Canal 2:.............................</a:t>
              </a:r>
              <a:endParaRPr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rPr>
                <a:t>Canal 3:.............................</a:t>
              </a:r>
              <a:endParaRPr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05" name="Google Shape;305;p34"/>
            <p:cNvSpPr txBox="1"/>
            <p:nvPr/>
          </p:nvSpPr>
          <p:spPr>
            <a:xfrm>
              <a:off x="1074250" y="6928357"/>
              <a:ext cx="4881300" cy="5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lang="en-US" sz="320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Marketing de Contenidos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6" name="Google Shape;306;p34"/>
          <p:cNvGrpSpPr/>
          <p:nvPr/>
        </p:nvGrpSpPr>
        <p:grpSpPr>
          <a:xfrm>
            <a:off x="10127224" y="5696591"/>
            <a:ext cx="4380900" cy="3023466"/>
            <a:chOff x="1676389" y="6928348"/>
            <a:chExt cx="4380900" cy="3023466"/>
          </a:xfrm>
        </p:grpSpPr>
        <p:sp>
          <p:nvSpPr>
            <p:cNvPr id="307" name="Google Shape;307;p34"/>
            <p:cNvSpPr txBox="1"/>
            <p:nvPr/>
          </p:nvSpPr>
          <p:spPr>
            <a:xfrm>
              <a:off x="1676389" y="7618714"/>
              <a:ext cx="4380900" cy="233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rPr>
                <a:t>Canal 1: Ejemplo Facebook Ads</a:t>
              </a:r>
              <a:endParaRPr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rPr>
                <a:t>Canal 2:.................................................</a:t>
              </a:r>
              <a:endParaRPr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rPr>
                <a:t>Canal 3:.................................................</a:t>
              </a:r>
              <a:endParaRPr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08" name="Google Shape;308;p34"/>
            <p:cNvSpPr txBox="1"/>
            <p:nvPr/>
          </p:nvSpPr>
          <p:spPr>
            <a:xfrm>
              <a:off x="1676400" y="6928348"/>
              <a:ext cx="4279200" cy="5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1" lang="en-US" sz="320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Social Ads</a:t>
              </a:r>
              <a:endParaRPr b="1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09" name="Google Shape;309;p34"/>
          <p:cNvGrpSpPr/>
          <p:nvPr/>
        </p:nvGrpSpPr>
        <p:grpSpPr>
          <a:xfrm>
            <a:off x="15149072" y="5696591"/>
            <a:ext cx="4279200" cy="1531555"/>
            <a:chOff x="1676400" y="6928348"/>
            <a:chExt cx="4279200" cy="1531555"/>
          </a:xfrm>
        </p:grpSpPr>
        <p:sp>
          <p:nvSpPr>
            <p:cNvPr id="310" name="Google Shape;310;p34"/>
            <p:cNvSpPr txBox="1"/>
            <p:nvPr/>
          </p:nvSpPr>
          <p:spPr>
            <a:xfrm>
              <a:off x="1676400" y="7618703"/>
              <a:ext cx="4279200" cy="8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rPr>
                <a:t>Canal 1: Ejemplo YouTube</a:t>
              </a:r>
              <a:endParaRPr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rPr>
                <a:t>Canal 2:......................................</a:t>
              </a:r>
              <a:endParaRPr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2"/>
                  </a:solidFill>
                  <a:latin typeface="Lato Light"/>
                  <a:ea typeface="Lato Light"/>
                  <a:cs typeface="Lato Light"/>
                  <a:sym typeface="Lato Light"/>
                </a:rPr>
                <a:t>Canal 3:.....................................</a:t>
              </a:r>
              <a:endParaRPr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11" name="Google Shape;311;p34"/>
            <p:cNvSpPr txBox="1"/>
            <p:nvPr/>
          </p:nvSpPr>
          <p:spPr>
            <a:xfrm>
              <a:off x="1676400" y="6928348"/>
              <a:ext cx="4279200" cy="5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1" lang="en-US" sz="3200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Vïdeo Marketing</a:t>
              </a:r>
              <a:endParaRPr b="1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312" name="Google Shape;312;p34"/>
          <p:cNvSpPr/>
          <p:nvPr/>
        </p:nvSpPr>
        <p:spPr>
          <a:xfrm>
            <a:off x="6587676" y="4005137"/>
            <a:ext cx="1162350" cy="1162404"/>
          </a:xfrm>
          <a:custGeom>
            <a:rect b="b" l="l" r="r" t="t"/>
            <a:pathLst>
              <a:path extrusionOk="0" h="21600" w="21600">
                <a:moveTo>
                  <a:pt x="20291" y="1527"/>
                </a:moveTo>
                <a:lnTo>
                  <a:pt x="19636" y="873"/>
                </a:lnTo>
                <a:lnTo>
                  <a:pt x="18982" y="436"/>
                </a:lnTo>
                <a:lnTo>
                  <a:pt x="18109" y="0"/>
                </a:lnTo>
                <a:lnTo>
                  <a:pt x="16364" y="0"/>
                </a:lnTo>
                <a:lnTo>
                  <a:pt x="15709" y="436"/>
                </a:lnTo>
                <a:lnTo>
                  <a:pt x="14836" y="873"/>
                </a:lnTo>
                <a:lnTo>
                  <a:pt x="14400" y="1527"/>
                </a:lnTo>
                <a:lnTo>
                  <a:pt x="1964" y="13527"/>
                </a:lnTo>
                <a:lnTo>
                  <a:pt x="1745" y="13964"/>
                </a:lnTo>
                <a:lnTo>
                  <a:pt x="0" y="20291"/>
                </a:lnTo>
                <a:lnTo>
                  <a:pt x="0" y="20727"/>
                </a:lnTo>
                <a:lnTo>
                  <a:pt x="218" y="21382"/>
                </a:lnTo>
                <a:lnTo>
                  <a:pt x="873" y="21600"/>
                </a:lnTo>
                <a:lnTo>
                  <a:pt x="1309" y="21600"/>
                </a:lnTo>
                <a:lnTo>
                  <a:pt x="7636" y="20073"/>
                </a:lnTo>
                <a:lnTo>
                  <a:pt x="20291" y="7418"/>
                </a:lnTo>
                <a:lnTo>
                  <a:pt x="20727" y="6764"/>
                </a:lnTo>
                <a:lnTo>
                  <a:pt x="21382" y="6109"/>
                </a:lnTo>
                <a:lnTo>
                  <a:pt x="21600" y="5236"/>
                </a:lnTo>
                <a:lnTo>
                  <a:pt x="21600" y="3491"/>
                </a:lnTo>
                <a:lnTo>
                  <a:pt x="21382" y="2836"/>
                </a:lnTo>
                <a:lnTo>
                  <a:pt x="20727" y="1964"/>
                </a:lnTo>
                <a:lnTo>
                  <a:pt x="20291" y="1527"/>
                </a:lnTo>
                <a:close/>
                <a:moveTo>
                  <a:pt x="7636" y="15491"/>
                </a:moveTo>
                <a:lnTo>
                  <a:pt x="15709" y="7418"/>
                </a:lnTo>
                <a:lnTo>
                  <a:pt x="16364" y="8073"/>
                </a:lnTo>
                <a:lnTo>
                  <a:pt x="7855" y="16800"/>
                </a:lnTo>
                <a:lnTo>
                  <a:pt x="7636" y="15491"/>
                </a:lnTo>
                <a:close/>
                <a:moveTo>
                  <a:pt x="6327" y="13964"/>
                </a:moveTo>
                <a:lnTo>
                  <a:pt x="4800" y="13745"/>
                </a:lnTo>
                <a:lnTo>
                  <a:pt x="13527" y="5236"/>
                </a:lnTo>
                <a:lnTo>
                  <a:pt x="14400" y="6109"/>
                </a:lnTo>
                <a:lnTo>
                  <a:pt x="6327" y="13964"/>
                </a:lnTo>
                <a:close/>
                <a:moveTo>
                  <a:pt x="3491" y="15709"/>
                </a:moveTo>
                <a:lnTo>
                  <a:pt x="5673" y="15927"/>
                </a:lnTo>
                <a:lnTo>
                  <a:pt x="5891" y="18109"/>
                </a:lnTo>
                <a:lnTo>
                  <a:pt x="2400" y="19200"/>
                </a:lnTo>
                <a:lnTo>
                  <a:pt x="3491" y="15709"/>
                </a:lnTo>
                <a:close/>
                <a:moveTo>
                  <a:pt x="14836" y="3491"/>
                </a:moveTo>
                <a:lnTo>
                  <a:pt x="15709" y="2836"/>
                </a:lnTo>
                <a:lnTo>
                  <a:pt x="16364" y="2400"/>
                </a:lnTo>
                <a:lnTo>
                  <a:pt x="17236" y="2182"/>
                </a:lnTo>
                <a:lnTo>
                  <a:pt x="18109" y="2400"/>
                </a:lnTo>
                <a:lnTo>
                  <a:pt x="18982" y="2836"/>
                </a:lnTo>
                <a:lnTo>
                  <a:pt x="19200" y="3491"/>
                </a:lnTo>
                <a:lnTo>
                  <a:pt x="19418" y="4364"/>
                </a:lnTo>
                <a:lnTo>
                  <a:pt x="18982" y="6109"/>
                </a:lnTo>
                <a:lnTo>
                  <a:pt x="18109" y="6764"/>
                </a:lnTo>
                <a:lnTo>
                  <a:pt x="14836" y="349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4"/>
          <p:cNvSpPr/>
          <p:nvPr/>
        </p:nvSpPr>
        <p:spPr>
          <a:xfrm>
            <a:off x="11609501" y="4012050"/>
            <a:ext cx="1162350" cy="1148580"/>
          </a:xfrm>
          <a:custGeom>
            <a:rect b="b" l="l" r="r" t="t"/>
            <a:pathLst>
              <a:path extrusionOk="0" h="21600" w="21600">
                <a:moveTo>
                  <a:pt x="19029" y="0"/>
                </a:moveTo>
                <a:lnTo>
                  <a:pt x="19029" y="1543"/>
                </a:lnTo>
                <a:lnTo>
                  <a:pt x="0" y="5657"/>
                </a:lnTo>
                <a:lnTo>
                  <a:pt x="0" y="19029"/>
                </a:lnTo>
                <a:lnTo>
                  <a:pt x="257" y="19543"/>
                </a:lnTo>
                <a:lnTo>
                  <a:pt x="1029" y="20314"/>
                </a:lnTo>
                <a:lnTo>
                  <a:pt x="5914" y="21600"/>
                </a:lnTo>
                <a:lnTo>
                  <a:pt x="6943" y="21600"/>
                </a:lnTo>
                <a:lnTo>
                  <a:pt x="7200" y="20829"/>
                </a:lnTo>
                <a:lnTo>
                  <a:pt x="10543" y="16714"/>
                </a:lnTo>
                <a:lnTo>
                  <a:pt x="19029" y="18514"/>
                </a:lnTo>
                <a:lnTo>
                  <a:pt x="19029" y="20314"/>
                </a:lnTo>
                <a:lnTo>
                  <a:pt x="21600" y="20314"/>
                </a:lnTo>
                <a:lnTo>
                  <a:pt x="21600" y="0"/>
                </a:lnTo>
                <a:lnTo>
                  <a:pt x="19029" y="0"/>
                </a:lnTo>
                <a:close/>
                <a:moveTo>
                  <a:pt x="5657" y="18514"/>
                </a:moveTo>
                <a:lnTo>
                  <a:pt x="2571" y="18000"/>
                </a:lnTo>
                <a:lnTo>
                  <a:pt x="2571" y="15171"/>
                </a:lnTo>
                <a:lnTo>
                  <a:pt x="7971" y="16200"/>
                </a:lnTo>
                <a:lnTo>
                  <a:pt x="5657" y="1851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4"/>
          <p:cNvSpPr/>
          <p:nvPr/>
        </p:nvSpPr>
        <p:spPr>
          <a:xfrm>
            <a:off x="16631335" y="4105103"/>
            <a:ext cx="1162350" cy="986256"/>
          </a:xfrm>
          <a:custGeom>
            <a:rect b="b" l="l" r="r" t="t"/>
            <a:pathLst>
              <a:path extrusionOk="0" h="21600" w="21600">
                <a:moveTo>
                  <a:pt x="19523" y="0"/>
                </a:moveTo>
                <a:lnTo>
                  <a:pt x="2077" y="0"/>
                </a:lnTo>
                <a:lnTo>
                  <a:pt x="1454" y="243"/>
                </a:lnTo>
                <a:lnTo>
                  <a:pt x="623" y="728"/>
                </a:lnTo>
                <a:lnTo>
                  <a:pt x="415" y="1456"/>
                </a:lnTo>
                <a:lnTo>
                  <a:pt x="0" y="2427"/>
                </a:lnTo>
                <a:lnTo>
                  <a:pt x="0" y="19173"/>
                </a:lnTo>
                <a:lnTo>
                  <a:pt x="415" y="20144"/>
                </a:lnTo>
                <a:lnTo>
                  <a:pt x="623" y="20872"/>
                </a:lnTo>
                <a:lnTo>
                  <a:pt x="1454" y="21357"/>
                </a:lnTo>
                <a:lnTo>
                  <a:pt x="2077" y="21600"/>
                </a:lnTo>
                <a:lnTo>
                  <a:pt x="19523" y="21600"/>
                </a:lnTo>
                <a:lnTo>
                  <a:pt x="20354" y="21357"/>
                </a:lnTo>
                <a:lnTo>
                  <a:pt x="21185" y="20872"/>
                </a:lnTo>
                <a:lnTo>
                  <a:pt x="21392" y="20144"/>
                </a:lnTo>
                <a:lnTo>
                  <a:pt x="21600" y="19173"/>
                </a:lnTo>
                <a:lnTo>
                  <a:pt x="21600" y="2427"/>
                </a:lnTo>
                <a:lnTo>
                  <a:pt x="21392" y="1456"/>
                </a:lnTo>
                <a:lnTo>
                  <a:pt x="21185" y="728"/>
                </a:lnTo>
                <a:lnTo>
                  <a:pt x="20354" y="243"/>
                </a:lnTo>
                <a:lnTo>
                  <a:pt x="19523" y="0"/>
                </a:lnTo>
                <a:close/>
                <a:moveTo>
                  <a:pt x="7269" y="2427"/>
                </a:moveTo>
                <a:lnTo>
                  <a:pt x="9346" y="2427"/>
                </a:lnTo>
                <a:lnTo>
                  <a:pt x="9346" y="4854"/>
                </a:lnTo>
                <a:lnTo>
                  <a:pt x="7269" y="4854"/>
                </a:lnTo>
                <a:lnTo>
                  <a:pt x="7269" y="2427"/>
                </a:lnTo>
                <a:close/>
                <a:moveTo>
                  <a:pt x="4154" y="19173"/>
                </a:moveTo>
                <a:lnTo>
                  <a:pt x="2077" y="19173"/>
                </a:lnTo>
                <a:lnTo>
                  <a:pt x="2077" y="16746"/>
                </a:lnTo>
                <a:lnTo>
                  <a:pt x="4154" y="16746"/>
                </a:lnTo>
                <a:lnTo>
                  <a:pt x="4154" y="19173"/>
                </a:lnTo>
                <a:close/>
                <a:moveTo>
                  <a:pt x="4154" y="4854"/>
                </a:moveTo>
                <a:lnTo>
                  <a:pt x="2077" y="4854"/>
                </a:lnTo>
                <a:lnTo>
                  <a:pt x="2077" y="2427"/>
                </a:lnTo>
                <a:lnTo>
                  <a:pt x="4154" y="2427"/>
                </a:lnTo>
                <a:lnTo>
                  <a:pt x="4154" y="4854"/>
                </a:lnTo>
                <a:close/>
                <a:moveTo>
                  <a:pt x="9346" y="19173"/>
                </a:moveTo>
                <a:lnTo>
                  <a:pt x="7269" y="19173"/>
                </a:lnTo>
                <a:lnTo>
                  <a:pt x="7269" y="16746"/>
                </a:lnTo>
                <a:lnTo>
                  <a:pt x="9346" y="16746"/>
                </a:lnTo>
                <a:lnTo>
                  <a:pt x="9346" y="19173"/>
                </a:lnTo>
                <a:close/>
                <a:moveTo>
                  <a:pt x="14331" y="19173"/>
                </a:moveTo>
                <a:lnTo>
                  <a:pt x="12462" y="19173"/>
                </a:lnTo>
                <a:lnTo>
                  <a:pt x="12462" y="16746"/>
                </a:lnTo>
                <a:lnTo>
                  <a:pt x="14331" y="16746"/>
                </a:lnTo>
                <a:lnTo>
                  <a:pt x="14331" y="19173"/>
                </a:lnTo>
                <a:close/>
                <a:moveTo>
                  <a:pt x="8308" y="14319"/>
                </a:moveTo>
                <a:lnTo>
                  <a:pt x="8308" y="7281"/>
                </a:lnTo>
                <a:lnTo>
                  <a:pt x="14331" y="10921"/>
                </a:lnTo>
                <a:lnTo>
                  <a:pt x="8308" y="14319"/>
                </a:lnTo>
                <a:close/>
                <a:moveTo>
                  <a:pt x="14331" y="4854"/>
                </a:moveTo>
                <a:lnTo>
                  <a:pt x="12462" y="4854"/>
                </a:lnTo>
                <a:lnTo>
                  <a:pt x="12462" y="2427"/>
                </a:lnTo>
                <a:lnTo>
                  <a:pt x="14331" y="2427"/>
                </a:lnTo>
                <a:lnTo>
                  <a:pt x="14331" y="4854"/>
                </a:lnTo>
                <a:close/>
                <a:moveTo>
                  <a:pt x="19523" y="19173"/>
                </a:moveTo>
                <a:lnTo>
                  <a:pt x="17446" y="19173"/>
                </a:lnTo>
                <a:lnTo>
                  <a:pt x="17446" y="16746"/>
                </a:lnTo>
                <a:lnTo>
                  <a:pt x="19523" y="16746"/>
                </a:lnTo>
                <a:lnTo>
                  <a:pt x="19523" y="19173"/>
                </a:lnTo>
                <a:close/>
                <a:moveTo>
                  <a:pt x="19523" y="4854"/>
                </a:moveTo>
                <a:lnTo>
                  <a:pt x="17446" y="4854"/>
                </a:lnTo>
                <a:lnTo>
                  <a:pt x="17446" y="2427"/>
                </a:lnTo>
                <a:lnTo>
                  <a:pt x="19523" y="2427"/>
                </a:lnTo>
                <a:lnTo>
                  <a:pt x="19523" y="485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5"/>
          <p:cNvSpPr txBox="1"/>
          <p:nvPr/>
        </p:nvSpPr>
        <p:spPr>
          <a:xfrm>
            <a:off x="2349500" y="4826675"/>
            <a:ext cx="11963400" cy="40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lang="en-US" sz="8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Acciones</a:t>
            </a:r>
            <a:endParaRPr b="1" i="0" sz="8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21" name="Google Shape;321;p35"/>
          <p:cNvCxnSpPr/>
          <p:nvPr/>
        </p:nvCxnSpPr>
        <p:spPr>
          <a:xfrm>
            <a:off x="15451455" y="5113247"/>
            <a:ext cx="0" cy="3540300"/>
          </a:xfrm>
          <a:prstGeom prst="straightConnector1">
            <a:avLst/>
          </a:prstGeom>
          <a:noFill/>
          <a:ln cap="flat" cmpd="sng" w="889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2" name="Google Shape;322;p35"/>
          <p:cNvSpPr txBox="1"/>
          <p:nvPr/>
        </p:nvSpPr>
        <p:spPr>
          <a:xfrm>
            <a:off x="16632011" y="6267069"/>
            <a:ext cx="60756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Plan de Social Media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6"/>
          <p:cNvSpPr txBox="1"/>
          <p:nvPr>
            <p:ph idx="1" type="body"/>
          </p:nvPr>
        </p:nvSpPr>
        <p:spPr>
          <a:xfrm>
            <a:off x="2019300" y="2090814"/>
            <a:ext cx="20688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Completa las acciones concretas que realizarás según canales y tu plan de contenidos</a:t>
            </a:r>
            <a:endParaRPr/>
          </a:p>
        </p:txBody>
      </p:sp>
      <p:sp>
        <p:nvSpPr>
          <p:cNvPr id="328" name="Google Shape;328;p36"/>
          <p:cNvSpPr txBox="1"/>
          <p:nvPr>
            <p:ph type="title"/>
          </p:nvPr>
        </p:nvSpPr>
        <p:spPr>
          <a:xfrm>
            <a:off x="2019300" y="723900"/>
            <a:ext cx="206883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800"/>
              <a:buFont typeface="Lato"/>
              <a:buNone/>
            </a:pPr>
            <a:r>
              <a:rPr lang="en-US"/>
              <a:t>Acciones tácticas</a:t>
            </a:r>
            <a:endParaRPr b="1" i="0" sz="88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9" name="Google Shape;329;p36"/>
          <p:cNvSpPr/>
          <p:nvPr/>
        </p:nvSpPr>
        <p:spPr>
          <a:xfrm>
            <a:off x="1676400" y="2885749"/>
            <a:ext cx="2391600" cy="2391600"/>
          </a:xfrm>
          <a:prstGeom prst="ellipse">
            <a:avLst/>
          </a:prstGeom>
          <a:noFill/>
          <a:ln cap="flat" cmpd="sng" w="19050">
            <a:solidFill>
              <a:srgbClr val="C9C9C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6"/>
          <p:cNvSpPr txBox="1"/>
          <p:nvPr/>
        </p:nvSpPr>
        <p:spPr>
          <a:xfrm>
            <a:off x="-76200" y="5478301"/>
            <a:ext cx="58008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YouTube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6"/>
          <p:cNvSpPr txBox="1"/>
          <p:nvPr/>
        </p:nvSpPr>
        <p:spPr>
          <a:xfrm>
            <a:off x="4702250" y="3700100"/>
            <a:ext cx="11041500" cy="3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Vïdeo tutoriales 2-5 minutos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Vídeo tendencias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…..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32" name="Google Shape;332;p36"/>
          <p:cNvSpPr txBox="1"/>
          <p:nvPr/>
        </p:nvSpPr>
        <p:spPr>
          <a:xfrm>
            <a:off x="4702250" y="2885750"/>
            <a:ext cx="79299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Acciones (ejemplo)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3" name="Google Shape;333;p36"/>
          <p:cNvCxnSpPr/>
          <p:nvPr/>
        </p:nvCxnSpPr>
        <p:spPr>
          <a:xfrm>
            <a:off x="4702250" y="3588436"/>
            <a:ext cx="3867300" cy="0"/>
          </a:xfrm>
          <a:prstGeom prst="straightConnector1">
            <a:avLst/>
          </a:prstGeom>
          <a:noFill/>
          <a:ln cap="flat" cmpd="sng" w="571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4" name="Google Shape;334;p36"/>
          <p:cNvSpPr/>
          <p:nvPr/>
        </p:nvSpPr>
        <p:spPr>
          <a:xfrm>
            <a:off x="2291035" y="3588428"/>
            <a:ext cx="1162350" cy="986256"/>
          </a:xfrm>
          <a:custGeom>
            <a:rect b="b" l="l" r="r" t="t"/>
            <a:pathLst>
              <a:path extrusionOk="0" h="21600" w="21600">
                <a:moveTo>
                  <a:pt x="19523" y="0"/>
                </a:moveTo>
                <a:lnTo>
                  <a:pt x="2077" y="0"/>
                </a:lnTo>
                <a:lnTo>
                  <a:pt x="1454" y="243"/>
                </a:lnTo>
                <a:lnTo>
                  <a:pt x="623" y="728"/>
                </a:lnTo>
                <a:lnTo>
                  <a:pt x="415" y="1456"/>
                </a:lnTo>
                <a:lnTo>
                  <a:pt x="0" y="2427"/>
                </a:lnTo>
                <a:lnTo>
                  <a:pt x="0" y="19173"/>
                </a:lnTo>
                <a:lnTo>
                  <a:pt x="415" y="20144"/>
                </a:lnTo>
                <a:lnTo>
                  <a:pt x="623" y="20872"/>
                </a:lnTo>
                <a:lnTo>
                  <a:pt x="1454" y="21357"/>
                </a:lnTo>
                <a:lnTo>
                  <a:pt x="2077" y="21600"/>
                </a:lnTo>
                <a:lnTo>
                  <a:pt x="19523" y="21600"/>
                </a:lnTo>
                <a:lnTo>
                  <a:pt x="20354" y="21357"/>
                </a:lnTo>
                <a:lnTo>
                  <a:pt x="21185" y="20872"/>
                </a:lnTo>
                <a:lnTo>
                  <a:pt x="21392" y="20144"/>
                </a:lnTo>
                <a:lnTo>
                  <a:pt x="21600" y="19173"/>
                </a:lnTo>
                <a:lnTo>
                  <a:pt x="21600" y="2427"/>
                </a:lnTo>
                <a:lnTo>
                  <a:pt x="21392" y="1456"/>
                </a:lnTo>
                <a:lnTo>
                  <a:pt x="21185" y="728"/>
                </a:lnTo>
                <a:lnTo>
                  <a:pt x="20354" y="243"/>
                </a:lnTo>
                <a:lnTo>
                  <a:pt x="19523" y="0"/>
                </a:lnTo>
                <a:close/>
                <a:moveTo>
                  <a:pt x="7269" y="2427"/>
                </a:moveTo>
                <a:lnTo>
                  <a:pt x="9346" y="2427"/>
                </a:lnTo>
                <a:lnTo>
                  <a:pt x="9346" y="4854"/>
                </a:lnTo>
                <a:lnTo>
                  <a:pt x="7269" y="4854"/>
                </a:lnTo>
                <a:lnTo>
                  <a:pt x="7269" y="2427"/>
                </a:lnTo>
                <a:close/>
                <a:moveTo>
                  <a:pt x="4154" y="19173"/>
                </a:moveTo>
                <a:lnTo>
                  <a:pt x="2077" y="19173"/>
                </a:lnTo>
                <a:lnTo>
                  <a:pt x="2077" y="16746"/>
                </a:lnTo>
                <a:lnTo>
                  <a:pt x="4154" y="16746"/>
                </a:lnTo>
                <a:lnTo>
                  <a:pt x="4154" y="19173"/>
                </a:lnTo>
                <a:close/>
                <a:moveTo>
                  <a:pt x="4154" y="4854"/>
                </a:moveTo>
                <a:lnTo>
                  <a:pt x="2077" y="4854"/>
                </a:lnTo>
                <a:lnTo>
                  <a:pt x="2077" y="2427"/>
                </a:lnTo>
                <a:lnTo>
                  <a:pt x="4154" y="2427"/>
                </a:lnTo>
                <a:lnTo>
                  <a:pt x="4154" y="4854"/>
                </a:lnTo>
                <a:close/>
                <a:moveTo>
                  <a:pt x="9346" y="19173"/>
                </a:moveTo>
                <a:lnTo>
                  <a:pt x="7269" y="19173"/>
                </a:lnTo>
                <a:lnTo>
                  <a:pt x="7269" y="16746"/>
                </a:lnTo>
                <a:lnTo>
                  <a:pt x="9346" y="16746"/>
                </a:lnTo>
                <a:lnTo>
                  <a:pt x="9346" y="19173"/>
                </a:lnTo>
                <a:close/>
                <a:moveTo>
                  <a:pt x="14331" y="19173"/>
                </a:moveTo>
                <a:lnTo>
                  <a:pt x="12462" y="19173"/>
                </a:lnTo>
                <a:lnTo>
                  <a:pt x="12462" y="16746"/>
                </a:lnTo>
                <a:lnTo>
                  <a:pt x="14331" y="16746"/>
                </a:lnTo>
                <a:lnTo>
                  <a:pt x="14331" y="19173"/>
                </a:lnTo>
                <a:close/>
                <a:moveTo>
                  <a:pt x="8308" y="14319"/>
                </a:moveTo>
                <a:lnTo>
                  <a:pt x="8308" y="7281"/>
                </a:lnTo>
                <a:lnTo>
                  <a:pt x="14331" y="10921"/>
                </a:lnTo>
                <a:lnTo>
                  <a:pt x="8308" y="14319"/>
                </a:lnTo>
                <a:close/>
                <a:moveTo>
                  <a:pt x="14331" y="4854"/>
                </a:moveTo>
                <a:lnTo>
                  <a:pt x="12462" y="4854"/>
                </a:lnTo>
                <a:lnTo>
                  <a:pt x="12462" y="2427"/>
                </a:lnTo>
                <a:lnTo>
                  <a:pt x="14331" y="2427"/>
                </a:lnTo>
                <a:lnTo>
                  <a:pt x="14331" y="4854"/>
                </a:lnTo>
                <a:close/>
                <a:moveTo>
                  <a:pt x="19523" y="19173"/>
                </a:moveTo>
                <a:lnTo>
                  <a:pt x="17446" y="19173"/>
                </a:lnTo>
                <a:lnTo>
                  <a:pt x="17446" y="16746"/>
                </a:lnTo>
                <a:lnTo>
                  <a:pt x="19523" y="16746"/>
                </a:lnTo>
                <a:lnTo>
                  <a:pt x="19523" y="19173"/>
                </a:lnTo>
                <a:close/>
                <a:moveTo>
                  <a:pt x="19523" y="4854"/>
                </a:moveTo>
                <a:lnTo>
                  <a:pt x="17446" y="4854"/>
                </a:lnTo>
                <a:lnTo>
                  <a:pt x="17446" y="2427"/>
                </a:lnTo>
                <a:lnTo>
                  <a:pt x="19523" y="2427"/>
                </a:lnTo>
                <a:lnTo>
                  <a:pt x="19523" y="485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6"/>
          <p:cNvSpPr/>
          <p:nvPr/>
        </p:nvSpPr>
        <p:spPr>
          <a:xfrm>
            <a:off x="1676400" y="6175750"/>
            <a:ext cx="2391600" cy="2391600"/>
          </a:xfrm>
          <a:prstGeom prst="ellipse">
            <a:avLst/>
          </a:prstGeom>
          <a:noFill/>
          <a:ln cap="flat" cmpd="sng" w="19050">
            <a:solidFill>
              <a:srgbClr val="C9C9C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6"/>
          <p:cNvSpPr/>
          <p:nvPr/>
        </p:nvSpPr>
        <p:spPr>
          <a:xfrm>
            <a:off x="2095112" y="6714073"/>
            <a:ext cx="1455732" cy="1438398"/>
          </a:xfrm>
          <a:custGeom>
            <a:rect b="b" l="l" r="r" t="t"/>
            <a:pathLst>
              <a:path extrusionOk="0" h="21600" w="21600">
                <a:moveTo>
                  <a:pt x="19029" y="0"/>
                </a:moveTo>
                <a:lnTo>
                  <a:pt x="19029" y="1543"/>
                </a:lnTo>
                <a:lnTo>
                  <a:pt x="0" y="5657"/>
                </a:lnTo>
                <a:lnTo>
                  <a:pt x="0" y="19029"/>
                </a:lnTo>
                <a:lnTo>
                  <a:pt x="257" y="19543"/>
                </a:lnTo>
                <a:lnTo>
                  <a:pt x="1029" y="20314"/>
                </a:lnTo>
                <a:lnTo>
                  <a:pt x="5914" y="21600"/>
                </a:lnTo>
                <a:lnTo>
                  <a:pt x="6943" y="21600"/>
                </a:lnTo>
                <a:lnTo>
                  <a:pt x="7200" y="20829"/>
                </a:lnTo>
                <a:lnTo>
                  <a:pt x="10543" y="16714"/>
                </a:lnTo>
                <a:lnTo>
                  <a:pt x="19029" y="18514"/>
                </a:lnTo>
                <a:lnTo>
                  <a:pt x="19029" y="20314"/>
                </a:lnTo>
                <a:lnTo>
                  <a:pt x="21600" y="20314"/>
                </a:lnTo>
                <a:lnTo>
                  <a:pt x="21600" y="0"/>
                </a:lnTo>
                <a:lnTo>
                  <a:pt x="19029" y="0"/>
                </a:lnTo>
                <a:close/>
                <a:moveTo>
                  <a:pt x="5657" y="18514"/>
                </a:moveTo>
                <a:lnTo>
                  <a:pt x="2571" y="18000"/>
                </a:lnTo>
                <a:lnTo>
                  <a:pt x="2571" y="15171"/>
                </a:lnTo>
                <a:lnTo>
                  <a:pt x="7971" y="16200"/>
                </a:lnTo>
                <a:lnTo>
                  <a:pt x="5657" y="1851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6"/>
          <p:cNvSpPr txBox="1"/>
          <p:nvPr/>
        </p:nvSpPr>
        <p:spPr>
          <a:xfrm>
            <a:off x="4702400" y="6175747"/>
            <a:ext cx="3867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Acciones Canal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" name="Google Shape;338;p36"/>
          <p:cNvCxnSpPr/>
          <p:nvPr/>
        </p:nvCxnSpPr>
        <p:spPr>
          <a:xfrm>
            <a:off x="4702250" y="6919161"/>
            <a:ext cx="3867300" cy="0"/>
          </a:xfrm>
          <a:prstGeom prst="straightConnector1">
            <a:avLst/>
          </a:prstGeom>
          <a:noFill/>
          <a:ln cap="flat" cmpd="sng" w="571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9" name="Google Shape;339;p36"/>
          <p:cNvSpPr txBox="1"/>
          <p:nvPr/>
        </p:nvSpPr>
        <p:spPr>
          <a:xfrm>
            <a:off x="4702250" y="6959875"/>
            <a:ext cx="11041500" cy="30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…………………..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…………………...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…………………...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40" name="Google Shape;340;p36"/>
          <p:cNvSpPr txBox="1"/>
          <p:nvPr/>
        </p:nvSpPr>
        <p:spPr>
          <a:xfrm>
            <a:off x="-76200" y="8831101"/>
            <a:ext cx="58008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Canal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6"/>
          <p:cNvSpPr/>
          <p:nvPr/>
        </p:nvSpPr>
        <p:spPr>
          <a:xfrm>
            <a:off x="1718725" y="9601300"/>
            <a:ext cx="2391600" cy="2391600"/>
          </a:xfrm>
          <a:prstGeom prst="ellipse">
            <a:avLst/>
          </a:prstGeom>
          <a:noFill/>
          <a:ln cap="flat" cmpd="sng" w="19050">
            <a:solidFill>
              <a:srgbClr val="C9C9C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6"/>
          <p:cNvSpPr/>
          <p:nvPr/>
        </p:nvSpPr>
        <p:spPr>
          <a:xfrm>
            <a:off x="2137437" y="10139623"/>
            <a:ext cx="1455732" cy="1438398"/>
          </a:xfrm>
          <a:custGeom>
            <a:rect b="b" l="l" r="r" t="t"/>
            <a:pathLst>
              <a:path extrusionOk="0" h="21600" w="21600">
                <a:moveTo>
                  <a:pt x="19029" y="0"/>
                </a:moveTo>
                <a:lnTo>
                  <a:pt x="19029" y="1543"/>
                </a:lnTo>
                <a:lnTo>
                  <a:pt x="0" y="5657"/>
                </a:lnTo>
                <a:lnTo>
                  <a:pt x="0" y="19029"/>
                </a:lnTo>
                <a:lnTo>
                  <a:pt x="257" y="19543"/>
                </a:lnTo>
                <a:lnTo>
                  <a:pt x="1029" y="20314"/>
                </a:lnTo>
                <a:lnTo>
                  <a:pt x="5914" y="21600"/>
                </a:lnTo>
                <a:lnTo>
                  <a:pt x="6943" y="21600"/>
                </a:lnTo>
                <a:lnTo>
                  <a:pt x="7200" y="20829"/>
                </a:lnTo>
                <a:lnTo>
                  <a:pt x="10543" y="16714"/>
                </a:lnTo>
                <a:lnTo>
                  <a:pt x="19029" y="18514"/>
                </a:lnTo>
                <a:lnTo>
                  <a:pt x="19029" y="20314"/>
                </a:lnTo>
                <a:lnTo>
                  <a:pt x="21600" y="20314"/>
                </a:lnTo>
                <a:lnTo>
                  <a:pt x="21600" y="0"/>
                </a:lnTo>
                <a:lnTo>
                  <a:pt x="19029" y="0"/>
                </a:lnTo>
                <a:close/>
                <a:moveTo>
                  <a:pt x="5657" y="18514"/>
                </a:moveTo>
                <a:lnTo>
                  <a:pt x="2571" y="18000"/>
                </a:lnTo>
                <a:lnTo>
                  <a:pt x="2571" y="15171"/>
                </a:lnTo>
                <a:lnTo>
                  <a:pt x="7971" y="16200"/>
                </a:lnTo>
                <a:lnTo>
                  <a:pt x="5657" y="1851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6"/>
          <p:cNvSpPr txBox="1"/>
          <p:nvPr/>
        </p:nvSpPr>
        <p:spPr>
          <a:xfrm>
            <a:off x="4744725" y="9601297"/>
            <a:ext cx="3867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Acciones Canal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6"/>
          <p:cNvSpPr txBox="1"/>
          <p:nvPr/>
        </p:nvSpPr>
        <p:spPr>
          <a:xfrm>
            <a:off x="4744575" y="10393250"/>
            <a:ext cx="11041500" cy="3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…………………..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…………………...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…………………...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45" name="Google Shape;345;p36"/>
          <p:cNvSpPr txBox="1"/>
          <p:nvPr/>
        </p:nvSpPr>
        <p:spPr>
          <a:xfrm>
            <a:off x="-33875" y="12256651"/>
            <a:ext cx="58008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Canal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6"/>
          <p:cNvCxnSpPr/>
          <p:nvPr/>
        </p:nvCxnSpPr>
        <p:spPr>
          <a:xfrm>
            <a:off x="4778450" y="10344711"/>
            <a:ext cx="3867300" cy="0"/>
          </a:xfrm>
          <a:prstGeom prst="straightConnector1">
            <a:avLst/>
          </a:prstGeom>
          <a:noFill/>
          <a:ln cap="flat" cmpd="sng" w="571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7" name="Google Shape;347;p36"/>
          <p:cNvSpPr/>
          <p:nvPr/>
        </p:nvSpPr>
        <p:spPr>
          <a:xfrm>
            <a:off x="12485400" y="2885750"/>
            <a:ext cx="2391600" cy="2391600"/>
          </a:xfrm>
          <a:prstGeom prst="ellipse">
            <a:avLst/>
          </a:prstGeom>
          <a:noFill/>
          <a:ln cap="flat" cmpd="sng" w="19050">
            <a:solidFill>
              <a:srgbClr val="C9C9C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6"/>
          <p:cNvSpPr/>
          <p:nvPr/>
        </p:nvSpPr>
        <p:spPr>
          <a:xfrm>
            <a:off x="12904112" y="3424073"/>
            <a:ext cx="1455732" cy="1438398"/>
          </a:xfrm>
          <a:custGeom>
            <a:rect b="b" l="l" r="r" t="t"/>
            <a:pathLst>
              <a:path extrusionOk="0" h="21600" w="21600">
                <a:moveTo>
                  <a:pt x="19029" y="0"/>
                </a:moveTo>
                <a:lnTo>
                  <a:pt x="19029" y="1543"/>
                </a:lnTo>
                <a:lnTo>
                  <a:pt x="0" y="5657"/>
                </a:lnTo>
                <a:lnTo>
                  <a:pt x="0" y="19029"/>
                </a:lnTo>
                <a:lnTo>
                  <a:pt x="257" y="19543"/>
                </a:lnTo>
                <a:lnTo>
                  <a:pt x="1029" y="20314"/>
                </a:lnTo>
                <a:lnTo>
                  <a:pt x="5914" y="21600"/>
                </a:lnTo>
                <a:lnTo>
                  <a:pt x="6943" y="21600"/>
                </a:lnTo>
                <a:lnTo>
                  <a:pt x="7200" y="20829"/>
                </a:lnTo>
                <a:lnTo>
                  <a:pt x="10543" y="16714"/>
                </a:lnTo>
                <a:lnTo>
                  <a:pt x="19029" y="18514"/>
                </a:lnTo>
                <a:lnTo>
                  <a:pt x="19029" y="20314"/>
                </a:lnTo>
                <a:lnTo>
                  <a:pt x="21600" y="20314"/>
                </a:lnTo>
                <a:lnTo>
                  <a:pt x="21600" y="0"/>
                </a:lnTo>
                <a:lnTo>
                  <a:pt x="19029" y="0"/>
                </a:lnTo>
                <a:close/>
                <a:moveTo>
                  <a:pt x="5657" y="18514"/>
                </a:moveTo>
                <a:lnTo>
                  <a:pt x="2571" y="18000"/>
                </a:lnTo>
                <a:lnTo>
                  <a:pt x="2571" y="15171"/>
                </a:lnTo>
                <a:lnTo>
                  <a:pt x="7971" y="16200"/>
                </a:lnTo>
                <a:lnTo>
                  <a:pt x="5657" y="1851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6"/>
          <p:cNvSpPr txBox="1"/>
          <p:nvPr/>
        </p:nvSpPr>
        <p:spPr>
          <a:xfrm>
            <a:off x="15511400" y="2885747"/>
            <a:ext cx="3867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Acciones Canal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6"/>
          <p:cNvSpPr txBox="1"/>
          <p:nvPr/>
        </p:nvSpPr>
        <p:spPr>
          <a:xfrm>
            <a:off x="15511250" y="3669875"/>
            <a:ext cx="11041500" cy="30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…………………..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…………………...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…………………...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51" name="Google Shape;351;p36"/>
          <p:cNvSpPr txBox="1"/>
          <p:nvPr/>
        </p:nvSpPr>
        <p:spPr>
          <a:xfrm>
            <a:off x="10732800" y="5541101"/>
            <a:ext cx="58008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Canal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6"/>
          <p:cNvSpPr/>
          <p:nvPr/>
        </p:nvSpPr>
        <p:spPr>
          <a:xfrm>
            <a:off x="12485400" y="6238550"/>
            <a:ext cx="2391600" cy="2391600"/>
          </a:xfrm>
          <a:prstGeom prst="ellipse">
            <a:avLst/>
          </a:prstGeom>
          <a:noFill/>
          <a:ln cap="flat" cmpd="sng" w="19050">
            <a:solidFill>
              <a:srgbClr val="C9C9C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6"/>
          <p:cNvSpPr/>
          <p:nvPr/>
        </p:nvSpPr>
        <p:spPr>
          <a:xfrm>
            <a:off x="12904112" y="6776873"/>
            <a:ext cx="1455732" cy="1438398"/>
          </a:xfrm>
          <a:custGeom>
            <a:rect b="b" l="l" r="r" t="t"/>
            <a:pathLst>
              <a:path extrusionOk="0" h="21600" w="21600">
                <a:moveTo>
                  <a:pt x="19029" y="0"/>
                </a:moveTo>
                <a:lnTo>
                  <a:pt x="19029" y="1543"/>
                </a:lnTo>
                <a:lnTo>
                  <a:pt x="0" y="5657"/>
                </a:lnTo>
                <a:lnTo>
                  <a:pt x="0" y="19029"/>
                </a:lnTo>
                <a:lnTo>
                  <a:pt x="257" y="19543"/>
                </a:lnTo>
                <a:lnTo>
                  <a:pt x="1029" y="20314"/>
                </a:lnTo>
                <a:lnTo>
                  <a:pt x="5914" y="21600"/>
                </a:lnTo>
                <a:lnTo>
                  <a:pt x="6943" y="21600"/>
                </a:lnTo>
                <a:lnTo>
                  <a:pt x="7200" y="20829"/>
                </a:lnTo>
                <a:lnTo>
                  <a:pt x="10543" y="16714"/>
                </a:lnTo>
                <a:lnTo>
                  <a:pt x="19029" y="18514"/>
                </a:lnTo>
                <a:lnTo>
                  <a:pt x="19029" y="20314"/>
                </a:lnTo>
                <a:lnTo>
                  <a:pt x="21600" y="20314"/>
                </a:lnTo>
                <a:lnTo>
                  <a:pt x="21600" y="0"/>
                </a:lnTo>
                <a:lnTo>
                  <a:pt x="19029" y="0"/>
                </a:lnTo>
                <a:close/>
                <a:moveTo>
                  <a:pt x="5657" y="18514"/>
                </a:moveTo>
                <a:lnTo>
                  <a:pt x="2571" y="18000"/>
                </a:lnTo>
                <a:lnTo>
                  <a:pt x="2571" y="15171"/>
                </a:lnTo>
                <a:lnTo>
                  <a:pt x="7971" y="16200"/>
                </a:lnTo>
                <a:lnTo>
                  <a:pt x="5657" y="1851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6"/>
          <p:cNvSpPr txBox="1"/>
          <p:nvPr/>
        </p:nvSpPr>
        <p:spPr>
          <a:xfrm>
            <a:off x="15511400" y="6238547"/>
            <a:ext cx="3867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Acciones Canal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6"/>
          <p:cNvSpPr txBox="1"/>
          <p:nvPr/>
        </p:nvSpPr>
        <p:spPr>
          <a:xfrm>
            <a:off x="15511250" y="7022675"/>
            <a:ext cx="11041500" cy="30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…………………..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…………………...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…………………...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56" name="Google Shape;356;p36"/>
          <p:cNvSpPr txBox="1"/>
          <p:nvPr/>
        </p:nvSpPr>
        <p:spPr>
          <a:xfrm>
            <a:off x="10732800" y="8893901"/>
            <a:ext cx="58008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Canal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6"/>
          <p:cNvSpPr/>
          <p:nvPr/>
        </p:nvSpPr>
        <p:spPr>
          <a:xfrm>
            <a:off x="12485400" y="9677500"/>
            <a:ext cx="2391600" cy="2391600"/>
          </a:xfrm>
          <a:prstGeom prst="ellipse">
            <a:avLst/>
          </a:prstGeom>
          <a:noFill/>
          <a:ln cap="flat" cmpd="sng" w="19050">
            <a:solidFill>
              <a:srgbClr val="C9C9C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6"/>
          <p:cNvSpPr/>
          <p:nvPr/>
        </p:nvSpPr>
        <p:spPr>
          <a:xfrm>
            <a:off x="12904112" y="10215823"/>
            <a:ext cx="1455732" cy="1438398"/>
          </a:xfrm>
          <a:custGeom>
            <a:rect b="b" l="l" r="r" t="t"/>
            <a:pathLst>
              <a:path extrusionOk="0" h="21600" w="21600">
                <a:moveTo>
                  <a:pt x="19029" y="0"/>
                </a:moveTo>
                <a:lnTo>
                  <a:pt x="19029" y="1543"/>
                </a:lnTo>
                <a:lnTo>
                  <a:pt x="0" y="5657"/>
                </a:lnTo>
                <a:lnTo>
                  <a:pt x="0" y="19029"/>
                </a:lnTo>
                <a:lnTo>
                  <a:pt x="257" y="19543"/>
                </a:lnTo>
                <a:lnTo>
                  <a:pt x="1029" y="20314"/>
                </a:lnTo>
                <a:lnTo>
                  <a:pt x="5914" y="21600"/>
                </a:lnTo>
                <a:lnTo>
                  <a:pt x="6943" y="21600"/>
                </a:lnTo>
                <a:lnTo>
                  <a:pt x="7200" y="20829"/>
                </a:lnTo>
                <a:lnTo>
                  <a:pt x="10543" y="16714"/>
                </a:lnTo>
                <a:lnTo>
                  <a:pt x="19029" y="18514"/>
                </a:lnTo>
                <a:lnTo>
                  <a:pt x="19029" y="20314"/>
                </a:lnTo>
                <a:lnTo>
                  <a:pt x="21600" y="20314"/>
                </a:lnTo>
                <a:lnTo>
                  <a:pt x="21600" y="0"/>
                </a:lnTo>
                <a:lnTo>
                  <a:pt x="19029" y="0"/>
                </a:lnTo>
                <a:close/>
                <a:moveTo>
                  <a:pt x="5657" y="18514"/>
                </a:moveTo>
                <a:lnTo>
                  <a:pt x="2571" y="18000"/>
                </a:lnTo>
                <a:lnTo>
                  <a:pt x="2571" y="15171"/>
                </a:lnTo>
                <a:lnTo>
                  <a:pt x="7971" y="16200"/>
                </a:lnTo>
                <a:lnTo>
                  <a:pt x="5657" y="1851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6"/>
          <p:cNvSpPr txBox="1"/>
          <p:nvPr/>
        </p:nvSpPr>
        <p:spPr>
          <a:xfrm>
            <a:off x="15511400" y="9677497"/>
            <a:ext cx="3867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Acciones Canal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6"/>
          <p:cNvSpPr txBox="1"/>
          <p:nvPr/>
        </p:nvSpPr>
        <p:spPr>
          <a:xfrm>
            <a:off x="15511250" y="10461625"/>
            <a:ext cx="11041500" cy="30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…………………..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…………………...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3810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 Light"/>
              <a:buChar char="●"/>
            </a:pPr>
            <a:r>
              <a:rPr lang="en-US" sz="2400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rPr>
              <a:t>…………………...</a:t>
            </a:r>
            <a:endParaRPr sz="2400">
              <a:solidFill>
                <a:schemeClr val="dk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61" name="Google Shape;361;p36"/>
          <p:cNvSpPr txBox="1"/>
          <p:nvPr/>
        </p:nvSpPr>
        <p:spPr>
          <a:xfrm>
            <a:off x="10732800" y="12332851"/>
            <a:ext cx="58008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Canal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2" name="Google Shape;362;p36"/>
          <p:cNvCxnSpPr/>
          <p:nvPr/>
        </p:nvCxnSpPr>
        <p:spPr>
          <a:xfrm>
            <a:off x="15522650" y="3588436"/>
            <a:ext cx="3867300" cy="0"/>
          </a:xfrm>
          <a:prstGeom prst="straightConnector1">
            <a:avLst/>
          </a:prstGeom>
          <a:noFill/>
          <a:ln cap="flat" cmpd="sng" w="571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3" name="Google Shape;363;p36"/>
          <p:cNvCxnSpPr/>
          <p:nvPr/>
        </p:nvCxnSpPr>
        <p:spPr>
          <a:xfrm>
            <a:off x="15522650" y="6941236"/>
            <a:ext cx="3867300" cy="0"/>
          </a:xfrm>
          <a:prstGeom prst="straightConnector1">
            <a:avLst/>
          </a:prstGeom>
          <a:noFill/>
          <a:ln cap="flat" cmpd="sng" w="571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4" name="Google Shape;364;p36"/>
          <p:cNvCxnSpPr/>
          <p:nvPr/>
        </p:nvCxnSpPr>
        <p:spPr>
          <a:xfrm>
            <a:off x="15522650" y="10446436"/>
            <a:ext cx="3867300" cy="0"/>
          </a:xfrm>
          <a:prstGeom prst="straightConnector1">
            <a:avLst/>
          </a:prstGeom>
          <a:noFill/>
          <a:ln cap="flat" cmpd="sng" w="5715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7"/>
          <p:cNvSpPr txBox="1"/>
          <p:nvPr/>
        </p:nvSpPr>
        <p:spPr>
          <a:xfrm>
            <a:off x="2349500" y="4826675"/>
            <a:ext cx="11963400" cy="40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lang="en-US" sz="8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Plan de Contenidos</a:t>
            </a:r>
            <a:endParaRPr b="1" i="0" sz="8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71" name="Google Shape;371;p37"/>
          <p:cNvCxnSpPr/>
          <p:nvPr/>
        </p:nvCxnSpPr>
        <p:spPr>
          <a:xfrm>
            <a:off x="15451455" y="5113247"/>
            <a:ext cx="0" cy="3540300"/>
          </a:xfrm>
          <a:prstGeom prst="straightConnector1">
            <a:avLst/>
          </a:prstGeom>
          <a:noFill/>
          <a:ln cap="flat" cmpd="sng" w="889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2" name="Google Shape;372;p37"/>
          <p:cNvSpPr txBox="1"/>
          <p:nvPr/>
        </p:nvSpPr>
        <p:spPr>
          <a:xfrm>
            <a:off x="16632011" y="6267069"/>
            <a:ext cx="60756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Plan de Social Media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idx="1" type="body"/>
          </p:nvPr>
        </p:nvSpPr>
        <p:spPr>
          <a:xfrm>
            <a:off x="2019300" y="2090814"/>
            <a:ext cx="20688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Crea un listado de palabras clave y agrúpalas por temáticas</a:t>
            </a:r>
            <a:endParaRPr/>
          </a:p>
        </p:txBody>
      </p:sp>
      <p:sp>
        <p:nvSpPr>
          <p:cNvPr id="378" name="Google Shape;378;p38"/>
          <p:cNvSpPr txBox="1"/>
          <p:nvPr>
            <p:ph type="title"/>
          </p:nvPr>
        </p:nvSpPr>
        <p:spPr>
          <a:xfrm>
            <a:off x="2019300" y="723900"/>
            <a:ext cx="206883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800"/>
              <a:buFont typeface="Lato"/>
              <a:buNone/>
            </a:pPr>
            <a:r>
              <a:rPr lang="en-US"/>
              <a:t>Temáticas y p</a:t>
            </a:r>
            <a:r>
              <a:rPr lang="en-US"/>
              <a:t>alabras clave</a:t>
            </a:r>
            <a:endParaRPr b="1" i="0" sz="88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9" name="Google Shape;379;p38"/>
          <p:cNvSpPr/>
          <p:nvPr/>
        </p:nvSpPr>
        <p:spPr>
          <a:xfrm>
            <a:off x="1676401" y="6081191"/>
            <a:ext cx="1072296" cy="1066792"/>
          </a:xfrm>
          <a:custGeom>
            <a:rect b="b" l="l" r="r" t="t"/>
            <a:pathLst>
              <a:path extrusionOk="0" h="353" w="353">
                <a:moveTo>
                  <a:pt x="176" y="221"/>
                </a:moveTo>
                <a:cubicBezTo>
                  <a:pt x="102" y="147"/>
                  <a:pt x="102" y="147"/>
                  <a:pt x="102" y="147"/>
                </a:cubicBezTo>
                <a:cubicBezTo>
                  <a:pt x="100" y="146"/>
                  <a:pt x="98" y="145"/>
                  <a:pt x="96" y="145"/>
                </a:cubicBezTo>
                <a:cubicBezTo>
                  <a:pt x="91" y="145"/>
                  <a:pt x="88" y="148"/>
                  <a:pt x="88" y="153"/>
                </a:cubicBezTo>
                <a:cubicBezTo>
                  <a:pt x="88" y="155"/>
                  <a:pt x="89" y="157"/>
                  <a:pt x="90" y="158"/>
                </a:cubicBezTo>
                <a:cubicBezTo>
                  <a:pt x="170" y="239"/>
                  <a:pt x="170" y="239"/>
                  <a:pt x="170" y="239"/>
                </a:cubicBezTo>
                <a:cubicBezTo>
                  <a:pt x="172" y="240"/>
                  <a:pt x="174" y="241"/>
                  <a:pt x="176" y="241"/>
                </a:cubicBezTo>
                <a:cubicBezTo>
                  <a:pt x="178" y="241"/>
                  <a:pt x="180" y="240"/>
                  <a:pt x="182" y="238"/>
                </a:cubicBezTo>
                <a:cubicBezTo>
                  <a:pt x="182" y="238"/>
                  <a:pt x="182" y="238"/>
                  <a:pt x="182" y="238"/>
                </a:cubicBezTo>
                <a:cubicBezTo>
                  <a:pt x="316" y="98"/>
                  <a:pt x="316" y="98"/>
                  <a:pt x="316" y="98"/>
                </a:cubicBezTo>
                <a:cubicBezTo>
                  <a:pt x="316" y="98"/>
                  <a:pt x="316" y="98"/>
                  <a:pt x="316" y="98"/>
                </a:cubicBezTo>
                <a:cubicBezTo>
                  <a:pt x="328" y="86"/>
                  <a:pt x="328" y="86"/>
                  <a:pt x="328" y="86"/>
                </a:cubicBezTo>
                <a:cubicBezTo>
                  <a:pt x="328" y="86"/>
                  <a:pt x="328" y="86"/>
                  <a:pt x="327" y="86"/>
                </a:cubicBezTo>
                <a:cubicBezTo>
                  <a:pt x="351" y="62"/>
                  <a:pt x="351" y="62"/>
                  <a:pt x="351" y="62"/>
                </a:cubicBezTo>
                <a:cubicBezTo>
                  <a:pt x="351" y="62"/>
                  <a:pt x="351" y="62"/>
                  <a:pt x="351" y="62"/>
                </a:cubicBezTo>
                <a:cubicBezTo>
                  <a:pt x="352" y="60"/>
                  <a:pt x="353" y="58"/>
                  <a:pt x="353" y="56"/>
                </a:cubicBezTo>
                <a:cubicBezTo>
                  <a:pt x="353" y="52"/>
                  <a:pt x="349" y="48"/>
                  <a:pt x="345" y="48"/>
                </a:cubicBezTo>
                <a:cubicBezTo>
                  <a:pt x="342" y="48"/>
                  <a:pt x="340" y="49"/>
                  <a:pt x="339" y="51"/>
                </a:cubicBezTo>
                <a:cubicBezTo>
                  <a:pt x="339" y="51"/>
                  <a:pt x="339" y="51"/>
                  <a:pt x="339" y="51"/>
                </a:cubicBezTo>
                <a:cubicBezTo>
                  <a:pt x="318" y="72"/>
                  <a:pt x="318" y="72"/>
                  <a:pt x="318" y="72"/>
                </a:cubicBezTo>
                <a:cubicBezTo>
                  <a:pt x="318" y="72"/>
                  <a:pt x="318" y="72"/>
                  <a:pt x="318" y="72"/>
                </a:cubicBezTo>
                <a:cubicBezTo>
                  <a:pt x="307" y="84"/>
                  <a:pt x="307" y="84"/>
                  <a:pt x="307" y="84"/>
                </a:cubicBezTo>
                <a:cubicBezTo>
                  <a:pt x="307" y="84"/>
                  <a:pt x="307" y="84"/>
                  <a:pt x="307" y="84"/>
                </a:cubicBezTo>
                <a:lnTo>
                  <a:pt x="176" y="221"/>
                </a:lnTo>
                <a:close/>
                <a:moveTo>
                  <a:pt x="339" y="109"/>
                </a:moveTo>
                <a:cubicBezTo>
                  <a:pt x="335" y="106"/>
                  <a:pt x="330" y="106"/>
                  <a:pt x="327" y="109"/>
                </a:cubicBezTo>
                <a:cubicBezTo>
                  <a:pt x="325" y="111"/>
                  <a:pt x="324" y="115"/>
                  <a:pt x="325" y="117"/>
                </a:cubicBezTo>
                <a:cubicBezTo>
                  <a:pt x="325" y="117"/>
                  <a:pt x="325" y="117"/>
                  <a:pt x="325" y="117"/>
                </a:cubicBezTo>
                <a:cubicBezTo>
                  <a:pt x="333" y="136"/>
                  <a:pt x="337" y="156"/>
                  <a:pt x="337" y="177"/>
                </a:cubicBezTo>
                <a:cubicBezTo>
                  <a:pt x="337" y="265"/>
                  <a:pt x="265" y="337"/>
                  <a:pt x="176" y="337"/>
                </a:cubicBezTo>
                <a:cubicBezTo>
                  <a:pt x="88" y="337"/>
                  <a:pt x="16" y="265"/>
                  <a:pt x="16" y="177"/>
                </a:cubicBezTo>
                <a:cubicBezTo>
                  <a:pt x="16" y="88"/>
                  <a:pt x="88" y="16"/>
                  <a:pt x="176" y="16"/>
                </a:cubicBezTo>
                <a:cubicBezTo>
                  <a:pt x="222" y="16"/>
                  <a:pt x="262" y="35"/>
                  <a:pt x="292" y="65"/>
                </a:cubicBezTo>
                <a:cubicBezTo>
                  <a:pt x="292" y="65"/>
                  <a:pt x="292" y="65"/>
                  <a:pt x="292" y="65"/>
                </a:cubicBezTo>
                <a:cubicBezTo>
                  <a:pt x="295" y="68"/>
                  <a:pt x="300" y="68"/>
                  <a:pt x="303" y="65"/>
                </a:cubicBezTo>
                <a:cubicBezTo>
                  <a:pt x="306" y="62"/>
                  <a:pt x="306" y="57"/>
                  <a:pt x="303" y="54"/>
                </a:cubicBezTo>
                <a:cubicBezTo>
                  <a:pt x="302" y="53"/>
                  <a:pt x="302" y="53"/>
                  <a:pt x="302" y="53"/>
                </a:cubicBezTo>
                <a:cubicBezTo>
                  <a:pt x="270" y="20"/>
                  <a:pt x="225" y="0"/>
                  <a:pt x="176" y="0"/>
                </a:cubicBezTo>
                <a:cubicBezTo>
                  <a:pt x="79" y="0"/>
                  <a:pt x="0" y="79"/>
                  <a:pt x="0" y="177"/>
                </a:cubicBezTo>
                <a:cubicBezTo>
                  <a:pt x="0" y="274"/>
                  <a:pt x="79" y="353"/>
                  <a:pt x="176" y="353"/>
                </a:cubicBezTo>
                <a:cubicBezTo>
                  <a:pt x="274" y="353"/>
                  <a:pt x="353" y="274"/>
                  <a:pt x="353" y="177"/>
                </a:cubicBezTo>
                <a:cubicBezTo>
                  <a:pt x="353" y="154"/>
                  <a:pt x="348" y="132"/>
                  <a:pt x="341" y="112"/>
                </a:cubicBezTo>
                <a:cubicBezTo>
                  <a:pt x="340" y="111"/>
                  <a:pt x="340" y="110"/>
                  <a:pt x="339" y="109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8"/>
          <p:cNvSpPr/>
          <p:nvPr/>
        </p:nvSpPr>
        <p:spPr>
          <a:xfrm>
            <a:off x="1676401" y="8231724"/>
            <a:ext cx="1072296" cy="1066792"/>
          </a:xfrm>
          <a:custGeom>
            <a:rect b="b" l="l" r="r" t="t"/>
            <a:pathLst>
              <a:path extrusionOk="0" h="353" w="353">
                <a:moveTo>
                  <a:pt x="176" y="221"/>
                </a:moveTo>
                <a:cubicBezTo>
                  <a:pt x="102" y="147"/>
                  <a:pt x="102" y="147"/>
                  <a:pt x="102" y="147"/>
                </a:cubicBezTo>
                <a:cubicBezTo>
                  <a:pt x="100" y="146"/>
                  <a:pt x="98" y="145"/>
                  <a:pt x="96" y="145"/>
                </a:cubicBezTo>
                <a:cubicBezTo>
                  <a:pt x="91" y="145"/>
                  <a:pt x="88" y="148"/>
                  <a:pt x="88" y="153"/>
                </a:cubicBezTo>
                <a:cubicBezTo>
                  <a:pt x="88" y="155"/>
                  <a:pt x="89" y="157"/>
                  <a:pt x="90" y="158"/>
                </a:cubicBezTo>
                <a:cubicBezTo>
                  <a:pt x="170" y="239"/>
                  <a:pt x="170" y="239"/>
                  <a:pt x="170" y="239"/>
                </a:cubicBezTo>
                <a:cubicBezTo>
                  <a:pt x="172" y="240"/>
                  <a:pt x="174" y="241"/>
                  <a:pt x="176" y="241"/>
                </a:cubicBezTo>
                <a:cubicBezTo>
                  <a:pt x="178" y="241"/>
                  <a:pt x="180" y="240"/>
                  <a:pt x="182" y="238"/>
                </a:cubicBezTo>
                <a:cubicBezTo>
                  <a:pt x="182" y="238"/>
                  <a:pt x="182" y="238"/>
                  <a:pt x="182" y="238"/>
                </a:cubicBezTo>
                <a:cubicBezTo>
                  <a:pt x="316" y="98"/>
                  <a:pt x="316" y="98"/>
                  <a:pt x="316" y="98"/>
                </a:cubicBezTo>
                <a:cubicBezTo>
                  <a:pt x="316" y="98"/>
                  <a:pt x="316" y="98"/>
                  <a:pt x="316" y="98"/>
                </a:cubicBezTo>
                <a:cubicBezTo>
                  <a:pt x="328" y="86"/>
                  <a:pt x="328" y="86"/>
                  <a:pt x="328" y="86"/>
                </a:cubicBezTo>
                <a:cubicBezTo>
                  <a:pt x="328" y="86"/>
                  <a:pt x="328" y="86"/>
                  <a:pt x="327" y="86"/>
                </a:cubicBezTo>
                <a:cubicBezTo>
                  <a:pt x="351" y="62"/>
                  <a:pt x="351" y="62"/>
                  <a:pt x="351" y="62"/>
                </a:cubicBezTo>
                <a:cubicBezTo>
                  <a:pt x="351" y="62"/>
                  <a:pt x="351" y="62"/>
                  <a:pt x="351" y="62"/>
                </a:cubicBezTo>
                <a:cubicBezTo>
                  <a:pt x="352" y="60"/>
                  <a:pt x="353" y="58"/>
                  <a:pt x="353" y="56"/>
                </a:cubicBezTo>
                <a:cubicBezTo>
                  <a:pt x="353" y="52"/>
                  <a:pt x="349" y="48"/>
                  <a:pt x="345" y="48"/>
                </a:cubicBezTo>
                <a:cubicBezTo>
                  <a:pt x="342" y="48"/>
                  <a:pt x="340" y="49"/>
                  <a:pt x="339" y="51"/>
                </a:cubicBezTo>
                <a:cubicBezTo>
                  <a:pt x="339" y="51"/>
                  <a:pt x="339" y="51"/>
                  <a:pt x="339" y="51"/>
                </a:cubicBezTo>
                <a:cubicBezTo>
                  <a:pt x="318" y="72"/>
                  <a:pt x="318" y="72"/>
                  <a:pt x="318" y="72"/>
                </a:cubicBezTo>
                <a:cubicBezTo>
                  <a:pt x="318" y="72"/>
                  <a:pt x="318" y="72"/>
                  <a:pt x="318" y="72"/>
                </a:cubicBezTo>
                <a:cubicBezTo>
                  <a:pt x="307" y="84"/>
                  <a:pt x="307" y="84"/>
                  <a:pt x="307" y="84"/>
                </a:cubicBezTo>
                <a:cubicBezTo>
                  <a:pt x="307" y="84"/>
                  <a:pt x="307" y="84"/>
                  <a:pt x="307" y="84"/>
                </a:cubicBezTo>
                <a:lnTo>
                  <a:pt x="176" y="221"/>
                </a:lnTo>
                <a:close/>
                <a:moveTo>
                  <a:pt x="339" y="109"/>
                </a:moveTo>
                <a:cubicBezTo>
                  <a:pt x="335" y="106"/>
                  <a:pt x="330" y="106"/>
                  <a:pt x="327" y="109"/>
                </a:cubicBezTo>
                <a:cubicBezTo>
                  <a:pt x="325" y="111"/>
                  <a:pt x="324" y="115"/>
                  <a:pt x="325" y="117"/>
                </a:cubicBezTo>
                <a:cubicBezTo>
                  <a:pt x="325" y="117"/>
                  <a:pt x="325" y="117"/>
                  <a:pt x="325" y="117"/>
                </a:cubicBezTo>
                <a:cubicBezTo>
                  <a:pt x="333" y="136"/>
                  <a:pt x="337" y="156"/>
                  <a:pt x="337" y="177"/>
                </a:cubicBezTo>
                <a:cubicBezTo>
                  <a:pt x="337" y="265"/>
                  <a:pt x="265" y="337"/>
                  <a:pt x="176" y="337"/>
                </a:cubicBezTo>
                <a:cubicBezTo>
                  <a:pt x="88" y="337"/>
                  <a:pt x="16" y="265"/>
                  <a:pt x="16" y="177"/>
                </a:cubicBezTo>
                <a:cubicBezTo>
                  <a:pt x="16" y="88"/>
                  <a:pt x="88" y="16"/>
                  <a:pt x="176" y="16"/>
                </a:cubicBezTo>
                <a:cubicBezTo>
                  <a:pt x="222" y="16"/>
                  <a:pt x="262" y="35"/>
                  <a:pt x="292" y="65"/>
                </a:cubicBezTo>
                <a:cubicBezTo>
                  <a:pt x="292" y="65"/>
                  <a:pt x="292" y="65"/>
                  <a:pt x="292" y="65"/>
                </a:cubicBezTo>
                <a:cubicBezTo>
                  <a:pt x="295" y="68"/>
                  <a:pt x="300" y="68"/>
                  <a:pt x="303" y="65"/>
                </a:cubicBezTo>
                <a:cubicBezTo>
                  <a:pt x="306" y="62"/>
                  <a:pt x="306" y="57"/>
                  <a:pt x="303" y="54"/>
                </a:cubicBezTo>
                <a:cubicBezTo>
                  <a:pt x="302" y="53"/>
                  <a:pt x="302" y="53"/>
                  <a:pt x="302" y="53"/>
                </a:cubicBezTo>
                <a:cubicBezTo>
                  <a:pt x="270" y="20"/>
                  <a:pt x="225" y="0"/>
                  <a:pt x="176" y="0"/>
                </a:cubicBezTo>
                <a:cubicBezTo>
                  <a:pt x="79" y="0"/>
                  <a:pt x="0" y="79"/>
                  <a:pt x="0" y="177"/>
                </a:cubicBezTo>
                <a:cubicBezTo>
                  <a:pt x="0" y="274"/>
                  <a:pt x="79" y="353"/>
                  <a:pt x="176" y="353"/>
                </a:cubicBezTo>
                <a:cubicBezTo>
                  <a:pt x="274" y="353"/>
                  <a:pt x="353" y="274"/>
                  <a:pt x="353" y="177"/>
                </a:cubicBezTo>
                <a:cubicBezTo>
                  <a:pt x="353" y="154"/>
                  <a:pt x="348" y="132"/>
                  <a:pt x="341" y="112"/>
                </a:cubicBezTo>
                <a:cubicBezTo>
                  <a:pt x="340" y="111"/>
                  <a:pt x="340" y="110"/>
                  <a:pt x="339" y="109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8"/>
          <p:cNvSpPr/>
          <p:nvPr/>
        </p:nvSpPr>
        <p:spPr>
          <a:xfrm>
            <a:off x="1676401" y="10382258"/>
            <a:ext cx="1072296" cy="1066792"/>
          </a:xfrm>
          <a:custGeom>
            <a:rect b="b" l="l" r="r" t="t"/>
            <a:pathLst>
              <a:path extrusionOk="0" h="353" w="353">
                <a:moveTo>
                  <a:pt x="176" y="221"/>
                </a:moveTo>
                <a:cubicBezTo>
                  <a:pt x="102" y="147"/>
                  <a:pt x="102" y="147"/>
                  <a:pt x="102" y="147"/>
                </a:cubicBezTo>
                <a:cubicBezTo>
                  <a:pt x="100" y="146"/>
                  <a:pt x="98" y="145"/>
                  <a:pt x="96" y="145"/>
                </a:cubicBezTo>
                <a:cubicBezTo>
                  <a:pt x="91" y="145"/>
                  <a:pt x="88" y="148"/>
                  <a:pt x="88" y="153"/>
                </a:cubicBezTo>
                <a:cubicBezTo>
                  <a:pt x="88" y="155"/>
                  <a:pt x="89" y="157"/>
                  <a:pt x="90" y="158"/>
                </a:cubicBezTo>
                <a:cubicBezTo>
                  <a:pt x="170" y="239"/>
                  <a:pt x="170" y="239"/>
                  <a:pt x="170" y="239"/>
                </a:cubicBezTo>
                <a:cubicBezTo>
                  <a:pt x="172" y="240"/>
                  <a:pt x="174" y="241"/>
                  <a:pt x="176" y="241"/>
                </a:cubicBezTo>
                <a:cubicBezTo>
                  <a:pt x="178" y="241"/>
                  <a:pt x="180" y="240"/>
                  <a:pt x="182" y="238"/>
                </a:cubicBezTo>
                <a:cubicBezTo>
                  <a:pt x="182" y="238"/>
                  <a:pt x="182" y="238"/>
                  <a:pt x="182" y="238"/>
                </a:cubicBezTo>
                <a:cubicBezTo>
                  <a:pt x="316" y="98"/>
                  <a:pt x="316" y="98"/>
                  <a:pt x="316" y="98"/>
                </a:cubicBezTo>
                <a:cubicBezTo>
                  <a:pt x="316" y="98"/>
                  <a:pt x="316" y="98"/>
                  <a:pt x="316" y="98"/>
                </a:cubicBezTo>
                <a:cubicBezTo>
                  <a:pt x="328" y="86"/>
                  <a:pt x="328" y="86"/>
                  <a:pt x="328" y="86"/>
                </a:cubicBezTo>
                <a:cubicBezTo>
                  <a:pt x="328" y="86"/>
                  <a:pt x="328" y="86"/>
                  <a:pt x="327" y="86"/>
                </a:cubicBezTo>
                <a:cubicBezTo>
                  <a:pt x="351" y="62"/>
                  <a:pt x="351" y="62"/>
                  <a:pt x="351" y="62"/>
                </a:cubicBezTo>
                <a:cubicBezTo>
                  <a:pt x="351" y="62"/>
                  <a:pt x="351" y="62"/>
                  <a:pt x="351" y="62"/>
                </a:cubicBezTo>
                <a:cubicBezTo>
                  <a:pt x="352" y="60"/>
                  <a:pt x="353" y="58"/>
                  <a:pt x="353" y="56"/>
                </a:cubicBezTo>
                <a:cubicBezTo>
                  <a:pt x="353" y="52"/>
                  <a:pt x="349" y="48"/>
                  <a:pt x="345" y="48"/>
                </a:cubicBezTo>
                <a:cubicBezTo>
                  <a:pt x="342" y="48"/>
                  <a:pt x="340" y="49"/>
                  <a:pt x="339" y="51"/>
                </a:cubicBezTo>
                <a:cubicBezTo>
                  <a:pt x="339" y="51"/>
                  <a:pt x="339" y="51"/>
                  <a:pt x="339" y="51"/>
                </a:cubicBezTo>
                <a:cubicBezTo>
                  <a:pt x="318" y="72"/>
                  <a:pt x="318" y="72"/>
                  <a:pt x="318" y="72"/>
                </a:cubicBezTo>
                <a:cubicBezTo>
                  <a:pt x="318" y="72"/>
                  <a:pt x="318" y="72"/>
                  <a:pt x="318" y="72"/>
                </a:cubicBezTo>
                <a:cubicBezTo>
                  <a:pt x="307" y="84"/>
                  <a:pt x="307" y="84"/>
                  <a:pt x="307" y="84"/>
                </a:cubicBezTo>
                <a:cubicBezTo>
                  <a:pt x="307" y="84"/>
                  <a:pt x="307" y="84"/>
                  <a:pt x="307" y="84"/>
                </a:cubicBezTo>
                <a:lnTo>
                  <a:pt x="176" y="221"/>
                </a:lnTo>
                <a:close/>
                <a:moveTo>
                  <a:pt x="339" y="109"/>
                </a:moveTo>
                <a:cubicBezTo>
                  <a:pt x="335" y="106"/>
                  <a:pt x="330" y="106"/>
                  <a:pt x="327" y="109"/>
                </a:cubicBezTo>
                <a:cubicBezTo>
                  <a:pt x="325" y="111"/>
                  <a:pt x="324" y="115"/>
                  <a:pt x="325" y="117"/>
                </a:cubicBezTo>
                <a:cubicBezTo>
                  <a:pt x="325" y="117"/>
                  <a:pt x="325" y="117"/>
                  <a:pt x="325" y="117"/>
                </a:cubicBezTo>
                <a:cubicBezTo>
                  <a:pt x="333" y="136"/>
                  <a:pt x="337" y="156"/>
                  <a:pt x="337" y="177"/>
                </a:cubicBezTo>
                <a:cubicBezTo>
                  <a:pt x="337" y="265"/>
                  <a:pt x="265" y="337"/>
                  <a:pt x="176" y="337"/>
                </a:cubicBezTo>
                <a:cubicBezTo>
                  <a:pt x="88" y="337"/>
                  <a:pt x="16" y="265"/>
                  <a:pt x="16" y="177"/>
                </a:cubicBezTo>
                <a:cubicBezTo>
                  <a:pt x="16" y="88"/>
                  <a:pt x="88" y="16"/>
                  <a:pt x="176" y="16"/>
                </a:cubicBezTo>
                <a:cubicBezTo>
                  <a:pt x="222" y="16"/>
                  <a:pt x="262" y="35"/>
                  <a:pt x="292" y="65"/>
                </a:cubicBezTo>
                <a:cubicBezTo>
                  <a:pt x="292" y="65"/>
                  <a:pt x="292" y="65"/>
                  <a:pt x="292" y="65"/>
                </a:cubicBezTo>
                <a:cubicBezTo>
                  <a:pt x="295" y="68"/>
                  <a:pt x="300" y="68"/>
                  <a:pt x="303" y="65"/>
                </a:cubicBezTo>
                <a:cubicBezTo>
                  <a:pt x="306" y="62"/>
                  <a:pt x="306" y="57"/>
                  <a:pt x="303" y="54"/>
                </a:cubicBezTo>
                <a:cubicBezTo>
                  <a:pt x="302" y="53"/>
                  <a:pt x="302" y="53"/>
                  <a:pt x="302" y="53"/>
                </a:cubicBezTo>
                <a:cubicBezTo>
                  <a:pt x="270" y="20"/>
                  <a:pt x="225" y="0"/>
                  <a:pt x="176" y="0"/>
                </a:cubicBezTo>
                <a:cubicBezTo>
                  <a:pt x="79" y="0"/>
                  <a:pt x="0" y="79"/>
                  <a:pt x="0" y="177"/>
                </a:cubicBezTo>
                <a:cubicBezTo>
                  <a:pt x="0" y="274"/>
                  <a:pt x="79" y="353"/>
                  <a:pt x="176" y="353"/>
                </a:cubicBezTo>
                <a:cubicBezTo>
                  <a:pt x="274" y="353"/>
                  <a:pt x="353" y="274"/>
                  <a:pt x="353" y="177"/>
                </a:cubicBezTo>
                <a:cubicBezTo>
                  <a:pt x="353" y="154"/>
                  <a:pt x="348" y="132"/>
                  <a:pt x="341" y="112"/>
                </a:cubicBezTo>
                <a:cubicBezTo>
                  <a:pt x="340" y="111"/>
                  <a:pt x="340" y="110"/>
                  <a:pt x="339" y="109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8"/>
          <p:cNvSpPr txBox="1"/>
          <p:nvPr/>
        </p:nvSpPr>
        <p:spPr>
          <a:xfrm>
            <a:off x="1676400" y="3370976"/>
            <a:ext cx="21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282828"/>
                </a:solidFill>
                <a:latin typeface="Lato"/>
                <a:ea typeface="Lato"/>
                <a:cs typeface="Lato"/>
                <a:sym typeface="Lato"/>
              </a:rPr>
              <a:t>TEMÁTICAS</a:t>
            </a:r>
            <a:endParaRPr b="1" i="0" sz="2200" u="none" cap="none" strike="noStrike">
              <a:solidFill>
                <a:srgbClr val="28282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3" name="Google Shape;383;p38"/>
          <p:cNvSpPr/>
          <p:nvPr/>
        </p:nvSpPr>
        <p:spPr>
          <a:xfrm flipH="1" rot="10800000">
            <a:off x="4240159" y="3035755"/>
            <a:ext cx="1181400" cy="989700"/>
          </a:xfrm>
          <a:prstGeom prst="teardrop">
            <a:avLst>
              <a:gd fmla="val 100000" name="adj"/>
            </a:avLst>
          </a:prstGeom>
          <a:solidFill>
            <a:srgbClr val="1A86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8"/>
          <p:cNvSpPr/>
          <p:nvPr/>
        </p:nvSpPr>
        <p:spPr>
          <a:xfrm rot="10800000">
            <a:off x="5523657" y="3035755"/>
            <a:ext cx="1181400" cy="989700"/>
          </a:xfrm>
          <a:prstGeom prst="teardrop">
            <a:avLst>
              <a:gd fmla="val 100000" name="adj"/>
            </a:avLst>
          </a:prstGeom>
          <a:solidFill>
            <a:srgbClr val="1E98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8"/>
          <p:cNvSpPr/>
          <p:nvPr/>
        </p:nvSpPr>
        <p:spPr>
          <a:xfrm flipH="1" rot="5400000">
            <a:off x="4335638" y="4014839"/>
            <a:ext cx="989700" cy="1181400"/>
          </a:xfrm>
          <a:prstGeom prst="teardrop">
            <a:avLst>
              <a:gd fmla="val 100000" name="adj"/>
            </a:avLst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8"/>
          <p:cNvSpPr/>
          <p:nvPr/>
        </p:nvSpPr>
        <p:spPr>
          <a:xfrm rot="-5400000">
            <a:off x="5619878" y="4038000"/>
            <a:ext cx="989700" cy="1181400"/>
          </a:xfrm>
          <a:prstGeom prst="teardrop">
            <a:avLst>
              <a:gd fmla="val 100000" name="adj"/>
            </a:avLst>
          </a:prstGeom>
          <a:solidFill>
            <a:srgbClr val="28A5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8"/>
          <p:cNvSpPr txBox="1"/>
          <p:nvPr/>
        </p:nvSpPr>
        <p:spPr>
          <a:xfrm>
            <a:off x="1676400" y="4467072"/>
            <a:ext cx="21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282828"/>
                </a:solidFill>
                <a:latin typeface="Lato"/>
                <a:ea typeface="Lato"/>
                <a:cs typeface="Lato"/>
                <a:sym typeface="Lato"/>
              </a:rPr>
              <a:t>FRECUENCIA</a:t>
            </a:r>
            <a:endParaRPr b="1" i="0" sz="2200" u="none" cap="none" strike="noStrike">
              <a:solidFill>
                <a:srgbClr val="28282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8" name="Google Shape;388;p38"/>
          <p:cNvSpPr txBox="1"/>
          <p:nvPr/>
        </p:nvSpPr>
        <p:spPr>
          <a:xfrm>
            <a:off x="7026099" y="3370976"/>
            <a:ext cx="21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282828"/>
                </a:solidFill>
                <a:latin typeface="Lato"/>
                <a:ea typeface="Lato"/>
                <a:cs typeface="Lato"/>
                <a:sym typeface="Lato"/>
              </a:rPr>
              <a:t>KEYWORDS</a:t>
            </a:r>
            <a:endParaRPr b="1" i="0" sz="2200" u="none" cap="none" strike="noStrike">
              <a:solidFill>
                <a:srgbClr val="28282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9" name="Google Shape;389;p38"/>
          <p:cNvSpPr txBox="1"/>
          <p:nvPr/>
        </p:nvSpPr>
        <p:spPr>
          <a:xfrm>
            <a:off x="7026099" y="4467072"/>
            <a:ext cx="21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282828"/>
                </a:solidFill>
                <a:latin typeface="Lato"/>
                <a:ea typeface="Lato"/>
                <a:cs typeface="Lato"/>
                <a:sym typeface="Lato"/>
              </a:rPr>
              <a:t>FORMATTOS</a:t>
            </a:r>
            <a:endParaRPr b="1" i="0" sz="2200" u="none" cap="none" strike="noStrike">
              <a:solidFill>
                <a:srgbClr val="28282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" name="Google Shape;390;p38"/>
          <p:cNvSpPr txBox="1"/>
          <p:nvPr/>
        </p:nvSpPr>
        <p:spPr>
          <a:xfrm>
            <a:off x="3144400" y="6319100"/>
            <a:ext cx="187335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Keywords temática 1:    ………………………</a:t>
            </a: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………………………………………………..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8"/>
          <p:cNvSpPr txBox="1"/>
          <p:nvPr/>
        </p:nvSpPr>
        <p:spPr>
          <a:xfrm>
            <a:off x="3144400" y="8408725"/>
            <a:ext cx="128745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Keywords temática 2:    …………………………</a:t>
            </a: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……………………………………………</a:t>
            </a: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8"/>
          <p:cNvSpPr txBox="1"/>
          <p:nvPr/>
        </p:nvSpPr>
        <p:spPr>
          <a:xfrm>
            <a:off x="3144400" y="10650750"/>
            <a:ext cx="13145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Keywords temática 3:    …………………………………………………………………………..</a:t>
            </a: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9"/>
          <p:cNvSpPr txBox="1"/>
          <p:nvPr>
            <p:ph idx="1" type="body"/>
          </p:nvPr>
        </p:nvSpPr>
        <p:spPr>
          <a:xfrm>
            <a:off x="2019300" y="2090814"/>
            <a:ext cx="20688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Define la frecuencia de publicación para cada canal</a:t>
            </a:r>
            <a:endParaRPr/>
          </a:p>
        </p:txBody>
      </p:sp>
      <p:sp>
        <p:nvSpPr>
          <p:cNvPr id="398" name="Google Shape;398;p39"/>
          <p:cNvSpPr txBox="1"/>
          <p:nvPr>
            <p:ph type="title"/>
          </p:nvPr>
        </p:nvSpPr>
        <p:spPr>
          <a:xfrm>
            <a:off x="2019300" y="723900"/>
            <a:ext cx="206883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800"/>
              <a:buFont typeface="Lato"/>
              <a:buNone/>
            </a:pPr>
            <a:r>
              <a:rPr lang="en-US"/>
              <a:t>Frecuencia de publicación</a:t>
            </a:r>
            <a:endParaRPr b="1" i="0" sz="88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9" name="Google Shape;399;p39"/>
          <p:cNvSpPr/>
          <p:nvPr/>
        </p:nvSpPr>
        <p:spPr>
          <a:xfrm>
            <a:off x="1676401" y="6081191"/>
            <a:ext cx="1072296" cy="1066792"/>
          </a:xfrm>
          <a:custGeom>
            <a:rect b="b" l="l" r="r" t="t"/>
            <a:pathLst>
              <a:path extrusionOk="0" h="353" w="353">
                <a:moveTo>
                  <a:pt x="176" y="221"/>
                </a:moveTo>
                <a:cubicBezTo>
                  <a:pt x="102" y="147"/>
                  <a:pt x="102" y="147"/>
                  <a:pt x="102" y="147"/>
                </a:cubicBezTo>
                <a:cubicBezTo>
                  <a:pt x="100" y="146"/>
                  <a:pt x="98" y="145"/>
                  <a:pt x="96" y="145"/>
                </a:cubicBezTo>
                <a:cubicBezTo>
                  <a:pt x="91" y="145"/>
                  <a:pt x="88" y="148"/>
                  <a:pt x="88" y="153"/>
                </a:cubicBezTo>
                <a:cubicBezTo>
                  <a:pt x="88" y="155"/>
                  <a:pt x="89" y="157"/>
                  <a:pt x="90" y="158"/>
                </a:cubicBezTo>
                <a:cubicBezTo>
                  <a:pt x="170" y="239"/>
                  <a:pt x="170" y="239"/>
                  <a:pt x="170" y="239"/>
                </a:cubicBezTo>
                <a:cubicBezTo>
                  <a:pt x="172" y="240"/>
                  <a:pt x="174" y="241"/>
                  <a:pt x="176" y="241"/>
                </a:cubicBezTo>
                <a:cubicBezTo>
                  <a:pt x="178" y="241"/>
                  <a:pt x="180" y="240"/>
                  <a:pt x="182" y="238"/>
                </a:cubicBezTo>
                <a:cubicBezTo>
                  <a:pt x="182" y="238"/>
                  <a:pt x="182" y="238"/>
                  <a:pt x="182" y="238"/>
                </a:cubicBezTo>
                <a:cubicBezTo>
                  <a:pt x="316" y="98"/>
                  <a:pt x="316" y="98"/>
                  <a:pt x="316" y="98"/>
                </a:cubicBezTo>
                <a:cubicBezTo>
                  <a:pt x="316" y="98"/>
                  <a:pt x="316" y="98"/>
                  <a:pt x="316" y="98"/>
                </a:cubicBezTo>
                <a:cubicBezTo>
                  <a:pt x="328" y="86"/>
                  <a:pt x="328" y="86"/>
                  <a:pt x="328" y="86"/>
                </a:cubicBezTo>
                <a:cubicBezTo>
                  <a:pt x="328" y="86"/>
                  <a:pt x="328" y="86"/>
                  <a:pt x="327" y="86"/>
                </a:cubicBezTo>
                <a:cubicBezTo>
                  <a:pt x="351" y="62"/>
                  <a:pt x="351" y="62"/>
                  <a:pt x="351" y="62"/>
                </a:cubicBezTo>
                <a:cubicBezTo>
                  <a:pt x="351" y="62"/>
                  <a:pt x="351" y="62"/>
                  <a:pt x="351" y="62"/>
                </a:cubicBezTo>
                <a:cubicBezTo>
                  <a:pt x="352" y="60"/>
                  <a:pt x="353" y="58"/>
                  <a:pt x="353" y="56"/>
                </a:cubicBezTo>
                <a:cubicBezTo>
                  <a:pt x="353" y="52"/>
                  <a:pt x="349" y="48"/>
                  <a:pt x="345" y="48"/>
                </a:cubicBezTo>
                <a:cubicBezTo>
                  <a:pt x="342" y="48"/>
                  <a:pt x="340" y="49"/>
                  <a:pt x="339" y="51"/>
                </a:cubicBezTo>
                <a:cubicBezTo>
                  <a:pt x="339" y="51"/>
                  <a:pt x="339" y="51"/>
                  <a:pt x="339" y="51"/>
                </a:cubicBezTo>
                <a:cubicBezTo>
                  <a:pt x="318" y="72"/>
                  <a:pt x="318" y="72"/>
                  <a:pt x="318" y="72"/>
                </a:cubicBezTo>
                <a:cubicBezTo>
                  <a:pt x="318" y="72"/>
                  <a:pt x="318" y="72"/>
                  <a:pt x="318" y="72"/>
                </a:cubicBezTo>
                <a:cubicBezTo>
                  <a:pt x="307" y="84"/>
                  <a:pt x="307" y="84"/>
                  <a:pt x="307" y="84"/>
                </a:cubicBezTo>
                <a:cubicBezTo>
                  <a:pt x="307" y="84"/>
                  <a:pt x="307" y="84"/>
                  <a:pt x="307" y="84"/>
                </a:cubicBezTo>
                <a:lnTo>
                  <a:pt x="176" y="221"/>
                </a:lnTo>
                <a:close/>
                <a:moveTo>
                  <a:pt x="339" y="109"/>
                </a:moveTo>
                <a:cubicBezTo>
                  <a:pt x="335" y="106"/>
                  <a:pt x="330" y="106"/>
                  <a:pt x="327" y="109"/>
                </a:cubicBezTo>
                <a:cubicBezTo>
                  <a:pt x="325" y="111"/>
                  <a:pt x="324" y="115"/>
                  <a:pt x="325" y="117"/>
                </a:cubicBezTo>
                <a:cubicBezTo>
                  <a:pt x="325" y="117"/>
                  <a:pt x="325" y="117"/>
                  <a:pt x="325" y="117"/>
                </a:cubicBezTo>
                <a:cubicBezTo>
                  <a:pt x="333" y="136"/>
                  <a:pt x="337" y="156"/>
                  <a:pt x="337" y="177"/>
                </a:cubicBezTo>
                <a:cubicBezTo>
                  <a:pt x="337" y="265"/>
                  <a:pt x="265" y="337"/>
                  <a:pt x="176" y="337"/>
                </a:cubicBezTo>
                <a:cubicBezTo>
                  <a:pt x="88" y="337"/>
                  <a:pt x="16" y="265"/>
                  <a:pt x="16" y="177"/>
                </a:cubicBezTo>
                <a:cubicBezTo>
                  <a:pt x="16" y="88"/>
                  <a:pt x="88" y="16"/>
                  <a:pt x="176" y="16"/>
                </a:cubicBezTo>
                <a:cubicBezTo>
                  <a:pt x="222" y="16"/>
                  <a:pt x="262" y="35"/>
                  <a:pt x="292" y="65"/>
                </a:cubicBezTo>
                <a:cubicBezTo>
                  <a:pt x="292" y="65"/>
                  <a:pt x="292" y="65"/>
                  <a:pt x="292" y="65"/>
                </a:cubicBezTo>
                <a:cubicBezTo>
                  <a:pt x="295" y="68"/>
                  <a:pt x="300" y="68"/>
                  <a:pt x="303" y="65"/>
                </a:cubicBezTo>
                <a:cubicBezTo>
                  <a:pt x="306" y="62"/>
                  <a:pt x="306" y="57"/>
                  <a:pt x="303" y="54"/>
                </a:cubicBezTo>
                <a:cubicBezTo>
                  <a:pt x="302" y="53"/>
                  <a:pt x="302" y="53"/>
                  <a:pt x="302" y="53"/>
                </a:cubicBezTo>
                <a:cubicBezTo>
                  <a:pt x="270" y="20"/>
                  <a:pt x="225" y="0"/>
                  <a:pt x="176" y="0"/>
                </a:cubicBezTo>
                <a:cubicBezTo>
                  <a:pt x="79" y="0"/>
                  <a:pt x="0" y="79"/>
                  <a:pt x="0" y="177"/>
                </a:cubicBezTo>
                <a:cubicBezTo>
                  <a:pt x="0" y="274"/>
                  <a:pt x="79" y="353"/>
                  <a:pt x="176" y="353"/>
                </a:cubicBezTo>
                <a:cubicBezTo>
                  <a:pt x="274" y="353"/>
                  <a:pt x="353" y="274"/>
                  <a:pt x="353" y="177"/>
                </a:cubicBezTo>
                <a:cubicBezTo>
                  <a:pt x="353" y="154"/>
                  <a:pt x="348" y="132"/>
                  <a:pt x="341" y="112"/>
                </a:cubicBezTo>
                <a:cubicBezTo>
                  <a:pt x="340" y="111"/>
                  <a:pt x="340" y="110"/>
                  <a:pt x="339" y="109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9"/>
          <p:cNvSpPr/>
          <p:nvPr/>
        </p:nvSpPr>
        <p:spPr>
          <a:xfrm>
            <a:off x="1676401" y="8231724"/>
            <a:ext cx="1072296" cy="1066792"/>
          </a:xfrm>
          <a:custGeom>
            <a:rect b="b" l="l" r="r" t="t"/>
            <a:pathLst>
              <a:path extrusionOk="0" h="353" w="353">
                <a:moveTo>
                  <a:pt x="176" y="221"/>
                </a:moveTo>
                <a:cubicBezTo>
                  <a:pt x="102" y="147"/>
                  <a:pt x="102" y="147"/>
                  <a:pt x="102" y="147"/>
                </a:cubicBezTo>
                <a:cubicBezTo>
                  <a:pt x="100" y="146"/>
                  <a:pt x="98" y="145"/>
                  <a:pt x="96" y="145"/>
                </a:cubicBezTo>
                <a:cubicBezTo>
                  <a:pt x="91" y="145"/>
                  <a:pt x="88" y="148"/>
                  <a:pt x="88" y="153"/>
                </a:cubicBezTo>
                <a:cubicBezTo>
                  <a:pt x="88" y="155"/>
                  <a:pt x="89" y="157"/>
                  <a:pt x="90" y="158"/>
                </a:cubicBezTo>
                <a:cubicBezTo>
                  <a:pt x="170" y="239"/>
                  <a:pt x="170" y="239"/>
                  <a:pt x="170" y="239"/>
                </a:cubicBezTo>
                <a:cubicBezTo>
                  <a:pt x="172" y="240"/>
                  <a:pt x="174" y="241"/>
                  <a:pt x="176" y="241"/>
                </a:cubicBezTo>
                <a:cubicBezTo>
                  <a:pt x="178" y="241"/>
                  <a:pt x="180" y="240"/>
                  <a:pt x="182" y="238"/>
                </a:cubicBezTo>
                <a:cubicBezTo>
                  <a:pt x="182" y="238"/>
                  <a:pt x="182" y="238"/>
                  <a:pt x="182" y="238"/>
                </a:cubicBezTo>
                <a:cubicBezTo>
                  <a:pt x="316" y="98"/>
                  <a:pt x="316" y="98"/>
                  <a:pt x="316" y="98"/>
                </a:cubicBezTo>
                <a:cubicBezTo>
                  <a:pt x="316" y="98"/>
                  <a:pt x="316" y="98"/>
                  <a:pt x="316" y="98"/>
                </a:cubicBezTo>
                <a:cubicBezTo>
                  <a:pt x="328" y="86"/>
                  <a:pt x="328" y="86"/>
                  <a:pt x="328" y="86"/>
                </a:cubicBezTo>
                <a:cubicBezTo>
                  <a:pt x="328" y="86"/>
                  <a:pt x="328" y="86"/>
                  <a:pt x="327" y="86"/>
                </a:cubicBezTo>
                <a:cubicBezTo>
                  <a:pt x="351" y="62"/>
                  <a:pt x="351" y="62"/>
                  <a:pt x="351" y="62"/>
                </a:cubicBezTo>
                <a:cubicBezTo>
                  <a:pt x="351" y="62"/>
                  <a:pt x="351" y="62"/>
                  <a:pt x="351" y="62"/>
                </a:cubicBezTo>
                <a:cubicBezTo>
                  <a:pt x="352" y="60"/>
                  <a:pt x="353" y="58"/>
                  <a:pt x="353" y="56"/>
                </a:cubicBezTo>
                <a:cubicBezTo>
                  <a:pt x="353" y="52"/>
                  <a:pt x="349" y="48"/>
                  <a:pt x="345" y="48"/>
                </a:cubicBezTo>
                <a:cubicBezTo>
                  <a:pt x="342" y="48"/>
                  <a:pt x="340" y="49"/>
                  <a:pt x="339" y="51"/>
                </a:cubicBezTo>
                <a:cubicBezTo>
                  <a:pt x="339" y="51"/>
                  <a:pt x="339" y="51"/>
                  <a:pt x="339" y="51"/>
                </a:cubicBezTo>
                <a:cubicBezTo>
                  <a:pt x="318" y="72"/>
                  <a:pt x="318" y="72"/>
                  <a:pt x="318" y="72"/>
                </a:cubicBezTo>
                <a:cubicBezTo>
                  <a:pt x="318" y="72"/>
                  <a:pt x="318" y="72"/>
                  <a:pt x="318" y="72"/>
                </a:cubicBezTo>
                <a:cubicBezTo>
                  <a:pt x="307" y="84"/>
                  <a:pt x="307" y="84"/>
                  <a:pt x="307" y="84"/>
                </a:cubicBezTo>
                <a:cubicBezTo>
                  <a:pt x="307" y="84"/>
                  <a:pt x="307" y="84"/>
                  <a:pt x="307" y="84"/>
                </a:cubicBezTo>
                <a:lnTo>
                  <a:pt x="176" y="221"/>
                </a:lnTo>
                <a:close/>
                <a:moveTo>
                  <a:pt x="339" y="109"/>
                </a:moveTo>
                <a:cubicBezTo>
                  <a:pt x="335" y="106"/>
                  <a:pt x="330" y="106"/>
                  <a:pt x="327" y="109"/>
                </a:cubicBezTo>
                <a:cubicBezTo>
                  <a:pt x="325" y="111"/>
                  <a:pt x="324" y="115"/>
                  <a:pt x="325" y="117"/>
                </a:cubicBezTo>
                <a:cubicBezTo>
                  <a:pt x="325" y="117"/>
                  <a:pt x="325" y="117"/>
                  <a:pt x="325" y="117"/>
                </a:cubicBezTo>
                <a:cubicBezTo>
                  <a:pt x="333" y="136"/>
                  <a:pt x="337" y="156"/>
                  <a:pt x="337" y="177"/>
                </a:cubicBezTo>
                <a:cubicBezTo>
                  <a:pt x="337" y="265"/>
                  <a:pt x="265" y="337"/>
                  <a:pt x="176" y="337"/>
                </a:cubicBezTo>
                <a:cubicBezTo>
                  <a:pt x="88" y="337"/>
                  <a:pt x="16" y="265"/>
                  <a:pt x="16" y="177"/>
                </a:cubicBezTo>
                <a:cubicBezTo>
                  <a:pt x="16" y="88"/>
                  <a:pt x="88" y="16"/>
                  <a:pt x="176" y="16"/>
                </a:cubicBezTo>
                <a:cubicBezTo>
                  <a:pt x="222" y="16"/>
                  <a:pt x="262" y="35"/>
                  <a:pt x="292" y="65"/>
                </a:cubicBezTo>
                <a:cubicBezTo>
                  <a:pt x="292" y="65"/>
                  <a:pt x="292" y="65"/>
                  <a:pt x="292" y="65"/>
                </a:cubicBezTo>
                <a:cubicBezTo>
                  <a:pt x="295" y="68"/>
                  <a:pt x="300" y="68"/>
                  <a:pt x="303" y="65"/>
                </a:cubicBezTo>
                <a:cubicBezTo>
                  <a:pt x="306" y="62"/>
                  <a:pt x="306" y="57"/>
                  <a:pt x="303" y="54"/>
                </a:cubicBezTo>
                <a:cubicBezTo>
                  <a:pt x="302" y="53"/>
                  <a:pt x="302" y="53"/>
                  <a:pt x="302" y="53"/>
                </a:cubicBezTo>
                <a:cubicBezTo>
                  <a:pt x="270" y="20"/>
                  <a:pt x="225" y="0"/>
                  <a:pt x="176" y="0"/>
                </a:cubicBezTo>
                <a:cubicBezTo>
                  <a:pt x="79" y="0"/>
                  <a:pt x="0" y="79"/>
                  <a:pt x="0" y="177"/>
                </a:cubicBezTo>
                <a:cubicBezTo>
                  <a:pt x="0" y="274"/>
                  <a:pt x="79" y="353"/>
                  <a:pt x="176" y="353"/>
                </a:cubicBezTo>
                <a:cubicBezTo>
                  <a:pt x="274" y="353"/>
                  <a:pt x="353" y="274"/>
                  <a:pt x="353" y="177"/>
                </a:cubicBezTo>
                <a:cubicBezTo>
                  <a:pt x="353" y="154"/>
                  <a:pt x="348" y="132"/>
                  <a:pt x="341" y="112"/>
                </a:cubicBezTo>
                <a:cubicBezTo>
                  <a:pt x="340" y="111"/>
                  <a:pt x="340" y="110"/>
                  <a:pt x="339" y="109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9"/>
          <p:cNvSpPr/>
          <p:nvPr/>
        </p:nvSpPr>
        <p:spPr>
          <a:xfrm>
            <a:off x="1676401" y="10382258"/>
            <a:ext cx="1072296" cy="1066792"/>
          </a:xfrm>
          <a:custGeom>
            <a:rect b="b" l="l" r="r" t="t"/>
            <a:pathLst>
              <a:path extrusionOk="0" h="353" w="353">
                <a:moveTo>
                  <a:pt x="176" y="221"/>
                </a:moveTo>
                <a:cubicBezTo>
                  <a:pt x="102" y="147"/>
                  <a:pt x="102" y="147"/>
                  <a:pt x="102" y="147"/>
                </a:cubicBezTo>
                <a:cubicBezTo>
                  <a:pt x="100" y="146"/>
                  <a:pt x="98" y="145"/>
                  <a:pt x="96" y="145"/>
                </a:cubicBezTo>
                <a:cubicBezTo>
                  <a:pt x="91" y="145"/>
                  <a:pt x="88" y="148"/>
                  <a:pt x="88" y="153"/>
                </a:cubicBezTo>
                <a:cubicBezTo>
                  <a:pt x="88" y="155"/>
                  <a:pt x="89" y="157"/>
                  <a:pt x="90" y="158"/>
                </a:cubicBezTo>
                <a:cubicBezTo>
                  <a:pt x="170" y="239"/>
                  <a:pt x="170" y="239"/>
                  <a:pt x="170" y="239"/>
                </a:cubicBezTo>
                <a:cubicBezTo>
                  <a:pt x="172" y="240"/>
                  <a:pt x="174" y="241"/>
                  <a:pt x="176" y="241"/>
                </a:cubicBezTo>
                <a:cubicBezTo>
                  <a:pt x="178" y="241"/>
                  <a:pt x="180" y="240"/>
                  <a:pt x="182" y="238"/>
                </a:cubicBezTo>
                <a:cubicBezTo>
                  <a:pt x="182" y="238"/>
                  <a:pt x="182" y="238"/>
                  <a:pt x="182" y="238"/>
                </a:cubicBezTo>
                <a:cubicBezTo>
                  <a:pt x="316" y="98"/>
                  <a:pt x="316" y="98"/>
                  <a:pt x="316" y="98"/>
                </a:cubicBezTo>
                <a:cubicBezTo>
                  <a:pt x="316" y="98"/>
                  <a:pt x="316" y="98"/>
                  <a:pt x="316" y="98"/>
                </a:cubicBezTo>
                <a:cubicBezTo>
                  <a:pt x="328" y="86"/>
                  <a:pt x="328" y="86"/>
                  <a:pt x="328" y="86"/>
                </a:cubicBezTo>
                <a:cubicBezTo>
                  <a:pt x="328" y="86"/>
                  <a:pt x="328" y="86"/>
                  <a:pt x="327" y="86"/>
                </a:cubicBezTo>
                <a:cubicBezTo>
                  <a:pt x="351" y="62"/>
                  <a:pt x="351" y="62"/>
                  <a:pt x="351" y="62"/>
                </a:cubicBezTo>
                <a:cubicBezTo>
                  <a:pt x="351" y="62"/>
                  <a:pt x="351" y="62"/>
                  <a:pt x="351" y="62"/>
                </a:cubicBezTo>
                <a:cubicBezTo>
                  <a:pt x="352" y="60"/>
                  <a:pt x="353" y="58"/>
                  <a:pt x="353" y="56"/>
                </a:cubicBezTo>
                <a:cubicBezTo>
                  <a:pt x="353" y="52"/>
                  <a:pt x="349" y="48"/>
                  <a:pt x="345" y="48"/>
                </a:cubicBezTo>
                <a:cubicBezTo>
                  <a:pt x="342" y="48"/>
                  <a:pt x="340" y="49"/>
                  <a:pt x="339" y="51"/>
                </a:cubicBezTo>
                <a:cubicBezTo>
                  <a:pt x="339" y="51"/>
                  <a:pt x="339" y="51"/>
                  <a:pt x="339" y="51"/>
                </a:cubicBezTo>
                <a:cubicBezTo>
                  <a:pt x="318" y="72"/>
                  <a:pt x="318" y="72"/>
                  <a:pt x="318" y="72"/>
                </a:cubicBezTo>
                <a:cubicBezTo>
                  <a:pt x="318" y="72"/>
                  <a:pt x="318" y="72"/>
                  <a:pt x="318" y="72"/>
                </a:cubicBezTo>
                <a:cubicBezTo>
                  <a:pt x="307" y="84"/>
                  <a:pt x="307" y="84"/>
                  <a:pt x="307" y="84"/>
                </a:cubicBezTo>
                <a:cubicBezTo>
                  <a:pt x="307" y="84"/>
                  <a:pt x="307" y="84"/>
                  <a:pt x="307" y="84"/>
                </a:cubicBezTo>
                <a:lnTo>
                  <a:pt x="176" y="221"/>
                </a:lnTo>
                <a:close/>
                <a:moveTo>
                  <a:pt x="339" y="109"/>
                </a:moveTo>
                <a:cubicBezTo>
                  <a:pt x="335" y="106"/>
                  <a:pt x="330" y="106"/>
                  <a:pt x="327" y="109"/>
                </a:cubicBezTo>
                <a:cubicBezTo>
                  <a:pt x="325" y="111"/>
                  <a:pt x="324" y="115"/>
                  <a:pt x="325" y="117"/>
                </a:cubicBezTo>
                <a:cubicBezTo>
                  <a:pt x="325" y="117"/>
                  <a:pt x="325" y="117"/>
                  <a:pt x="325" y="117"/>
                </a:cubicBezTo>
                <a:cubicBezTo>
                  <a:pt x="333" y="136"/>
                  <a:pt x="337" y="156"/>
                  <a:pt x="337" y="177"/>
                </a:cubicBezTo>
                <a:cubicBezTo>
                  <a:pt x="337" y="265"/>
                  <a:pt x="265" y="337"/>
                  <a:pt x="176" y="337"/>
                </a:cubicBezTo>
                <a:cubicBezTo>
                  <a:pt x="88" y="337"/>
                  <a:pt x="16" y="265"/>
                  <a:pt x="16" y="177"/>
                </a:cubicBezTo>
                <a:cubicBezTo>
                  <a:pt x="16" y="88"/>
                  <a:pt x="88" y="16"/>
                  <a:pt x="176" y="16"/>
                </a:cubicBezTo>
                <a:cubicBezTo>
                  <a:pt x="222" y="16"/>
                  <a:pt x="262" y="35"/>
                  <a:pt x="292" y="65"/>
                </a:cubicBezTo>
                <a:cubicBezTo>
                  <a:pt x="292" y="65"/>
                  <a:pt x="292" y="65"/>
                  <a:pt x="292" y="65"/>
                </a:cubicBezTo>
                <a:cubicBezTo>
                  <a:pt x="295" y="68"/>
                  <a:pt x="300" y="68"/>
                  <a:pt x="303" y="65"/>
                </a:cubicBezTo>
                <a:cubicBezTo>
                  <a:pt x="306" y="62"/>
                  <a:pt x="306" y="57"/>
                  <a:pt x="303" y="54"/>
                </a:cubicBezTo>
                <a:cubicBezTo>
                  <a:pt x="302" y="53"/>
                  <a:pt x="302" y="53"/>
                  <a:pt x="302" y="53"/>
                </a:cubicBezTo>
                <a:cubicBezTo>
                  <a:pt x="270" y="20"/>
                  <a:pt x="225" y="0"/>
                  <a:pt x="176" y="0"/>
                </a:cubicBezTo>
                <a:cubicBezTo>
                  <a:pt x="79" y="0"/>
                  <a:pt x="0" y="79"/>
                  <a:pt x="0" y="177"/>
                </a:cubicBezTo>
                <a:cubicBezTo>
                  <a:pt x="0" y="274"/>
                  <a:pt x="79" y="353"/>
                  <a:pt x="176" y="353"/>
                </a:cubicBezTo>
                <a:cubicBezTo>
                  <a:pt x="274" y="353"/>
                  <a:pt x="353" y="274"/>
                  <a:pt x="353" y="177"/>
                </a:cubicBezTo>
                <a:cubicBezTo>
                  <a:pt x="353" y="154"/>
                  <a:pt x="348" y="132"/>
                  <a:pt x="341" y="112"/>
                </a:cubicBezTo>
                <a:cubicBezTo>
                  <a:pt x="340" y="111"/>
                  <a:pt x="340" y="110"/>
                  <a:pt x="339" y="109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9"/>
          <p:cNvSpPr txBox="1"/>
          <p:nvPr/>
        </p:nvSpPr>
        <p:spPr>
          <a:xfrm>
            <a:off x="1676400" y="3370976"/>
            <a:ext cx="21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282828"/>
                </a:solidFill>
                <a:latin typeface="Lato"/>
                <a:ea typeface="Lato"/>
                <a:cs typeface="Lato"/>
                <a:sym typeface="Lato"/>
              </a:rPr>
              <a:t>TEMÁTICAS</a:t>
            </a:r>
            <a:endParaRPr b="1" i="0" sz="2200" u="none" cap="none" strike="noStrike">
              <a:solidFill>
                <a:srgbClr val="28282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3" name="Google Shape;403;p39"/>
          <p:cNvSpPr/>
          <p:nvPr/>
        </p:nvSpPr>
        <p:spPr>
          <a:xfrm flipH="1" rot="10800000">
            <a:off x="4240159" y="3035755"/>
            <a:ext cx="1181400" cy="989700"/>
          </a:xfrm>
          <a:prstGeom prst="teardrop">
            <a:avLst>
              <a:gd fmla="val 100000" name="adj"/>
            </a:avLst>
          </a:prstGeom>
          <a:solidFill>
            <a:srgbClr val="1A86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9"/>
          <p:cNvSpPr/>
          <p:nvPr/>
        </p:nvSpPr>
        <p:spPr>
          <a:xfrm rot="10800000">
            <a:off x="5523657" y="3035755"/>
            <a:ext cx="1181400" cy="989700"/>
          </a:xfrm>
          <a:prstGeom prst="teardrop">
            <a:avLst>
              <a:gd fmla="val 100000" name="adj"/>
            </a:avLst>
          </a:prstGeom>
          <a:solidFill>
            <a:srgbClr val="1E98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9"/>
          <p:cNvSpPr/>
          <p:nvPr/>
        </p:nvSpPr>
        <p:spPr>
          <a:xfrm flipH="1" rot="5400000">
            <a:off x="4335638" y="4014839"/>
            <a:ext cx="989700" cy="1181400"/>
          </a:xfrm>
          <a:prstGeom prst="teardrop">
            <a:avLst>
              <a:gd fmla="val 100000" name="adj"/>
            </a:avLst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9"/>
          <p:cNvSpPr/>
          <p:nvPr/>
        </p:nvSpPr>
        <p:spPr>
          <a:xfrm rot="-5400000">
            <a:off x="5619878" y="4038000"/>
            <a:ext cx="989700" cy="1181400"/>
          </a:xfrm>
          <a:prstGeom prst="teardrop">
            <a:avLst>
              <a:gd fmla="val 100000" name="adj"/>
            </a:avLst>
          </a:prstGeom>
          <a:solidFill>
            <a:srgbClr val="28A5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9"/>
          <p:cNvSpPr txBox="1"/>
          <p:nvPr/>
        </p:nvSpPr>
        <p:spPr>
          <a:xfrm>
            <a:off x="1676400" y="4467072"/>
            <a:ext cx="21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282828"/>
                </a:solidFill>
                <a:latin typeface="Lato"/>
                <a:ea typeface="Lato"/>
                <a:cs typeface="Lato"/>
                <a:sym typeface="Lato"/>
              </a:rPr>
              <a:t>FRECUENCIA</a:t>
            </a:r>
            <a:endParaRPr b="1" i="0" sz="2200" u="none" cap="none" strike="noStrike">
              <a:solidFill>
                <a:srgbClr val="28282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8" name="Google Shape;408;p39"/>
          <p:cNvSpPr txBox="1"/>
          <p:nvPr/>
        </p:nvSpPr>
        <p:spPr>
          <a:xfrm>
            <a:off x="7026099" y="3370976"/>
            <a:ext cx="21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282828"/>
                </a:solidFill>
                <a:latin typeface="Lato"/>
                <a:ea typeface="Lato"/>
                <a:cs typeface="Lato"/>
                <a:sym typeface="Lato"/>
              </a:rPr>
              <a:t>KEYWORDS</a:t>
            </a:r>
            <a:endParaRPr b="1" i="0" sz="2200" u="none" cap="none" strike="noStrike">
              <a:solidFill>
                <a:srgbClr val="28282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7026099" y="4467072"/>
            <a:ext cx="21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282828"/>
                </a:solidFill>
                <a:latin typeface="Lato"/>
                <a:ea typeface="Lato"/>
                <a:cs typeface="Lato"/>
                <a:sym typeface="Lato"/>
              </a:rPr>
              <a:t>FORMATOS</a:t>
            </a:r>
            <a:endParaRPr b="1" i="0" sz="2200" u="none" cap="none" strike="noStrike">
              <a:solidFill>
                <a:srgbClr val="28282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0" name="Google Shape;410;p39"/>
          <p:cNvSpPr txBox="1"/>
          <p:nvPr/>
        </p:nvSpPr>
        <p:spPr>
          <a:xfrm>
            <a:off x="3144400" y="6319100"/>
            <a:ext cx="187335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Frecuencia de publicación canal 1</a:t>
            </a:r>
            <a:r>
              <a:rPr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   ………………………</a:t>
            </a: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………………………………………………..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9"/>
          <p:cNvSpPr txBox="1"/>
          <p:nvPr/>
        </p:nvSpPr>
        <p:spPr>
          <a:xfrm>
            <a:off x="3144400" y="8484925"/>
            <a:ext cx="187335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Frecuencia de publicación canal 2:    ………………………</a:t>
            </a: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………………………………………………..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9"/>
          <p:cNvSpPr txBox="1"/>
          <p:nvPr/>
        </p:nvSpPr>
        <p:spPr>
          <a:xfrm>
            <a:off x="3144400" y="10620150"/>
            <a:ext cx="187335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Frecuencia de publicación canal 3:    ………………………</a:t>
            </a: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………………………………………………..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0"/>
          <p:cNvSpPr txBox="1"/>
          <p:nvPr>
            <p:ph idx="1" type="body"/>
          </p:nvPr>
        </p:nvSpPr>
        <p:spPr>
          <a:xfrm>
            <a:off x="2019300" y="2090814"/>
            <a:ext cx="20688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Define los diferentes formatos para tus contenidos, así como emojis y hashtags</a:t>
            </a:r>
            <a:endParaRPr/>
          </a:p>
        </p:txBody>
      </p:sp>
      <p:sp>
        <p:nvSpPr>
          <p:cNvPr id="418" name="Google Shape;418;p40"/>
          <p:cNvSpPr txBox="1"/>
          <p:nvPr>
            <p:ph type="title"/>
          </p:nvPr>
        </p:nvSpPr>
        <p:spPr>
          <a:xfrm>
            <a:off x="2019300" y="723900"/>
            <a:ext cx="206883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800"/>
              <a:buFont typeface="Lato"/>
              <a:buNone/>
            </a:pPr>
            <a:r>
              <a:rPr lang="en-US"/>
              <a:t>Formatos de contenido </a:t>
            </a:r>
            <a:endParaRPr b="1" i="0" sz="88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9" name="Google Shape;419;p40"/>
          <p:cNvSpPr/>
          <p:nvPr/>
        </p:nvSpPr>
        <p:spPr>
          <a:xfrm>
            <a:off x="1676401" y="6081191"/>
            <a:ext cx="1072296" cy="1066792"/>
          </a:xfrm>
          <a:custGeom>
            <a:rect b="b" l="l" r="r" t="t"/>
            <a:pathLst>
              <a:path extrusionOk="0" h="353" w="353">
                <a:moveTo>
                  <a:pt x="176" y="221"/>
                </a:moveTo>
                <a:cubicBezTo>
                  <a:pt x="102" y="147"/>
                  <a:pt x="102" y="147"/>
                  <a:pt x="102" y="147"/>
                </a:cubicBezTo>
                <a:cubicBezTo>
                  <a:pt x="100" y="146"/>
                  <a:pt x="98" y="145"/>
                  <a:pt x="96" y="145"/>
                </a:cubicBezTo>
                <a:cubicBezTo>
                  <a:pt x="91" y="145"/>
                  <a:pt x="88" y="148"/>
                  <a:pt x="88" y="153"/>
                </a:cubicBezTo>
                <a:cubicBezTo>
                  <a:pt x="88" y="155"/>
                  <a:pt x="89" y="157"/>
                  <a:pt x="90" y="158"/>
                </a:cubicBezTo>
                <a:cubicBezTo>
                  <a:pt x="170" y="239"/>
                  <a:pt x="170" y="239"/>
                  <a:pt x="170" y="239"/>
                </a:cubicBezTo>
                <a:cubicBezTo>
                  <a:pt x="172" y="240"/>
                  <a:pt x="174" y="241"/>
                  <a:pt x="176" y="241"/>
                </a:cubicBezTo>
                <a:cubicBezTo>
                  <a:pt x="178" y="241"/>
                  <a:pt x="180" y="240"/>
                  <a:pt x="182" y="238"/>
                </a:cubicBezTo>
                <a:cubicBezTo>
                  <a:pt x="182" y="238"/>
                  <a:pt x="182" y="238"/>
                  <a:pt x="182" y="238"/>
                </a:cubicBezTo>
                <a:cubicBezTo>
                  <a:pt x="316" y="98"/>
                  <a:pt x="316" y="98"/>
                  <a:pt x="316" y="98"/>
                </a:cubicBezTo>
                <a:cubicBezTo>
                  <a:pt x="316" y="98"/>
                  <a:pt x="316" y="98"/>
                  <a:pt x="316" y="98"/>
                </a:cubicBezTo>
                <a:cubicBezTo>
                  <a:pt x="328" y="86"/>
                  <a:pt x="328" y="86"/>
                  <a:pt x="328" y="86"/>
                </a:cubicBezTo>
                <a:cubicBezTo>
                  <a:pt x="328" y="86"/>
                  <a:pt x="328" y="86"/>
                  <a:pt x="327" y="86"/>
                </a:cubicBezTo>
                <a:cubicBezTo>
                  <a:pt x="351" y="62"/>
                  <a:pt x="351" y="62"/>
                  <a:pt x="351" y="62"/>
                </a:cubicBezTo>
                <a:cubicBezTo>
                  <a:pt x="351" y="62"/>
                  <a:pt x="351" y="62"/>
                  <a:pt x="351" y="62"/>
                </a:cubicBezTo>
                <a:cubicBezTo>
                  <a:pt x="352" y="60"/>
                  <a:pt x="353" y="58"/>
                  <a:pt x="353" y="56"/>
                </a:cubicBezTo>
                <a:cubicBezTo>
                  <a:pt x="353" y="52"/>
                  <a:pt x="349" y="48"/>
                  <a:pt x="345" y="48"/>
                </a:cubicBezTo>
                <a:cubicBezTo>
                  <a:pt x="342" y="48"/>
                  <a:pt x="340" y="49"/>
                  <a:pt x="339" y="51"/>
                </a:cubicBezTo>
                <a:cubicBezTo>
                  <a:pt x="339" y="51"/>
                  <a:pt x="339" y="51"/>
                  <a:pt x="339" y="51"/>
                </a:cubicBezTo>
                <a:cubicBezTo>
                  <a:pt x="318" y="72"/>
                  <a:pt x="318" y="72"/>
                  <a:pt x="318" y="72"/>
                </a:cubicBezTo>
                <a:cubicBezTo>
                  <a:pt x="318" y="72"/>
                  <a:pt x="318" y="72"/>
                  <a:pt x="318" y="72"/>
                </a:cubicBezTo>
                <a:cubicBezTo>
                  <a:pt x="307" y="84"/>
                  <a:pt x="307" y="84"/>
                  <a:pt x="307" y="84"/>
                </a:cubicBezTo>
                <a:cubicBezTo>
                  <a:pt x="307" y="84"/>
                  <a:pt x="307" y="84"/>
                  <a:pt x="307" y="84"/>
                </a:cubicBezTo>
                <a:lnTo>
                  <a:pt x="176" y="221"/>
                </a:lnTo>
                <a:close/>
                <a:moveTo>
                  <a:pt x="339" y="109"/>
                </a:moveTo>
                <a:cubicBezTo>
                  <a:pt x="335" y="106"/>
                  <a:pt x="330" y="106"/>
                  <a:pt x="327" y="109"/>
                </a:cubicBezTo>
                <a:cubicBezTo>
                  <a:pt x="325" y="111"/>
                  <a:pt x="324" y="115"/>
                  <a:pt x="325" y="117"/>
                </a:cubicBezTo>
                <a:cubicBezTo>
                  <a:pt x="325" y="117"/>
                  <a:pt x="325" y="117"/>
                  <a:pt x="325" y="117"/>
                </a:cubicBezTo>
                <a:cubicBezTo>
                  <a:pt x="333" y="136"/>
                  <a:pt x="337" y="156"/>
                  <a:pt x="337" y="177"/>
                </a:cubicBezTo>
                <a:cubicBezTo>
                  <a:pt x="337" y="265"/>
                  <a:pt x="265" y="337"/>
                  <a:pt x="176" y="337"/>
                </a:cubicBezTo>
                <a:cubicBezTo>
                  <a:pt x="88" y="337"/>
                  <a:pt x="16" y="265"/>
                  <a:pt x="16" y="177"/>
                </a:cubicBezTo>
                <a:cubicBezTo>
                  <a:pt x="16" y="88"/>
                  <a:pt x="88" y="16"/>
                  <a:pt x="176" y="16"/>
                </a:cubicBezTo>
                <a:cubicBezTo>
                  <a:pt x="222" y="16"/>
                  <a:pt x="262" y="35"/>
                  <a:pt x="292" y="65"/>
                </a:cubicBezTo>
                <a:cubicBezTo>
                  <a:pt x="292" y="65"/>
                  <a:pt x="292" y="65"/>
                  <a:pt x="292" y="65"/>
                </a:cubicBezTo>
                <a:cubicBezTo>
                  <a:pt x="295" y="68"/>
                  <a:pt x="300" y="68"/>
                  <a:pt x="303" y="65"/>
                </a:cubicBezTo>
                <a:cubicBezTo>
                  <a:pt x="306" y="62"/>
                  <a:pt x="306" y="57"/>
                  <a:pt x="303" y="54"/>
                </a:cubicBezTo>
                <a:cubicBezTo>
                  <a:pt x="302" y="53"/>
                  <a:pt x="302" y="53"/>
                  <a:pt x="302" y="53"/>
                </a:cubicBezTo>
                <a:cubicBezTo>
                  <a:pt x="270" y="20"/>
                  <a:pt x="225" y="0"/>
                  <a:pt x="176" y="0"/>
                </a:cubicBezTo>
                <a:cubicBezTo>
                  <a:pt x="79" y="0"/>
                  <a:pt x="0" y="79"/>
                  <a:pt x="0" y="177"/>
                </a:cubicBezTo>
                <a:cubicBezTo>
                  <a:pt x="0" y="274"/>
                  <a:pt x="79" y="353"/>
                  <a:pt x="176" y="353"/>
                </a:cubicBezTo>
                <a:cubicBezTo>
                  <a:pt x="274" y="353"/>
                  <a:pt x="353" y="274"/>
                  <a:pt x="353" y="177"/>
                </a:cubicBezTo>
                <a:cubicBezTo>
                  <a:pt x="353" y="154"/>
                  <a:pt x="348" y="132"/>
                  <a:pt x="341" y="112"/>
                </a:cubicBezTo>
                <a:cubicBezTo>
                  <a:pt x="340" y="111"/>
                  <a:pt x="340" y="110"/>
                  <a:pt x="339" y="109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0"/>
          <p:cNvSpPr/>
          <p:nvPr/>
        </p:nvSpPr>
        <p:spPr>
          <a:xfrm>
            <a:off x="1676401" y="8231724"/>
            <a:ext cx="1072296" cy="1066792"/>
          </a:xfrm>
          <a:custGeom>
            <a:rect b="b" l="l" r="r" t="t"/>
            <a:pathLst>
              <a:path extrusionOk="0" h="353" w="353">
                <a:moveTo>
                  <a:pt x="176" y="221"/>
                </a:moveTo>
                <a:cubicBezTo>
                  <a:pt x="102" y="147"/>
                  <a:pt x="102" y="147"/>
                  <a:pt x="102" y="147"/>
                </a:cubicBezTo>
                <a:cubicBezTo>
                  <a:pt x="100" y="146"/>
                  <a:pt x="98" y="145"/>
                  <a:pt x="96" y="145"/>
                </a:cubicBezTo>
                <a:cubicBezTo>
                  <a:pt x="91" y="145"/>
                  <a:pt x="88" y="148"/>
                  <a:pt x="88" y="153"/>
                </a:cubicBezTo>
                <a:cubicBezTo>
                  <a:pt x="88" y="155"/>
                  <a:pt x="89" y="157"/>
                  <a:pt x="90" y="158"/>
                </a:cubicBezTo>
                <a:cubicBezTo>
                  <a:pt x="170" y="239"/>
                  <a:pt x="170" y="239"/>
                  <a:pt x="170" y="239"/>
                </a:cubicBezTo>
                <a:cubicBezTo>
                  <a:pt x="172" y="240"/>
                  <a:pt x="174" y="241"/>
                  <a:pt x="176" y="241"/>
                </a:cubicBezTo>
                <a:cubicBezTo>
                  <a:pt x="178" y="241"/>
                  <a:pt x="180" y="240"/>
                  <a:pt x="182" y="238"/>
                </a:cubicBezTo>
                <a:cubicBezTo>
                  <a:pt x="182" y="238"/>
                  <a:pt x="182" y="238"/>
                  <a:pt x="182" y="238"/>
                </a:cubicBezTo>
                <a:cubicBezTo>
                  <a:pt x="316" y="98"/>
                  <a:pt x="316" y="98"/>
                  <a:pt x="316" y="98"/>
                </a:cubicBezTo>
                <a:cubicBezTo>
                  <a:pt x="316" y="98"/>
                  <a:pt x="316" y="98"/>
                  <a:pt x="316" y="98"/>
                </a:cubicBezTo>
                <a:cubicBezTo>
                  <a:pt x="328" y="86"/>
                  <a:pt x="328" y="86"/>
                  <a:pt x="328" y="86"/>
                </a:cubicBezTo>
                <a:cubicBezTo>
                  <a:pt x="328" y="86"/>
                  <a:pt x="328" y="86"/>
                  <a:pt x="327" y="86"/>
                </a:cubicBezTo>
                <a:cubicBezTo>
                  <a:pt x="351" y="62"/>
                  <a:pt x="351" y="62"/>
                  <a:pt x="351" y="62"/>
                </a:cubicBezTo>
                <a:cubicBezTo>
                  <a:pt x="351" y="62"/>
                  <a:pt x="351" y="62"/>
                  <a:pt x="351" y="62"/>
                </a:cubicBezTo>
                <a:cubicBezTo>
                  <a:pt x="352" y="60"/>
                  <a:pt x="353" y="58"/>
                  <a:pt x="353" y="56"/>
                </a:cubicBezTo>
                <a:cubicBezTo>
                  <a:pt x="353" y="52"/>
                  <a:pt x="349" y="48"/>
                  <a:pt x="345" y="48"/>
                </a:cubicBezTo>
                <a:cubicBezTo>
                  <a:pt x="342" y="48"/>
                  <a:pt x="340" y="49"/>
                  <a:pt x="339" y="51"/>
                </a:cubicBezTo>
                <a:cubicBezTo>
                  <a:pt x="339" y="51"/>
                  <a:pt x="339" y="51"/>
                  <a:pt x="339" y="51"/>
                </a:cubicBezTo>
                <a:cubicBezTo>
                  <a:pt x="318" y="72"/>
                  <a:pt x="318" y="72"/>
                  <a:pt x="318" y="72"/>
                </a:cubicBezTo>
                <a:cubicBezTo>
                  <a:pt x="318" y="72"/>
                  <a:pt x="318" y="72"/>
                  <a:pt x="318" y="72"/>
                </a:cubicBezTo>
                <a:cubicBezTo>
                  <a:pt x="307" y="84"/>
                  <a:pt x="307" y="84"/>
                  <a:pt x="307" y="84"/>
                </a:cubicBezTo>
                <a:cubicBezTo>
                  <a:pt x="307" y="84"/>
                  <a:pt x="307" y="84"/>
                  <a:pt x="307" y="84"/>
                </a:cubicBezTo>
                <a:lnTo>
                  <a:pt x="176" y="221"/>
                </a:lnTo>
                <a:close/>
                <a:moveTo>
                  <a:pt x="339" y="109"/>
                </a:moveTo>
                <a:cubicBezTo>
                  <a:pt x="335" y="106"/>
                  <a:pt x="330" y="106"/>
                  <a:pt x="327" y="109"/>
                </a:cubicBezTo>
                <a:cubicBezTo>
                  <a:pt x="325" y="111"/>
                  <a:pt x="324" y="115"/>
                  <a:pt x="325" y="117"/>
                </a:cubicBezTo>
                <a:cubicBezTo>
                  <a:pt x="325" y="117"/>
                  <a:pt x="325" y="117"/>
                  <a:pt x="325" y="117"/>
                </a:cubicBezTo>
                <a:cubicBezTo>
                  <a:pt x="333" y="136"/>
                  <a:pt x="337" y="156"/>
                  <a:pt x="337" y="177"/>
                </a:cubicBezTo>
                <a:cubicBezTo>
                  <a:pt x="337" y="265"/>
                  <a:pt x="265" y="337"/>
                  <a:pt x="176" y="337"/>
                </a:cubicBezTo>
                <a:cubicBezTo>
                  <a:pt x="88" y="337"/>
                  <a:pt x="16" y="265"/>
                  <a:pt x="16" y="177"/>
                </a:cubicBezTo>
                <a:cubicBezTo>
                  <a:pt x="16" y="88"/>
                  <a:pt x="88" y="16"/>
                  <a:pt x="176" y="16"/>
                </a:cubicBezTo>
                <a:cubicBezTo>
                  <a:pt x="222" y="16"/>
                  <a:pt x="262" y="35"/>
                  <a:pt x="292" y="65"/>
                </a:cubicBezTo>
                <a:cubicBezTo>
                  <a:pt x="292" y="65"/>
                  <a:pt x="292" y="65"/>
                  <a:pt x="292" y="65"/>
                </a:cubicBezTo>
                <a:cubicBezTo>
                  <a:pt x="295" y="68"/>
                  <a:pt x="300" y="68"/>
                  <a:pt x="303" y="65"/>
                </a:cubicBezTo>
                <a:cubicBezTo>
                  <a:pt x="306" y="62"/>
                  <a:pt x="306" y="57"/>
                  <a:pt x="303" y="54"/>
                </a:cubicBezTo>
                <a:cubicBezTo>
                  <a:pt x="302" y="53"/>
                  <a:pt x="302" y="53"/>
                  <a:pt x="302" y="53"/>
                </a:cubicBezTo>
                <a:cubicBezTo>
                  <a:pt x="270" y="20"/>
                  <a:pt x="225" y="0"/>
                  <a:pt x="176" y="0"/>
                </a:cubicBezTo>
                <a:cubicBezTo>
                  <a:pt x="79" y="0"/>
                  <a:pt x="0" y="79"/>
                  <a:pt x="0" y="177"/>
                </a:cubicBezTo>
                <a:cubicBezTo>
                  <a:pt x="0" y="274"/>
                  <a:pt x="79" y="353"/>
                  <a:pt x="176" y="353"/>
                </a:cubicBezTo>
                <a:cubicBezTo>
                  <a:pt x="274" y="353"/>
                  <a:pt x="353" y="274"/>
                  <a:pt x="353" y="177"/>
                </a:cubicBezTo>
                <a:cubicBezTo>
                  <a:pt x="353" y="154"/>
                  <a:pt x="348" y="132"/>
                  <a:pt x="341" y="112"/>
                </a:cubicBezTo>
                <a:cubicBezTo>
                  <a:pt x="340" y="111"/>
                  <a:pt x="340" y="110"/>
                  <a:pt x="339" y="109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0"/>
          <p:cNvSpPr/>
          <p:nvPr/>
        </p:nvSpPr>
        <p:spPr>
          <a:xfrm>
            <a:off x="1676401" y="10382258"/>
            <a:ext cx="1072296" cy="1066792"/>
          </a:xfrm>
          <a:custGeom>
            <a:rect b="b" l="l" r="r" t="t"/>
            <a:pathLst>
              <a:path extrusionOk="0" h="353" w="353">
                <a:moveTo>
                  <a:pt x="176" y="221"/>
                </a:moveTo>
                <a:cubicBezTo>
                  <a:pt x="102" y="147"/>
                  <a:pt x="102" y="147"/>
                  <a:pt x="102" y="147"/>
                </a:cubicBezTo>
                <a:cubicBezTo>
                  <a:pt x="100" y="146"/>
                  <a:pt x="98" y="145"/>
                  <a:pt x="96" y="145"/>
                </a:cubicBezTo>
                <a:cubicBezTo>
                  <a:pt x="91" y="145"/>
                  <a:pt x="88" y="148"/>
                  <a:pt x="88" y="153"/>
                </a:cubicBezTo>
                <a:cubicBezTo>
                  <a:pt x="88" y="155"/>
                  <a:pt x="89" y="157"/>
                  <a:pt x="90" y="158"/>
                </a:cubicBezTo>
                <a:cubicBezTo>
                  <a:pt x="170" y="239"/>
                  <a:pt x="170" y="239"/>
                  <a:pt x="170" y="239"/>
                </a:cubicBezTo>
                <a:cubicBezTo>
                  <a:pt x="172" y="240"/>
                  <a:pt x="174" y="241"/>
                  <a:pt x="176" y="241"/>
                </a:cubicBezTo>
                <a:cubicBezTo>
                  <a:pt x="178" y="241"/>
                  <a:pt x="180" y="240"/>
                  <a:pt x="182" y="238"/>
                </a:cubicBezTo>
                <a:cubicBezTo>
                  <a:pt x="182" y="238"/>
                  <a:pt x="182" y="238"/>
                  <a:pt x="182" y="238"/>
                </a:cubicBezTo>
                <a:cubicBezTo>
                  <a:pt x="316" y="98"/>
                  <a:pt x="316" y="98"/>
                  <a:pt x="316" y="98"/>
                </a:cubicBezTo>
                <a:cubicBezTo>
                  <a:pt x="316" y="98"/>
                  <a:pt x="316" y="98"/>
                  <a:pt x="316" y="98"/>
                </a:cubicBezTo>
                <a:cubicBezTo>
                  <a:pt x="328" y="86"/>
                  <a:pt x="328" y="86"/>
                  <a:pt x="328" y="86"/>
                </a:cubicBezTo>
                <a:cubicBezTo>
                  <a:pt x="328" y="86"/>
                  <a:pt x="328" y="86"/>
                  <a:pt x="327" y="86"/>
                </a:cubicBezTo>
                <a:cubicBezTo>
                  <a:pt x="351" y="62"/>
                  <a:pt x="351" y="62"/>
                  <a:pt x="351" y="62"/>
                </a:cubicBezTo>
                <a:cubicBezTo>
                  <a:pt x="351" y="62"/>
                  <a:pt x="351" y="62"/>
                  <a:pt x="351" y="62"/>
                </a:cubicBezTo>
                <a:cubicBezTo>
                  <a:pt x="352" y="60"/>
                  <a:pt x="353" y="58"/>
                  <a:pt x="353" y="56"/>
                </a:cubicBezTo>
                <a:cubicBezTo>
                  <a:pt x="353" y="52"/>
                  <a:pt x="349" y="48"/>
                  <a:pt x="345" y="48"/>
                </a:cubicBezTo>
                <a:cubicBezTo>
                  <a:pt x="342" y="48"/>
                  <a:pt x="340" y="49"/>
                  <a:pt x="339" y="51"/>
                </a:cubicBezTo>
                <a:cubicBezTo>
                  <a:pt x="339" y="51"/>
                  <a:pt x="339" y="51"/>
                  <a:pt x="339" y="51"/>
                </a:cubicBezTo>
                <a:cubicBezTo>
                  <a:pt x="318" y="72"/>
                  <a:pt x="318" y="72"/>
                  <a:pt x="318" y="72"/>
                </a:cubicBezTo>
                <a:cubicBezTo>
                  <a:pt x="318" y="72"/>
                  <a:pt x="318" y="72"/>
                  <a:pt x="318" y="72"/>
                </a:cubicBezTo>
                <a:cubicBezTo>
                  <a:pt x="307" y="84"/>
                  <a:pt x="307" y="84"/>
                  <a:pt x="307" y="84"/>
                </a:cubicBezTo>
                <a:cubicBezTo>
                  <a:pt x="307" y="84"/>
                  <a:pt x="307" y="84"/>
                  <a:pt x="307" y="84"/>
                </a:cubicBezTo>
                <a:lnTo>
                  <a:pt x="176" y="221"/>
                </a:lnTo>
                <a:close/>
                <a:moveTo>
                  <a:pt x="339" y="109"/>
                </a:moveTo>
                <a:cubicBezTo>
                  <a:pt x="335" y="106"/>
                  <a:pt x="330" y="106"/>
                  <a:pt x="327" y="109"/>
                </a:cubicBezTo>
                <a:cubicBezTo>
                  <a:pt x="325" y="111"/>
                  <a:pt x="324" y="115"/>
                  <a:pt x="325" y="117"/>
                </a:cubicBezTo>
                <a:cubicBezTo>
                  <a:pt x="325" y="117"/>
                  <a:pt x="325" y="117"/>
                  <a:pt x="325" y="117"/>
                </a:cubicBezTo>
                <a:cubicBezTo>
                  <a:pt x="333" y="136"/>
                  <a:pt x="337" y="156"/>
                  <a:pt x="337" y="177"/>
                </a:cubicBezTo>
                <a:cubicBezTo>
                  <a:pt x="337" y="265"/>
                  <a:pt x="265" y="337"/>
                  <a:pt x="176" y="337"/>
                </a:cubicBezTo>
                <a:cubicBezTo>
                  <a:pt x="88" y="337"/>
                  <a:pt x="16" y="265"/>
                  <a:pt x="16" y="177"/>
                </a:cubicBezTo>
                <a:cubicBezTo>
                  <a:pt x="16" y="88"/>
                  <a:pt x="88" y="16"/>
                  <a:pt x="176" y="16"/>
                </a:cubicBezTo>
                <a:cubicBezTo>
                  <a:pt x="222" y="16"/>
                  <a:pt x="262" y="35"/>
                  <a:pt x="292" y="65"/>
                </a:cubicBezTo>
                <a:cubicBezTo>
                  <a:pt x="292" y="65"/>
                  <a:pt x="292" y="65"/>
                  <a:pt x="292" y="65"/>
                </a:cubicBezTo>
                <a:cubicBezTo>
                  <a:pt x="295" y="68"/>
                  <a:pt x="300" y="68"/>
                  <a:pt x="303" y="65"/>
                </a:cubicBezTo>
                <a:cubicBezTo>
                  <a:pt x="306" y="62"/>
                  <a:pt x="306" y="57"/>
                  <a:pt x="303" y="54"/>
                </a:cubicBezTo>
                <a:cubicBezTo>
                  <a:pt x="302" y="53"/>
                  <a:pt x="302" y="53"/>
                  <a:pt x="302" y="53"/>
                </a:cubicBezTo>
                <a:cubicBezTo>
                  <a:pt x="270" y="20"/>
                  <a:pt x="225" y="0"/>
                  <a:pt x="176" y="0"/>
                </a:cubicBezTo>
                <a:cubicBezTo>
                  <a:pt x="79" y="0"/>
                  <a:pt x="0" y="79"/>
                  <a:pt x="0" y="177"/>
                </a:cubicBezTo>
                <a:cubicBezTo>
                  <a:pt x="0" y="274"/>
                  <a:pt x="79" y="353"/>
                  <a:pt x="176" y="353"/>
                </a:cubicBezTo>
                <a:cubicBezTo>
                  <a:pt x="274" y="353"/>
                  <a:pt x="353" y="274"/>
                  <a:pt x="353" y="177"/>
                </a:cubicBezTo>
                <a:cubicBezTo>
                  <a:pt x="353" y="154"/>
                  <a:pt x="348" y="132"/>
                  <a:pt x="341" y="112"/>
                </a:cubicBezTo>
                <a:cubicBezTo>
                  <a:pt x="340" y="111"/>
                  <a:pt x="340" y="110"/>
                  <a:pt x="339" y="109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52962" y="3370982"/>
            <a:ext cx="9773489" cy="9492174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40"/>
          <p:cNvSpPr txBox="1"/>
          <p:nvPr/>
        </p:nvSpPr>
        <p:spPr>
          <a:xfrm>
            <a:off x="1676400" y="3370976"/>
            <a:ext cx="21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282828"/>
                </a:solidFill>
                <a:latin typeface="Lato"/>
                <a:ea typeface="Lato"/>
                <a:cs typeface="Lato"/>
                <a:sym typeface="Lato"/>
              </a:rPr>
              <a:t>TEMÁTICAS</a:t>
            </a:r>
            <a:endParaRPr b="1" i="0" sz="2200" u="none" cap="none" strike="noStrike">
              <a:solidFill>
                <a:srgbClr val="28282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4" name="Google Shape;424;p40"/>
          <p:cNvSpPr/>
          <p:nvPr/>
        </p:nvSpPr>
        <p:spPr>
          <a:xfrm flipH="1" rot="10800000">
            <a:off x="4240159" y="3035755"/>
            <a:ext cx="1181400" cy="989700"/>
          </a:xfrm>
          <a:prstGeom prst="teardrop">
            <a:avLst>
              <a:gd fmla="val 100000" name="adj"/>
            </a:avLst>
          </a:prstGeom>
          <a:solidFill>
            <a:srgbClr val="1A86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40"/>
          <p:cNvSpPr/>
          <p:nvPr/>
        </p:nvSpPr>
        <p:spPr>
          <a:xfrm rot="10800000">
            <a:off x="5523657" y="3035755"/>
            <a:ext cx="1181400" cy="989700"/>
          </a:xfrm>
          <a:prstGeom prst="teardrop">
            <a:avLst>
              <a:gd fmla="val 100000" name="adj"/>
            </a:avLst>
          </a:prstGeom>
          <a:solidFill>
            <a:srgbClr val="1E98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0"/>
          <p:cNvSpPr/>
          <p:nvPr/>
        </p:nvSpPr>
        <p:spPr>
          <a:xfrm flipH="1" rot="5400000">
            <a:off x="4335638" y="4014839"/>
            <a:ext cx="989700" cy="1181400"/>
          </a:xfrm>
          <a:prstGeom prst="teardrop">
            <a:avLst>
              <a:gd fmla="val 100000" name="adj"/>
            </a:avLst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40"/>
          <p:cNvSpPr/>
          <p:nvPr/>
        </p:nvSpPr>
        <p:spPr>
          <a:xfrm rot="-5400000">
            <a:off x="5619878" y="4038000"/>
            <a:ext cx="989700" cy="1181400"/>
          </a:xfrm>
          <a:prstGeom prst="teardrop">
            <a:avLst>
              <a:gd fmla="val 100000" name="adj"/>
            </a:avLst>
          </a:prstGeom>
          <a:solidFill>
            <a:srgbClr val="28A5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40"/>
          <p:cNvSpPr txBox="1"/>
          <p:nvPr/>
        </p:nvSpPr>
        <p:spPr>
          <a:xfrm>
            <a:off x="1676400" y="4467072"/>
            <a:ext cx="21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282828"/>
                </a:solidFill>
                <a:latin typeface="Lato"/>
                <a:ea typeface="Lato"/>
                <a:cs typeface="Lato"/>
                <a:sym typeface="Lato"/>
              </a:rPr>
              <a:t>FRECUENCIA</a:t>
            </a:r>
            <a:endParaRPr b="1" i="0" sz="2200" u="none" cap="none" strike="noStrike">
              <a:solidFill>
                <a:srgbClr val="28282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9" name="Google Shape;429;p40"/>
          <p:cNvSpPr txBox="1"/>
          <p:nvPr/>
        </p:nvSpPr>
        <p:spPr>
          <a:xfrm>
            <a:off x="7026099" y="3370976"/>
            <a:ext cx="21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282828"/>
                </a:solidFill>
                <a:latin typeface="Lato"/>
                <a:ea typeface="Lato"/>
                <a:cs typeface="Lato"/>
                <a:sym typeface="Lato"/>
              </a:rPr>
              <a:t>KEYWORDS</a:t>
            </a:r>
            <a:endParaRPr b="1" i="0" sz="2200" u="none" cap="none" strike="noStrike">
              <a:solidFill>
                <a:srgbClr val="28282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0" name="Google Shape;430;p40"/>
          <p:cNvSpPr txBox="1"/>
          <p:nvPr/>
        </p:nvSpPr>
        <p:spPr>
          <a:xfrm>
            <a:off x="7026099" y="4467072"/>
            <a:ext cx="21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282828"/>
                </a:solidFill>
                <a:latin typeface="Lato"/>
                <a:ea typeface="Lato"/>
                <a:cs typeface="Lato"/>
                <a:sym typeface="Lato"/>
              </a:rPr>
              <a:t>FORMATTOS</a:t>
            </a:r>
            <a:endParaRPr b="1" i="0" sz="2200" u="none" cap="none" strike="noStrike">
              <a:solidFill>
                <a:srgbClr val="28282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1" name="Google Shape;431;p40"/>
          <p:cNvSpPr txBox="1"/>
          <p:nvPr/>
        </p:nvSpPr>
        <p:spPr>
          <a:xfrm>
            <a:off x="3144400" y="6319100"/>
            <a:ext cx="9420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Formatos de contenido:    ………</a:t>
            </a: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……………………………….</a:t>
            </a:r>
            <a:endParaRPr b="1" sz="3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……………………………………………………………………………………………………………………………………………………………</a:t>
            </a: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0"/>
          <p:cNvSpPr txBox="1"/>
          <p:nvPr/>
        </p:nvSpPr>
        <p:spPr>
          <a:xfrm>
            <a:off x="3144400" y="8384125"/>
            <a:ext cx="9420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Símbolos y emojis</a:t>
            </a:r>
            <a:r>
              <a:rPr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   ………</a:t>
            </a:r>
            <a:r>
              <a:rPr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....</a:t>
            </a:r>
            <a:r>
              <a:rPr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………</a:t>
            </a: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…….……………………….</a:t>
            </a:r>
            <a:endParaRPr b="1" sz="3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……………………………………………………………………………………………………………………………………………………………....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0"/>
          <p:cNvSpPr txBox="1"/>
          <p:nvPr/>
        </p:nvSpPr>
        <p:spPr>
          <a:xfrm>
            <a:off x="3144400" y="10449150"/>
            <a:ext cx="9420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Hashtags</a:t>
            </a:r>
            <a:r>
              <a:rPr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   ……….....................………</a:t>
            </a: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…….……………………….</a:t>
            </a:r>
            <a:endParaRPr b="1" sz="3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……………………………………………………………………………………………………………………………………………………………....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41"/>
          <p:cNvSpPr txBox="1"/>
          <p:nvPr/>
        </p:nvSpPr>
        <p:spPr>
          <a:xfrm>
            <a:off x="2349500" y="4826675"/>
            <a:ext cx="11963400" cy="40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lang="en-US" sz="8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Calendario de Social Media</a:t>
            </a:r>
            <a:endParaRPr b="1" i="0" sz="8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40" name="Google Shape;440;p41"/>
          <p:cNvCxnSpPr/>
          <p:nvPr/>
        </p:nvCxnSpPr>
        <p:spPr>
          <a:xfrm>
            <a:off x="15451455" y="5113247"/>
            <a:ext cx="0" cy="3540300"/>
          </a:xfrm>
          <a:prstGeom prst="straightConnector1">
            <a:avLst/>
          </a:prstGeom>
          <a:noFill/>
          <a:ln cap="flat" cmpd="sng" w="889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1" name="Google Shape;441;p41"/>
          <p:cNvSpPr txBox="1"/>
          <p:nvPr/>
        </p:nvSpPr>
        <p:spPr>
          <a:xfrm>
            <a:off x="16632011" y="6267069"/>
            <a:ext cx="60756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Plan de Social Media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2"/>
          <p:cNvSpPr txBox="1"/>
          <p:nvPr>
            <p:ph idx="1" type="body"/>
          </p:nvPr>
        </p:nvSpPr>
        <p:spPr>
          <a:xfrm>
            <a:off x="2019300" y="2090814"/>
            <a:ext cx="20688300" cy="4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Utiliza esta estructura como plantilla para rellenar tu calendario social media (</a:t>
            </a:r>
            <a:r>
              <a:rPr lang="en-US" u="sng">
                <a:solidFill>
                  <a:schemeClr val="hlink"/>
                </a:solidFill>
                <a:hlinkClick r:id="rId3"/>
              </a:rPr>
              <a:t>descarga en la lección 4.1.</a:t>
            </a:r>
            <a:r>
              <a:rPr lang="en-US"/>
              <a:t>)</a:t>
            </a:r>
            <a:endParaRPr/>
          </a:p>
        </p:txBody>
      </p:sp>
      <p:sp>
        <p:nvSpPr>
          <p:cNvPr id="448" name="Google Shape;448;p42"/>
          <p:cNvSpPr txBox="1"/>
          <p:nvPr>
            <p:ph type="title"/>
          </p:nvPr>
        </p:nvSpPr>
        <p:spPr>
          <a:xfrm>
            <a:off x="2019300" y="723900"/>
            <a:ext cx="20688300" cy="13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Calendario de Contenidos Social Media </a:t>
            </a:r>
            <a:endParaRPr/>
          </a:p>
        </p:txBody>
      </p:sp>
      <p:sp>
        <p:nvSpPr>
          <p:cNvPr id="449" name="Google Shape;449;p42"/>
          <p:cNvSpPr/>
          <p:nvPr/>
        </p:nvSpPr>
        <p:spPr>
          <a:xfrm>
            <a:off x="1676400" y="3444329"/>
            <a:ext cx="4845000" cy="7807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2"/>
          <p:cNvSpPr/>
          <p:nvPr/>
        </p:nvSpPr>
        <p:spPr>
          <a:xfrm>
            <a:off x="1676400" y="3393804"/>
            <a:ext cx="4845000" cy="127440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2"/>
          <p:cNvSpPr/>
          <p:nvPr/>
        </p:nvSpPr>
        <p:spPr>
          <a:xfrm>
            <a:off x="7071807" y="3393803"/>
            <a:ext cx="4845000" cy="7807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2"/>
          <p:cNvSpPr/>
          <p:nvPr/>
        </p:nvSpPr>
        <p:spPr>
          <a:xfrm>
            <a:off x="7071807" y="3393804"/>
            <a:ext cx="4845000" cy="1274400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42"/>
          <p:cNvSpPr/>
          <p:nvPr/>
        </p:nvSpPr>
        <p:spPr>
          <a:xfrm>
            <a:off x="12467214" y="3393803"/>
            <a:ext cx="4845000" cy="7807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42"/>
          <p:cNvSpPr/>
          <p:nvPr/>
        </p:nvSpPr>
        <p:spPr>
          <a:xfrm>
            <a:off x="12467214" y="3393804"/>
            <a:ext cx="4845000" cy="1274400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2"/>
          <p:cNvSpPr/>
          <p:nvPr/>
        </p:nvSpPr>
        <p:spPr>
          <a:xfrm>
            <a:off x="17862620" y="3393803"/>
            <a:ext cx="4845000" cy="7807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2"/>
          <p:cNvSpPr/>
          <p:nvPr/>
        </p:nvSpPr>
        <p:spPr>
          <a:xfrm>
            <a:off x="17862620" y="3393804"/>
            <a:ext cx="4845000" cy="1274400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2"/>
          <p:cNvSpPr/>
          <p:nvPr/>
        </p:nvSpPr>
        <p:spPr>
          <a:xfrm>
            <a:off x="4653721" y="10888862"/>
            <a:ext cx="2283753" cy="544638"/>
          </a:xfrm>
          <a:custGeom>
            <a:rect b="b" l="l" r="r" t="t"/>
            <a:pathLst>
              <a:path extrusionOk="0" h="544638" w="2283753">
                <a:moveTo>
                  <a:pt x="1934959" y="0"/>
                </a:moveTo>
                <a:lnTo>
                  <a:pt x="2283753" y="272319"/>
                </a:lnTo>
                <a:lnTo>
                  <a:pt x="1934959" y="544638"/>
                </a:lnTo>
                <a:lnTo>
                  <a:pt x="1934959" y="362754"/>
                </a:lnTo>
                <a:lnTo>
                  <a:pt x="0" y="362754"/>
                </a:lnTo>
                <a:lnTo>
                  <a:pt x="0" y="181884"/>
                </a:lnTo>
                <a:lnTo>
                  <a:pt x="1934959" y="181884"/>
                </a:lnTo>
                <a:close/>
              </a:path>
            </a:pathLst>
          </a:custGeom>
          <a:solidFill>
            <a:srgbClr val="0F6F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2"/>
          <p:cNvSpPr/>
          <p:nvPr/>
        </p:nvSpPr>
        <p:spPr>
          <a:xfrm>
            <a:off x="6942499" y="11070746"/>
            <a:ext cx="1980545" cy="180870"/>
          </a:xfrm>
          <a:custGeom>
            <a:rect b="b" l="l" r="r" t="t"/>
            <a:pathLst>
              <a:path extrusionOk="0" h="180870" w="1980545">
                <a:moveTo>
                  <a:pt x="0" y="0"/>
                </a:moveTo>
                <a:lnTo>
                  <a:pt x="1980545" y="0"/>
                </a:lnTo>
                <a:lnTo>
                  <a:pt x="1980545" y="180870"/>
                </a:lnTo>
                <a:lnTo>
                  <a:pt x="0" y="180870"/>
                </a:lnTo>
                <a:lnTo>
                  <a:pt x="115832" y="90436"/>
                </a:lnTo>
                <a:lnTo>
                  <a:pt x="0" y="0"/>
                </a:lnTo>
                <a:close/>
              </a:path>
            </a:pathLst>
          </a:custGeom>
          <a:solidFill>
            <a:srgbClr val="009D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2"/>
          <p:cNvSpPr/>
          <p:nvPr/>
        </p:nvSpPr>
        <p:spPr>
          <a:xfrm rot="5400000">
            <a:off x="10961605" y="10019305"/>
            <a:ext cx="544638" cy="2283753"/>
          </a:xfrm>
          <a:custGeom>
            <a:rect b="b" l="l" r="r" t="t"/>
            <a:pathLst>
              <a:path extrusionOk="0" h="2283753" w="544638">
                <a:moveTo>
                  <a:pt x="0" y="348794"/>
                </a:moveTo>
                <a:lnTo>
                  <a:pt x="272319" y="0"/>
                </a:lnTo>
                <a:lnTo>
                  <a:pt x="544638" y="348794"/>
                </a:lnTo>
                <a:lnTo>
                  <a:pt x="362754" y="348794"/>
                </a:lnTo>
                <a:lnTo>
                  <a:pt x="362754" y="2283753"/>
                </a:lnTo>
                <a:lnTo>
                  <a:pt x="181884" y="2283753"/>
                </a:lnTo>
                <a:lnTo>
                  <a:pt x="181884" y="348794"/>
                </a:lnTo>
                <a:close/>
              </a:path>
            </a:pathLst>
          </a:custGeom>
          <a:solidFill>
            <a:srgbClr val="009D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2"/>
          <p:cNvSpPr/>
          <p:nvPr/>
        </p:nvSpPr>
        <p:spPr>
          <a:xfrm>
            <a:off x="12380825" y="11070746"/>
            <a:ext cx="1980545" cy="180870"/>
          </a:xfrm>
          <a:custGeom>
            <a:rect b="b" l="l" r="r" t="t"/>
            <a:pathLst>
              <a:path extrusionOk="0" h="180870" w="1980545">
                <a:moveTo>
                  <a:pt x="0" y="0"/>
                </a:moveTo>
                <a:lnTo>
                  <a:pt x="1980545" y="0"/>
                </a:lnTo>
                <a:lnTo>
                  <a:pt x="1980545" y="180870"/>
                </a:lnTo>
                <a:lnTo>
                  <a:pt x="0" y="180870"/>
                </a:lnTo>
                <a:lnTo>
                  <a:pt x="115832" y="90436"/>
                </a:lnTo>
                <a:lnTo>
                  <a:pt x="0" y="0"/>
                </a:lnTo>
                <a:close/>
              </a:path>
            </a:pathLst>
          </a:custGeom>
          <a:solidFill>
            <a:srgbClr val="0BD0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2"/>
          <p:cNvSpPr/>
          <p:nvPr/>
        </p:nvSpPr>
        <p:spPr>
          <a:xfrm>
            <a:off x="15466625" y="10888862"/>
            <a:ext cx="2283753" cy="544638"/>
          </a:xfrm>
          <a:custGeom>
            <a:rect b="b" l="l" r="r" t="t"/>
            <a:pathLst>
              <a:path extrusionOk="0" h="544638" w="2283753">
                <a:moveTo>
                  <a:pt x="1934959" y="0"/>
                </a:moveTo>
                <a:lnTo>
                  <a:pt x="2283753" y="272319"/>
                </a:lnTo>
                <a:lnTo>
                  <a:pt x="1934959" y="544638"/>
                </a:lnTo>
                <a:lnTo>
                  <a:pt x="1934959" y="362754"/>
                </a:lnTo>
                <a:lnTo>
                  <a:pt x="0" y="362754"/>
                </a:lnTo>
                <a:lnTo>
                  <a:pt x="0" y="181884"/>
                </a:lnTo>
                <a:lnTo>
                  <a:pt x="1934959" y="181884"/>
                </a:lnTo>
                <a:close/>
              </a:path>
            </a:pathLst>
          </a:custGeom>
          <a:solidFill>
            <a:srgbClr val="0BD0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42"/>
          <p:cNvSpPr/>
          <p:nvPr/>
        </p:nvSpPr>
        <p:spPr>
          <a:xfrm>
            <a:off x="17755403" y="11070746"/>
            <a:ext cx="1980545" cy="180870"/>
          </a:xfrm>
          <a:custGeom>
            <a:rect b="b" l="l" r="r" t="t"/>
            <a:pathLst>
              <a:path extrusionOk="0" h="180870" w="1980545">
                <a:moveTo>
                  <a:pt x="0" y="0"/>
                </a:moveTo>
                <a:lnTo>
                  <a:pt x="1980545" y="0"/>
                </a:lnTo>
                <a:lnTo>
                  <a:pt x="1980545" y="180870"/>
                </a:lnTo>
                <a:lnTo>
                  <a:pt x="0" y="180870"/>
                </a:lnTo>
                <a:lnTo>
                  <a:pt x="115832" y="90436"/>
                </a:lnTo>
                <a:lnTo>
                  <a:pt x="0" y="0"/>
                </a:lnTo>
                <a:close/>
              </a:path>
            </a:pathLst>
          </a:custGeom>
          <a:solidFill>
            <a:srgbClr val="10CF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2"/>
          <p:cNvSpPr txBox="1"/>
          <p:nvPr/>
        </p:nvSpPr>
        <p:spPr>
          <a:xfrm>
            <a:off x="2227066" y="3698755"/>
            <a:ext cx="3743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OBJETIVO</a:t>
            </a:r>
            <a:endParaRPr b="0" i="0" sz="4200" u="none" cap="none" strike="noStrike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64" name="Google Shape;464;p42"/>
          <p:cNvSpPr txBox="1"/>
          <p:nvPr/>
        </p:nvSpPr>
        <p:spPr>
          <a:xfrm>
            <a:off x="2227066" y="7115049"/>
            <a:ext cx="3743700" cy="25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65" name="Google Shape;465;p42"/>
          <p:cNvSpPr txBox="1"/>
          <p:nvPr/>
        </p:nvSpPr>
        <p:spPr>
          <a:xfrm>
            <a:off x="7622473" y="3698755"/>
            <a:ext cx="3743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CATEGORÍA</a:t>
            </a:r>
            <a:endParaRPr sz="4200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66" name="Google Shape;466;p42"/>
          <p:cNvSpPr txBox="1"/>
          <p:nvPr/>
        </p:nvSpPr>
        <p:spPr>
          <a:xfrm>
            <a:off x="7622473" y="7115049"/>
            <a:ext cx="3743700" cy="25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67" name="Google Shape;467;p42"/>
          <p:cNvSpPr txBox="1"/>
          <p:nvPr/>
        </p:nvSpPr>
        <p:spPr>
          <a:xfrm>
            <a:off x="13017880" y="3698755"/>
            <a:ext cx="3743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RED SOCIAL</a:t>
            </a:r>
            <a:endParaRPr b="0" i="0" sz="4200" u="none" cap="none" strike="noStrike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68" name="Google Shape;468;p42"/>
          <p:cNvSpPr txBox="1"/>
          <p:nvPr/>
        </p:nvSpPr>
        <p:spPr>
          <a:xfrm>
            <a:off x="13017880" y="7115049"/>
            <a:ext cx="3743700" cy="25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69" name="Google Shape;469;p42"/>
          <p:cNvSpPr txBox="1"/>
          <p:nvPr/>
        </p:nvSpPr>
        <p:spPr>
          <a:xfrm>
            <a:off x="18413286" y="3698755"/>
            <a:ext cx="3743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FORMATO</a:t>
            </a:r>
            <a:endParaRPr b="0" i="0" sz="4200" u="none" cap="none" strike="noStrike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70" name="Google Shape;470;p42"/>
          <p:cNvSpPr txBox="1"/>
          <p:nvPr/>
        </p:nvSpPr>
        <p:spPr>
          <a:xfrm>
            <a:off x="18413286" y="7115049"/>
            <a:ext cx="3743700" cy="25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71" name="Google Shape;471;p42"/>
          <p:cNvSpPr/>
          <p:nvPr/>
        </p:nvSpPr>
        <p:spPr>
          <a:xfrm>
            <a:off x="3505201" y="10567492"/>
            <a:ext cx="1187400" cy="1187400"/>
          </a:xfrm>
          <a:prstGeom prst="ellipse">
            <a:avLst/>
          </a:prstGeom>
          <a:solidFill>
            <a:srgbClr val="0F6F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2"/>
          <p:cNvSpPr/>
          <p:nvPr/>
        </p:nvSpPr>
        <p:spPr>
          <a:xfrm>
            <a:off x="19691420" y="10567492"/>
            <a:ext cx="1187400" cy="1187400"/>
          </a:xfrm>
          <a:prstGeom prst="ellipse">
            <a:avLst/>
          </a:prstGeom>
          <a:solidFill>
            <a:srgbClr val="10CF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2"/>
          <p:cNvSpPr/>
          <p:nvPr/>
        </p:nvSpPr>
        <p:spPr>
          <a:xfrm>
            <a:off x="8900607" y="10567492"/>
            <a:ext cx="1187400" cy="1187400"/>
          </a:xfrm>
          <a:prstGeom prst="ellipse">
            <a:avLst/>
          </a:prstGeom>
          <a:solidFill>
            <a:srgbClr val="009D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2"/>
          <p:cNvSpPr/>
          <p:nvPr/>
        </p:nvSpPr>
        <p:spPr>
          <a:xfrm>
            <a:off x="14296014" y="10567492"/>
            <a:ext cx="1187400" cy="1187400"/>
          </a:xfrm>
          <a:prstGeom prst="ellipse">
            <a:avLst/>
          </a:prstGeom>
          <a:solidFill>
            <a:srgbClr val="0BD0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2"/>
          <p:cNvSpPr txBox="1"/>
          <p:nvPr/>
        </p:nvSpPr>
        <p:spPr>
          <a:xfrm>
            <a:off x="3687191" y="10838016"/>
            <a:ext cx="823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01</a:t>
            </a:r>
            <a:endParaRPr b="0" i="0" sz="4200" u="none" cap="none" strike="noStrike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76" name="Google Shape;476;p42"/>
          <p:cNvSpPr txBox="1"/>
          <p:nvPr/>
        </p:nvSpPr>
        <p:spPr>
          <a:xfrm>
            <a:off x="9047127" y="10838016"/>
            <a:ext cx="823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02</a:t>
            </a:r>
            <a:endParaRPr b="0" i="0" sz="4200" u="none" cap="none" strike="noStrike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77" name="Google Shape;477;p42"/>
          <p:cNvSpPr txBox="1"/>
          <p:nvPr/>
        </p:nvSpPr>
        <p:spPr>
          <a:xfrm>
            <a:off x="14483020" y="10838016"/>
            <a:ext cx="823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03</a:t>
            </a:r>
            <a:endParaRPr b="0" i="0" sz="4200" u="none" cap="none" strike="noStrike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78" name="Google Shape;478;p42"/>
          <p:cNvSpPr txBox="1"/>
          <p:nvPr/>
        </p:nvSpPr>
        <p:spPr>
          <a:xfrm>
            <a:off x="19888458" y="10838016"/>
            <a:ext cx="823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04</a:t>
            </a:r>
            <a:endParaRPr b="0" i="0" sz="4200" u="none" cap="none" strike="noStrike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3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3"/>
          <p:cNvSpPr txBox="1"/>
          <p:nvPr/>
        </p:nvSpPr>
        <p:spPr>
          <a:xfrm>
            <a:off x="2349500" y="4826675"/>
            <a:ext cx="11963400" cy="40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lang="en-US" sz="8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Presupuesto</a:t>
            </a:r>
            <a:endParaRPr b="1" i="0" sz="8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85" name="Google Shape;485;p43"/>
          <p:cNvCxnSpPr/>
          <p:nvPr/>
        </p:nvCxnSpPr>
        <p:spPr>
          <a:xfrm>
            <a:off x="15451455" y="5113247"/>
            <a:ext cx="0" cy="3540300"/>
          </a:xfrm>
          <a:prstGeom prst="straightConnector1">
            <a:avLst/>
          </a:prstGeom>
          <a:noFill/>
          <a:ln cap="flat" cmpd="sng" w="889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6" name="Google Shape;486;p43"/>
          <p:cNvSpPr txBox="1"/>
          <p:nvPr/>
        </p:nvSpPr>
        <p:spPr>
          <a:xfrm>
            <a:off x="16632011" y="6267069"/>
            <a:ext cx="60756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Plan de Social Media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4"/>
          <p:cNvSpPr txBox="1"/>
          <p:nvPr>
            <p:ph idx="1" type="body"/>
          </p:nvPr>
        </p:nvSpPr>
        <p:spPr>
          <a:xfrm>
            <a:off x="2019300" y="2090814"/>
            <a:ext cx="20688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Utiliza esta estructura como plantilla para definir tu presupuesto social media (</a:t>
            </a:r>
            <a:r>
              <a:rPr lang="en-US" u="sng">
                <a:solidFill>
                  <a:schemeClr val="hlink"/>
                </a:solidFill>
                <a:hlinkClick r:id="rId3"/>
              </a:rPr>
              <a:t>descarga en la lección 4.3.</a:t>
            </a:r>
            <a:r>
              <a:rPr lang="en-US"/>
              <a:t>)</a:t>
            </a:r>
            <a:endParaRPr/>
          </a:p>
        </p:txBody>
      </p:sp>
      <p:sp>
        <p:nvSpPr>
          <p:cNvPr id="492" name="Google Shape;492;p44"/>
          <p:cNvSpPr txBox="1"/>
          <p:nvPr>
            <p:ph type="title"/>
          </p:nvPr>
        </p:nvSpPr>
        <p:spPr>
          <a:xfrm>
            <a:off x="2019300" y="723900"/>
            <a:ext cx="206883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800"/>
              <a:buFont typeface="Lato"/>
              <a:buNone/>
            </a:pPr>
            <a:r>
              <a:rPr lang="en-US"/>
              <a:t>Resumen presupuesto</a:t>
            </a:r>
            <a:endParaRPr b="1" i="0" sz="88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3" name="Google Shape;493;p44"/>
          <p:cNvSpPr txBox="1"/>
          <p:nvPr/>
        </p:nvSpPr>
        <p:spPr>
          <a:xfrm>
            <a:off x="6394289" y="4197944"/>
            <a:ext cx="2025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14%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4"/>
          <p:cNvSpPr txBox="1"/>
          <p:nvPr/>
        </p:nvSpPr>
        <p:spPr>
          <a:xfrm>
            <a:off x="6394289" y="5573895"/>
            <a:ext cx="2025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67%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4"/>
          <p:cNvSpPr txBox="1"/>
          <p:nvPr/>
        </p:nvSpPr>
        <p:spPr>
          <a:xfrm>
            <a:off x="6394289" y="6949846"/>
            <a:ext cx="2025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28%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4"/>
          <p:cNvSpPr txBox="1"/>
          <p:nvPr/>
        </p:nvSpPr>
        <p:spPr>
          <a:xfrm>
            <a:off x="6394289" y="8325797"/>
            <a:ext cx="2025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24%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44"/>
          <p:cNvSpPr txBox="1"/>
          <p:nvPr/>
        </p:nvSpPr>
        <p:spPr>
          <a:xfrm>
            <a:off x="6394289" y="9701748"/>
            <a:ext cx="2025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83%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8" name="Google Shape;498;p44"/>
          <p:cNvCxnSpPr/>
          <p:nvPr/>
        </p:nvCxnSpPr>
        <p:spPr>
          <a:xfrm>
            <a:off x="1676400" y="4738249"/>
            <a:ext cx="6743700" cy="0"/>
          </a:xfrm>
          <a:prstGeom prst="straightConnector1">
            <a:avLst/>
          </a:prstGeom>
          <a:noFill/>
          <a:ln cap="flat" cmpd="sng" w="381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9" name="Google Shape;499;p44"/>
          <p:cNvCxnSpPr/>
          <p:nvPr/>
        </p:nvCxnSpPr>
        <p:spPr>
          <a:xfrm>
            <a:off x="1676400" y="6114200"/>
            <a:ext cx="6743700" cy="0"/>
          </a:xfrm>
          <a:prstGeom prst="straightConnector1">
            <a:avLst/>
          </a:prstGeom>
          <a:noFill/>
          <a:ln cap="flat" cmpd="sng" w="381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0" name="Google Shape;500;p44"/>
          <p:cNvCxnSpPr/>
          <p:nvPr/>
        </p:nvCxnSpPr>
        <p:spPr>
          <a:xfrm>
            <a:off x="1676400" y="7490151"/>
            <a:ext cx="6743700" cy="0"/>
          </a:xfrm>
          <a:prstGeom prst="straightConnector1">
            <a:avLst/>
          </a:prstGeom>
          <a:noFill/>
          <a:ln cap="flat" cmpd="sng" w="381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1" name="Google Shape;501;p44"/>
          <p:cNvCxnSpPr/>
          <p:nvPr/>
        </p:nvCxnSpPr>
        <p:spPr>
          <a:xfrm>
            <a:off x="1676400" y="8866102"/>
            <a:ext cx="6743700" cy="0"/>
          </a:xfrm>
          <a:prstGeom prst="straightConnector1">
            <a:avLst/>
          </a:prstGeom>
          <a:noFill/>
          <a:ln cap="flat" cmpd="sng" w="381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" name="Google Shape;502;p44"/>
          <p:cNvCxnSpPr/>
          <p:nvPr/>
        </p:nvCxnSpPr>
        <p:spPr>
          <a:xfrm>
            <a:off x="1676400" y="10242053"/>
            <a:ext cx="6743700" cy="0"/>
          </a:xfrm>
          <a:prstGeom prst="straightConnector1">
            <a:avLst/>
          </a:prstGeom>
          <a:noFill/>
          <a:ln cap="flat" cmpd="sng" w="381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" name="Google Shape;503;p44"/>
          <p:cNvCxnSpPr/>
          <p:nvPr/>
        </p:nvCxnSpPr>
        <p:spPr>
          <a:xfrm>
            <a:off x="1676400" y="11618003"/>
            <a:ext cx="6743700" cy="0"/>
          </a:xfrm>
          <a:prstGeom prst="straightConnector1">
            <a:avLst/>
          </a:prstGeom>
          <a:noFill/>
          <a:ln cap="flat" cmpd="sng" w="381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4" name="Google Shape;504;p44"/>
          <p:cNvSpPr txBox="1"/>
          <p:nvPr/>
        </p:nvSpPr>
        <p:spPr>
          <a:xfrm>
            <a:off x="6394289" y="11077698"/>
            <a:ext cx="2025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44%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5" name="Google Shape;505;p44"/>
          <p:cNvCxnSpPr/>
          <p:nvPr/>
        </p:nvCxnSpPr>
        <p:spPr>
          <a:xfrm>
            <a:off x="1676400" y="4738249"/>
            <a:ext cx="2001300" cy="0"/>
          </a:xfrm>
          <a:prstGeom prst="straightConnector1">
            <a:avLst/>
          </a:prstGeom>
          <a:noFill/>
          <a:ln cap="flat" cmpd="sng" w="152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6" name="Google Shape;506;p44"/>
          <p:cNvSpPr txBox="1"/>
          <p:nvPr/>
        </p:nvSpPr>
        <p:spPr>
          <a:xfrm>
            <a:off x="1676400" y="4212184"/>
            <a:ext cx="342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939393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7" name="Google Shape;507;p44"/>
          <p:cNvCxnSpPr/>
          <p:nvPr/>
        </p:nvCxnSpPr>
        <p:spPr>
          <a:xfrm>
            <a:off x="1676400" y="6114200"/>
            <a:ext cx="3826800" cy="0"/>
          </a:xfrm>
          <a:prstGeom prst="straightConnector1">
            <a:avLst/>
          </a:prstGeom>
          <a:noFill/>
          <a:ln cap="flat" cmpd="sng" w="152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8" name="Google Shape;508;p44"/>
          <p:cNvSpPr txBox="1"/>
          <p:nvPr/>
        </p:nvSpPr>
        <p:spPr>
          <a:xfrm>
            <a:off x="1676400" y="5588135"/>
            <a:ext cx="342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939393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9" name="Google Shape;509;p44"/>
          <p:cNvCxnSpPr/>
          <p:nvPr/>
        </p:nvCxnSpPr>
        <p:spPr>
          <a:xfrm>
            <a:off x="1676400" y="7490151"/>
            <a:ext cx="2001300" cy="0"/>
          </a:xfrm>
          <a:prstGeom prst="straightConnector1">
            <a:avLst/>
          </a:prstGeom>
          <a:noFill/>
          <a:ln cap="flat" cmpd="sng" w="1524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0" name="Google Shape;510;p44"/>
          <p:cNvSpPr txBox="1"/>
          <p:nvPr/>
        </p:nvSpPr>
        <p:spPr>
          <a:xfrm>
            <a:off x="1676400" y="6964086"/>
            <a:ext cx="342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939393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1" name="Google Shape;511;p44"/>
          <p:cNvCxnSpPr/>
          <p:nvPr/>
        </p:nvCxnSpPr>
        <p:spPr>
          <a:xfrm>
            <a:off x="1676400" y="8866102"/>
            <a:ext cx="1639500" cy="0"/>
          </a:xfrm>
          <a:prstGeom prst="straightConnector1">
            <a:avLst/>
          </a:prstGeom>
          <a:noFill/>
          <a:ln cap="flat" cmpd="sng" w="1524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2" name="Google Shape;512;p44"/>
          <p:cNvSpPr txBox="1"/>
          <p:nvPr/>
        </p:nvSpPr>
        <p:spPr>
          <a:xfrm>
            <a:off x="1676400" y="8340037"/>
            <a:ext cx="342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939393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3" name="Google Shape;513;p44"/>
          <p:cNvCxnSpPr/>
          <p:nvPr/>
        </p:nvCxnSpPr>
        <p:spPr>
          <a:xfrm>
            <a:off x="1676400" y="10242053"/>
            <a:ext cx="4553700" cy="0"/>
          </a:xfrm>
          <a:prstGeom prst="straightConnector1">
            <a:avLst/>
          </a:prstGeom>
          <a:noFill/>
          <a:ln cap="flat" cmpd="sng" w="1524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4" name="Google Shape;514;p44"/>
          <p:cNvSpPr txBox="1"/>
          <p:nvPr/>
        </p:nvSpPr>
        <p:spPr>
          <a:xfrm>
            <a:off x="1676400" y="9715988"/>
            <a:ext cx="342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939393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5" name="Google Shape;515;p44"/>
          <p:cNvCxnSpPr/>
          <p:nvPr/>
        </p:nvCxnSpPr>
        <p:spPr>
          <a:xfrm>
            <a:off x="1676400" y="11618003"/>
            <a:ext cx="2795100" cy="0"/>
          </a:xfrm>
          <a:prstGeom prst="straightConnector1">
            <a:avLst/>
          </a:prstGeom>
          <a:noFill/>
          <a:ln cap="flat" cmpd="sng" w="1524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6" name="Google Shape;516;p44"/>
          <p:cNvSpPr txBox="1"/>
          <p:nvPr/>
        </p:nvSpPr>
        <p:spPr>
          <a:xfrm>
            <a:off x="1676400" y="11091938"/>
            <a:ext cx="342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939393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7" name="Google Shape;517;p44"/>
          <p:cNvGrpSpPr/>
          <p:nvPr/>
        </p:nvGrpSpPr>
        <p:grpSpPr>
          <a:xfrm>
            <a:off x="12982128" y="3584382"/>
            <a:ext cx="9427999" cy="8430111"/>
            <a:chOff x="13244920" y="3781378"/>
            <a:chExt cx="8901897" cy="7959693"/>
          </a:xfrm>
        </p:grpSpPr>
        <p:sp>
          <p:nvSpPr>
            <p:cNvPr id="518" name="Google Shape;518;p44"/>
            <p:cNvSpPr/>
            <p:nvPr/>
          </p:nvSpPr>
          <p:spPr>
            <a:xfrm>
              <a:off x="15852159" y="5634101"/>
              <a:ext cx="3692592" cy="4263899"/>
            </a:xfrm>
            <a:custGeom>
              <a:rect b="b" l="l" r="r" t="t"/>
              <a:pathLst>
                <a:path extrusionOk="0" h="3672" w="3180">
                  <a:moveTo>
                    <a:pt x="3180" y="2754"/>
                  </a:moveTo>
                  <a:lnTo>
                    <a:pt x="3180" y="918"/>
                  </a:lnTo>
                  <a:lnTo>
                    <a:pt x="1590" y="0"/>
                  </a:lnTo>
                  <a:lnTo>
                    <a:pt x="0" y="918"/>
                  </a:lnTo>
                  <a:lnTo>
                    <a:pt x="0" y="2754"/>
                  </a:lnTo>
                  <a:lnTo>
                    <a:pt x="1590" y="3672"/>
                  </a:lnTo>
                  <a:lnTo>
                    <a:pt x="3180" y="2754"/>
                  </a:ln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44"/>
            <p:cNvSpPr/>
            <p:nvPr/>
          </p:nvSpPr>
          <p:spPr>
            <a:xfrm>
              <a:off x="15007705" y="3781378"/>
              <a:ext cx="1912500" cy="1912500"/>
            </a:xfrm>
            <a:prstGeom prst="ellipse">
              <a:avLst/>
            </a:prstGeom>
            <a:solidFill>
              <a:srgbClr val="E9E9E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44"/>
            <p:cNvSpPr/>
            <p:nvPr/>
          </p:nvSpPr>
          <p:spPr>
            <a:xfrm>
              <a:off x="18471533" y="3781378"/>
              <a:ext cx="1912500" cy="1912500"/>
            </a:xfrm>
            <a:prstGeom prst="ellipse">
              <a:avLst/>
            </a:prstGeom>
            <a:solidFill>
              <a:srgbClr val="E9E9E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44"/>
            <p:cNvSpPr/>
            <p:nvPr/>
          </p:nvSpPr>
          <p:spPr>
            <a:xfrm>
              <a:off x="15007705" y="9828571"/>
              <a:ext cx="1912500" cy="1912500"/>
            </a:xfrm>
            <a:prstGeom prst="ellipse">
              <a:avLst/>
            </a:prstGeom>
            <a:solidFill>
              <a:srgbClr val="E9E9E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44"/>
            <p:cNvSpPr/>
            <p:nvPr/>
          </p:nvSpPr>
          <p:spPr>
            <a:xfrm>
              <a:off x="18471533" y="9828571"/>
              <a:ext cx="1912500" cy="1912500"/>
            </a:xfrm>
            <a:prstGeom prst="ellipse">
              <a:avLst/>
            </a:prstGeom>
            <a:solidFill>
              <a:srgbClr val="E9E9E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44"/>
            <p:cNvSpPr/>
            <p:nvPr/>
          </p:nvSpPr>
          <p:spPr>
            <a:xfrm>
              <a:off x="16878906" y="7094140"/>
              <a:ext cx="1639096" cy="1343820"/>
            </a:xfrm>
            <a:custGeom>
              <a:rect b="b" l="l" r="r" t="t"/>
              <a:pathLst>
                <a:path extrusionOk="0" h="289" w="353">
                  <a:moveTo>
                    <a:pt x="38" y="216"/>
                  </a:moveTo>
                  <a:cubicBezTo>
                    <a:pt x="49" y="213"/>
                    <a:pt x="68" y="201"/>
                    <a:pt x="68" y="173"/>
                  </a:cubicBezTo>
                  <a:cubicBezTo>
                    <a:pt x="68" y="148"/>
                    <a:pt x="60" y="138"/>
                    <a:pt x="55" y="132"/>
                  </a:cubicBezTo>
                  <a:cubicBezTo>
                    <a:pt x="55" y="131"/>
                    <a:pt x="55" y="131"/>
                    <a:pt x="55" y="131"/>
                  </a:cubicBezTo>
                  <a:cubicBezTo>
                    <a:pt x="55" y="131"/>
                    <a:pt x="55" y="131"/>
                    <a:pt x="55" y="131"/>
                  </a:cubicBezTo>
                  <a:cubicBezTo>
                    <a:pt x="54" y="130"/>
                    <a:pt x="53" y="126"/>
                    <a:pt x="55" y="117"/>
                  </a:cubicBezTo>
                  <a:cubicBezTo>
                    <a:pt x="56" y="113"/>
                    <a:pt x="56" y="109"/>
                    <a:pt x="54" y="106"/>
                  </a:cubicBezTo>
                  <a:cubicBezTo>
                    <a:pt x="51" y="99"/>
                    <a:pt x="45" y="85"/>
                    <a:pt x="49" y="75"/>
                  </a:cubicBezTo>
                  <a:cubicBezTo>
                    <a:pt x="56" y="58"/>
                    <a:pt x="59" y="57"/>
                    <a:pt x="67" y="53"/>
                  </a:cubicBezTo>
                  <a:cubicBezTo>
                    <a:pt x="68" y="53"/>
                    <a:pt x="69" y="53"/>
                    <a:pt x="69" y="52"/>
                  </a:cubicBezTo>
                  <a:cubicBezTo>
                    <a:pt x="71" y="51"/>
                    <a:pt x="79" y="48"/>
                    <a:pt x="88" y="48"/>
                  </a:cubicBezTo>
                  <a:cubicBezTo>
                    <a:pt x="92" y="48"/>
                    <a:pt x="95" y="49"/>
                    <a:pt x="98" y="50"/>
                  </a:cubicBezTo>
                  <a:cubicBezTo>
                    <a:pt x="98" y="47"/>
                    <a:pt x="99" y="45"/>
                    <a:pt x="100" y="42"/>
                  </a:cubicBezTo>
                  <a:cubicBezTo>
                    <a:pt x="101" y="39"/>
                    <a:pt x="102" y="37"/>
                    <a:pt x="103" y="35"/>
                  </a:cubicBezTo>
                  <a:cubicBezTo>
                    <a:pt x="98" y="33"/>
                    <a:pt x="93" y="32"/>
                    <a:pt x="88" y="32"/>
                  </a:cubicBezTo>
                  <a:cubicBezTo>
                    <a:pt x="76" y="32"/>
                    <a:pt x="65" y="36"/>
                    <a:pt x="61" y="39"/>
                  </a:cubicBezTo>
                  <a:cubicBezTo>
                    <a:pt x="48" y="44"/>
                    <a:pt x="42" y="50"/>
                    <a:pt x="34" y="69"/>
                  </a:cubicBezTo>
                  <a:cubicBezTo>
                    <a:pt x="27" y="86"/>
                    <a:pt x="36" y="104"/>
                    <a:pt x="40" y="113"/>
                  </a:cubicBezTo>
                  <a:cubicBezTo>
                    <a:pt x="35" y="133"/>
                    <a:pt x="42" y="140"/>
                    <a:pt x="42" y="140"/>
                  </a:cubicBezTo>
                  <a:cubicBezTo>
                    <a:pt x="45" y="145"/>
                    <a:pt x="52" y="153"/>
                    <a:pt x="52" y="173"/>
                  </a:cubicBezTo>
                  <a:cubicBezTo>
                    <a:pt x="52" y="197"/>
                    <a:pt x="34" y="201"/>
                    <a:pt x="34" y="201"/>
                  </a:cubicBezTo>
                  <a:cubicBezTo>
                    <a:pt x="19" y="206"/>
                    <a:pt x="0" y="217"/>
                    <a:pt x="0" y="249"/>
                  </a:cubicBezTo>
                  <a:cubicBezTo>
                    <a:pt x="0" y="249"/>
                    <a:pt x="0" y="257"/>
                    <a:pt x="8" y="257"/>
                  </a:cubicBezTo>
                  <a:cubicBezTo>
                    <a:pt x="43" y="257"/>
                    <a:pt x="43" y="257"/>
                    <a:pt x="43" y="257"/>
                  </a:cubicBezTo>
                  <a:cubicBezTo>
                    <a:pt x="45" y="251"/>
                    <a:pt x="48" y="245"/>
                    <a:pt x="51" y="241"/>
                  </a:cubicBezTo>
                  <a:cubicBezTo>
                    <a:pt x="16" y="241"/>
                    <a:pt x="16" y="241"/>
                    <a:pt x="16" y="241"/>
                  </a:cubicBezTo>
                  <a:cubicBezTo>
                    <a:pt x="19" y="225"/>
                    <a:pt x="28" y="220"/>
                    <a:pt x="38" y="216"/>
                  </a:cubicBezTo>
                  <a:moveTo>
                    <a:pt x="319" y="201"/>
                  </a:moveTo>
                  <a:cubicBezTo>
                    <a:pt x="319" y="201"/>
                    <a:pt x="301" y="197"/>
                    <a:pt x="301" y="173"/>
                  </a:cubicBezTo>
                  <a:cubicBezTo>
                    <a:pt x="301" y="153"/>
                    <a:pt x="307" y="145"/>
                    <a:pt x="311" y="140"/>
                  </a:cubicBezTo>
                  <a:cubicBezTo>
                    <a:pt x="311" y="140"/>
                    <a:pt x="318" y="133"/>
                    <a:pt x="312" y="113"/>
                  </a:cubicBezTo>
                  <a:cubicBezTo>
                    <a:pt x="317" y="104"/>
                    <a:pt x="325" y="86"/>
                    <a:pt x="318" y="69"/>
                  </a:cubicBezTo>
                  <a:cubicBezTo>
                    <a:pt x="310" y="50"/>
                    <a:pt x="304" y="44"/>
                    <a:pt x="292" y="39"/>
                  </a:cubicBezTo>
                  <a:cubicBezTo>
                    <a:pt x="287" y="36"/>
                    <a:pt x="276" y="32"/>
                    <a:pt x="265" y="32"/>
                  </a:cubicBezTo>
                  <a:cubicBezTo>
                    <a:pt x="259" y="32"/>
                    <a:pt x="254" y="33"/>
                    <a:pt x="248" y="35"/>
                  </a:cubicBezTo>
                  <a:cubicBezTo>
                    <a:pt x="250" y="40"/>
                    <a:pt x="252" y="46"/>
                    <a:pt x="253" y="51"/>
                  </a:cubicBezTo>
                  <a:cubicBezTo>
                    <a:pt x="254" y="51"/>
                    <a:pt x="254" y="50"/>
                    <a:pt x="254" y="50"/>
                  </a:cubicBezTo>
                  <a:cubicBezTo>
                    <a:pt x="257" y="49"/>
                    <a:pt x="260" y="48"/>
                    <a:pt x="265" y="48"/>
                  </a:cubicBezTo>
                  <a:cubicBezTo>
                    <a:pt x="273" y="48"/>
                    <a:pt x="281" y="51"/>
                    <a:pt x="283" y="52"/>
                  </a:cubicBezTo>
                  <a:cubicBezTo>
                    <a:pt x="284" y="53"/>
                    <a:pt x="284" y="53"/>
                    <a:pt x="285" y="53"/>
                  </a:cubicBezTo>
                  <a:cubicBezTo>
                    <a:pt x="293" y="57"/>
                    <a:pt x="296" y="58"/>
                    <a:pt x="303" y="75"/>
                  </a:cubicBezTo>
                  <a:cubicBezTo>
                    <a:pt x="307" y="85"/>
                    <a:pt x="301" y="99"/>
                    <a:pt x="298" y="106"/>
                  </a:cubicBezTo>
                  <a:cubicBezTo>
                    <a:pt x="297" y="109"/>
                    <a:pt x="296" y="113"/>
                    <a:pt x="297" y="117"/>
                  </a:cubicBezTo>
                  <a:cubicBezTo>
                    <a:pt x="299" y="126"/>
                    <a:pt x="298" y="130"/>
                    <a:pt x="298" y="131"/>
                  </a:cubicBezTo>
                  <a:cubicBezTo>
                    <a:pt x="298" y="131"/>
                    <a:pt x="298" y="131"/>
                    <a:pt x="298" y="131"/>
                  </a:cubicBezTo>
                  <a:cubicBezTo>
                    <a:pt x="297" y="132"/>
                    <a:pt x="297" y="132"/>
                    <a:pt x="297" y="132"/>
                  </a:cubicBezTo>
                  <a:cubicBezTo>
                    <a:pt x="293" y="138"/>
                    <a:pt x="285" y="148"/>
                    <a:pt x="285" y="173"/>
                  </a:cubicBezTo>
                  <a:cubicBezTo>
                    <a:pt x="285" y="201"/>
                    <a:pt x="303" y="213"/>
                    <a:pt x="314" y="216"/>
                  </a:cubicBezTo>
                  <a:cubicBezTo>
                    <a:pt x="324" y="220"/>
                    <a:pt x="334" y="225"/>
                    <a:pt x="336" y="241"/>
                  </a:cubicBezTo>
                  <a:cubicBezTo>
                    <a:pt x="301" y="241"/>
                    <a:pt x="301" y="241"/>
                    <a:pt x="301" y="241"/>
                  </a:cubicBezTo>
                  <a:cubicBezTo>
                    <a:pt x="304" y="245"/>
                    <a:pt x="307" y="251"/>
                    <a:pt x="309" y="257"/>
                  </a:cubicBezTo>
                  <a:cubicBezTo>
                    <a:pt x="345" y="257"/>
                    <a:pt x="345" y="257"/>
                    <a:pt x="345" y="257"/>
                  </a:cubicBezTo>
                  <a:cubicBezTo>
                    <a:pt x="353" y="257"/>
                    <a:pt x="353" y="249"/>
                    <a:pt x="353" y="249"/>
                  </a:cubicBezTo>
                  <a:cubicBezTo>
                    <a:pt x="353" y="217"/>
                    <a:pt x="333" y="206"/>
                    <a:pt x="319" y="201"/>
                  </a:cubicBezTo>
                  <a:moveTo>
                    <a:pt x="240" y="218"/>
                  </a:moveTo>
                  <a:cubicBezTo>
                    <a:pt x="240" y="218"/>
                    <a:pt x="211" y="211"/>
                    <a:pt x="211" y="181"/>
                  </a:cubicBezTo>
                  <a:cubicBezTo>
                    <a:pt x="211" y="155"/>
                    <a:pt x="223" y="146"/>
                    <a:pt x="228" y="139"/>
                  </a:cubicBezTo>
                  <a:cubicBezTo>
                    <a:pt x="228" y="139"/>
                    <a:pt x="237" y="131"/>
                    <a:pt x="231" y="105"/>
                  </a:cubicBezTo>
                  <a:cubicBezTo>
                    <a:pt x="241" y="90"/>
                    <a:pt x="245" y="66"/>
                    <a:pt x="232" y="37"/>
                  </a:cubicBezTo>
                  <a:cubicBezTo>
                    <a:pt x="225" y="20"/>
                    <a:pt x="219" y="11"/>
                    <a:pt x="209" y="5"/>
                  </a:cubicBezTo>
                  <a:cubicBezTo>
                    <a:pt x="202" y="1"/>
                    <a:pt x="194" y="0"/>
                    <a:pt x="186" y="0"/>
                  </a:cubicBezTo>
                  <a:cubicBezTo>
                    <a:pt x="172" y="0"/>
                    <a:pt x="158" y="5"/>
                    <a:pt x="152" y="9"/>
                  </a:cubicBezTo>
                  <a:cubicBezTo>
                    <a:pt x="136" y="16"/>
                    <a:pt x="125" y="22"/>
                    <a:pt x="115" y="48"/>
                  </a:cubicBezTo>
                  <a:cubicBezTo>
                    <a:pt x="107" y="69"/>
                    <a:pt x="117" y="92"/>
                    <a:pt x="122" y="104"/>
                  </a:cubicBezTo>
                  <a:cubicBezTo>
                    <a:pt x="116" y="130"/>
                    <a:pt x="125" y="139"/>
                    <a:pt x="125" y="139"/>
                  </a:cubicBezTo>
                  <a:cubicBezTo>
                    <a:pt x="129" y="146"/>
                    <a:pt x="141" y="155"/>
                    <a:pt x="141" y="181"/>
                  </a:cubicBezTo>
                  <a:cubicBezTo>
                    <a:pt x="141" y="211"/>
                    <a:pt x="112" y="218"/>
                    <a:pt x="112" y="218"/>
                  </a:cubicBezTo>
                  <a:cubicBezTo>
                    <a:pt x="94" y="225"/>
                    <a:pt x="56" y="238"/>
                    <a:pt x="56" y="281"/>
                  </a:cubicBezTo>
                  <a:cubicBezTo>
                    <a:pt x="56" y="281"/>
                    <a:pt x="56" y="289"/>
                    <a:pt x="64" y="289"/>
                  </a:cubicBezTo>
                  <a:cubicBezTo>
                    <a:pt x="289" y="289"/>
                    <a:pt x="289" y="289"/>
                    <a:pt x="289" y="289"/>
                  </a:cubicBezTo>
                  <a:cubicBezTo>
                    <a:pt x="297" y="289"/>
                    <a:pt x="297" y="281"/>
                    <a:pt x="297" y="281"/>
                  </a:cubicBezTo>
                  <a:cubicBezTo>
                    <a:pt x="297" y="238"/>
                    <a:pt x="258" y="225"/>
                    <a:pt x="240" y="218"/>
                  </a:cubicBezTo>
                  <a:moveTo>
                    <a:pt x="72" y="273"/>
                  </a:moveTo>
                  <a:cubicBezTo>
                    <a:pt x="76" y="250"/>
                    <a:pt x="96" y="241"/>
                    <a:pt x="116" y="234"/>
                  </a:cubicBezTo>
                  <a:cubicBezTo>
                    <a:pt x="117" y="234"/>
                    <a:pt x="117" y="234"/>
                    <a:pt x="117" y="234"/>
                  </a:cubicBezTo>
                  <a:cubicBezTo>
                    <a:pt x="131" y="230"/>
                    <a:pt x="157" y="214"/>
                    <a:pt x="157" y="181"/>
                  </a:cubicBezTo>
                  <a:cubicBezTo>
                    <a:pt x="157" y="153"/>
                    <a:pt x="146" y="140"/>
                    <a:pt x="140" y="132"/>
                  </a:cubicBezTo>
                  <a:cubicBezTo>
                    <a:pt x="138" y="131"/>
                    <a:pt x="137" y="129"/>
                    <a:pt x="137" y="129"/>
                  </a:cubicBezTo>
                  <a:cubicBezTo>
                    <a:pt x="137" y="128"/>
                    <a:pt x="134" y="122"/>
                    <a:pt x="138" y="107"/>
                  </a:cubicBezTo>
                  <a:cubicBezTo>
                    <a:pt x="139" y="100"/>
                    <a:pt x="137" y="97"/>
                    <a:pt x="137" y="97"/>
                  </a:cubicBezTo>
                  <a:cubicBezTo>
                    <a:pt x="132" y="87"/>
                    <a:pt x="124" y="69"/>
                    <a:pt x="130" y="54"/>
                  </a:cubicBezTo>
                  <a:cubicBezTo>
                    <a:pt x="138" y="33"/>
                    <a:pt x="146" y="29"/>
                    <a:pt x="159" y="23"/>
                  </a:cubicBezTo>
                  <a:cubicBezTo>
                    <a:pt x="160" y="23"/>
                    <a:pt x="160" y="22"/>
                    <a:pt x="161" y="22"/>
                  </a:cubicBezTo>
                  <a:cubicBezTo>
                    <a:pt x="164" y="20"/>
                    <a:pt x="174" y="16"/>
                    <a:pt x="186" y="16"/>
                  </a:cubicBezTo>
                  <a:cubicBezTo>
                    <a:pt x="192" y="16"/>
                    <a:pt x="197" y="17"/>
                    <a:pt x="201" y="19"/>
                  </a:cubicBezTo>
                  <a:cubicBezTo>
                    <a:pt x="206" y="22"/>
                    <a:pt x="210" y="27"/>
                    <a:pt x="217" y="44"/>
                  </a:cubicBezTo>
                  <a:cubicBezTo>
                    <a:pt x="230" y="73"/>
                    <a:pt x="222" y="89"/>
                    <a:pt x="218" y="95"/>
                  </a:cubicBezTo>
                  <a:cubicBezTo>
                    <a:pt x="215" y="99"/>
                    <a:pt x="214" y="104"/>
                    <a:pt x="215" y="108"/>
                  </a:cubicBezTo>
                  <a:cubicBezTo>
                    <a:pt x="218" y="122"/>
                    <a:pt x="216" y="127"/>
                    <a:pt x="216" y="129"/>
                  </a:cubicBezTo>
                  <a:cubicBezTo>
                    <a:pt x="216" y="129"/>
                    <a:pt x="214" y="131"/>
                    <a:pt x="213" y="132"/>
                  </a:cubicBezTo>
                  <a:cubicBezTo>
                    <a:pt x="207" y="140"/>
                    <a:pt x="195" y="153"/>
                    <a:pt x="195" y="181"/>
                  </a:cubicBezTo>
                  <a:cubicBezTo>
                    <a:pt x="195" y="214"/>
                    <a:pt x="221" y="230"/>
                    <a:pt x="235" y="234"/>
                  </a:cubicBezTo>
                  <a:cubicBezTo>
                    <a:pt x="236" y="234"/>
                    <a:pt x="236" y="234"/>
                    <a:pt x="236" y="234"/>
                  </a:cubicBezTo>
                  <a:cubicBezTo>
                    <a:pt x="256" y="241"/>
                    <a:pt x="276" y="250"/>
                    <a:pt x="280" y="273"/>
                  </a:cubicBezTo>
                  <a:lnTo>
                    <a:pt x="72" y="2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44"/>
            <p:cNvSpPr/>
            <p:nvPr/>
          </p:nvSpPr>
          <p:spPr>
            <a:xfrm>
              <a:off x="15139930" y="3913603"/>
              <a:ext cx="1647900" cy="1647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44"/>
            <p:cNvSpPr/>
            <p:nvPr/>
          </p:nvSpPr>
          <p:spPr>
            <a:xfrm>
              <a:off x="18603758" y="3913603"/>
              <a:ext cx="1647900" cy="1647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44"/>
            <p:cNvSpPr/>
            <p:nvPr/>
          </p:nvSpPr>
          <p:spPr>
            <a:xfrm>
              <a:off x="15139930" y="9960796"/>
              <a:ext cx="1647900" cy="1647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44"/>
            <p:cNvSpPr/>
            <p:nvPr/>
          </p:nvSpPr>
          <p:spPr>
            <a:xfrm>
              <a:off x="18603758" y="9960796"/>
              <a:ext cx="1647900" cy="1647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44"/>
            <p:cNvSpPr/>
            <p:nvPr/>
          </p:nvSpPr>
          <p:spPr>
            <a:xfrm>
              <a:off x="15550498" y="4291210"/>
              <a:ext cx="826792" cy="826792"/>
            </a:xfrm>
            <a:custGeom>
              <a:rect b="b" l="l" r="r" t="t"/>
              <a:pathLst>
                <a:path extrusionOk="0" h="353" w="353">
                  <a:moveTo>
                    <a:pt x="351" y="171"/>
                  </a:moveTo>
                  <a:cubicBezTo>
                    <a:pt x="289" y="109"/>
                    <a:pt x="289" y="109"/>
                    <a:pt x="289" y="109"/>
                  </a:cubicBezTo>
                  <a:cubicBezTo>
                    <a:pt x="289" y="24"/>
                    <a:pt x="289" y="24"/>
                    <a:pt x="289" y="24"/>
                  </a:cubicBezTo>
                  <a:cubicBezTo>
                    <a:pt x="289" y="19"/>
                    <a:pt x="285" y="16"/>
                    <a:pt x="281" y="16"/>
                  </a:cubicBezTo>
                  <a:cubicBezTo>
                    <a:pt x="233" y="16"/>
                    <a:pt x="233" y="16"/>
                    <a:pt x="233" y="16"/>
                  </a:cubicBezTo>
                  <a:cubicBezTo>
                    <a:pt x="228" y="16"/>
                    <a:pt x="225" y="19"/>
                    <a:pt x="225" y="24"/>
                  </a:cubicBezTo>
                  <a:cubicBezTo>
                    <a:pt x="225" y="45"/>
                    <a:pt x="225" y="45"/>
                    <a:pt x="225" y="45"/>
                  </a:cubicBezTo>
                  <a:cubicBezTo>
                    <a:pt x="182" y="2"/>
                    <a:pt x="182" y="2"/>
                    <a:pt x="182" y="2"/>
                  </a:cubicBezTo>
                  <a:cubicBezTo>
                    <a:pt x="181" y="1"/>
                    <a:pt x="179" y="0"/>
                    <a:pt x="177" y="0"/>
                  </a:cubicBezTo>
                  <a:cubicBezTo>
                    <a:pt x="174" y="0"/>
                    <a:pt x="172" y="1"/>
                    <a:pt x="171" y="2"/>
                  </a:cubicBezTo>
                  <a:cubicBezTo>
                    <a:pt x="2" y="171"/>
                    <a:pt x="2" y="171"/>
                    <a:pt x="2" y="171"/>
                  </a:cubicBezTo>
                  <a:cubicBezTo>
                    <a:pt x="1" y="172"/>
                    <a:pt x="0" y="174"/>
                    <a:pt x="0" y="176"/>
                  </a:cubicBezTo>
                  <a:cubicBezTo>
                    <a:pt x="0" y="181"/>
                    <a:pt x="3" y="184"/>
                    <a:pt x="8" y="184"/>
                  </a:cubicBezTo>
                  <a:cubicBezTo>
                    <a:pt x="10" y="184"/>
                    <a:pt x="12" y="184"/>
                    <a:pt x="14" y="182"/>
                  </a:cubicBezTo>
                  <a:cubicBezTo>
                    <a:pt x="48" y="148"/>
                    <a:pt x="48" y="148"/>
                    <a:pt x="48" y="148"/>
                  </a:cubicBezTo>
                  <a:cubicBezTo>
                    <a:pt x="48" y="345"/>
                    <a:pt x="48" y="345"/>
                    <a:pt x="48" y="345"/>
                  </a:cubicBezTo>
                  <a:cubicBezTo>
                    <a:pt x="48" y="349"/>
                    <a:pt x="52" y="353"/>
                    <a:pt x="56" y="353"/>
                  </a:cubicBezTo>
                  <a:cubicBezTo>
                    <a:pt x="297" y="353"/>
                    <a:pt x="297" y="353"/>
                    <a:pt x="297" y="353"/>
                  </a:cubicBezTo>
                  <a:cubicBezTo>
                    <a:pt x="301" y="353"/>
                    <a:pt x="305" y="349"/>
                    <a:pt x="305" y="345"/>
                  </a:cubicBezTo>
                  <a:cubicBezTo>
                    <a:pt x="305" y="148"/>
                    <a:pt x="305" y="148"/>
                    <a:pt x="305" y="148"/>
                  </a:cubicBezTo>
                  <a:cubicBezTo>
                    <a:pt x="339" y="182"/>
                    <a:pt x="339" y="182"/>
                    <a:pt x="339" y="182"/>
                  </a:cubicBezTo>
                  <a:cubicBezTo>
                    <a:pt x="341" y="184"/>
                    <a:pt x="343" y="184"/>
                    <a:pt x="345" y="184"/>
                  </a:cubicBezTo>
                  <a:cubicBezTo>
                    <a:pt x="350" y="184"/>
                    <a:pt x="353" y="181"/>
                    <a:pt x="353" y="176"/>
                  </a:cubicBezTo>
                  <a:cubicBezTo>
                    <a:pt x="353" y="174"/>
                    <a:pt x="352" y="172"/>
                    <a:pt x="351" y="171"/>
                  </a:cubicBezTo>
                  <a:moveTo>
                    <a:pt x="241" y="32"/>
                  </a:moveTo>
                  <a:cubicBezTo>
                    <a:pt x="273" y="32"/>
                    <a:pt x="273" y="32"/>
                    <a:pt x="273" y="32"/>
                  </a:cubicBezTo>
                  <a:cubicBezTo>
                    <a:pt x="273" y="93"/>
                    <a:pt x="273" y="93"/>
                    <a:pt x="273" y="93"/>
                  </a:cubicBezTo>
                  <a:cubicBezTo>
                    <a:pt x="241" y="61"/>
                    <a:pt x="241" y="61"/>
                    <a:pt x="241" y="61"/>
                  </a:cubicBezTo>
                  <a:lnTo>
                    <a:pt x="241" y="32"/>
                  </a:lnTo>
                  <a:close/>
                  <a:moveTo>
                    <a:pt x="128" y="337"/>
                  </a:moveTo>
                  <a:cubicBezTo>
                    <a:pt x="64" y="337"/>
                    <a:pt x="64" y="337"/>
                    <a:pt x="64" y="337"/>
                  </a:cubicBezTo>
                  <a:cubicBezTo>
                    <a:pt x="64" y="321"/>
                    <a:pt x="64" y="321"/>
                    <a:pt x="64" y="321"/>
                  </a:cubicBezTo>
                  <a:cubicBezTo>
                    <a:pt x="128" y="321"/>
                    <a:pt x="128" y="321"/>
                    <a:pt x="128" y="321"/>
                  </a:cubicBezTo>
                  <a:lnTo>
                    <a:pt x="128" y="337"/>
                  </a:lnTo>
                  <a:close/>
                  <a:moveTo>
                    <a:pt x="209" y="337"/>
                  </a:moveTo>
                  <a:cubicBezTo>
                    <a:pt x="144" y="337"/>
                    <a:pt x="144" y="337"/>
                    <a:pt x="144" y="337"/>
                  </a:cubicBezTo>
                  <a:cubicBezTo>
                    <a:pt x="144" y="208"/>
                    <a:pt x="144" y="208"/>
                    <a:pt x="144" y="208"/>
                  </a:cubicBezTo>
                  <a:cubicBezTo>
                    <a:pt x="209" y="208"/>
                    <a:pt x="209" y="208"/>
                    <a:pt x="209" y="208"/>
                  </a:cubicBezTo>
                  <a:lnTo>
                    <a:pt x="209" y="337"/>
                  </a:lnTo>
                  <a:close/>
                  <a:moveTo>
                    <a:pt x="289" y="337"/>
                  </a:moveTo>
                  <a:cubicBezTo>
                    <a:pt x="225" y="337"/>
                    <a:pt x="225" y="337"/>
                    <a:pt x="225" y="337"/>
                  </a:cubicBezTo>
                  <a:cubicBezTo>
                    <a:pt x="225" y="321"/>
                    <a:pt x="225" y="321"/>
                    <a:pt x="225" y="321"/>
                  </a:cubicBezTo>
                  <a:cubicBezTo>
                    <a:pt x="289" y="321"/>
                    <a:pt x="289" y="321"/>
                    <a:pt x="289" y="321"/>
                  </a:cubicBezTo>
                  <a:lnTo>
                    <a:pt x="289" y="337"/>
                  </a:lnTo>
                  <a:close/>
                  <a:moveTo>
                    <a:pt x="289" y="305"/>
                  </a:moveTo>
                  <a:cubicBezTo>
                    <a:pt x="225" y="305"/>
                    <a:pt x="225" y="305"/>
                    <a:pt x="225" y="305"/>
                  </a:cubicBezTo>
                  <a:cubicBezTo>
                    <a:pt x="225" y="200"/>
                    <a:pt x="225" y="200"/>
                    <a:pt x="225" y="200"/>
                  </a:cubicBezTo>
                  <a:cubicBezTo>
                    <a:pt x="225" y="196"/>
                    <a:pt x="221" y="192"/>
                    <a:pt x="217" y="192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32" y="192"/>
                    <a:pt x="128" y="196"/>
                    <a:pt x="128" y="200"/>
                  </a:cubicBezTo>
                  <a:cubicBezTo>
                    <a:pt x="128" y="305"/>
                    <a:pt x="128" y="305"/>
                    <a:pt x="128" y="305"/>
                  </a:cubicBezTo>
                  <a:cubicBezTo>
                    <a:pt x="64" y="305"/>
                    <a:pt x="64" y="305"/>
                    <a:pt x="64" y="305"/>
                  </a:cubicBezTo>
                  <a:cubicBezTo>
                    <a:pt x="64" y="132"/>
                    <a:pt x="64" y="132"/>
                    <a:pt x="64" y="132"/>
                  </a:cubicBezTo>
                  <a:cubicBezTo>
                    <a:pt x="177" y="19"/>
                    <a:pt x="177" y="19"/>
                    <a:pt x="177" y="19"/>
                  </a:cubicBezTo>
                  <a:cubicBezTo>
                    <a:pt x="289" y="132"/>
                    <a:pt x="289" y="132"/>
                    <a:pt x="289" y="132"/>
                  </a:cubicBezTo>
                  <a:lnTo>
                    <a:pt x="289" y="305"/>
                  </a:lnTo>
                  <a:close/>
                  <a:moveTo>
                    <a:pt x="185" y="289"/>
                  </a:moveTo>
                  <a:cubicBezTo>
                    <a:pt x="189" y="289"/>
                    <a:pt x="193" y="285"/>
                    <a:pt x="193" y="281"/>
                  </a:cubicBezTo>
                  <a:cubicBezTo>
                    <a:pt x="193" y="276"/>
                    <a:pt x="189" y="273"/>
                    <a:pt x="185" y="273"/>
                  </a:cubicBezTo>
                  <a:cubicBezTo>
                    <a:pt x="180" y="273"/>
                    <a:pt x="177" y="276"/>
                    <a:pt x="177" y="281"/>
                  </a:cubicBezTo>
                  <a:cubicBezTo>
                    <a:pt x="177" y="285"/>
                    <a:pt x="180" y="289"/>
                    <a:pt x="185" y="28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44"/>
            <p:cNvSpPr/>
            <p:nvPr/>
          </p:nvSpPr>
          <p:spPr>
            <a:xfrm>
              <a:off x="15738269" y="10421553"/>
              <a:ext cx="451252" cy="826790"/>
            </a:xfrm>
            <a:custGeom>
              <a:rect b="b" l="l" r="r" t="t"/>
              <a:pathLst>
                <a:path extrusionOk="0" h="353" w="193">
                  <a:moveTo>
                    <a:pt x="96" y="329"/>
                  </a:moveTo>
                  <a:cubicBezTo>
                    <a:pt x="101" y="329"/>
                    <a:pt x="105" y="326"/>
                    <a:pt x="105" y="321"/>
                  </a:cubicBezTo>
                  <a:cubicBezTo>
                    <a:pt x="105" y="317"/>
                    <a:pt x="101" y="313"/>
                    <a:pt x="96" y="313"/>
                  </a:cubicBezTo>
                  <a:cubicBezTo>
                    <a:pt x="92" y="313"/>
                    <a:pt x="88" y="317"/>
                    <a:pt x="88" y="321"/>
                  </a:cubicBezTo>
                  <a:cubicBezTo>
                    <a:pt x="88" y="326"/>
                    <a:pt x="92" y="329"/>
                    <a:pt x="96" y="329"/>
                  </a:cubicBezTo>
                  <a:moveTo>
                    <a:pt x="161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5" y="0"/>
                    <a:pt x="0" y="14"/>
                    <a:pt x="0" y="32"/>
                  </a:cubicBezTo>
                  <a:cubicBezTo>
                    <a:pt x="0" y="321"/>
                    <a:pt x="0" y="321"/>
                    <a:pt x="0" y="321"/>
                  </a:cubicBezTo>
                  <a:cubicBezTo>
                    <a:pt x="0" y="339"/>
                    <a:pt x="15" y="353"/>
                    <a:pt x="32" y="353"/>
                  </a:cubicBezTo>
                  <a:cubicBezTo>
                    <a:pt x="161" y="353"/>
                    <a:pt x="161" y="353"/>
                    <a:pt x="161" y="353"/>
                  </a:cubicBezTo>
                  <a:cubicBezTo>
                    <a:pt x="178" y="353"/>
                    <a:pt x="193" y="339"/>
                    <a:pt x="193" y="321"/>
                  </a:cubicBezTo>
                  <a:cubicBezTo>
                    <a:pt x="193" y="32"/>
                    <a:pt x="193" y="32"/>
                    <a:pt x="193" y="32"/>
                  </a:cubicBezTo>
                  <a:cubicBezTo>
                    <a:pt x="193" y="14"/>
                    <a:pt x="178" y="0"/>
                    <a:pt x="161" y="0"/>
                  </a:cubicBezTo>
                  <a:moveTo>
                    <a:pt x="177" y="321"/>
                  </a:moveTo>
                  <a:cubicBezTo>
                    <a:pt x="177" y="330"/>
                    <a:pt x="170" y="337"/>
                    <a:pt x="161" y="337"/>
                  </a:cubicBezTo>
                  <a:cubicBezTo>
                    <a:pt x="32" y="337"/>
                    <a:pt x="32" y="337"/>
                    <a:pt x="32" y="337"/>
                  </a:cubicBezTo>
                  <a:cubicBezTo>
                    <a:pt x="23" y="337"/>
                    <a:pt x="16" y="330"/>
                    <a:pt x="16" y="321"/>
                  </a:cubicBezTo>
                  <a:cubicBezTo>
                    <a:pt x="16" y="305"/>
                    <a:pt x="16" y="305"/>
                    <a:pt x="16" y="305"/>
                  </a:cubicBezTo>
                  <a:cubicBezTo>
                    <a:pt x="177" y="305"/>
                    <a:pt x="177" y="305"/>
                    <a:pt x="177" y="305"/>
                  </a:cubicBezTo>
                  <a:lnTo>
                    <a:pt x="177" y="321"/>
                  </a:lnTo>
                  <a:close/>
                  <a:moveTo>
                    <a:pt x="177" y="289"/>
                  </a:moveTo>
                  <a:cubicBezTo>
                    <a:pt x="16" y="289"/>
                    <a:pt x="16" y="289"/>
                    <a:pt x="16" y="289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177" y="64"/>
                    <a:pt x="177" y="64"/>
                    <a:pt x="177" y="64"/>
                  </a:cubicBezTo>
                  <a:lnTo>
                    <a:pt x="177" y="289"/>
                  </a:lnTo>
                  <a:close/>
                  <a:moveTo>
                    <a:pt x="177" y="48"/>
                  </a:moveTo>
                  <a:cubicBezTo>
                    <a:pt x="16" y="48"/>
                    <a:pt x="16" y="48"/>
                    <a:pt x="16" y="48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23"/>
                    <a:pt x="23" y="16"/>
                    <a:pt x="32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70" y="16"/>
                    <a:pt x="177" y="23"/>
                    <a:pt x="177" y="32"/>
                  </a:cubicBezTo>
                  <a:lnTo>
                    <a:pt x="177" y="48"/>
                  </a:lnTo>
                  <a:close/>
                  <a:moveTo>
                    <a:pt x="105" y="24"/>
                  </a:moveTo>
                  <a:cubicBezTo>
                    <a:pt x="88" y="24"/>
                    <a:pt x="88" y="24"/>
                    <a:pt x="88" y="24"/>
                  </a:cubicBezTo>
                  <a:cubicBezTo>
                    <a:pt x="84" y="24"/>
                    <a:pt x="80" y="28"/>
                    <a:pt x="80" y="32"/>
                  </a:cubicBezTo>
                  <a:cubicBezTo>
                    <a:pt x="80" y="37"/>
                    <a:pt x="84" y="40"/>
                    <a:pt x="88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9" y="40"/>
                    <a:pt x="113" y="37"/>
                    <a:pt x="113" y="32"/>
                  </a:cubicBezTo>
                  <a:cubicBezTo>
                    <a:pt x="113" y="28"/>
                    <a:pt x="109" y="24"/>
                    <a:pt x="105" y="2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44"/>
            <p:cNvSpPr/>
            <p:nvPr/>
          </p:nvSpPr>
          <p:spPr>
            <a:xfrm>
              <a:off x="19127897" y="10391868"/>
              <a:ext cx="599652" cy="826790"/>
            </a:xfrm>
            <a:custGeom>
              <a:rect b="b" l="l" r="r" t="t"/>
              <a:pathLst>
                <a:path extrusionOk="0" h="353" w="257">
                  <a:moveTo>
                    <a:pt x="129" y="313"/>
                  </a:moveTo>
                  <a:cubicBezTo>
                    <a:pt x="124" y="313"/>
                    <a:pt x="121" y="317"/>
                    <a:pt x="121" y="321"/>
                  </a:cubicBezTo>
                  <a:cubicBezTo>
                    <a:pt x="121" y="326"/>
                    <a:pt x="124" y="329"/>
                    <a:pt x="129" y="329"/>
                  </a:cubicBezTo>
                  <a:cubicBezTo>
                    <a:pt x="133" y="329"/>
                    <a:pt x="137" y="326"/>
                    <a:pt x="137" y="321"/>
                  </a:cubicBezTo>
                  <a:cubicBezTo>
                    <a:pt x="137" y="317"/>
                    <a:pt x="133" y="313"/>
                    <a:pt x="129" y="313"/>
                  </a:cubicBezTo>
                  <a:moveTo>
                    <a:pt x="121" y="40"/>
                  </a:moveTo>
                  <a:cubicBezTo>
                    <a:pt x="137" y="40"/>
                    <a:pt x="137" y="40"/>
                    <a:pt x="137" y="40"/>
                  </a:cubicBezTo>
                  <a:cubicBezTo>
                    <a:pt x="141" y="40"/>
                    <a:pt x="145" y="37"/>
                    <a:pt x="145" y="32"/>
                  </a:cubicBezTo>
                  <a:cubicBezTo>
                    <a:pt x="145" y="28"/>
                    <a:pt x="141" y="24"/>
                    <a:pt x="137" y="24"/>
                  </a:cubicBezTo>
                  <a:cubicBezTo>
                    <a:pt x="121" y="24"/>
                    <a:pt x="121" y="24"/>
                    <a:pt x="121" y="24"/>
                  </a:cubicBezTo>
                  <a:cubicBezTo>
                    <a:pt x="116" y="24"/>
                    <a:pt x="113" y="28"/>
                    <a:pt x="113" y="32"/>
                  </a:cubicBezTo>
                  <a:cubicBezTo>
                    <a:pt x="113" y="37"/>
                    <a:pt x="116" y="40"/>
                    <a:pt x="121" y="40"/>
                  </a:cubicBezTo>
                  <a:moveTo>
                    <a:pt x="32" y="305"/>
                  </a:moveTo>
                  <a:cubicBezTo>
                    <a:pt x="225" y="305"/>
                    <a:pt x="225" y="305"/>
                    <a:pt x="225" y="305"/>
                  </a:cubicBezTo>
                  <a:cubicBezTo>
                    <a:pt x="225" y="48"/>
                    <a:pt x="225" y="48"/>
                    <a:pt x="225" y="48"/>
                  </a:cubicBezTo>
                  <a:cubicBezTo>
                    <a:pt x="32" y="48"/>
                    <a:pt x="32" y="48"/>
                    <a:pt x="32" y="48"/>
                  </a:cubicBezTo>
                  <a:lnTo>
                    <a:pt x="32" y="305"/>
                  </a:lnTo>
                  <a:close/>
                  <a:moveTo>
                    <a:pt x="49" y="64"/>
                  </a:moveTo>
                  <a:cubicBezTo>
                    <a:pt x="209" y="64"/>
                    <a:pt x="209" y="64"/>
                    <a:pt x="209" y="64"/>
                  </a:cubicBezTo>
                  <a:cubicBezTo>
                    <a:pt x="209" y="289"/>
                    <a:pt x="209" y="289"/>
                    <a:pt x="209" y="289"/>
                  </a:cubicBezTo>
                  <a:cubicBezTo>
                    <a:pt x="49" y="289"/>
                    <a:pt x="49" y="289"/>
                    <a:pt x="49" y="289"/>
                  </a:cubicBezTo>
                  <a:lnTo>
                    <a:pt x="49" y="64"/>
                  </a:lnTo>
                  <a:close/>
                  <a:moveTo>
                    <a:pt x="225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5" y="0"/>
                    <a:pt x="0" y="14"/>
                    <a:pt x="0" y="32"/>
                  </a:cubicBezTo>
                  <a:cubicBezTo>
                    <a:pt x="0" y="321"/>
                    <a:pt x="0" y="321"/>
                    <a:pt x="0" y="321"/>
                  </a:cubicBezTo>
                  <a:cubicBezTo>
                    <a:pt x="0" y="339"/>
                    <a:pt x="15" y="353"/>
                    <a:pt x="32" y="353"/>
                  </a:cubicBezTo>
                  <a:cubicBezTo>
                    <a:pt x="225" y="353"/>
                    <a:pt x="225" y="353"/>
                    <a:pt x="225" y="353"/>
                  </a:cubicBezTo>
                  <a:cubicBezTo>
                    <a:pt x="243" y="353"/>
                    <a:pt x="257" y="339"/>
                    <a:pt x="257" y="321"/>
                  </a:cubicBezTo>
                  <a:cubicBezTo>
                    <a:pt x="257" y="32"/>
                    <a:pt x="257" y="32"/>
                    <a:pt x="257" y="32"/>
                  </a:cubicBezTo>
                  <a:cubicBezTo>
                    <a:pt x="257" y="14"/>
                    <a:pt x="243" y="0"/>
                    <a:pt x="225" y="0"/>
                  </a:cubicBezTo>
                  <a:moveTo>
                    <a:pt x="241" y="321"/>
                  </a:moveTo>
                  <a:cubicBezTo>
                    <a:pt x="241" y="330"/>
                    <a:pt x="234" y="337"/>
                    <a:pt x="225" y="337"/>
                  </a:cubicBezTo>
                  <a:cubicBezTo>
                    <a:pt x="32" y="337"/>
                    <a:pt x="32" y="337"/>
                    <a:pt x="32" y="337"/>
                  </a:cubicBezTo>
                  <a:cubicBezTo>
                    <a:pt x="24" y="337"/>
                    <a:pt x="16" y="330"/>
                    <a:pt x="16" y="32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23"/>
                    <a:pt x="24" y="16"/>
                    <a:pt x="32" y="16"/>
                  </a:cubicBezTo>
                  <a:cubicBezTo>
                    <a:pt x="225" y="16"/>
                    <a:pt x="225" y="16"/>
                    <a:pt x="225" y="16"/>
                  </a:cubicBezTo>
                  <a:cubicBezTo>
                    <a:pt x="234" y="16"/>
                    <a:pt x="241" y="23"/>
                    <a:pt x="241" y="32"/>
                  </a:cubicBezTo>
                  <a:lnTo>
                    <a:pt x="241" y="32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44"/>
            <p:cNvSpPr/>
            <p:nvPr/>
          </p:nvSpPr>
          <p:spPr>
            <a:xfrm>
              <a:off x="19014327" y="4291210"/>
              <a:ext cx="826792" cy="826792"/>
            </a:xfrm>
            <a:custGeom>
              <a:rect b="b" l="l" r="r" t="t"/>
              <a:pathLst>
                <a:path extrusionOk="0" h="353" w="353">
                  <a:moveTo>
                    <a:pt x="305" y="144"/>
                  </a:moveTo>
                  <a:cubicBezTo>
                    <a:pt x="296" y="144"/>
                    <a:pt x="289" y="151"/>
                    <a:pt x="289" y="160"/>
                  </a:cubicBezTo>
                  <a:cubicBezTo>
                    <a:pt x="289" y="169"/>
                    <a:pt x="296" y="176"/>
                    <a:pt x="305" y="176"/>
                  </a:cubicBezTo>
                  <a:cubicBezTo>
                    <a:pt x="313" y="176"/>
                    <a:pt x="321" y="169"/>
                    <a:pt x="321" y="160"/>
                  </a:cubicBezTo>
                  <a:cubicBezTo>
                    <a:pt x="321" y="151"/>
                    <a:pt x="313" y="144"/>
                    <a:pt x="305" y="144"/>
                  </a:cubicBezTo>
                  <a:moveTo>
                    <a:pt x="224" y="144"/>
                  </a:moveTo>
                  <a:cubicBezTo>
                    <a:pt x="48" y="144"/>
                    <a:pt x="48" y="144"/>
                    <a:pt x="48" y="144"/>
                  </a:cubicBezTo>
                  <a:cubicBezTo>
                    <a:pt x="48" y="305"/>
                    <a:pt x="48" y="305"/>
                    <a:pt x="48" y="305"/>
                  </a:cubicBezTo>
                  <a:cubicBezTo>
                    <a:pt x="224" y="305"/>
                    <a:pt x="224" y="305"/>
                    <a:pt x="224" y="305"/>
                  </a:cubicBezTo>
                  <a:lnTo>
                    <a:pt x="224" y="144"/>
                  </a:lnTo>
                  <a:close/>
                  <a:moveTo>
                    <a:pt x="208" y="289"/>
                  </a:moveTo>
                  <a:cubicBezTo>
                    <a:pt x="64" y="289"/>
                    <a:pt x="64" y="289"/>
                    <a:pt x="64" y="289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208" y="160"/>
                    <a:pt x="208" y="160"/>
                    <a:pt x="208" y="160"/>
                  </a:cubicBezTo>
                  <a:lnTo>
                    <a:pt x="208" y="289"/>
                  </a:lnTo>
                  <a:close/>
                  <a:moveTo>
                    <a:pt x="321" y="96"/>
                  </a:moveTo>
                  <a:cubicBezTo>
                    <a:pt x="215" y="96"/>
                    <a:pt x="215" y="96"/>
                    <a:pt x="215" y="96"/>
                  </a:cubicBezTo>
                  <a:cubicBezTo>
                    <a:pt x="213" y="85"/>
                    <a:pt x="207" y="76"/>
                    <a:pt x="197" y="70"/>
                  </a:cubicBezTo>
                  <a:cubicBezTo>
                    <a:pt x="236" y="31"/>
                    <a:pt x="236" y="31"/>
                    <a:pt x="236" y="31"/>
                  </a:cubicBezTo>
                  <a:cubicBezTo>
                    <a:pt x="238" y="32"/>
                    <a:pt x="239" y="32"/>
                    <a:pt x="240" y="32"/>
                  </a:cubicBezTo>
                  <a:cubicBezTo>
                    <a:pt x="249" y="32"/>
                    <a:pt x="256" y="25"/>
                    <a:pt x="256" y="16"/>
                  </a:cubicBezTo>
                  <a:cubicBezTo>
                    <a:pt x="256" y="7"/>
                    <a:pt x="249" y="0"/>
                    <a:pt x="240" y="0"/>
                  </a:cubicBezTo>
                  <a:cubicBezTo>
                    <a:pt x="232" y="0"/>
                    <a:pt x="224" y="7"/>
                    <a:pt x="224" y="16"/>
                  </a:cubicBezTo>
                  <a:cubicBezTo>
                    <a:pt x="224" y="17"/>
                    <a:pt x="225" y="19"/>
                    <a:pt x="225" y="20"/>
                  </a:cubicBezTo>
                  <a:cubicBezTo>
                    <a:pt x="180" y="64"/>
                    <a:pt x="180" y="64"/>
                    <a:pt x="180" y="64"/>
                  </a:cubicBezTo>
                  <a:cubicBezTo>
                    <a:pt x="179" y="64"/>
                    <a:pt x="178" y="64"/>
                    <a:pt x="176" y="64"/>
                  </a:cubicBezTo>
                  <a:cubicBezTo>
                    <a:pt x="175" y="64"/>
                    <a:pt x="173" y="64"/>
                    <a:pt x="172" y="64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8" y="19"/>
                    <a:pt x="128" y="17"/>
                    <a:pt x="128" y="16"/>
                  </a:cubicBezTo>
                  <a:cubicBezTo>
                    <a:pt x="128" y="7"/>
                    <a:pt x="121" y="0"/>
                    <a:pt x="112" y="0"/>
                  </a:cubicBezTo>
                  <a:cubicBezTo>
                    <a:pt x="103" y="0"/>
                    <a:pt x="96" y="7"/>
                    <a:pt x="96" y="16"/>
                  </a:cubicBezTo>
                  <a:cubicBezTo>
                    <a:pt x="96" y="25"/>
                    <a:pt x="103" y="32"/>
                    <a:pt x="112" y="32"/>
                  </a:cubicBezTo>
                  <a:cubicBezTo>
                    <a:pt x="113" y="32"/>
                    <a:pt x="115" y="32"/>
                    <a:pt x="116" y="31"/>
                  </a:cubicBezTo>
                  <a:cubicBezTo>
                    <a:pt x="155" y="70"/>
                    <a:pt x="155" y="70"/>
                    <a:pt x="155" y="70"/>
                  </a:cubicBezTo>
                  <a:cubicBezTo>
                    <a:pt x="146" y="76"/>
                    <a:pt x="139" y="85"/>
                    <a:pt x="137" y="96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14" y="96"/>
                    <a:pt x="0" y="110"/>
                    <a:pt x="0" y="128"/>
                  </a:cubicBezTo>
                  <a:cubicBezTo>
                    <a:pt x="0" y="321"/>
                    <a:pt x="0" y="321"/>
                    <a:pt x="0" y="321"/>
                  </a:cubicBezTo>
                  <a:cubicBezTo>
                    <a:pt x="0" y="339"/>
                    <a:pt x="14" y="353"/>
                    <a:pt x="32" y="353"/>
                  </a:cubicBezTo>
                  <a:cubicBezTo>
                    <a:pt x="321" y="353"/>
                    <a:pt x="321" y="353"/>
                    <a:pt x="321" y="353"/>
                  </a:cubicBezTo>
                  <a:cubicBezTo>
                    <a:pt x="338" y="353"/>
                    <a:pt x="353" y="339"/>
                    <a:pt x="353" y="321"/>
                  </a:cubicBezTo>
                  <a:cubicBezTo>
                    <a:pt x="353" y="128"/>
                    <a:pt x="353" y="128"/>
                    <a:pt x="353" y="128"/>
                  </a:cubicBezTo>
                  <a:cubicBezTo>
                    <a:pt x="353" y="110"/>
                    <a:pt x="338" y="96"/>
                    <a:pt x="321" y="96"/>
                  </a:cubicBezTo>
                  <a:moveTo>
                    <a:pt x="256" y="337"/>
                  </a:moveTo>
                  <a:cubicBezTo>
                    <a:pt x="32" y="337"/>
                    <a:pt x="32" y="337"/>
                    <a:pt x="32" y="337"/>
                  </a:cubicBezTo>
                  <a:cubicBezTo>
                    <a:pt x="23" y="337"/>
                    <a:pt x="16" y="330"/>
                    <a:pt x="16" y="321"/>
                  </a:cubicBezTo>
                  <a:cubicBezTo>
                    <a:pt x="16" y="128"/>
                    <a:pt x="16" y="128"/>
                    <a:pt x="16" y="128"/>
                  </a:cubicBezTo>
                  <a:cubicBezTo>
                    <a:pt x="16" y="119"/>
                    <a:pt x="23" y="112"/>
                    <a:pt x="32" y="112"/>
                  </a:cubicBezTo>
                  <a:cubicBezTo>
                    <a:pt x="256" y="112"/>
                    <a:pt x="256" y="112"/>
                    <a:pt x="256" y="112"/>
                  </a:cubicBezTo>
                  <a:lnTo>
                    <a:pt x="256" y="337"/>
                  </a:lnTo>
                  <a:close/>
                  <a:moveTo>
                    <a:pt x="337" y="321"/>
                  </a:moveTo>
                  <a:cubicBezTo>
                    <a:pt x="337" y="330"/>
                    <a:pt x="330" y="337"/>
                    <a:pt x="321" y="337"/>
                  </a:cubicBezTo>
                  <a:cubicBezTo>
                    <a:pt x="273" y="337"/>
                    <a:pt x="273" y="337"/>
                    <a:pt x="273" y="337"/>
                  </a:cubicBezTo>
                  <a:cubicBezTo>
                    <a:pt x="273" y="112"/>
                    <a:pt x="273" y="112"/>
                    <a:pt x="273" y="112"/>
                  </a:cubicBezTo>
                  <a:cubicBezTo>
                    <a:pt x="321" y="112"/>
                    <a:pt x="321" y="112"/>
                    <a:pt x="321" y="112"/>
                  </a:cubicBezTo>
                  <a:cubicBezTo>
                    <a:pt x="330" y="112"/>
                    <a:pt x="337" y="119"/>
                    <a:pt x="337" y="128"/>
                  </a:cubicBezTo>
                  <a:lnTo>
                    <a:pt x="337" y="321"/>
                  </a:lnTo>
                  <a:close/>
                  <a:moveTo>
                    <a:pt x="305" y="225"/>
                  </a:moveTo>
                  <a:cubicBezTo>
                    <a:pt x="300" y="225"/>
                    <a:pt x="297" y="228"/>
                    <a:pt x="297" y="233"/>
                  </a:cubicBezTo>
                  <a:cubicBezTo>
                    <a:pt x="297" y="237"/>
                    <a:pt x="300" y="241"/>
                    <a:pt x="305" y="241"/>
                  </a:cubicBezTo>
                  <a:cubicBezTo>
                    <a:pt x="309" y="241"/>
                    <a:pt x="313" y="237"/>
                    <a:pt x="313" y="233"/>
                  </a:cubicBezTo>
                  <a:cubicBezTo>
                    <a:pt x="313" y="228"/>
                    <a:pt x="309" y="225"/>
                    <a:pt x="305" y="225"/>
                  </a:cubicBezTo>
                  <a:moveTo>
                    <a:pt x="305" y="192"/>
                  </a:moveTo>
                  <a:cubicBezTo>
                    <a:pt x="300" y="192"/>
                    <a:pt x="297" y="196"/>
                    <a:pt x="297" y="200"/>
                  </a:cubicBezTo>
                  <a:cubicBezTo>
                    <a:pt x="297" y="205"/>
                    <a:pt x="300" y="208"/>
                    <a:pt x="305" y="208"/>
                  </a:cubicBezTo>
                  <a:cubicBezTo>
                    <a:pt x="309" y="208"/>
                    <a:pt x="313" y="205"/>
                    <a:pt x="313" y="200"/>
                  </a:cubicBezTo>
                  <a:cubicBezTo>
                    <a:pt x="313" y="196"/>
                    <a:pt x="309" y="192"/>
                    <a:pt x="305" y="19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2" name="Google Shape;532;p44"/>
            <p:cNvCxnSpPr/>
            <p:nvPr/>
          </p:nvCxnSpPr>
          <p:spPr>
            <a:xfrm>
              <a:off x="16395152" y="5561533"/>
              <a:ext cx="372600" cy="619200"/>
            </a:xfrm>
            <a:prstGeom prst="straightConnector1">
              <a:avLst/>
            </a:prstGeom>
            <a:noFill/>
            <a:ln cap="flat" cmpd="sng" w="28575">
              <a:solidFill>
                <a:srgbClr val="E9E9E9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3" name="Google Shape;533;p44"/>
            <p:cNvCxnSpPr/>
            <p:nvPr/>
          </p:nvCxnSpPr>
          <p:spPr>
            <a:xfrm flipH="1">
              <a:off x="18641727" y="5561533"/>
              <a:ext cx="372600" cy="619200"/>
            </a:xfrm>
            <a:prstGeom prst="straightConnector1">
              <a:avLst/>
            </a:prstGeom>
            <a:noFill/>
            <a:ln cap="flat" cmpd="sng" w="28575">
              <a:solidFill>
                <a:srgbClr val="E9E9E9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4" name="Google Shape;534;p44"/>
            <p:cNvCxnSpPr/>
            <p:nvPr/>
          </p:nvCxnSpPr>
          <p:spPr>
            <a:xfrm flipH="1">
              <a:off x="16395084" y="9351433"/>
              <a:ext cx="372600" cy="619200"/>
            </a:xfrm>
            <a:prstGeom prst="straightConnector1">
              <a:avLst/>
            </a:prstGeom>
            <a:noFill/>
            <a:ln cap="flat" cmpd="sng" w="28575">
              <a:solidFill>
                <a:srgbClr val="E9E9E9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5" name="Google Shape;535;p44"/>
            <p:cNvCxnSpPr/>
            <p:nvPr/>
          </p:nvCxnSpPr>
          <p:spPr>
            <a:xfrm>
              <a:off x="18641794" y="9351433"/>
              <a:ext cx="372600" cy="619200"/>
            </a:xfrm>
            <a:prstGeom prst="straightConnector1">
              <a:avLst/>
            </a:prstGeom>
            <a:noFill/>
            <a:ln cap="flat" cmpd="sng" w="28575">
              <a:solidFill>
                <a:srgbClr val="E9E9E9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36" name="Google Shape;536;p44"/>
            <p:cNvSpPr/>
            <p:nvPr/>
          </p:nvSpPr>
          <p:spPr>
            <a:xfrm>
              <a:off x="20234317" y="6804974"/>
              <a:ext cx="1912500" cy="1912500"/>
            </a:xfrm>
            <a:prstGeom prst="ellipse">
              <a:avLst/>
            </a:prstGeom>
            <a:solidFill>
              <a:srgbClr val="E9E9E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44"/>
            <p:cNvSpPr/>
            <p:nvPr/>
          </p:nvSpPr>
          <p:spPr>
            <a:xfrm>
              <a:off x="13244920" y="6804974"/>
              <a:ext cx="1912500" cy="1912500"/>
            </a:xfrm>
            <a:prstGeom prst="ellipse">
              <a:avLst/>
            </a:prstGeom>
            <a:solidFill>
              <a:srgbClr val="E9E9E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44"/>
            <p:cNvSpPr/>
            <p:nvPr/>
          </p:nvSpPr>
          <p:spPr>
            <a:xfrm>
              <a:off x="20366542" y="6937199"/>
              <a:ext cx="1647900" cy="1647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44"/>
            <p:cNvSpPr/>
            <p:nvPr/>
          </p:nvSpPr>
          <p:spPr>
            <a:xfrm>
              <a:off x="13377145" y="6937199"/>
              <a:ext cx="1647900" cy="1647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44"/>
            <p:cNvSpPr/>
            <p:nvPr/>
          </p:nvSpPr>
          <p:spPr>
            <a:xfrm>
              <a:off x="20777111" y="7459825"/>
              <a:ext cx="826792" cy="602678"/>
            </a:xfrm>
            <a:custGeom>
              <a:rect b="b" l="l" r="r" t="t"/>
              <a:pathLst>
                <a:path extrusionOk="0" h="257" w="353">
                  <a:moveTo>
                    <a:pt x="351" y="245"/>
                  </a:moveTo>
                  <a:cubicBezTo>
                    <a:pt x="351" y="245"/>
                    <a:pt x="351" y="245"/>
                    <a:pt x="351" y="245"/>
                  </a:cubicBezTo>
                  <a:cubicBezTo>
                    <a:pt x="320" y="197"/>
                    <a:pt x="320" y="197"/>
                    <a:pt x="320" y="197"/>
                  </a:cubicBezTo>
                  <a:cubicBezTo>
                    <a:pt x="320" y="196"/>
                    <a:pt x="321" y="194"/>
                    <a:pt x="321" y="193"/>
                  </a:cubicBezTo>
                  <a:cubicBezTo>
                    <a:pt x="321" y="16"/>
                    <a:pt x="321" y="16"/>
                    <a:pt x="321" y="16"/>
                  </a:cubicBezTo>
                  <a:cubicBezTo>
                    <a:pt x="321" y="7"/>
                    <a:pt x="313" y="0"/>
                    <a:pt x="305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39" y="0"/>
                    <a:pt x="32" y="7"/>
                    <a:pt x="32" y="16"/>
                  </a:cubicBezTo>
                  <a:cubicBezTo>
                    <a:pt x="32" y="193"/>
                    <a:pt x="32" y="193"/>
                    <a:pt x="32" y="193"/>
                  </a:cubicBezTo>
                  <a:cubicBezTo>
                    <a:pt x="32" y="194"/>
                    <a:pt x="32" y="196"/>
                    <a:pt x="32" y="197"/>
                  </a:cubicBezTo>
                  <a:cubicBezTo>
                    <a:pt x="1" y="245"/>
                    <a:pt x="1" y="245"/>
                    <a:pt x="1" y="245"/>
                  </a:cubicBezTo>
                  <a:cubicBezTo>
                    <a:pt x="1" y="245"/>
                    <a:pt x="1" y="245"/>
                    <a:pt x="1" y="245"/>
                  </a:cubicBezTo>
                  <a:cubicBezTo>
                    <a:pt x="0" y="246"/>
                    <a:pt x="0" y="247"/>
                    <a:pt x="0" y="249"/>
                  </a:cubicBezTo>
                  <a:cubicBezTo>
                    <a:pt x="0" y="254"/>
                    <a:pt x="3" y="257"/>
                    <a:pt x="8" y="257"/>
                  </a:cubicBezTo>
                  <a:cubicBezTo>
                    <a:pt x="345" y="257"/>
                    <a:pt x="345" y="257"/>
                    <a:pt x="345" y="257"/>
                  </a:cubicBezTo>
                  <a:cubicBezTo>
                    <a:pt x="349" y="257"/>
                    <a:pt x="353" y="254"/>
                    <a:pt x="353" y="249"/>
                  </a:cubicBezTo>
                  <a:cubicBezTo>
                    <a:pt x="353" y="247"/>
                    <a:pt x="352" y="246"/>
                    <a:pt x="351" y="245"/>
                  </a:cubicBezTo>
                  <a:moveTo>
                    <a:pt x="48" y="16"/>
                  </a:moveTo>
                  <a:cubicBezTo>
                    <a:pt x="305" y="16"/>
                    <a:pt x="305" y="16"/>
                    <a:pt x="305" y="16"/>
                  </a:cubicBezTo>
                  <a:cubicBezTo>
                    <a:pt x="305" y="193"/>
                    <a:pt x="305" y="193"/>
                    <a:pt x="305" y="193"/>
                  </a:cubicBezTo>
                  <a:cubicBezTo>
                    <a:pt x="48" y="193"/>
                    <a:pt x="48" y="193"/>
                    <a:pt x="48" y="193"/>
                  </a:cubicBezTo>
                  <a:lnTo>
                    <a:pt x="48" y="16"/>
                  </a:lnTo>
                  <a:close/>
                  <a:moveTo>
                    <a:pt x="23" y="241"/>
                  </a:moveTo>
                  <a:cubicBezTo>
                    <a:pt x="44" y="208"/>
                    <a:pt x="44" y="208"/>
                    <a:pt x="44" y="208"/>
                  </a:cubicBezTo>
                  <a:cubicBezTo>
                    <a:pt x="45" y="209"/>
                    <a:pt x="47" y="209"/>
                    <a:pt x="48" y="209"/>
                  </a:cubicBezTo>
                  <a:cubicBezTo>
                    <a:pt x="305" y="209"/>
                    <a:pt x="305" y="209"/>
                    <a:pt x="305" y="209"/>
                  </a:cubicBezTo>
                  <a:cubicBezTo>
                    <a:pt x="306" y="209"/>
                    <a:pt x="307" y="209"/>
                    <a:pt x="308" y="208"/>
                  </a:cubicBezTo>
                  <a:cubicBezTo>
                    <a:pt x="330" y="241"/>
                    <a:pt x="330" y="241"/>
                    <a:pt x="330" y="241"/>
                  </a:cubicBezTo>
                  <a:lnTo>
                    <a:pt x="23" y="24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44"/>
            <p:cNvSpPr/>
            <p:nvPr/>
          </p:nvSpPr>
          <p:spPr>
            <a:xfrm>
              <a:off x="13798338" y="7389727"/>
              <a:ext cx="826792" cy="826792"/>
            </a:xfrm>
            <a:custGeom>
              <a:rect b="b" l="l" r="r" t="t"/>
              <a:pathLst>
                <a:path extrusionOk="0" h="353" w="353">
                  <a:moveTo>
                    <a:pt x="321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2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0" y="291"/>
                    <a:pt x="14" y="305"/>
                    <a:pt x="32" y="305"/>
                  </a:cubicBezTo>
                  <a:cubicBezTo>
                    <a:pt x="144" y="305"/>
                    <a:pt x="144" y="305"/>
                    <a:pt x="144" y="305"/>
                  </a:cubicBezTo>
                  <a:cubicBezTo>
                    <a:pt x="144" y="337"/>
                    <a:pt x="144" y="337"/>
                    <a:pt x="144" y="337"/>
                  </a:cubicBezTo>
                  <a:cubicBezTo>
                    <a:pt x="120" y="337"/>
                    <a:pt x="120" y="337"/>
                    <a:pt x="120" y="337"/>
                  </a:cubicBezTo>
                  <a:cubicBezTo>
                    <a:pt x="116" y="337"/>
                    <a:pt x="112" y="341"/>
                    <a:pt x="112" y="345"/>
                  </a:cubicBezTo>
                  <a:cubicBezTo>
                    <a:pt x="112" y="350"/>
                    <a:pt x="116" y="353"/>
                    <a:pt x="120" y="353"/>
                  </a:cubicBezTo>
                  <a:cubicBezTo>
                    <a:pt x="233" y="353"/>
                    <a:pt x="233" y="353"/>
                    <a:pt x="233" y="353"/>
                  </a:cubicBezTo>
                  <a:cubicBezTo>
                    <a:pt x="237" y="353"/>
                    <a:pt x="241" y="350"/>
                    <a:pt x="241" y="345"/>
                  </a:cubicBezTo>
                  <a:cubicBezTo>
                    <a:pt x="241" y="341"/>
                    <a:pt x="237" y="337"/>
                    <a:pt x="233" y="337"/>
                  </a:cubicBezTo>
                  <a:cubicBezTo>
                    <a:pt x="209" y="337"/>
                    <a:pt x="209" y="337"/>
                    <a:pt x="209" y="337"/>
                  </a:cubicBezTo>
                  <a:cubicBezTo>
                    <a:pt x="209" y="305"/>
                    <a:pt x="209" y="305"/>
                    <a:pt x="209" y="305"/>
                  </a:cubicBezTo>
                  <a:cubicBezTo>
                    <a:pt x="321" y="305"/>
                    <a:pt x="321" y="305"/>
                    <a:pt x="321" y="305"/>
                  </a:cubicBezTo>
                  <a:cubicBezTo>
                    <a:pt x="339" y="305"/>
                    <a:pt x="353" y="291"/>
                    <a:pt x="353" y="273"/>
                  </a:cubicBezTo>
                  <a:cubicBezTo>
                    <a:pt x="353" y="32"/>
                    <a:pt x="353" y="32"/>
                    <a:pt x="353" y="32"/>
                  </a:cubicBezTo>
                  <a:cubicBezTo>
                    <a:pt x="353" y="14"/>
                    <a:pt x="339" y="0"/>
                    <a:pt x="321" y="0"/>
                  </a:cubicBezTo>
                  <a:moveTo>
                    <a:pt x="193" y="337"/>
                  </a:moveTo>
                  <a:cubicBezTo>
                    <a:pt x="160" y="337"/>
                    <a:pt x="160" y="337"/>
                    <a:pt x="160" y="337"/>
                  </a:cubicBezTo>
                  <a:cubicBezTo>
                    <a:pt x="160" y="305"/>
                    <a:pt x="160" y="305"/>
                    <a:pt x="160" y="305"/>
                  </a:cubicBezTo>
                  <a:cubicBezTo>
                    <a:pt x="193" y="305"/>
                    <a:pt x="193" y="305"/>
                    <a:pt x="193" y="305"/>
                  </a:cubicBezTo>
                  <a:lnTo>
                    <a:pt x="193" y="337"/>
                  </a:lnTo>
                  <a:close/>
                  <a:moveTo>
                    <a:pt x="337" y="273"/>
                  </a:moveTo>
                  <a:cubicBezTo>
                    <a:pt x="337" y="282"/>
                    <a:pt x="330" y="289"/>
                    <a:pt x="321" y="289"/>
                  </a:cubicBezTo>
                  <a:cubicBezTo>
                    <a:pt x="32" y="289"/>
                    <a:pt x="32" y="289"/>
                    <a:pt x="32" y="289"/>
                  </a:cubicBezTo>
                  <a:cubicBezTo>
                    <a:pt x="23" y="289"/>
                    <a:pt x="16" y="282"/>
                    <a:pt x="16" y="273"/>
                  </a:cubicBezTo>
                  <a:cubicBezTo>
                    <a:pt x="16" y="257"/>
                    <a:pt x="16" y="257"/>
                    <a:pt x="16" y="257"/>
                  </a:cubicBezTo>
                  <a:cubicBezTo>
                    <a:pt x="337" y="257"/>
                    <a:pt x="337" y="257"/>
                    <a:pt x="337" y="257"/>
                  </a:cubicBezTo>
                  <a:lnTo>
                    <a:pt x="337" y="273"/>
                  </a:lnTo>
                  <a:close/>
                  <a:moveTo>
                    <a:pt x="337" y="241"/>
                  </a:moveTo>
                  <a:cubicBezTo>
                    <a:pt x="16" y="241"/>
                    <a:pt x="16" y="241"/>
                    <a:pt x="16" y="24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23"/>
                    <a:pt x="23" y="16"/>
                    <a:pt x="32" y="16"/>
                  </a:cubicBezTo>
                  <a:cubicBezTo>
                    <a:pt x="321" y="16"/>
                    <a:pt x="321" y="16"/>
                    <a:pt x="321" y="16"/>
                  </a:cubicBezTo>
                  <a:cubicBezTo>
                    <a:pt x="330" y="16"/>
                    <a:pt x="337" y="23"/>
                    <a:pt x="337" y="32"/>
                  </a:cubicBezTo>
                  <a:lnTo>
                    <a:pt x="337" y="24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42" name="Google Shape;542;p44"/>
            <p:cNvCxnSpPr>
              <a:stCxn id="537" idx="6"/>
            </p:cNvCxnSpPr>
            <p:nvPr/>
          </p:nvCxnSpPr>
          <p:spPr>
            <a:xfrm>
              <a:off x="15157420" y="7761224"/>
              <a:ext cx="795300" cy="0"/>
            </a:xfrm>
            <a:prstGeom prst="straightConnector1">
              <a:avLst/>
            </a:prstGeom>
            <a:noFill/>
            <a:ln cap="flat" cmpd="sng" w="28575">
              <a:solidFill>
                <a:srgbClr val="E9E9E9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3" name="Google Shape;543;p44"/>
            <p:cNvCxnSpPr>
              <a:stCxn id="536" idx="2"/>
            </p:cNvCxnSpPr>
            <p:nvPr/>
          </p:nvCxnSpPr>
          <p:spPr>
            <a:xfrm rot="10800000">
              <a:off x="19444417" y="7761224"/>
              <a:ext cx="789900" cy="0"/>
            </a:xfrm>
            <a:prstGeom prst="straightConnector1">
              <a:avLst/>
            </a:prstGeom>
            <a:noFill/>
            <a:ln cap="flat" cmpd="sng" w="28575">
              <a:solidFill>
                <a:srgbClr val="E9E9E9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45"/>
          <p:cNvSpPr txBox="1"/>
          <p:nvPr/>
        </p:nvSpPr>
        <p:spPr>
          <a:xfrm>
            <a:off x="2349500" y="4826675"/>
            <a:ext cx="11963400" cy="40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lang="en-US" sz="8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Métricas</a:t>
            </a:r>
            <a:endParaRPr b="1" i="0" sz="8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50" name="Google Shape;550;p45"/>
          <p:cNvCxnSpPr/>
          <p:nvPr/>
        </p:nvCxnSpPr>
        <p:spPr>
          <a:xfrm>
            <a:off x="15451455" y="5113247"/>
            <a:ext cx="0" cy="3540300"/>
          </a:xfrm>
          <a:prstGeom prst="straightConnector1">
            <a:avLst/>
          </a:prstGeom>
          <a:noFill/>
          <a:ln cap="flat" cmpd="sng" w="889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1" name="Google Shape;551;p45"/>
          <p:cNvSpPr txBox="1"/>
          <p:nvPr/>
        </p:nvSpPr>
        <p:spPr>
          <a:xfrm>
            <a:off x="16632011" y="6267069"/>
            <a:ext cx="60756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Plan de Social Media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6"/>
          <p:cNvSpPr txBox="1"/>
          <p:nvPr>
            <p:ph idx="1" type="body"/>
          </p:nvPr>
        </p:nvSpPr>
        <p:spPr>
          <a:xfrm>
            <a:off x="2019300" y="2090814"/>
            <a:ext cx="20688300" cy="4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Selecciona una lista de métricas principales por categorías (</a:t>
            </a:r>
            <a:r>
              <a:rPr lang="en-US" u="sng">
                <a:solidFill>
                  <a:schemeClr val="hlink"/>
                </a:solidFill>
                <a:hlinkClick r:id="rId3"/>
              </a:rPr>
              <a:t>lección 5.1.</a:t>
            </a:r>
            <a:r>
              <a:rPr lang="en-US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6"/>
          <p:cNvSpPr txBox="1"/>
          <p:nvPr>
            <p:ph type="title"/>
          </p:nvPr>
        </p:nvSpPr>
        <p:spPr>
          <a:xfrm>
            <a:off x="2019300" y="723900"/>
            <a:ext cx="20688300" cy="13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Métricas según categorías </a:t>
            </a:r>
            <a:endParaRPr/>
          </a:p>
        </p:txBody>
      </p:sp>
      <p:grpSp>
        <p:nvGrpSpPr>
          <p:cNvPr id="559" name="Google Shape;559;p46"/>
          <p:cNvGrpSpPr/>
          <p:nvPr/>
        </p:nvGrpSpPr>
        <p:grpSpPr>
          <a:xfrm>
            <a:off x="8121638" y="3427507"/>
            <a:ext cx="8140550" cy="8140778"/>
            <a:chOff x="1765300" y="3340100"/>
            <a:chExt cx="8928000" cy="8928250"/>
          </a:xfrm>
        </p:grpSpPr>
        <p:sp>
          <p:nvSpPr>
            <p:cNvPr id="560" name="Google Shape;560;p46"/>
            <p:cNvSpPr/>
            <p:nvPr/>
          </p:nvSpPr>
          <p:spPr>
            <a:xfrm>
              <a:off x="1765300" y="3340100"/>
              <a:ext cx="8928000" cy="8928000"/>
            </a:xfrm>
            <a:prstGeom prst="ellipse">
              <a:avLst/>
            </a:prstGeom>
            <a:solidFill>
              <a:srgbClr val="10CF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46"/>
            <p:cNvSpPr/>
            <p:nvPr/>
          </p:nvSpPr>
          <p:spPr>
            <a:xfrm>
              <a:off x="2676525" y="5162550"/>
              <a:ext cx="7105800" cy="7105800"/>
            </a:xfrm>
            <a:prstGeom prst="ellipse">
              <a:avLst/>
            </a:prstGeom>
            <a:solidFill>
              <a:srgbClr val="0B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46"/>
            <p:cNvSpPr/>
            <p:nvPr/>
          </p:nvSpPr>
          <p:spPr>
            <a:xfrm>
              <a:off x="3575050" y="6959600"/>
              <a:ext cx="5308500" cy="5308500"/>
            </a:xfrm>
            <a:prstGeom prst="ellipse">
              <a:avLst/>
            </a:prstGeom>
            <a:solidFill>
              <a:srgbClr val="009D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46"/>
            <p:cNvSpPr/>
            <p:nvPr/>
          </p:nvSpPr>
          <p:spPr>
            <a:xfrm>
              <a:off x="4445000" y="8699500"/>
              <a:ext cx="3568800" cy="3568800"/>
            </a:xfrm>
            <a:prstGeom prst="ellipse">
              <a:avLst/>
            </a:prstGeom>
            <a:solidFill>
              <a:srgbClr val="0F6FC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4" name="Google Shape;564;p46"/>
          <p:cNvSpPr txBox="1"/>
          <p:nvPr/>
        </p:nvSpPr>
        <p:spPr>
          <a:xfrm>
            <a:off x="10325134" y="9448804"/>
            <a:ext cx="37338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Conversiones</a:t>
            </a:r>
            <a:endParaRPr sz="32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65" name="Google Shape;565;p46"/>
          <p:cNvSpPr txBox="1"/>
          <p:nvPr/>
        </p:nvSpPr>
        <p:spPr>
          <a:xfrm>
            <a:off x="10325134" y="4064539"/>
            <a:ext cx="37338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Posicionamiento de marca</a:t>
            </a:r>
            <a:endParaRPr b="0" i="0" sz="3200" u="none" cap="none" strike="noStrike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66" name="Google Shape;566;p46"/>
          <p:cNvSpPr txBox="1"/>
          <p:nvPr/>
        </p:nvSpPr>
        <p:spPr>
          <a:xfrm>
            <a:off x="10325134" y="5722637"/>
            <a:ext cx="37338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Alcance</a:t>
            </a:r>
            <a:endParaRPr sz="32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67" name="Google Shape;567;p46"/>
          <p:cNvSpPr txBox="1"/>
          <p:nvPr/>
        </p:nvSpPr>
        <p:spPr>
          <a:xfrm>
            <a:off x="10325134" y="7367850"/>
            <a:ext cx="37338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Reacción de los usuarios</a:t>
            </a:r>
            <a:endParaRPr sz="32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568" name="Google Shape;568;p46"/>
          <p:cNvCxnSpPr>
            <a:endCxn id="569" idx="6"/>
          </p:cNvCxnSpPr>
          <p:nvPr/>
        </p:nvCxnSpPr>
        <p:spPr>
          <a:xfrm flipH="1">
            <a:off x="7591784" y="4549675"/>
            <a:ext cx="1803000" cy="14100"/>
          </a:xfrm>
          <a:prstGeom prst="straightConnector1">
            <a:avLst/>
          </a:prstGeom>
          <a:noFill/>
          <a:ln cap="flat" cmpd="sng" w="19050">
            <a:solidFill>
              <a:srgbClr val="10CF9B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0" name="Google Shape;570;p46"/>
          <p:cNvCxnSpPr>
            <a:endCxn id="571" idx="6"/>
          </p:cNvCxnSpPr>
          <p:nvPr/>
        </p:nvCxnSpPr>
        <p:spPr>
          <a:xfrm rot="10800000">
            <a:off x="7591784" y="8314303"/>
            <a:ext cx="2318400" cy="0"/>
          </a:xfrm>
          <a:prstGeom prst="straightConnector1">
            <a:avLst/>
          </a:prstGeom>
          <a:noFill/>
          <a:ln cap="flat" cmpd="sng" w="19050">
            <a:solidFill>
              <a:srgbClr val="009DD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2" name="Google Shape;572;p46"/>
          <p:cNvCxnSpPr>
            <a:endCxn id="573" idx="2"/>
          </p:cNvCxnSpPr>
          <p:nvPr/>
        </p:nvCxnSpPr>
        <p:spPr>
          <a:xfrm>
            <a:off x="14482594" y="6056277"/>
            <a:ext cx="2309700" cy="17100"/>
          </a:xfrm>
          <a:prstGeom prst="straightConnector1">
            <a:avLst/>
          </a:prstGeom>
          <a:noFill/>
          <a:ln cap="flat" cmpd="sng" w="19050">
            <a:solidFill>
              <a:srgbClr val="0BD0D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4" name="Google Shape;574;p46"/>
          <p:cNvCxnSpPr/>
          <p:nvPr/>
        </p:nvCxnSpPr>
        <p:spPr>
          <a:xfrm>
            <a:off x="13535130" y="9056420"/>
            <a:ext cx="3244800" cy="0"/>
          </a:xfrm>
          <a:prstGeom prst="straightConnector1">
            <a:avLst/>
          </a:prstGeom>
          <a:noFill/>
          <a:ln cap="flat" cmpd="sng" w="19050">
            <a:solidFill>
              <a:srgbClr val="0F6FC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9" name="Google Shape;569;p46"/>
          <p:cNvSpPr/>
          <p:nvPr/>
        </p:nvSpPr>
        <p:spPr>
          <a:xfrm>
            <a:off x="6162284" y="3849025"/>
            <a:ext cx="1429500" cy="1429500"/>
          </a:xfrm>
          <a:prstGeom prst="ellipse">
            <a:avLst/>
          </a:prstGeom>
          <a:noFill/>
          <a:ln cap="flat" cmpd="sng" w="19050">
            <a:solidFill>
              <a:srgbClr val="10CF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6"/>
          <p:cNvSpPr/>
          <p:nvPr/>
        </p:nvSpPr>
        <p:spPr>
          <a:xfrm>
            <a:off x="6162284" y="7599553"/>
            <a:ext cx="1429500" cy="1429500"/>
          </a:xfrm>
          <a:prstGeom prst="ellipse">
            <a:avLst/>
          </a:prstGeom>
          <a:noFill/>
          <a:ln cap="flat" cmpd="sng" w="19050">
            <a:solidFill>
              <a:srgbClr val="009D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46"/>
          <p:cNvSpPr/>
          <p:nvPr/>
        </p:nvSpPr>
        <p:spPr>
          <a:xfrm>
            <a:off x="16780014" y="8341708"/>
            <a:ext cx="1429500" cy="1429500"/>
          </a:xfrm>
          <a:prstGeom prst="ellipse">
            <a:avLst/>
          </a:prstGeom>
          <a:noFill/>
          <a:ln cap="flat" cmpd="sng" w="19050">
            <a:solidFill>
              <a:srgbClr val="0F6FC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46"/>
          <p:cNvSpPr/>
          <p:nvPr/>
        </p:nvSpPr>
        <p:spPr>
          <a:xfrm>
            <a:off x="16792294" y="5358627"/>
            <a:ext cx="1429500" cy="1429500"/>
          </a:xfrm>
          <a:prstGeom prst="ellipse">
            <a:avLst/>
          </a:prstGeom>
          <a:noFill/>
          <a:ln cap="flat" cmpd="sng" w="19050">
            <a:solidFill>
              <a:srgbClr val="0BD0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6"/>
          <p:cNvSpPr/>
          <p:nvPr/>
        </p:nvSpPr>
        <p:spPr>
          <a:xfrm>
            <a:off x="6390203" y="4112406"/>
            <a:ext cx="895243" cy="888646"/>
          </a:xfrm>
          <a:custGeom>
            <a:rect b="b" l="l" r="r" t="t"/>
            <a:pathLst>
              <a:path extrusionOk="0" h="2176" w="2191">
                <a:moveTo>
                  <a:pt x="1805" y="386"/>
                </a:moveTo>
                <a:cubicBezTo>
                  <a:pt x="1574" y="155"/>
                  <a:pt x="1199" y="155"/>
                  <a:pt x="968" y="386"/>
                </a:cubicBezTo>
                <a:cubicBezTo>
                  <a:pt x="738" y="616"/>
                  <a:pt x="738" y="991"/>
                  <a:pt x="968" y="1222"/>
                </a:cubicBezTo>
                <a:cubicBezTo>
                  <a:pt x="1084" y="1337"/>
                  <a:pt x="1235" y="1395"/>
                  <a:pt x="1387" y="1395"/>
                </a:cubicBezTo>
                <a:cubicBezTo>
                  <a:pt x="1538" y="1395"/>
                  <a:pt x="1690" y="1337"/>
                  <a:pt x="1805" y="1222"/>
                </a:cubicBezTo>
                <a:cubicBezTo>
                  <a:pt x="2036" y="991"/>
                  <a:pt x="2036" y="616"/>
                  <a:pt x="1805" y="386"/>
                </a:cubicBezTo>
                <a:close/>
                <a:moveTo>
                  <a:pt x="1768" y="1185"/>
                </a:moveTo>
                <a:cubicBezTo>
                  <a:pt x="1666" y="1287"/>
                  <a:pt x="1531" y="1343"/>
                  <a:pt x="1387" y="1343"/>
                </a:cubicBezTo>
                <a:cubicBezTo>
                  <a:pt x="1243" y="1343"/>
                  <a:pt x="1107" y="1287"/>
                  <a:pt x="1005" y="1185"/>
                </a:cubicBezTo>
                <a:cubicBezTo>
                  <a:pt x="903" y="1083"/>
                  <a:pt x="847" y="948"/>
                  <a:pt x="847" y="804"/>
                </a:cubicBezTo>
                <a:cubicBezTo>
                  <a:pt x="847" y="660"/>
                  <a:pt x="903" y="524"/>
                  <a:pt x="1005" y="422"/>
                </a:cubicBezTo>
                <a:cubicBezTo>
                  <a:pt x="1107" y="320"/>
                  <a:pt x="1243" y="264"/>
                  <a:pt x="1387" y="264"/>
                </a:cubicBezTo>
                <a:cubicBezTo>
                  <a:pt x="1531" y="264"/>
                  <a:pt x="1666" y="320"/>
                  <a:pt x="1768" y="422"/>
                </a:cubicBezTo>
                <a:cubicBezTo>
                  <a:pt x="1870" y="524"/>
                  <a:pt x="1926" y="660"/>
                  <a:pt x="1926" y="804"/>
                </a:cubicBezTo>
                <a:cubicBezTo>
                  <a:pt x="1926" y="948"/>
                  <a:pt x="1870" y="1083"/>
                  <a:pt x="1768" y="1185"/>
                </a:cubicBezTo>
                <a:close/>
                <a:moveTo>
                  <a:pt x="1905" y="286"/>
                </a:moveTo>
                <a:cubicBezTo>
                  <a:pt x="1619" y="0"/>
                  <a:pt x="1154" y="0"/>
                  <a:pt x="868" y="286"/>
                </a:cubicBezTo>
                <a:cubicBezTo>
                  <a:pt x="662" y="492"/>
                  <a:pt x="598" y="801"/>
                  <a:pt x="705" y="1073"/>
                </a:cubicBezTo>
                <a:cubicBezTo>
                  <a:pt x="711" y="1087"/>
                  <a:pt x="718" y="1101"/>
                  <a:pt x="724" y="1115"/>
                </a:cubicBezTo>
                <a:cubicBezTo>
                  <a:pt x="641" y="1197"/>
                  <a:pt x="641" y="1197"/>
                  <a:pt x="641" y="1197"/>
                </a:cubicBezTo>
                <a:cubicBezTo>
                  <a:pt x="614" y="1224"/>
                  <a:pt x="614" y="1268"/>
                  <a:pt x="641" y="1295"/>
                </a:cubicBezTo>
                <a:cubicBezTo>
                  <a:pt x="650" y="1304"/>
                  <a:pt x="650" y="1304"/>
                  <a:pt x="650" y="1304"/>
                </a:cubicBezTo>
                <a:cubicBezTo>
                  <a:pt x="60" y="1894"/>
                  <a:pt x="60" y="1894"/>
                  <a:pt x="60" y="1894"/>
                </a:cubicBezTo>
                <a:cubicBezTo>
                  <a:pt x="0" y="1954"/>
                  <a:pt x="0" y="2053"/>
                  <a:pt x="60" y="2113"/>
                </a:cubicBezTo>
                <a:cubicBezTo>
                  <a:pt x="77" y="2130"/>
                  <a:pt x="77" y="2130"/>
                  <a:pt x="77" y="2130"/>
                </a:cubicBezTo>
                <a:cubicBezTo>
                  <a:pt x="106" y="2160"/>
                  <a:pt x="145" y="2176"/>
                  <a:pt x="187" y="2176"/>
                </a:cubicBezTo>
                <a:cubicBezTo>
                  <a:pt x="229" y="2176"/>
                  <a:pt x="268" y="2160"/>
                  <a:pt x="297" y="2130"/>
                </a:cubicBezTo>
                <a:cubicBezTo>
                  <a:pt x="887" y="1540"/>
                  <a:pt x="887" y="1540"/>
                  <a:pt x="887" y="1540"/>
                </a:cubicBezTo>
                <a:cubicBezTo>
                  <a:pt x="894" y="1548"/>
                  <a:pt x="894" y="1548"/>
                  <a:pt x="894" y="1548"/>
                </a:cubicBezTo>
                <a:cubicBezTo>
                  <a:pt x="907" y="1561"/>
                  <a:pt x="925" y="1568"/>
                  <a:pt x="943" y="1568"/>
                </a:cubicBezTo>
                <a:cubicBezTo>
                  <a:pt x="961" y="1568"/>
                  <a:pt x="979" y="1561"/>
                  <a:pt x="992" y="1548"/>
                </a:cubicBezTo>
                <a:cubicBezTo>
                  <a:pt x="1074" y="1466"/>
                  <a:pt x="1074" y="1466"/>
                  <a:pt x="1074" y="1466"/>
                </a:cubicBezTo>
                <a:cubicBezTo>
                  <a:pt x="1088" y="1473"/>
                  <a:pt x="1103" y="1480"/>
                  <a:pt x="1117" y="1485"/>
                </a:cubicBezTo>
                <a:cubicBezTo>
                  <a:pt x="1205" y="1520"/>
                  <a:pt x="1296" y="1537"/>
                  <a:pt x="1387" y="1537"/>
                </a:cubicBezTo>
                <a:cubicBezTo>
                  <a:pt x="1578" y="1537"/>
                  <a:pt x="1765" y="1462"/>
                  <a:pt x="1905" y="1322"/>
                </a:cubicBezTo>
                <a:cubicBezTo>
                  <a:pt x="2191" y="1036"/>
                  <a:pt x="2191" y="571"/>
                  <a:pt x="1905" y="286"/>
                </a:cubicBezTo>
                <a:close/>
                <a:moveTo>
                  <a:pt x="260" y="2093"/>
                </a:moveTo>
                <a:cubicBezTo>
                  <a:pt x="221" y="2133"/>
                  <a:pt x="153" y="2133"/>
                  <a:pt x="114" y="2093"/>
                </a:cubicBezTo>
                <a:cubicBezTo>
                  <a:pt x="97" y="2077"/>
                  <a:pt x="97" y="2077"/>
                  <a:pt x="97" y="2077"/>
                </a:cubicBezTo>
                <a:cubicBezTo>
                  <a:pt x="57" y="2036"/>
                  <a:pt x="57" y="1971"/>
                  <a:pt x="97" y="1930"/>
                </a:cubicBezTo>
                <a:cubicBezTo>
                  <a:pt x="687" y="1340"/>
                  <a:pt x="687" y="1340"/>
                  <a:pt x="687" y="1340"/>
                </a:cubicBezTo>
                <a:cubicBezTo>
                  <a:pt x="850" y="1504"/>
                  <a:pt x="850" y="1504"/>
                  <a:pt x="850" y="1504"/>
                </a:cubicBezTo>
                <a:lnTo>
                  <a:pt x="260" y="2093"/>
                </a:lnTo>
                <a:close/>
                <a:moveTo>
                  <a:pt x="955" y="1511"/>
                </a:moveTo>
                <a:cubicBezTo>
                  <a:pt x="948" y="1518"/>
                  <a:pt x="938" y="1518"/>
                  <a:pt x="931" y="1511"/>
                </a:cubicBezTo>
                <a:cubicBezTo>
                  <a:pt x="923" y="1504"/>
                  <a:pt x="923" y="1504"/>
                  <a:pt x="923" y="1504"/>
                </a:cubicBezTo>
                <a:cubicBezTo>
                  <a:pt x="923" y="1504"/>
                  <a:pt x="923" y="1504"/>
                  <a:pt x="923" y="1504"/>
                </a:cubicBezTo>
                <a:cubicBezTo>
                  <a:pt x="687" y="1267"/>
                  <a:pt x="687" y="1267"/>
                  <a:pt x="687" y="1267"/>
                </a:cubicBezTo>
                <a:cubicBezTo>
                  <a:pt x="687" y="1267"/>
                  <a:pt x="687" y="1267"/>
                  <a:pt x="687" y="1267"/>
                </a:cubicBezTo>
                <a:cubicBezTo>
                  <a:pt x="678" y="1258"/>
                  <a:pt x="678" y="1258"/>
                  <a:pt x="678" y="1258"/>
                </a:cubicBezTo>
                <a:cubicBezTo>
                  <a:pt x="671" y="1252"/>
                  <a:pt x="671" y="1241"/>
                  <a:pt x="678" y="1234"/>
                </a:cubicBezTo>
                <a:cubicBezTo>
                  <a:pt x="748" y="1163"/>
                  <a:pt x="748" y="1163"/>
                  <a:pt x="748" y="1163"/>
                </a:cubicBezTo>
                <a:cubicBezTo>
                  <a:pt x="750" y="1167"/>
                  <a:pt x="753" y="1171"/>
                  <a:pt x="755" y="1174"/>
                </a:cubicBezTo>
                <a:cubicBezTo>
                  <a:pt x="759" y="1181"/>
                  <a:pt x="762" y="1187"/>
                  <a:pt x="766" y="1193"/>
                </a:cubicBezTo>
                <a:cubicBezTo>
                  <a:pt x="772" y="1202"/>
                  <a:pt x="778" y="1212"/>
                  <a:pt x="785" y="1221"/>
                </a:cubicBezTo>
                <a:cubicBezTo>
                  <a:pt x="789" y="1227"/>
                  <a:pt x="793" y="1233"/>
                  <a:pt x="797" y="1238"/>
                </a:cubicBezTo>
                <a:cubicBezTo>
                  <a:pt x="804" y="1248"/>
                  <a:pt x="812" y="1258"/>
                  <a:pt x="820" y="1267"/>
                </a:cubicBezTo>
                <a:cubicBezTo>
                  <a:pt x="824" y="1272"/>
                  <a:pt x="827" y="1277"/>
                  <a:pt x="831" y="1281"/>
                </a:cubicBezTo>
                <a:cubicBezTo>
                  <a:pt x="843" y="1295"/>
                  <a:pt x="855" y="1309"/>
                  <a:pt x="868" y="1322"/>
                </a:cubicBezTo>
                <a:cubicBezTo>
                  <a:pt x="881" y="1335"/>
                  <a:pt x="895" y="1347"/>
                  <a:pt x="908" y="1359"/>
                </a:cubicBezTo>
                <a:cubicBezTo>
                  <a:pt x="913" y="1363"/>
                  <a:pt x="918" y="1366"/>
                  <a:pt x="923" y="1370"/>
                </a:cubicBezTo>
                <a:cubicBezTo>
                  <a:pt x="932" y="1378"/>
                  <a:pt x="941" y="1385"/>
                  <a:pt x="951" y="1392"/>
                </a:cubicBezTo>
                <a:cubicBezTo>
                  <a:pt x="956" y="1397"/>
                  <a:pt x="962" y="1401"/>
                  <a:pt x="968" y="1405"/>
                </a:cubicBezTo>
                <a:cubicBezTo>
                  <a:pt x="977" y="1411"/>
                  <a:pt x="986" y="1417"/>
                  <a:pt x="996" y="1423"/>
                </a:cubicBezTo>
                <a:cubicBezTo>
                  <a:pt x="1002" y="1427"/>
                  <a:pt x="1008" y="1431"/>
                  <a:pt x="1014" y="1435"/>
                </a:cubicBezTo>
                <a:cubicBezTo>
                  <a:pt x="1018" y="1437"/>
                  <a:pt x="1022" y="1439"/>
                  <a:pt x="1025" y="1441"/>
                </a:cubicBezTo>
                <a:lnTo>
                  <a:pt x="955" y="1511"/>
                </a:lnTo>
                <a:close/>
                <a:moveTo>
                  <a:pt x="1868" y="1285"/>
                </a:moveTo>
                <a:cubicBezTo>
                  <a:pt x="1676" y="1478"/>
                  <a:pt x="1389" y="1537"/>
                  <a:pt x="1136" y="1437"/>
                </a:cubicBezTo>
                <a:cubicBezTo>
                  <a:pt x="1117" y="1430"/>
                  <a:pt x="1098" y="1421"/>
                  <a:pt x="1080" y="1412"/>
                </a:cubicBezTo>
                <a:cubicBezTo>
                  <a:pt x="1015" y="1379"/>
                  <a:pt x="956" y="1337"/>
                  <a:pt x="905" y="1285"/>
                </a:cubicBezTo>
                <a:cubicBezTo>
                  <a:pt x="892" y="1272"/>
                  <a:pt x="880" y="1259"/>
                  <a:pt x="868" y="1245"/>
                </a:cubicBezTo>
                <a:cubicBezTo>
                  <a:pt x="832" y="1203"/>
                  <a:pt x="802" y="1157"/>
                  <a:pt x="778" y="1109"/>
                </a:cubicBezTo>
                <a:cubicBezTo>
                  <a:pt x="778" y="1109"/>
                  <a:pt x="778" y="1109"/>
                  <a:pt x="778" y="1109"/>
                </a:cubicBezTo>
                <a:cubicBezTo>
                  <a:pt x="769" y="1091"/>
                  <a:pt x="761" y="1073"/>
                  <a:pt x="754" y="1054"/>
                </a:cubicBezTo>
                <a:cubicBezTo>
                  <a:pt x="654" y="802"/>
                  <a:pt x="713" y="514"/>
                  <a:pt x="905" y="322"/>
                </a:cubicBezTo>
                <a:cubicBezTo>
                  <a:pt x="1038" y="190"/>
                  <a:pt x="1212" y="123"/>
                  <a:pt x="1387" y="123"/>
                </a:cubicBezTo>
                <a:cubicBezTo>
                  <a:pt x="1561" y="123"/>
                  <a:pt x="1735" y="190"/>
                  <a:pt x="1868" y="322"/>
                </a:cubicBezTo>
                <a:cubicBezTo>
                  <a:pt x="2134" y="588"/>
                  <a:pt x="2134" y="1020"/>
                  <a:pt x="1868" y="1285"/>
                </a:cubicBezTo>
                <a:close/>
                <a:moveTo>
                  <a:pt x="1483" y="435"/>
                </a:moveTo>
                <a:cubicBezTo>
                  <a:pt x="1479" y="449"/>
                  <a:pt x="1464" y="456"/>
                  <a:pt x="1450" y="452"/>
                </a:cubicBezTo>
                <a:cubicBezTo>
                  <a:pt x="1418" y="441"/>
                  <a:pt x="1385" y="436"/>
                  <a:pt x="1351" y="436"/>
                </a:cubicBezTo>
                <a:cubicBezTo>
                  <a:pt x="1176" y="436"/>
                  <a:pt x="1033" y="579"/>
                  <a:pt x="1033" y="754"/>
                </a:cubicBezTo>
                <a:cubicBezTo>
                  <a:pt x="1033" y="768"/>
                  <a:pt x="1021" y="780"/>
                  <a:pt x="1007" y="780"/>
                </a:cubicBezTo>
                <a:cubicBezTo>
                  <a:pt x="993" y="780"/>
                  <a:pt x="981" y="768"/>
                  <a:pt x="981" y="754"/>
                </a:cubicBezTo>
                <a:cubicBezTo>
                  <a:pt x="981" y="550"/>
                  <a:pt x="1147" y="384"/>
                  <a:pt x="1351" y="384"/>
                </a:cubicBezTo>
                <a:cubicBezTo>
                  <a:pt x="1390" y="384"/>
                  <a:pt x="1429" y="390"/>
                  <a:pt x="1466" y="402"/>
                </a:cubicBezTo>
                <a:cubicBezTo>
                  <a:pt x="1480" y="407"/>
                  <a:pt x="1487" y="421"/>
                  <a:pt x="1483" y="435"/>
                </a:cubicBezTo>
                <a:close/>
              </a:path>
            </a:pathLst>
          </a:custGeom>
          <a:solidFill>
            <a:srgbClr val="17406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6"/>
          <p:cNvSpPr/>
          <p:nvPr/>
        </p:nvSpPr>
        <p:spPr>
          <a:xfrm>
            <a:off x="6423178" y="7941825"/>
            <a:ext cx="866284" cy="744959"/>
          </a:xfrm>
          <a:custGeom>
            <a:rect b="b" l="l" r="r" t="t"/>
            <a:pathLst>
              <a:path extrusionOk="0" h="3247" w="3774">
                <a:moveTo>
                  <a:pt x="3155" y="707"/>
                </a:moveTo>
                <a:cubicBezTo>
                  <a:pt x="2832" y="707"/>
                  <a:pt x="2832" y="707"/>
                  <a:pt x="2832" y="707"/>
                </a:cubicBezTo>
                <a:cubicBezTo>
                  <a:pt x="2832" y="619"/>
                  <a:pt x="2832" y="619"/>
                  <a:pt x="2832" y="619"/>
                </a:cubicBezTo>
                <a:cubicBezTo>
                  <a:pt x="2832" y="278"/>
                  <a:pt x="2554" y="0"/>
                  <a:pt x="2212" y="0"/>
                </a:cubicBezTo>
                <a:cubicBezTo>
                  <a:pt x="619" y="0"/>
                  <a:pt x="619" y="0"/>
                  <a:pt x="619" y="0"/>
                </a:cubicBezTo>
                <a:cubicBezTo>
                  <a:pt x="278" y="0"/>
                  <a:pt x="0" y="278"/>
                  <a:pt x="0" y="619"/>
                </a:cubicBezTo>
                <a:cubicBezTo>
                  <a:pt x="0" y="2490"/>
                  <a:pt x="0" y="2490"/>
                  <a:pt x="0" y="2490"/>
                </a:cubicBezTo>
                <a:cubicBezTo>
                  <a:pt x="0" y="2510"/>
                  <a:pt x="13" y="2529"/>
                  <a:pt x="32" y="2537"/>
                </a:cubicBezTo>
                <a:cubicBezTo>
                  <a:pt x="38" y="2539"/>
                  <a:pt x="45" y="2541"/>
                  <a:pt x="51" y="2541"/>
                </a:cubicBezTo>
                <a:cubicBezTo>
                  <a:pt x="65" y="2541"/>
                  <a:pt x="78" y="2535"/>
                  <a:pt x="88" y="2525"/>
                </a:cubicBezTo>
                <a:cubicBezTo>
                  <a:pt x="558" y="2028"/>
                  <a:pt x="558" y="2028"/>
                  <a:pt x="558" y="2028"/>
                </a:cubicBezTo>
                <a:cubicBezTo>
                  <a:pt x="942" y="2028"/>
                  <a:pt x="942" y="2028"/>
                  <a:pt x="942" y="2028"/>
                </a:cubicBezTo>
                <a:cubicBezTo>
                  <a:pt x="942" y="2115"/>
                  <a:pt x="942" y="2115"/>
                  <a:pt x="942" y="2115"/>
                </a:cubicBezTo>
                <a:cubicBezTo>
                  <a:pt x="942" y="2457"/>
                  <a:pt x="1220" y="2735"/>
                  <a:pt x="1561" y="2735"/>
                </a:cubicBezTo>
                <a:cubicBezTo>
                  <a:pt x="3216" y="2735"/>
                  <a:pt x="3216" y="2735"/>
                  <a:pt x="3216" y="2735"/>
                </a:cubicBezTo>
                <a:cubicBezTo>
                  <a:pt x="3686" y="3231"/>
                  <a:pt x="3686" y="3231"/>
                  <a:pt x="3686" y="3231"/>
                </a:cubicBezTo>
                <a:cubicBezTo>
                  <a:pt x="3695" y="3242"/>
                  <a:pt x="3709" y="3247"/>
                  <a:pt x="3723" y="3247"/>
                </a:cubicBezTo>
                <a:cubicBezTo>
                  <a:pt x="3729" y="3247"/>
                  <a:pt x="3735" y="3246"/>
                  <a:pt x="3742" y="3244"/>
                </a:cubicBezTo>
                <a:cubicBezTo>
                  <a:pt x="3761" y="3236"/>
                  <a:pt x="3774" y="3217"/>
                  <a:pt x="3774" y="3196"/>
                </a:cubicBezTo>
                <a:cubicBezTo>
                  <a:pt x="3774" y="1326"/>
                  <a:pt x="3774" y="1326"/>
                  <a:pt x="3774" y="1326"/>
                </a:cubicBezTo>
                <a:cubicBezTo>
                  <a:pt x="3774" y="984"/>
                  <a:pt x="3496" y="707"/>
                  <a:pt x="3155" y="707"/>
                </a:cubicBezTo>
                <a:close/>
                <a:moveTo>
                  <a:pt x="536" y="1926"/>
                </a:moveTo>
                <a:cubicBezTo>
                  <a:pt x="522" y="1926"/>
                  <a:pt x="508" y="1932"/>
                  <a:pt x="499" y="1942"/>
                </a:cubicBezTo>
                <a:cubicBezTo>
                  <a:pt x="102" y="2361"/>
                  <a:pt x="102" y="2361"/>
                  <a:pt x="102" y="2361"/>
                </a:cubicBezTo>
                <a:cubicBezTo>
                  <a:pt x="102" y="619"/>
                  <a:pt x="102" y="619"/>
                  <a:pt x="102" y="619"/>
                </a:cubicBezTo>
                <a:cubicBezTo>
                  <a:pt x="102" y="334"/>
                  <a:pt x="334" y="102"/>
                  <a:pt x="619" y="102"/>
                </a:cubicBezTo>
                <a:cubicBezTo>
                  <a:pt x="2212" y="102"/>
                  <a:pt x="2212" y="102"/>
                  <a:pt x="2212" y="102"/>
                </a:cubicBezTo>
                <a:cubicBezTo>
                  <a:pt x="2498" y="102"/>
                  <a:pt x="2730" y="334"/>
                  <a:pt x="2730" y="619"/>
                </a:cubicBezTo>
                <a:cubicBezTo>
                  <a:pt x="2730" y="1409"/>
                  <a:pt x="2730" y="1409"/>
                  <a:pt x="2730" y="1409"/>
                </a:cubicBezTo>
                <a:cubicBezTo>
                  <a:pt x="2730" y="1694"/>
                  <a:pt x="2498" y="1926"/>
                  <a:pt x="2212" y="1926"/>
                </a:cubicBezTo>
                <a:lnTo>
                  <a:pt x="536" y="1926"/>
                </a:lnTo>
                <a:close/>
                <a:moveTo>
                  <a:pt x="3672" y="3068"/>
                </a:moveTo>
                <a:cubicBezTo>
                  <a:pt x="3275" y="2649"/>
                  <a:pt x="3275" y="2649"/>
                  <a:pt x="3275" y="2649"/>
                </a:cubicBezTo>
                <a:cubicBezTo>
                  <a:pt x="3265" y="2638"/>
                  <a:pt x="3252" y="2633"/>
                  <a:pt x="3238" y="2633"/>
                </a:cubicBezTo>
                <a:cubicBezTo>
                  <a:pt x="1561" y="2633"/>
                  <a:pt x="1561" y="2633"/>
                  <a:pt x="1561" y="2633"/>
                </a:cubicBezTo>
                <a:cubicBezTo>
                  <a:pt x="1276" y="2633"/>
                  <a:pt x="1044" y="2401"/>
                  <a:pt x="1044" y="2115"/>
                </a:cubicBezTo>
                <a:cubicBezTo>
                  <a:pt x="1044" y="2028"/>
                  <a:pt x="1044" y="2028"/>
                  <a:pt x="1044" y="2028"/>
                </a:cubicBezTo>
                <a:cubicBezTo>
                  <a:pt x="2212" y="2028"/>
                  <a:pt x="2212" y="2028"/>
                  <a:pt x="2212" y="2028"/>
                </a:cubicBezTo>
                <a:cubicBezTo>
                  <a:pt x="2554" y="2028"/>
                  <a:pt x="2832" y="1750"/>
                  <a:pt x="2832" y="1409"/>
                </a:cubicBezTo>
                <a:cubicBezTo>
                  <a:pt x="2832" y="809"/>
                  <a:pt x="2832" y="809"/>
                  <a:pt x="2832" y="809"/>
                </a:cubicBezTo>
                <a:cubicBezTo>
                  <a:pt x="3155" y="809"/>
                  <a:pt x="3155" y="809"/>
                  <a:pt x="3155" y="809"/>
                </a:cubicBezTo>
                <a:cubicBezTo>
                  <a:pt x="3440" y="809"/>
                  <a:pt x="3672" y="1041"/>
                  <a:pt x="3672" y="1326"/>
                </a:cubicBezTo>
                <a:lnTo>
                  <a:pt x="3672" y="3068"/>
                </a:lnTo>
                <a:close/>
                <a:moveTo>
                  <a:pt x="769" y="965"/>
                </a:moveTo>
                <a:cubicBezTo>
                  <a:pt x="716" y="965"/>
                  <a:pt x="672" y="1009"/>
                  <a:pt x="672" y="1062"/>
                </a:cubicBezTo>
                <a:cubicBezTo>
                  <a:pt x="672" y="1116"/>
                  <a:pt x="716" y="1160"/>
                  <a:pt x="769" y="1160"/>
                </a:cubicBezTo>
                <a:cubicBezTo>
                  <a:pt x="823" y="1160"/>
                  <a:pt x="866" y="1116"/>
                  <a:pt x="866" y="1062"/>
                </a:cubicBezTo>
                <a:cubicBezTo>
                  <a:pt x="866" y="1009"/>
                  <a:pt x="823" y="965"/>
                  <a:pt x="769" y="965"/>
                </a:cubicBezTo>
                <a:close/>
                <a:moveTo>
                  <a:pt x="764" y="1062"/>
                </a:moveTo>
                <a:cubicBezTo>
                  <a:pt x="764" y="1060"/>
                  <a:pt x="766" y="1058"/>
                  <a:pt x="769" y="1058"/>
                </a:cubicBezTo>
                <a:cubicBezTo>
                  <a:pt x="772" y="1058"/>
                  <a:pt x="774" y="1060"/>
                  <a:pt x="774" y="1062"/>
                </a:cubicBezTo>
                <a:cubicBezTo>
                  <a:pt x="774" y="1068"/>
                  <a:pt x="764" y="1068"/>
                  <a:pt x="764" y="1062"/>
                </a:cubicBezTo>
                <a:close/>
                <a:moveTo>
                  <a:pt x="1416" y="1160"/>
                </a:moveTo>
                <a:cubicBezTo>
                  <a:pt x="1469" y="1160"/>
                  <a:pt x="1513" y="1116"/>
                  <a:pt x="1513" y="1062"/>
                </a:cubicBezTo>
                <a:cubicBezTo>
                  <a:pt x="1513" y="1009"/>
                  <a:pt x="1469" y="965"/>
                  <a:pt x="1416" y="965"/>
                </a:cubicBezTo>
                <a:cubicBezTo>
                  <a:pt x="1362" y="965"/>
                  <a:pt x="1319" y="1009"/>
                  <a:pt x="1319" y="1062"/>
                </a:cubicBezTo>
                <a:cubicBezTo>
                  <a:pt x="1319" y="1116"/>
                  <a:pt x="1362" y="1160"/>
                  <a:pt x="1416" y="1160"/>
                </a:cubicBezTo>
                <a:close/>
                <a:moveTo>
                  <a:pt x="1416" y="1058"/>
                </a:moveTo>
                <a:cubicBezTo>
                  <a:pt x="1418" y="1058"/>
                  <a:pt x="1421" y="1060"/>
                  <a:pt x="1421" y="1062"/>
                </a:cubicBezTo>
                <a:cubicBezTo>
                  <a:pt x="1421" y="1068"/>
                  <a:pt x="1411" y="1068"/>
                  <a:pt x="1411" y="1062"/>
                </a:cubicBezTo>
                <a:cubicBezTo>
                  <a:pt x="1411" y="1060"/>
                  <a:pt x="1413" y="1058"/>
                  <a:pt x="1416" y="1058"/>
                </a:cubicBezTo>
                <a:close/>
                <a:moveTo>
                  <a:pt x="2062" y="1160"/>
                </a:moveTo>
                <a:cubicBezTo>
                  <a:pt x="2116" y="1160"/>
                  <a:pt x="2159" y="1116"/>
                  <a:pt x="2159" y="1062"/>
                </a:cubicBezTo>
                <a:cubicBezTo>
                  <a:pt x="2159" y="1009"/>
                  <a:pt x="2116" y="965"/>
                  <a:pt x="2062" y="965"/>
                </a:cubicBezTo>
                <a:cubicBezTo>
                  <a:pt x="2009" y="965"/>
                  <a:pt x="1965" y="1009"/>
                  <a:pt x="1965" y="1062"/>
                </a:cubicBezTo>
                <a:cubicBezTo>
                  <a:pt x="1965" y="1116"/>
                  <a:pt x="2009" y="1160"/>
                  <a:pt x="2062" y="1160"/>
                </a:cubicBezTo>
                <a:close/>
                <a:moveTo>
                  <a:pt x="2062" y="1058"/>
                </a:moveTo>
                <a:cubicBezTo>
                  <a:pt x="2065" y="1058"/>
                  <a:pt x="2067" y="1060"/>
                  <a:pt x="2067" y="1062"/>
                </a:cubicBezTo>
                <a:cubicBezTo>
                  <a:pt x="2067" y="1068"/>
                  <a:pt x="2058" y="1068"/>
                  <a:pt x="2058" y="1062"/>
                </a:cubicBezTo>
                <a:cubicBezTo>
                  <a:pt x="2058" y="1060"/>
                  <a:pt x="2060" y="1058"/>
                  <a:pt x="2062" y="1058"/>
                </a:cubicBezTo>
                <a:close/>
              </a:path>
            </a:pathLst>
          </a:custGeom>
          <a:solidFill>
            <a:srgbClr val="17406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46"/>
          <p:cNvSpPr/>
          <p:nvPr/>
        </p:nvSpPr>
        <p:spPr>
          <a:xfrm>
            <a:off x="17174966" y="5675439"/>
            <a:ext cx="910080" cy="795855"/>
          </a:xfrm>
          <a:custGeom>
            <a:rect b="b" l="l" r="r" t="t"/>
            <a:pathLst>
              <a:path extrusionOk="0" h="1390" w="1591">
                <a:moveTo>
                  <a:pt x="1180" y="3"/>
                </a:moveTo>
                <a:cubicBezTo>
                  <a:pt x="596" y="323"/>
                  <a:pt x="596" y="323"/>
                  <a:pt x="596" y="323"/>
                </a:cubicBezTo>
                <a:cubicBezTo>
                  <a:pt x="590" y="326"/>
                  <a:pt x="586" y="333"/>
                  <a:pt x="586" y="340"/>
                </a:cubicBezTo>
                <a:cubicBezTo>
                  <a:pt x="586" y="846"/>
                  <a:pt x="586" y="846"/>
                  <a:pt x="586" y="846"/>
                </a:cubicBezTo>
                <a:cubicBezTo>
                  <a:pt x="586" y="853"/>
                  <a:pt x="590" y="860"/>
                  <a:pt x="596" y="863"/>
                </a:cubicBezTo>
                <a:cubicBezTo>
                  <a:pt x="1180" y="1183"/>
                  <a:pt x="1180" y="1183"/>
                  <a:pt x="1180" y="1183"/>
                </a:cubicBezTo>
                <a:cubicBezTo>
                  <a:pt x="1183" y="1184"/>
                  <a:pt x="1186" y="1185"/>
                  <a:pt x="1189" y="1185"/>
                </a:cubicBezTo>
                <a:cubicBezTo>
                  <a:pt x="1193" y="1185"/>
                  <a:pt x="1196" y="1184"/>
                  <a:pt x="1199" y="1182"/>
                </a:cubicBezTo>
                <a:cubicBezTo>
                  <a:pt x="1205" y="1179"/>
                  <a:pt x="1208" y="1173"/>
                  <a:pt x="1208" y="1166"/>
                </a:cubicBezTo>
                <a:cubicBezTo>
                  <a:pt x="1208" y="20"/>
                  <a:pt x="1208" y="20"/>
                  <a:pt x="1208" y="20"/>
                </a:cubicBezTo>
                <a:cubicBezTo>
                  <a:pt x="1208" y="13"/>
                  <a:pt x="1205" y="7"/>
                  <a:pt x="1199" y="3"/>
                </a:cubicBezTo>
                <a:cubicBezTo>
                  <a:pt x="1193" y="0"/>
                  <a:pt x="1186" y="0"/>
                  <a:pt x="1180" y="3"/>
                </a:cubicBezTo>
                <a:close/>
                <a:moveTo>
                  <a:pt x="1171" y="1134"/>
                </a:moveTo>
                <a:cubicBezTo>
                  <a:pt x="624" y="835"/>
                  <a:pt x="624" y="835"/>
                  <a:pt x="624" y="835"/>
                </a:cubicBezTo>
                <a:cubicBezTo>
                  <a:pt x="624" y="351"/>
                  <a:pt x="624" y="351"/>
                  <a:pt x="624" y="351"/>
                </a:cubicBezTo>
                <a:cubicBezTo>
                  <a:pt x="1171" y="52"/>
                  <a:pt x="1171" y="52"/>
                  <a:pt x="1171" y="52"/>
                </a:cubicBezTo>
                <a:lnTo>
                  <a:pt x="1171" y="1134"/>
                </a:lnTo>
                <a:close/>
                <a:moveTo>
                  <a:pt x="195" y="428"/>
                </a:moveTo>
                <a:cubicBezTo>
                  <a:pt x="230" y="392"/>
                  <a:pt x="278" y="372"/>
                  <a:pt x="328" y="372"/>
                </a:cubicBezTo>
                <a:cubicBezTo>
                  <a:pt x="544" y="372"/>
                  <a:pt x="544" y="372"/>
                  <a:pt x="544" y="372"/>
                </a:cubicBezTo>
                <a:cubicBezTo>
                  <a:pt x="555" y="372"/>
                  <a:pt x="563" y="364"/>
                  <a:pt x="563" y="353"/>
                </a:cubicBezTo>
                <a:cubicBezTo>
                  <a:pt x="563" y="343"/>
                  <a:pt x="555" y="334"/>
                  <a:pt x="544" y="334"/>
                </a:cubicBezTo>
                <a:cubicBezTo>
                  <a:pt x="328" y="334"/>
                  <a:pt x="328" y="334"/>
                  <a:pt x="328" y="334"/>
                </a:cubicBezTo>
                <a:cubicBezTo>
                  <a:pt x="268" y="334"/>
                  <a:pt x="211" y="358"/>
                  <a:pt x="168" y="401"/>
                </a:cubicBezTo>
                <a:cubicBezTo>
                  <a:pt x="142" y="427"/>
                  <a:pt x="123" y="458"/>
                  <a:pt x="112" y="492"/>
                </a:cubicBezTo>
                <a:cubicBezTo>
                  <a:pt x="112" y="492"/>
                  <a:pt x="111" y="492"/>
                  <a:pt x="111" y="492"/>
                </a:cubicBezTo>
                <a:cubicBezTo>
                  <a:pt x="82" y="492"/>
                  <a:pt x="82" y="492"/>
                  <a:pt x="82" y="492"/>
                </a:cubicBezTo>
                <a:cubicBezTo>
                  <a:pt x="36" y="492"/>
                  <a:pt x="0" y="529"/>
                  <a:pt x="0" y="574"/>
                </a:cubicBezTo>
                <a:cubicBezTo>
                  <a:pt x="0" y="612"/>
                  <a:pt x="0" y="612"/>
                  <a:pt x="0" y="612"/>
                </a:cubicBezTo>
                <a:cubicBezTo>
                  <a:pt x="0" y="657"/>
                  <a:pt x="36" y="694"/>
                  <a:pt x="82" y="694"/>
                </a:cubicBezTo>
                <a:cubicBezTo>
                  <a:pt x="111" y="694"/>
                  <a:pt x="111" y="694"/>
                  <a:pt x="111" y="694"/>
                </a:cubicBezTo>
                <a:cubicBezTo>
                  <a:pt x="111" y="694"/>
                  <a:pt x="112" y="694"/>
                  <a:pt x="112" y="694"/>
                </a:cubicBezTo>
                <a:cubicBezTo>
                  <a:pt x="123" y="728"/>
                  <a:pt x="142" y="759"/>
                  <a:pt x="168" y="785"/>
                </a:cubicBezTo>
                <a:cubicBezTo>
                  <a:pt x="211" y="828"/>
                  <a:pt x="268" y="851"/>
                  <a:pt x="328" y="851"/>
                </a:cubicBezTo>
                <a:cubicBezTo>
                  <a:pt x="544" y="851"/>
                  <a:pt x="544" y="851"/>
                  <a:pt x="544" y="851"/>
                </a:cubicBezTo>
                <a:cubicBezTo>
                  <a:pt x="555" y="851"/>
                  <a:pt x="563" y="843"/>
                  <a:pt x="563" y="832"/>
                </a:cubicBezTo>
                <a:cubicBezTo>
                  <a:pt x="563" y="822"/>
                  <a:pt x="555" y="813"/>
                  <a:pt x="544" y="813"/>
                </a:cubicBezTo>
                <a:cubicBezTo>
                  <a:pt x="328" y="813"/>
                  <a:pt x="328" y="813"/>
                  <a:pt x="328" y="813"/>
                </a:cubicBezTo>
                <a:cubicBezTo>
                  <a:pt x="278" y="813"/>
                  <a:pt x="230" y="794"/>
                  <a:pt x="194" y="758"/>
                </a:cubicBezTo>
                <a:cubicBezTo>
                  <a:pt x="159" y="722"/>
                  <a:pt x="139" y="675"/>
                  <a:pt x="139" y="624"/>
                </a:cubicBezTo>
                <a:cubicBezTo>
                  <a:pt x="139" y="562"/>
                  <a:pt x="139" y="562"/>
                  <a:pt x="139" y="562"/>
                </a:cubicBezTo>
                <a:cubicBezTo>
                  <a:pt x="139" y="511"/>
                  <a:pt x="159" y="464"/>
                  <a:pt x="195" y="428"/>
                </a:cubicBezTo>
                <a:close/>
                <a:moveTo>
                  <a:pt x="82" y="656"/>
                </a:moveTo>
                <a:cubicBezTo>
                  <a:pt x="57" y="656"/>
                  <a:pt x="38" y="636"/>
                  <a:pt x="38" y="612"/>
                </a:cubicBezTo>
                <a:cubicBezTo>
                  <a:pt x="38" y="574"/>
                  <a:pt x="38" y="574"/>
                  <a:pt x="38" y="574"/>
                </a:cubicBezTo>
                <a:cubicBezTo>
                  <a:pt x="38" y="550"/>
                  <a:pt x="57" y="530"/>
                  <a:pt x="82" y="530"/>
                </a:cubicBezTo>
                <a:cubicBezTo>
                  <a:pt x="104" y="530"/>
                  <a:pt x="104" y="530"/>
                  <a:pt x="104" y="530"/>
                </a:cubicBezTo>
                <a:cubicBezTo>
                  <a:pt x="102" y="540"/>
                  <a:pt x="101" y="551"/>
                  <a:pt x="101" y="562"/>
                </a:cubicBezTo>
                <a:cubicBezTo>
                  <a:pt x="101" y="624"/>
                  <a:pt x="101" y="624"/>
                  <a:pt x="101" y="624"/>
                </a:cubicBezTo>
                <a:cubicBezTo>
                  <a:pt x="101" y="635"/>
                  <a:pt x="102" y="646"/>
                  <a:pt x="104" y="656"/>
                </a:cubicBezTo>
                <a:lnTo>
                  <a:pt x="82" y="656"/>
                </a:lnTo>
                <a:close/>
                <a:moveTo>
                  <a:pt x="1591" y="593"/>
                </a:moveTo>
                <a:cubicBezTo>
                  <a:pt x="1591" y="709"/>
                  <a:pt x="1565" y="821"/>
                  <a:pt x="1515" y="925"/>
                </a:cubicBezTo>
                <a:cubicBezTo>
                  <a:pt x="1511" y="932"/>
                  <a:pt x="1505" y="936"/>
                  <a:pt x="1498" y="936"/>
                </a:cubicBezTo>
                <a:cubicBezTo>
                  <a:pt x="1495" y="936"/>
                  <a:pt x="1492" y="935"/>
                  <a:pt x="1489" y="934"/>
                </a:cubicBezTo>
                <a:cubicBezTo>
                  <a:pt x="1480" y="930"/>
                  <a:pt x="1476" y="918"/>
                  <a:pt x="1481" y="909"/>
                </a:cubicBezTo>
                <a:cubicBezTo>
                  <a:pt x="1529" y="810"/>
                  <a:pt x="1553" y="704"/>
                  <a:pt x="1553" y="593"/>
                </a:cubicBezTo>
                <a:cubicBezTo>
                  <a:pt x="1553" y="482"/>
                  <a:pt x="1529" y="376"/>
                  <a:pt x="1481" y="277"/>
                </a:cubicBezTo>
                <a:cubicBezTo>
                  <a:pt x="1476" y="268"/>
                  <a:pt x="1480" y="256"/>
                  <a:pt x="1489" y="252"/>
                </a:cubicBezTo>
                <a:cubicBezTo>
                  <a:pt x="1499" y="247"/>
                  <a:pt x="1510" y="251"/>
                  <a:pt x="1515" y="261"/>
                </a:cubicBezTo>
                <a:cubicBezTo>
                  <a:pt x="1565" y="365"/>
                  <a:pt x="1591" y="476"/>
                  <a:pt x="1591" y="593"/>
                </a:cubicBezTo>
                <a:close/>
                <a:moveTo>
                  <a:pt x="1406" y="371"/>
                </a:moveTo>
                <a:cubicBezTo>
                  <a:pt x="1434" y="442"/>
                  <a:pt x="1447" y="517"/>
                  <a:pt x="1447" y="593"/>
                </a:cubicBezTo>
                <a:cubicBezTo>
                  <a:pt x="1447" y="669"/>
                  <a:pt x="1434" y="744"/>
                  <a:pt x="1406" y="815"/>
                </a:cubicBezTo>
                <a:cubicBezTo>
                  <a:pt x="1403" y="822"/>
                  <a:pt x="1396" y="827"/>
                  <a:pt x="1388" y="827"/>
                </a:cubicBezTo>
                <a:cubicBezTo>
                  <a:pt x="1386" y="827"/>
                  <a:pt x="1384" y="826"/>
                  <a:pt x="1382" y="826"/>
                </a:cubicBezTo>
                <a:cubicBezTo>
                  <a:pt x="1372" y="822"/>
                  <a:pt x="1367" y="811"/>
                  <a:pt x="1371" y="801"/>
                </a:cubicBezTo>
                <a:cubicBezTo>
                  <a:pt x="1396" y="735"/>
                  <a:pt x="1410" y="665"/>
                  <a:pt x="1410" y="593"/>
                </a:cubicBezTo>
                <a:cubicBezTo>
                  <a:pt x="1410" y="521"/>
                  <a:pt x="1396" y="451"/>
                  <a:pt x="1371" y="385"/>
                </a:cubicBezTo>
                <a:cubicBezTo>
                  <a:pt x="1367" y="375"/>
                  <a:pt x="1372" y="364"/>
                  <a:pt x="1382" y="360"/>
                </a:cubicBezTo>
                <a:cubicBezTo>
                  <a:pt x="1391" y="357"/>
                  <a:pt x="1402" y="361"/>
                  <a:pt x="1406" y="371"/>
                </a:cubicBezTo>
                <a:close/>
                <a:moveTo>
                  <a:pt x="1292" y="489"/>
                </a:moveTo>
                <a:cubicBezTo>
                  <a:pt x="1300" y="523"/>
                  <a:pt x="1304" y="558"/>
                  <a:pt x="1304" y="593"/>
                </a:cubicBezTo>
                <a:cubicBezTo>
                  <a:pt x="1304" y="628"/>
                  <a:pt x="1300" y="663"/>
                  <a:pt x="1292" y="697"/>
                </a:cubicBezTo>
                <a:cubicBezTo>
                  <a:pt x="1290" y="706"/>
                  <a:pt x="1282" y="712"/>
                  <a:pt x="1274" y="712"/>
                </a:cubicBezTo>
                <a:cubicBezTo>
                  <a:pt x="1272" y="712"/>
                  <a:pt x="1271" y="712"/>
                  <a:pt x="1269" y="712"/>
                </a:cubicBezTo>
                <a:cubicBezTo>
                  <a:pt x="1259" y="709"/>
                  <a:pt x="1253" y="699"/>
                  <a:pt x="1255" y="689"/>
                </a:cubicBezTo>
                <a:cubicBezTo>
                  <a:pt x="1262" y="658"/>
                  <a:pt x="1266" y="625"/>
                  <a:pt x="1266" y="593"/>
                </a:cubicBezTo>
                <a:cubicBezTo>
                  <a:pt x="1266" y="561"/>
                  <a:pt x="1262" y="528"/>
                  <a:pt x="1255" y="497"/>
                </a:cubicBezTo>
                <a:cubicBezTo>
                  <a:pt x="1253" y="487"/>
                  <a:pt x="1259" y="477"/>
                  <a:pt x="1269" y="474"/>
                </a:cubicBezTo>
                <a:cubicBezTo>
                  <a:pt x="1279" y="472"/>
                  <a:pt x="1290" y="478"/>
                  <a:pt x="1292" y="489"/>
                </a:cubicBezTo>
                <a:close/>
                <a:moveTo>
                  <a:pt x="499" y="890"/>
                </a:moveTo>
                <a:cubicBezTo>
                  <a:pt x="499" y="1307"/>
                  <a:pt x="499" y="1307"/>
                  <a:pt x="499" y="1307"/>
                </a:cubicBezTo>
                <a:cubicBezTo>
                  <a:pt x="499" y="1353"/>
                  <a:pt x="463" y="1390"/>
                  <a:pt x="417" y="1390"/>
                </a:cubicBezTo>
                <a:cubicBezTo>
                  <a:pt x="379" y="1390"/>
                  <a:pt x="379" y="1390"/>
                  <a:pt x="379" y="1390"/>
                </a:cubicBezTo>
                <a:cubicBezTo>
                  <a:pt x="334" y="1390"/>
                  <a:pt x="297" y="1353"/>
                  <a:pt x="297" y="1307"/>
                </a:cubicBezTo>
                <a:cubicBezTo>
                  <a:pt x="297" y="890"/>
                  <a:pt x="297" y="890"/>
                  <a:pt x="297" y="890"/>
                </a:cubicBezTo>
                <a:cubicBezTo>
                  <a:pt x="297" y="880"/>
                  <a:pt x="306" y="871"/>
                  <a:pt x="316" y="871"/>
                </a:cubicBezTo>
                <a:cubicBezTo>
                  <a:pt x="326" y="871"/>
                  <a:pt x="335" y="880"/>
                  <a:pt x="335" y="890"/>
                </a:cubicBezTo>
                <a:cubicBezTo>
                  <a:pt x="335" y="1307"/>
                  <a:pt x="335" y="1307"/>
                  <a:pt x="335" y="1307"/>
                </a:cubicBezTo>
                <a:cubicBezTo>
                  <a:pt x="335" y="1332"/>
                  <a:pt x="355" y="1352"/>
                  <a:pt x="379" y="1352"/>
                </a:cubicBezTo>
                <a:cubicBezTo>
                  <a:pt x="417" y="1352"/>
                  <a:pt x="417" y="1352"/>
                  <a:pt x="417" y="1352"/>
                </a:cubicBezTo>
                <a:cubicBezTo>
                  <a:pt x="442" y="1352"/>
                  <a:pt x="462" y="1332"/>
                  <a:pt x="462" y="1307"/>
                </a:cubicBezTo>
                <a:cubicBezTo>
                  <a:pt x="462" y="890"/>
                  <a:pt x="462" y="890"/>
                  <a:pt x="462" y="890"/>
                </a:cubicBezTo>
                <a:cubicBezTo>
                  <a:pt x="462" y="880"/>
                  <a:pt x="470" y="871"/>
                  <a:pt x="480" y="871"/>
                </a:cubicBezTo>
                <a:cubicBezTo>
                  <a:pt x="491" y="871"/>
                  <a:pt x="499" y="880"/>
                  <a:pt x="499" y="890"/>
                </a:cubicBezTo>
                <a:close/>
              </a:path>
            </a:pathLst>
          </a:custGeom>
          <a:solidFill>
            <a:srgbClr val="17406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46"/>
          <p:cNvSpPr txBox="1"/>
          <p:nvPr/>
        </p:nvSpPr>
        <p:spPr>
          <a:xfrm>
            <a:off x="18467723" y="4700974"/>
            <a:ext cx="3743700" cy="25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80" name="Google Shape;580;p46"/>
          <p:cNvSpPr txBox="1"/>
          <p:nvPr/>
        </p:nvSpPr>
        <p:spPr>
          <a:xfrm>
            <a:off x="18584448" y="8341699"/>
            <a:ext cx="3743700" cy="25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81" name="Google Shape;581;p46"/>
          <p:cNvSpPr txBox="1"/>
          <p:nvPr/>
        </p:nvSpPr>
        <p:spPr>
          <a:xfrm>
            <a:off x="2187773" y="3594874"/>
            <a:ext cx="3743700" cy="25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82" name="Google Shape;582;p46"/>
          <p:cNvSpPr txBox="1"/>
          <p:nvPr/>
        </p:nvSpPr>
        <p:spPr>
          <a:xfrm>
            <a:off x="2304498" y="7235599"/>
            <a:ext cx="3743700" cy="25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406D"/>
              </a:buClr>
              <a:buSzPts val="2400"/>
              <a:buFont typeface="Open Sans Light"/>
              <a:buChar char="●"/>
            </a:pPr>
            <a:r>
              <a:rPr lang="en-US" sz="2400">
                <a:solidFill>
                  <a:srgbClr val="17406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X</a:t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17406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grpSp>
        <p:nvGrpSpPr>
          <p:cNvPr id="583" name="Google Shape;583;p46"/>
          <p:cNvGrpSpPr/>
          <p:nvPr/>
        </p:nvGrpSpPr>
        <p:grpSpPr>
          <a:xfrm>
            <a:off x="17147647" y="8684049"/>
            <a:ext cx="743498" cy="728154"/>
            <a:chOff x="0" y="-1"/>
            <a:chExt cx="406394" cy="397942"/>
          </a:xfrm>
        </p:grpSpPr>
        <p:sp>
          <p:nvSpPr>
            <p:cNvPr id="584" name="Google Shape;584;p46"/>
            <p:cNvSpPr/>
            <p:nvPr/>
          </p:nvSpPr>
          <p:spPr>
            <a:xfrm>
              <a:off x="0" y="-1"/>
              <a:ext cx="233982" cy="360612"/>
            </a:xfrm>
            <a:custGeom>
              <a:rect b="b" l="l" r="r" t="t"/>
              <a:pathLst>
                <a:path extrusionOk="0" h="21600" w="21600">
                  <a:moveTo>
                    <a:pt x="3661" y="3436"/>
                  </a:moveTo>
                  <a:lnTo>
                    <a:pt x="5125" y="3191"/>
                  </a:lnTo>
                  <a:lnTo>
                    <a:pt x="6224" y="2700"/>
                  </a:lnTo>
                  <a:lnTo>
                    <a:pt x="8420" y="2455"/>
                  </a:lnTo>
                  <a:lnTo>
                    <a:pt x="13180" y="2455"/>
                  </a:lnTo>
                  <a:lnTo>
                    <a:pt x="15376" y="2700"/>
                  </a:lnTo>
                  <a:lnTo>
                    <a:pt x="16841" y="3191"/>
                  </a:lnTo>
                  <a:lnTo>
                    <a:pt x="17939" y="3436"/>
                  </a:lnTo>
                  <a:lnTo>
                    <a:pt x="21600" y="3436"/>
                  </a:lnTo>
                  <a:lnTo>
                    <a:pt x="21234" y="2700"/>
                  </a:lnTo>
                  <a:lnTo>
                    <a:pt x="20136" y="1718"/>
                  </a:lnTo>
                  <a:lnTo>
                    <a:pt x="19037" y="1227"/>
                  </a:lnTo>
                  <a:lnTo>
                    <a:pt x="17573" y="736"/>
                  </a:lnTo>
                  <a:lnTo>
                    <a:pt x="13912" y="245"/>
                  </a:lnTo>
                  <a:lnTo>
                    <a:pt x="10983" y="0"/>
                  </a:lnTo>
                  <a:lnTo>
                    <a:pt x="7688" y="245"/>
                  </a:lnTo>
                  <a:lnTo>
                    <a:pt x="4027" y="736"/>
                  </a:lnTo>
                  <a:lnTo>
                    <a:pt x="2563" y="1227"/>
                  </a:lnTo>
                  <a:lnTo>
                    <a:pt x="1464" y="1718"/>
                  </a:lnTo>
                  <a:lnTo>
                    <a:pt x="366" y="2700"/>
                  </a:lnTo>
                  <a:lnTo>
                    <a:pt x="0" y="3436"/>
                  </a:lnTo>
                  <a:lnTo>
                    <a:pt x="0" y="18164"/>
                  </a:lnTo>
                  <a:lnTo>
                    <a:pt x="366" y="18900"/>
                  </a:lnTo>
                  <a:lnTo>
                    <a:pt x="1464" y="19882"/>
                  </a:lnTo>
                  <a:lnTo>
                    <a:pt x="2563" y="20373"/>
                  </a:lnTo>
                  <a:lnTo>
                    <a:pt x="4027" y="20864"/>
                  </a:lnTo>
                  <a:lnTo>
                    <a:pt x="7688" y="21355"/>
                  </a:lnTo>
                  <a:lnTo>
                    <a:pt x="10983" y="21600"/>
                  </a:lnTo>
                  <a:lnTo>
                    <a:pt x="12814" y="21600"/>
                  </a:lnTo>
                  <a:lnTo>
                    <a:pt x="12814" y="19391"/>
                  </a:lnTo>
                  <a:lnTo>
                    <a:pt x="8054" y="19391"/>
                  </a:lnTo>
                  <a:lnTo>
                    <a:pt x="6224" y="18655"/>
                  </a:lnTo>
                  <a:lnTo>
                    <a:pt x="4393" y="18409"/>
                  </a:lnTo>
                  <a:lnTo>
                    <a:pt x="3661" y="18164"/>
                  </a:lnTo>
                  <a:lnTo>
                    <a:pt x="3661" y="17182"/>
                  </a:lnTo>
                  <a:lnTo>
                    <a:pt x="10983" y="18164"/>
                  </a:lnTo>
                  <a:lnTo>
                    <a:pt x="12814" y="18164"/>
                  </a:lnTo>
                  <a:lnTo>
                    <a:pt x="12814" y="15709"/>
                  </a:lnTo>
                  <a:lnTo>
                    <a:pt x="8054" y="15709"/>
                  </a:lnTo>
                  <a:lnTo>
                    <a:pt x="6224" y="14973"/>
                  </a:lnTo>
                  <a:lnTo>
                    <a:pt x="4393" y="14727"/>
                  </a:lnTo>
                  <a:lnTo>
                    <a:pt x="3661" y="14482"/>
                  </a:lnTo>
                  <a:lnTo>
                    <a:pt x="3661" y="13500"/>
                  </a:lnTo>
                  <a:lnTo>
                    <a:pt x="7322" y="14236"/>
                  </a:lnTo>
                  <a:lnTo>
                    <a:pt x="10983" y="14482"/>
                  </a:lnTo>
                  <a:lnTo>
                    <a:pt x="12814" y="14482"/>
                  </a:lnTo>
                  <a:lnTo>
                    <a:pt x="12814" y="12027"/>
                  </a:lnTo>
                  <a:lnTo>
                    <a:pt x="8054" y="12027"/>
                  </a:lnTo>
                  <a:lnTo>
                    <a:pt x="6224" y="11291"/>
                  </a:lnTo>
                  <a:lnTo>
                    <a:pt x="4393" y="11045"/>
                  </a:lnTo>
                  <a:lnTo>
                    <a:pt x="3661" y="10800"/>
                  </a:lnTo>
                  <a:lnTo>
                    <a:pt x="3661" y="9818"/>
                  </a:lnTo>
                  <a:lnTo>
                    <a:pt x="7322" y="10555"/>
                  </a:lnTo>
                  <a:lnTo>
                    <a:pt x="10983" y="10800"/>
                  </a:lnTo>
                  <a:lnTo>
                    <a:pt x="12814" y="10800"/>
                  </a:lnTo>
                  <a:lnTo>
                    <a:pt x="12814" y="8345"/>
                  </a:lnTo>
                  <a:lnTo>
                    <a:pt x="8054" y="8345"/>
                  </a:lnTo>
                  <a:lnTo>
                    <a:pt x="4393" y="7364"/>
                  </a:lnTo>
                  <a:lnTo>
                    <a:pt x="3661" y="7118"/>
                  </a:lnTo>
                  <a:lnTo>
                    <a:pt x="3661" y="6382"/>
                  </a:lnTo>
                  <a:lnTo>
                    <a:pt x="7322" y="6873"/>
                  </a:lnTo>
                  <a:lnTo>
                    <a:pt x="10983" y="7118"/>
                  </a:lnTo>
                  <a:lnTo>
                    <a:pt x="12814" y="7118"/>
                  </a:lnTo>
                  <a:lnTo>
                    <a:pt x="12814" y="4664"/>
                  </a:lnTo>
                  <a:lnTo>
                    <a:pt x="8420" y="4664"/>
                  </a:lnTo>
                  <a:lnTo>
                    <a:pt x="6224" y="4418"/>
                  </a:lnTo>
                  <a:lnTo>
                    <a:pt x="5125" y="3927"/>
                  </a:lnTo>
                  <a:lnTo>
                    <a:pt x="3661" y="3436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46"/>
            <p:cNvSpPr/>
            <p:nvPr/>
          </p:nvSpPr>
          <p:spPr>
            <a:xfrm>
              <a:off x="160100" y="99483"/>
              <a:ext cx="246294" cy="298458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lnTo>
                    <a:pt x="4320" y="1168"/>
                  </a:lnTo>
                  <a:lnTo>
                    <a:pt x="2880" y="1459"/>
                  </a:lnTo>
                  <a:lnTo>
                    <a:pt x="1440" y="2335"/>
                  </a:lnTo>
                  <a:lnTo>
                    <a:pt x="720" y="3211"/>
                  </a:lnTo>
                  <a:lnTo>
                    <a:pt x="0" y="4378"/>
                  </a:lnTo>
                  <a:lnTo>
                    <a:pt x="0" y="17222"/>
                  </a:lnTo>
                  <a:lnTo>
                    <a:pt x="1440" y="19557"/>
                  </a:lnTo>
                  <a:lnTo>
                    <a:pt x="4320" y="20724"/>
                  </a:lnTo>
                  <a:lnTo>
                    <a:pt x="7560" y="21308"/>
                  </a:lnTo>
                  <a:lnTo>
                    <a:pt x="10800" y="21600"/>
                  </a:lnTo>
                  <a:lnTo>
                    <a:pt x="14040" y="21308"/>
                  </a:lnTo>
                  <a:lnTo>
                    <a:pt x="17640" y="20724"/>
                  </a:lnTo>
                  <a:lnTo>
                    <a:pt x="18720" y="20141"/>
                  </a:lnTo>
                  <a:lnTo>
                    <a:pt x="20160" y="19557"/>
                  </a:lnTo>
                  <a:lnTo>
                    <a:pt x="21600" y="17222"/>
                  </a:lnTo>
                  <a:lnTo>
                    <a:pt x="21600" y="4378"/>
                  </a:lnTo>
                  <a:lnTo>
                    <a:pt x="20880" y="3211"/>
                  </a:lnTo>
                  <a:lnTo>
                    <a:pt x="20160" y="2335"/>
                  </a:lnTo>
                  <a:lnTo>
                    <a:pt x="18720" y="1459"/>
                  </a:lnTo>
                  <a:lnTo>
                    <a:pt x="17640" y="1168"/>
                  </a:lnTo>
                  <a:lnTo>
                    <a:pt x="14040" y="584"/>
                  </a:lnTo>
                  <a:lnTo>
                    <a:pt x="10800" y="0"/>
                  </a:lnTo>
                  <a:close/>
                  <a:moveTo>
                    <a:pt x="18000" y="8757"/>
                  </a:moveTo>
                  <a:lnTo>
                    <a:pt x="16920" y="9049"/>
                  </a:lnTo>
                  <a:lnTo>
                    <a:pt x="15120" y="9341"/>
                  </a:lnTo>
                  <a:lnTo>
                    <a:pt x="13320" y="10216"/>
                  </a:lnTo>
                  <a:lnTo>
                    <a:pt x="8280" y="10216"/>
                  </a:lnTo>
                  <a:lnTo>
                    <a:pt x="6480" y="9341"/>
                  </a:lnTo>
                  <a:lnTo>
                    <a:pt x="4680" y="9049"/>
                  </a:lnTo>
                  <a:lnTo>
                    <a:pt x="3600" y="8757"/>
                  </a:lnTo>
                  <a:lnTo>
                    <a:pt x="3600" y="7589"/>
                  </a:lnTo>
                  <a:lnTo>
                    <a:pt x="7200" y="8465"/>
                  </a:lnTo>
                  <a:lnTo>
                    <a:pt x="10800" y="8757"/>
                  </a:lnTo>
                  <a:lnTo>
                    <a:pt x="14400" y="8465"/>
                  </a:lnTo>
                  <a:lnTo>
                    <a:pt x="18000" y="7589"/>
                  </a:lnTo>
                  <a:lnTo>
                    <a:pt x="18000" y="8757"/>
                  </a:lnTo>
                  <a:close/>
                  <a:moveTo>
                    <a:pt x="18000" y="13135"/>
                  </a:moveTo>
                  <a:lnTo>
                    <a:pt x="16920" y="13427"/>
                  </a:lnTo>
                  <a:lnTo>
                    <a:pt x="15120" y="13719"/>
                  </a:lnTo>
                  <a:lnTo>
                    <a:pt x="13320" y="14595"/>
                  </a:lnTo>
                  <a:lnTo>
                    <a:pt x="8280" y="14595"/>
                  </a:lnTo>
                  <a:lnTo>
                    <a:pt x="6480" y="13719"/>
                  </a:lnTo>
                  <a:lnTo>
                    <a:pt x="4680" y="13427"/>
                  </a:lnTo>
                  <a:lnTo>
                    <a:pt x="3600" y="13135"/>
                  </a:lnTo>
                  <a:lnTo>
                    <a:pt x="3600" y="11968"/>
                  </a:lnTo>
                  <a:lnTo>
                    <a:pt x="10800" y="13135"/>
                  </a:lnTo>
                  <a:lnTo>
                    <a:pt x="18000" y="11968"/>
                  </a:lnTo>
                  <a:lnTo>
                    <a:pt x="18000" y="13135"/>
                  </a:lnTo>
                  <a:close/>
                  <a:moveTo>
                    <a:pt x="10800" y="2919"/>
                  </a:moveTo>
                  <a:lnTo>
                    <a:pt x="12960" y="2919"/>
                  </a:lnTo>
                  <a:lnTo>
                    <a:pt x="15120" y="3211"/>
                  </a:lnTo>
                  <a:lnTo>
                    <a:pt x="16560" y="4086"/>
                  </a:lnTo>
                  <a:lnTo>
                    <a:pt x="18000" y="4378"/>
                  </a:lnTo>
                  <a:lnTo>
                    <a:pt x="16560" y="4670"/>
                  </a:lnTo>
                  <a:lnTo>
                    <a:pt x="15120" y="5546"/>
                  </a:lnTo>
                  <a:lnTo>
                    <a:pt x="12960" y="5838"/>
                  </a:lnTo>
                  <a:lnTo>
                    <a:pt x="8640" y="5838"/>
                  </a:lnTo>
                  <a:lnTo>
                    <a:pt x="6480" y="5546"/>
                  </a:lnTo>
                  <a:lnTo>
                    <a:pt x="5040" y="4670"/>
                  </a:lnTo>
                  <a:lnTo>
                    <a:pt x="3600" y="4378"/>
                  </a:lnTo>
                  <a:lnTo>
                    <a:pt x="5040" y="4086"/>
                  </a:lnTo>
                  <a:lnTo>
                    <a:pt x="6480" y="3211"/>
                  </a:lnTo>
                  <a:lnTo>
                    <a:pt x="8640" y="2919"/>
                  </a:lnTo>
                  <a:lnTo>
                    <a:pt x="10800" y="2919"/>
                  </a:lnTo>
                  <a:close/>
                  <a:moveTo>
                    <a:pt x="10800" y="18681"/>
                  </a:moveTo>
                  <a:lnTo>
                    <a:pt x="8280" y="18681"/>
                  </a:lnTo>
                  <a:lnTo>
                    <a:pt x="6480" y="18097"/>
                  </a:lnTo>
                  <a:lnTo>
                    <a:pt x="4680" y="17805"/>
                  </a:lnTo>
                  <a:lnTo>
                    <a:pt x="3600" y="17222"/>
                  </a:lnTo>
                  <a:lnTo>
                    <a:pt x="3600" y="16346"/>
                  </a:lnTo>
                  <a:lnTo>
                    <a:pt x="7200" y="16930"/>
                  </a:lnTo>
                  <a:lnTo>
                    <a:pt x="10800" y="17222"/>
                  </a:lnTo>
                  <a:lnTo>
                    <a:pt x="14400" y="16930"/>
                  </a:lnTo>
                  <a:lnTo>
                    <a:pt x="18000" y="16346"/>
                  </a:lnTo>
                  <a:lnTo>
                    <a:pt x="18000" y="17222"/>
                  </a:lnTo>
                  <a:lnTo>
                    <a:pt x="16920" y="17805"/>
                  </a:lnTo>
                  <a:lnTo>
                    <a:pt x="15120" y="18097"/>
                  </a:lnTo>
                  <a:lnTo>
                    <a:pt x="13320" y="18681"/>
                  </a:lnTo>
                  <a:lnTo>
                    <a:pt x="10800" y="18681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7"/>
          <p:cNvSpPr txBox="1"/>
          <p:nvPr>
            <p:ph idx="1" type="body"/>
          </p:nvPr>
        </p:nvSpPr>
        <p:spPr>
          <a:xfrm>
            <a:off x="2019300" y="2090814"/>
            <a:ext cx="20688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Completa la tabla con  los  KPIs que indicarán el cumpliento de cada uno de los objetivos de tu plan social media</a:t>
            </a:r>
            <a:endParaRPr/>
          </a:p>
        </p:txBody>
      </p:sp>
      <p:sp>
        <p:nvSpPr>
          <p:cNvPr id="591" name="Google Shape;591;p47"/>
          <p:cNvSpPr txBox="1"/>
          <p:nvPr>
            <p:ph type="title"/>
          </p:nvPr>
        </p:nvSpPr>
        <p:spPr>
          <a:xfrm>
            <a:off x="2019300" y="723900"/>
            <a:ext cx="206883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800"/>
              <a:buFont typeface="Lato"/>
              <a:buNone/>
            </a:pPr>
            <a:r>
              <a:rPr lang="en-US"/>
              <a:t>Definición de KPIs</a:t>
            </a:r>
            <a:endParaRPr b="1" i="0" sz="8800" u="none" cap="none" strike="noStrik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92" name="Google Shape;592;p47"/>
          <p:cNvGraphicFramePr/>
          <p:nvPr/>
        </p:nvGraphicFramePr>
        <p:xfrm>
          <a:off x="3674525" y="32131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{EE96AB99-3E8C-4DA9-8CAE-5BB722541CC6}</a:tableStyleId>
              </a:tblPr>
              <a:tblGrid>
                <a:gridCol w="5892800"/>
                <a:gridCol w="3027675"/>
                <a:gridCol w="3027675"/>
                <a:gridCol w="3027675"/>
              </a:tblGrid>
              <a:tr h="103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>
                          <a:latin typeface="Lato"/>
                          <a:ea typeface="Lato"/>
                          <a:cs typeface="Lato"/>
                          <a:sym typeface="Lato"/>
                        </a:rPr>
                        <a:t>OBJETIVO</a:t>
                      </a:r>
                      <a:endParaRPr sz="32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274325" marL="274325" anchor="ctr"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>
                          <a:latin typeface="Lato"/>
                          <a:ea typeface="Lato"/>
                          <a:cs typeface="Lato"/>
                          <a:sym typeface="Lato"/>
                        </a:rPr>
                        <a:t>ESTRATEGIA</a:t>
                      </a:r>
                      <a:endParaRPr sz="2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274325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>
                          <a:latin typeface="Lato"/>
                          <a:ea typeface="Lato"/>
                          <a:cs typeface="Lato"/>
                          <a:sym typeface="Lato"/>
                        </a:rPr>
                        <a:t>TÁCTICAS</a:t>
                      </a:r>
                      <a:endParaRPr sz="2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274325" marL="274325" anchor="ctr"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>
                          <a:latin typeface="Lato"/>
                          <a:ea typeface="Lato"/>
                          <a:cs typeface="Lato"/>
                          <a:sym typeface="Lato"/>
                        </a:rPr>
                        <a:t>KPIs</a:t>
                      </a:r>
                      <a:endParaRPr sz="28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274325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4"/>
                    </a:solidFill>
                  </a:tcPr>
                </a:tc>
              </a:tr>
              <a:tr h="108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2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Ejemplo: Aumentar ventas</a:t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2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Ejemplo: Webinar para captar leads</a:t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2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Ejemplo: Webinar evergreen con oferta y retargeting en social ads</a:t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2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Ejemplo: CPL, CPC, total de visitas, ratio de conversión</a:t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Lato Light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274325" anchor="ctr"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274325" anchor="ctr">
                    <a:lnL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9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7" name="Google Shape;597;p48"/>
          <p:cNvCxnSpPr/>
          <p:nvPr/>
        </p:nvCxnSpPr>
        <p:spPr>
          <a:xfrm>
            <a:off x="12192000" y="5576797"/>
            <a:ext cx="0" cy="2562300"/>
          </a:xfrm>
          <a:prstGeom prst="straightConnector1">
            <a:avLst/>
          </a:prstGeom>
          <a:noFill/>
          <a:ln cap="flat" cmpd="sng" w="889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8" name="Google Shape;598;p48"/>
          <p:cNvSpPr txBox="1"/>
          <p:nvPr/>
        </p:nvSpPr>
        <p:spPr>
          <a:xfrm>
            <a:off x="3254120" y="5503783"/>
            <a:ext cx="7993800" cy="27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lang="en-US" sz="8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ICONOS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9"/>
          <p:cNvSpPr/>
          <p:nvPr/>
        </p:nvSpPr>
        <p:spPr>
          <a:xfrm>
            <a:off x="15460133" y="1198034"/>
            <a:ext cx="406404" cy="444474"/>
          </a:xfrm>
          <a:custGeom>
            <a:rect b="b" l="l" r="r" t="t"/>
            <a:pathLst>
              <a:path extrusionOk="0" h="21600" w="21600">
                <a:moveTo>
                  <a:pt x="11260" y="3323"/>
                </a:moveTo>
                <a:lnTo>
                  <a:pt x="11260" y="8308"/>
                </a:lnTo>
                <a:lnTo>
                  <a:pt x="7813" y="5192"/>
                </a:lnTo>
                <a:lnTo>
                  <a:pt x="6204" y="6438"/>
                </a:lnTo>
                <a:lnTo>
                  <a:pt x="4826" y="8100"/>
                </a:lnTo>
                <a:lnTo>
                  <a:pt x="3906" y="9346"/>
                </a:lnTo>
                <a:lnTo>
                  <a:pt x="3217" y="10592"/>
                </a:lnTo>
                <a:lnTo>
                  <a:pt x="2757" y="11838"/>
                </a:lnTo>
                <a:lnTo>
                  <a:pt x="2528" y="12877"/>
                </a:lnTo>
                <a:lnTo>
                  <a:pt x="2528" y="13915"/>
                </a:lnTo>
                <a:lnTo>
                  <a:pt x="2757" y="14746"/>
                </a:lnTo>
                <a:lnTo>
                  <a:pt x="3447" y="15369"/>
                </a:lnTo>
                <a:lnTo>
                  <a:pt x="0" y="18485"/>
                </a:lnTo>
                <a:lnTo>
                  <a:pt x="0" y="21600"/>
                </a:lnTo>
                <a:lnTo>
                  <a:pt x="5285" y="16823"/>
                </a:lnTo>
                <a:lnTo>
                  <a:pt x="5974" y="17031"/>
                </a:lnTo>
                <a:lnTo>
                  <a:pt x="7123" y="17238"/>
                </a:lnTo>
                <a:lnTo>
                  <a:pt x="7813" y="17238"/>
                </a:lnTo>
                <a:lnTo>
                  <a:pt x="8962" y="17031"/>
                </a:lnTo>
                <a:lnTo>
                  <a:pt x="10111" y="16408"/>
                </a:lnTo>
                <a:lnTo>
                  <a:pt x="11719" y="15992"/>
                </a:lnTo>
                <a:lnTo>
                  <a:pt x="14477" y="13915"/>
                </a:lnTo>
                <a:lnTo>
                  <a:pt x="16085" y="12046"/>
                </a:lnTo>
                <a:lnTo>
                  <a:pt x="17464" y="9762"/>
                </a:lnTo>
                <a:lnTo>
                  <a:pt x="18613" y="7477"/>
                </a:lnTo>
                <a:lnTo>
                  <a:pt x="19762" y="5400"/>
                </a:lnTo>
                <a:lnTo>
                  <a:pt x="20911" y="1662"/>
                </a:lnTo>
                <a:lnTo>
                  <a:pt x="21600" y="0"/>
                </a:lnTo>
                <a:lnTo>
                  <a:pt x="18153" y="831"/>
                </a:lnTo>
                <a:lnTo>
                  <a:pt x="14936" y="1869"/>
                </a:lnTo>
                <a:lnTo>
                  <a:pt x="11260" y="332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49"/>
          <p:cNvSpPr/>
          <p:nvPr/>
        </p:nvSpPr>
        <p:spPr>
          <a:xfrm>
            <a:off x="14478000" y="1223434"/>
            <a:ext cx="381024" cy="88884"/>
          </a:xfrm>
          <a:custGeom>
            <a:rect b="b" l="l" r="r" t="t"/>
            <a:pathLst>
              <a:path extrusionOk="0" h="21600" w="21600">
                <a:moveTo>
                  <a:pt x="14319" y="10800"/>
                </a:moveTo>
                <a:lnTo>
                  <a:pt x="14319" y="0"/>
                </a:lnTo>
                <a:lnTo>
                  <a:pt x="7281" y="0"/>
                </a:lnTo>
                <a:lnTo>
                  <a:pt x="7281" y="10800"/>
                </a:lnTo>
                <a:lnTo>
                  <a:pt x="0" y="1080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14319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49"/>
          <p:cNvSpPr/>
          <p:nvPr/>
        </p:nvSpPr>
        <p:spPr>
          <a:xfrm>
            <a:off x="14516102" y="1325034"/>
            <a:ext cx="292086" cy="292086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18470"/>
                </a:lnTo>
                <a:lnTo>
                  <a:pt x="626" y="20974"/>
                </a:lnTo>
                <a:lnTo>
                  <a:pt x="3130" y="21600"/>
                </a:lnTo>
                <a:lnTo>
                  <a:pt x="18470" y="21600"/>
                </a:lnTo>
                <a:lnTo>
                  <a:pt x="20974" y="20974"/>
                </a:lnTo>
                <a:lnTo>
                  <a:pt x="21600" y="18470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9391" y="15339"/>
                </a:moveTo>
                <a:lnTo>
                  <a:pt x="6261" y="15339"/>
                </a:lnTo>
                <a:lnTo>
                  <a:pt x="6261" y="6261"/>
                </a:lnTo>
                <a:lnTo>
                  <a:pt x="9391" y="6261"/>
                </a:lnTo>
                <a:lnTo>
                  <a:pt x="9391" y="15339"/>
                </a:lnTo>
                <a:close/>
                <a:moveTo>
                  <a:pt x="15339" y="15339"/>
                </a:moveTo>
                <a:lnTo>
                  <a:pt x="12209" y="15339"/>
                </a:lnTo>
                <a:lnTo>
                  <a:pt x="12209" y="6261"/>
                </a:lnTo>
                <a:lnTo>
                  <a:pt x="15339" y="6261"/>
                </a:lnTo>
                <a:lnTo>
                  <a:pt x="15339" y="1533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9"/>
          <p:cNvSpPr/>
          <p:nvPr/>
        </p:nvSpPr>
        <p:spPr>
          <a:xfrm>
            <a:off x="13449302" y="1477434"/>
            <a:ext cx="419094" cy="190512"/>
          </a:xfrm>
          <a:custGeom>
            <a:rect b="b" l="l" r="r" t="t"/>
            <a:pathLst>
              <a:path extrusionOk="0" h="21600" w="21600">
                <a:moveTo>
                  <a:pt x="20291" y="14400"/>
                </a:moveTo>
                <a:lnTo>
                  <a:pt x="18982" y="14400"/>
                </a:lnTo>
                <a:lnTo>
                  <a:pt x="16582" y="13920"/>
                </a:lnTo>
                <a:lnTo>
                  <a:pt x="15055" y="12480"/>
                </a:lnTo>
                <a:lnTo>
                  <a:pt x="13964" y="11520"/>
                </a:lnTo>
                <a:lnTo>
                  <a:pt x="13309" y="9600"/>
                </a:lnTo>
                <a:lnTo>
                  <a:pt x="13091" y="8640"/>
                </a:lnTo>
                <a:lnTo>
                  <a:pt x="13091" y="4800"/>
                </a:lnTo>
                <a:lnTo>
                  <a:pt x="17891" y="4800"/>
                </a:lnTo>
                <a:lnTo>
                  <a:pt x="18327" y="3840"/>
                </a:lnTo>
                <a:lnTo>
                  <a:pt x="18327" y="1440"/>
                </a:lnTo>
                <a:lnTo>
                  <a:pt x="18109" y="960"/>
                </a:lnTo>
                <a:lnTo>
                  <a:pt x="17891" y="0"/>
                </a:lnTo>
                <a:lnTo>
                  <a:pt x="3927" y="0"/>
                </a:lnTo>
                <a:lnTo>
                  <a:pt x="3273" y="1440"/>
                </a:lnTo>
                <a:lnTo>
                  <a:pt x="3273" y="3840"/>
                </a:lnTo>
                <a:lnTo>
                  <a:pt x="3491" y="4320"/>
                </a:lnTo>
                <a:lnTo>
                  <a:pt x="3927" y="4800"/>
                </a:lnTo>
                <a:lnTo>
                  <a:pt x="8727" y="4800"/>
                </a:lnTo>
                <a:lnTo>
                  <a:pt x="8727" y="8640"/>
                </a:lnTo>
                <a:lnTo>
                  <a:pt x="8509" y="9600"/>
                </a:lnTo>
                <a:lnTo>
                  <a:pt x="7636" y="11520"/>
                </a:lnTo>
                <a:lnTo>
                  <a:pt x="6545" y="12480"/>
                </a:lnTo>
                <a:lnTo>
                  <a:pt x="5236" y="13920"/>
                </a:lnTo>
                <a:lnTo>
                  <a:pt x="2836" y="14400"/>
                </a:lnTo>
                <a:lnTo>
                  <a:pt x="1745" y="14880"/>
                </a:lnTo>
                <a:lnTo>
                  <a:pt x="1527" y="14880"/>
                </a:lnTo>
                <a:lnTo>
                  <a:pt x="873" y="15840"/>
                </a:lnTo>
                <a:lnTo>
                  <a:pt x="436" y="16320"/>
                </a:lnTo>
                <a:lnTo>
                  <a:pt x="0" y="17280"/>
                </a:lnTo>
                <a:lnTo>
                  <a:pt x="0" y="18720"/>
                </a:lnTo>
                <a:lnTo>
                  <a:pt x="436" y="19680"/>
                </a:lnTo>
                <a:lnTo>
                  <a:pt x="655" y="21120"/>
                </a:lnTo>
                <a:lnTo>
                  <a:pt x="1091" y="21600"/>
                </a:lnTo>
                <a:lnTo>
                  <a:pt x="20073" y="21600"/>
                </a:lnTo>
                <a:lnTo>
                  <a:pt x="20727" y="21120"/>
                </a:lnTo>
                <a:lnTo>
                  <a:pt x="21382" y="20160"/>
                </a:lnTo>
                <a:lnTo>
                  <a:pt x="21600" y="19200"/>
                </a:lnTo>
                <a:lnTo>
                  <a:pt x="21600" y="17280"/>
                </a:lnTo>
                <a:lnTo>
                  <a:pt x="21382" y="16320"/>
                </a:lnTo>
                <a:lnTo>
                  <a:pt x="20727" y="14880"/>
                </a:lnTo>
                <a:lnTo>
                  <a:pt x="20291" y="144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9"/>
          <p:cNvSpPr/>
          <p:nvPr/>
        </p:nvSpPr>
        <p:spPr>
          <a:xfrm>
            <a:off x="13436600" y="1198034"/>
            <a:ext cx="457218" cy="254016"/>
          </a:xfrm>
          <a:custGeom>
            <a:rect b="b" l="l" r="r" t="t"/>
            <a:pathLst>
              <a:path extrusionOk="0" h="21600" w="21600">
                <a:moveTo>
                  <a:pt x="3963" y="18000"/>
                </a:moveTo>
                <a:lnTo>
                  <a:pt x="8917" y="18000"/>
                </a:lnTo>
                <a:lnTo>
                  <a:pt x="8917" y="21600"/>
                </a:lnTo>
                <a:lnTo>
                  <a:pt x="12881" y="21600"/>
                </a:lnTo>
                <a:lnTo>
                  <a:pt x="12881" y="18000"/>
                </a:lnTo>
                <a:lnTo>
                  <a:pt x="18429" y="18000"/>
                </a:lnTo>
                <a:lnTo>
                  <a:pt x="19222" y="17280"/>
                </a:lnTo>
                <a:lnTo>
                  <a:pt x="20411" y="15840"/>
                </a:lnTo>
                <a:lnTo>
                  <a:pt x="21402" y="13320"/>
                </a:lnTo>
                <a:lnTo>
                  <a:pt x="21600" y="12240"/>
                </a:lnTo>
                <a:lnTo>
                  <a:pt x="21600" y="9360"/>
                </a:lnTo>
                <a:lnTo>
                  <a:pt x="21402" y="8280"/>
                </a:lnTo>
                <a:lnTo>
                  <a:pt x="20411" y="5760"/>
                </a:lnTo>
                <a:lnTo>
                  <a:pt x="19222" y="3960"/>
                </a:lnTo>
                <a:lnTo>
                  <a:pt x="18429" y="3600"/>
                </a:lnTo>
                <a:lnTo>
                  <a:pt x="16646" y="3600"/>
                </a:lnTo>
                <a:lnTo>
                  <a:pt x="16051" y="4680"/>
                </a:lnTo>
                <a:lnTo>
                  <a:pt x="15259" y="5040"/>
                </a:lnTo>
                <a:lnTo>
                  <a:pt x="14664" y="6480"/>
                </a:lnTo>
                <a:lnTo>
                  <a:pt x="14268" y="3600"/>
                </a:lnTo>
                <a:lnTo>
                  <a:pt x="13475" y="1800"/>
                </a:lnTo>
                <a:lnTo>
                  <a:pt x="12286" y="720"/>
                </a:lnTo>
                <a:lnTo>
                  <a:pt x="10899" y="0"/>
                </a:lnTo>
                <a:lnTo>
                  <a:pt x="9314" y="720"/>
                </a:lnTo>
                <a:lnTo>
                  <a:pt x="8125" y="1800"/>
                </a:lnTo>
                <a:lnTo>
                  <a:pt x="7332" y="3600"/>
                </a:lnTo>
                <a:lnTo>
                  <a:pt x="6936" y="6480"/>
                </a:lnTo>
                <a:lnTo>
                  <a:pt x="6341" y="5040"/>
                </a:lnTo>
                <a:lnTo>
                  <a:pt x="5747" y="4680"/>
                </a:lnTo>
                <a:lnTo>
                  <a:pt x="4954" y="3600"/>
                </a:lnTo>
                <a:lnTo>
                  <a:pt x="3171" y="3600"/>
                </a:lnTo>
                <a:lnTo>
                  <a:pt x="2576" y="3960"/>
                </a:lnTo>
                <a:lnTo>
                  <a:pt x="1387" y="5760"/>
                </a:lnTo>
                <a:lnTo>
                  <a:pt x="396" y="8280"/>
                </a:lnTo>
                <a:lnTo>
                  <a:pt x="0" y="9360"/>
                </a:lnTo>
                <a:lnTo>
                  <a:pt x="0" y="12240"/>
                </a:lnTo>
                <a:lnTo>
                  <a:pt x="396" y="13320"/>
                </a:lnTo>
                <a:lnTo>
                  <a:pt x="1387" y="15840"/>
                </a:lnTo>
                <a:lnTo>
                  <a:pt x="3171" y="18000"/>
                </a:lnTo>
                <a:lnTo>
                  <a:pt x="3963" y="180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9"/>
          <p:cNvSpPr/>
          <p:nvPr/>
        </p:nvSpPr>
        <p:spPr>
          <a:xfrm>
            <a:off x="16425333" y="1172634"/>
            <a:ext cx="495288" cy="495288"/>
          </a:xfrm>
          <a:custGeom>
            <a:rect b="b" l="l" r="r" t="t"/>
            <a:pathLst>
              <a:path extrusionOk="0" h="21600" w="21600">
                <a:moveTo>
                  <a:pt x="17207" y="12476"/>
                </a:moveTo>
                <a:lnTo>
                  <a:pt x="16292" y="12476"/>
                </a:lnTo>
                <a:lnTo>
                  <a:pt x="15376" y="12848"/>
                </a:lnTo>
                <a:lnTo>
                  <a:pt x="14644" y="13034"/>
                </a:lnTo>
                <a:lnTo>
                  <a:pt x="13912" y="13779"/>
                </a:lnTo>
                <a:lnTo>
                  <a:pt x="12997" y="12476"/>
                </a:lnTo>
                <a:lnTo>
                  <a:pt x="13912" y="10986"/>
                </a:lnTo>
                <a:lnTo>
                  <a:pt x="18854" y="2793"/>
                </a:lnTo>
                <a:lnTo>
                  <a:pt x="19403" y="2048"/>
                </a:lnTo>
                <a:lnTo>
                  <a:pt x="16475" y="0"/>
                </a:lnTo>
                <a:lnTo>
                  <a:pt x="10800" y="8752"/>
                </a:lnTo>
                <a:lnTo>
                  <a:pt x="5125" y="0"/>
                </a:lnTo>
                <a:lnTo>
                  <a:pt x="2197" y="2048"/>
                </a:lnTo>
                <a:lnTo>
                  <a:pt x="2746" y="2793"/>
                </a:lnTo>
                <a:lnTo>
                  <a:pt x="7688" y="10986"/>
                </a:lnTo>
                <a:lnTo>
                  <a:pt x="8603" y="12476"/>
                </a:lnTo>
                <a:lnTo>
                  <a:pt x="7688" y="13779"/>
                </a:lnTo>
                <a:lnTo>
                  <a:pt x="6956" y="13034"/>
                </a:lnTo>
                <a:lnTo>
                  <a:pt x="6224" y="12848"/>
                </a:lnTo>
                <a:lnTo>
                  <a:pt x="5308" y="12476"/>
                </a:lnTo>
                <a:lnTo>
                  <a:pt x="3661" y="12476"/>
                </a:lnTo>
                <a:lnTo>
                  <a:pt x="2746" y="12848"/>
                </a:lnTo>
                <a:lnTo>
                  <a:pt x="2014" y="13034"/>
                </a:lnTo>
                <a:lnTo>
                  <a:pt x="1281" y="13779"/>
                </a:lnTo>
                <a:lnTo>
                  <a:pt x="732" y="14524"/>
                </a:lnTo>
                <a:lnTo>
                  <a:pt x="366" y="15083"/>
                </a:lnTo>
                <a:lnTo>
                  <a:pt x="0" y="16014"/>
                </a:lnTo>
                <a:lnTo>
                  <a:pt x="0" y="17876"/>
                </a:lnTo>
                <a:lnTo>
                  <a:pt x="366" y="18807"/>
                </a:lnTo>
                <a:lnTo>
                  <a:pt x="732" y="19552"/>
                </a:lnTo>
                <a:lnTo>
                  <a:pt x="2014" y="20855"/>
                </a:lnTo>
                <a:lnTo>
                  <a:pt x="2746" y="21041"/>
                </a:lnTo>
                <a:lnTo>
                  <a:pt x="3661" y="21600"/>
                </a:lnTo>
                <a:lnTo>
                  <a:pt x="5308" y="21600"/>
                </a:lnTo>
                <a:lnTo>
                  <a:pt x="6041" y="21414"/>
                </a:lnTo>
                <a:lnTo>
                  <a:pt x="6773" y="20855"/>
                </a:lnTo>
                <a:lnTo>
                  <a:pt x="7505" y="20483"/>
                </a:lnTo>
                <a:lnTo>
                  <a:pt x="8969" y="18807"/>
                </a:lnTo>
                <a:lnTo>
                  <a:pt x="10800" y="16014"/>
                </a:lnTo>
                <a:lnTo>
                  <a:pt x="12631" y="18807"/>
                </a:lnTo>
                <a:lnTo>
                  <a:pt x="14278" y="20483"/>
                </a:lnTo>
                <a:lnTo>
                  <a:pt x="14827" y="20855"/>
                </a:lnTo>
                <a:lnTo>
                  <a:pt x="15559" y="21414"/>
                </a:lnTo>
                <a:lnTo>
                  <a:pt x="16292" y="21600"/>
                </a:lnTo>
                <a:lnTo>
                  <a:pt x="18122" y="21600"/>
                </a:lnTo>
                <a:lnTo>
                  <a:pt x="18854" y="21041"/>
                </a:lnTo>
                <a:lnTo>
                  <a:pt x="19586" y="20855"/>
                </a:lnTo>
                <a:lnTo>
                  <a:pt x="20319" y="20110"/>
                </a:lnTo>
                <a:lnTo>
                  <a:pt x="21051" y="19552"/>
                </a:lnTo>
                <a:lnTo>
                  <a:pt x="21234" y="18807"/>
                </a:lnTo>
                <a:lnTo>
                  <a:pt x="21600" y="17876"/>
                </a:lnTo>
                <a:lnTo>
                  <a:pt x="21600" y="16014"/>
                </a:lnTo>
                <a:lnTo>
                  <a:pt x="21234" y="15083"/>
                </a:lnTo>
                <a:lnTo>
                  <a:pt x="21051" y="14524"/>
                </a:lnTo>
                <a:lnTo>
                  <a:pt x="19586" y="13034"/>
                </a:lnTo>
                <a:lnTo>
                  <a:pt x="18854" y="12848"/>
                </a:lnTo>
                <a:lnTo>
                  <a:pt x="18122" y="12476"/>
                </a:lnTo>
                <a:lnTo>
                  <a:pt x="17207" y="12476"/>
                </a:lnTo>
                <a:close/>
                <a:moveTo>
                  <a:pt x="4576" y="18807"/>
                </a:moveTo>
                <a:lnTo>
                  <a:pt x="3112" y="18434"/>
                </a:lnTo>
                <a:lnTo>
                  <a:pt x="2746" y="16945"/>
                </a:lnTo>
                <a:lnTo>
                  <a:pt x="2929" y="16386"/>
                </a:lnTo>
                <a:lnTo>
                  <a:pt x="3112" y="15641"/>
                </a:lnTo>
                <a:lnTo>
                  <a:pt x="3844" y="15455"/>
                </a:lnTo>
                <a:lnTo>
                  <a:pt x="4576" y="15083"/>
                </a:lnTo>
                <a:lnTo>
                  <a:pt x="5125" y="15455"/>
                </a:lnTo>
                <a:lnTo>
                  <a:pt x="5858" y="15641"/>
                </a:lnTo>
                <a:lnTo>
                  <a:pt x="6041" y="16386"/>
                </a:lnTo>
                <a:lnTo>
                  <a:pt x="6224" y="16945"/>
                </a:lnTo>
                <a:lnTo>
                  <a:pt x="5858" y="18434"/>
                </a:lnTo>
                <a:lnTo>
                  <a:pt x="5125" y="18621"/>
                </a:lnTo>
                <a:lnTo>
                  <a:pt x="4576" y="18807"/>
                </a:lnTo>
                <a:close/>
                <a:moveTo>
                  <a:pt x="17207" y="18807"/>
                </a:moveTo>
                <a:lnTo>
                  <a:pt x="15742" y="18434"/>
                </a:lnTo>
                <a:lnTo>
                  <a:pt x="15376" y="16945"/>
                </a:lnTo>
                <a:lnTo>
                  <a:pt x="15559" y="16386"/>
                </a:lnTo>
                <a:lnTo>
                  <a:pt x="15742" y="15641"/>
                </a:lnTo>
                <a:lnTo>
                  <a:pt x="16475" y="15455"/>
                </a:lnTo>
                <a:lnTo>
                  <a:pt x="17207" y="15083"/>
                </a:lnTo>
                <a:lnTo>
                  <a:pt x="17756" y="15455"/>
                </a:lnTo>
                <a:lnTo>
                  <a:pt x="18488" y="15641"/>
                </a:lnTo>
                <a:lnTo>
                  <a:pt x="18671" y="16386"/>
                </a:lnTo>
                <a:lnTo>
                  <a:pt x="18854" y="16945"/>
                </a:lnTo>
                <a:lnTo>
                  <a:pt x="18488" y="18434"/>
                </a:lnTo>
                <a:lnTo>
                  <a:pt x="17756" y="18621"/>
                </a:lnTo>
                <a:lnTo>
                  <a:pt x="17207" y="1880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9"/>
          <p:cNvSpPr/>
          <p:nvPr/>
        </p:nvSpPr>
        <p:spPr>
          <a:xfrm>
            <a:off x="18533533" y="1223434"/>
            <a:ext cx="292086" cy="381024"/>
          </a:xfrm>
          <a:custGeom>
            <a:rect b="b" l="l" r="r" t="t"/>
            <a:pathLst>
              <a:path extrusionOk="0" h="21600" w="21600">
                <a:moveTo>
                  <a:pt x="21600" y="9708"/>
                </a:moveTo>
                <a:lnTo>
                  <a:pt x="12522" y="9708"/>
                </a:lnTo>
                <a:lnTo>
                  <a:pt x="12522" y="0"/>
                </a:lnTo>
                <a:lnTo>
                  <a:pt x="0" y="12135"/>
                </a:lnTo>
                <a:lnTo>
                  <a:pt x="9391" y="12135"/>
                </a:lnTo>
                <a:lnTo>
                  <a:pt x="9391" y="21600"/>
                </a:lnTo>
                <a:lnTo>
                  <a:pt x="21600" y="970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9"/>
          <p:cNvSpPr/>
          <p:nvPr/>
        </p:nvSpPr>
        <p:spPr>
          <a:xfrm>
            <a:off x="19651133" y="1223434"/>
            <a:ext cx="50814" cy="127008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21600" y="0"/>
                </a:lnTo>
                <a:lnTo>
                  <a:pt x="0" y="11917"/>
                </a:lnTo>
                <a:lnTo>
                  <a:pt x="216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9"/>
          <p:cNvSpPr/>
          <p:nvPr/>
        </p:nvSpPr>
        <p:spPr>
          <a:xfrm>
            <a:off x="19752733" y="1388533"/>
            <a:ext cx="76194" cy="50814"/>
          </a:xfrm>
          <a:custGeom>
            <a:rect b="b" l="l" r="r" t="t"/>
            <a:pathLst>
              <a:path extrusionOk="0" h="21600" w="21600">
                <a:moveTo>
                  <a:pt x="11368" y="21600"/>
                </a:moveTo>
                <a:lnTo>
                  <a:pt x="21600" y="0"/>
                </a:lnTo>
                <a:lnTo>
                  <a:pt x="0" y="0"/>
                </a:lnTo>
                <a:lnTo>
                  <a:pt x="11368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49"/>
          <p:cNvSpPr/>
          <p:nvPr/>
        </p:nvSpPr>
        <p:spPr>
          <a:xfrm>
            <a:off x="19536834" y="1274234"/>
            <a:ext cx="304776" cy="330210"/>
          </a:xfrm>
          <a:custGeom>
            <a:rect b="b" l="l" r="r" t="t"/>
            <a:pathLst>
              <a:path extrusionOk="0" h="21600" w="21600">
                <a:moveTo>
                  <a:pt x="2663" y="0"/>
                </a:moveTo>
                <a:lnTo>
                  <a:pt x="296" y="2215"/>
                </a:lnTo>
                <a:lnTo>
                  <a:pt x="4438" y="5538"/>
                </a:lnTo>
                <a:lnTo>
                  <a:pt x="0" y="10800"/>
                </a:lnTo>
                <a:lnTo>
                  <a:pt x="8581" y="10800"/>
                </a:lnTo>
                <a:lnTo>
                  <a:pt x="8581" y="21600"/>
                </a:lnTo>
                <a:lnTo>
                  <a:pt x="14203" y="15231"/>
                </a:lnTo>
                <a:lnTo>
                  <a:pt x="19233" y="19938"/>
                </a:lnTo>
                <a:lnTo>
                  <a:pt x="21600" y="18000"/>
                </a:lnTo>
                <a:lnTo>
                  <a:pt x="2663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49"/>
          <p:cNvSpPr/>
          <p:nvPr/>
        </p:nvSpPr>
        <p:spPr>
          <a:xfrm>
            <a:off x="20480866" y="1223434"/>
            <a:ext cx="419094" cy="393714"/>
          </a:xfrm>
          <a:custGeom>
            <a:rect b="b" l="l" r="r" t="t"/>
            <a:pathLst>
              <a:path extrusionOk="0" h="21600" w="21600">
                <a:moveTo>
                  <a:pt x="21600" y="15626"/>
                </a:moveTo>
                <a:lnTo>
                  <a:pt x="17455" y="2298"/>
                </a:lnTo>
                <a:lnTo>
                  <a:pt x="17236" y="1379"/>
                </a:lnTo>
                <a:lnTo>
                  <a:pt x="16364" y="689"/>
                </a:lnTo>
                <a:lnTo>
                  <a:pt x="15491" y="460"/>
                </a:lnTo>
                <a:lnTo>
                  <a:pt x="14836" y="0"/>
                </a:lnTo>
                <a:lnTo>
                  <a:pt x="12655" y="919"/>
                </a:lnTo>
                <a:lnTo>
                  <a:pt x="12000" y="2068"/>
                </a:lnTo>
                <a:lnTo>
                  <a:pt x="11782" y="3217"/>
                </a:lnTo>
                <a:lnTo>
                  <a:pt x="11782" y="4596"/>
                </a:lnTo>
                <a:lnTo>
                  <a:pt x="9600" y="4596"/>
                </a:lnTo>
                <a:lnTo>
                  <a:pt x="9600" y="3217"/>
                </a:lnTo>
                <a:lnTo>
                  <a:pt x="9382" y="2068"/>
                </a:lnTo>
                <a:lnTo>
                  <a:pt x="8945" y="919"/>
                </a:lnTo>
                <a:lnTo>
                  <a:pt x="6764" y="0"/>
                </a:lnTo>
                <a:lnTo>
                  <a:pt x="5891" y="460"/>
                </a:lnTo>
                <a:lnTo>
                  <a:pt x="5018" y="689"/>
                </a:lnTo>
                <a:lnTo>
                  <a:pt x="4364" y="1379"/>
                </a:lnTo>
                <a:lnTo>
                  <a:pt x="3927" y="2298"/>
                </a:lnTo>
                <a:lnTo>
                  <a:pt x="0" y="15626"/>
                </a:lnTo>
                <a:lnTo>
                  <a:pt x="0" y="17694"/>
                </a:lnTo>
                <a:lnTo>
                  <a:pt x="218" y="18383"/>
                </a:lnTo>
                <a:lnTo>
                  <a:pt x="873" y="19302"/>
                </a:lnTo>
                <a:lnTo>
                  <a:pt x="1309" y="20221"/>
                </a:lnTo>
                <a:lnTo>
                  <a:pt x="2182" y="20681"/>
                </a:lnTo>
                <a:lnTo>
                  <a:pt x="2836" y="21370"/>
                </a:lnTo>
                <a:lnTo>
                  <a:pt x="3709" y="21600"/>
                </a:lnTo>
                <a:lnTo>
                  <a:pt x="5891" y="21600"/>
                </a:lnTo>
                <a:lnTo>
                  <a:pt x="6764" y="21370"/>
                </a:lnTo>
                <a:lnTo>
                  <a:pt x="7418" y="20681"/>
                </a:lnTo>
                <a:lnTo>
                  <a:pt x="8291" y="20221"/>
                </a:lnTo>
                <a:lnTo>
                  <a:pt x="8945" y="19302"/>
                </a:lnTo>
                <a:lnTo>
                  <a:pt x="9382" y="18383"/>
                </a:lnTo>
                <a:lnTo>
                  <a:pt x="9600" y="17694"/>
                </a:lnTo>
                <a:lnTo>
                  <a:pt x="9600" y="11489"/>
                </a:lnTo>
                <a:lnTo>
                  <a:pt x="11782" y="11489"/>
                </a:lnTo>
                <a:lnTo>
                  <a:pt x="11782" y="17694"/>
                </a:lnTo>
                <a:lnTo>
                  <a:pt x="12000" y="18383"/>
                </a:lnTo>
                <a:lnTo>
                  <a:pt x="12655" y="19302"/>
                </a:lnTo>
                <a:lnTo>
                  <a:pt x="13091" y="20221"/>
                </a:lnTo>
                <a:lnTo>
                  <a:pt x="13964" y="20681"/>
                </a:lnTo>
                <a:lnTo>
                  <a:pt x="14836" y="21370"/>
                </a:lnTo>
                <a:lnTo>
                  <a:pt x="15491" y="21600"/>
                </a:lnTo>
                <a:lnTo>
                  <a:pt x="17673" y="21600"/>
                </a:lnTo>
                <a:lnTo>
                  <a:pt x="18545" y="21370"/>
                </a:lnTo>
                <a:lnTo>
                  <a:pt x="19418" y="20681"/>
                </a:lnTo>
                <a:lnTo>
                  <a:pt x="20073" y="20221"/>
                </a:lnTo>
                <a:lnTo>
                  <a:pt x="20727" y="19302"/>
                </a:lnTo>
                <a:lnTo>
                  <a:pt x="21164" y="18383"/>
                </a:lnTo>
                <a:lnTo>
                  <a:pt x="21600" y="17694"/>
                </a:lnTo>
                <a:lnTo>
                  <a:pt x="21600" y="15626"/>
                </a:lnTo>
                <a:close/>
                <a:moveTo>
                  <a:pt x="4800" y="19302"/>
                </a:moveTo>
                <a:lnTo>
                  <a:pt x="3709" y="19072"/>
                </a:lnTo>
                <a:lnTo>
                  <a:pt x="2836" y="18383"/>
                </a:lnTo>
                <a:lnTo>
                  <a:pt x="2400" y="17694"/>
                </a:lnTo>
                <a:lnTo>
                  <a:pt x="2182" y="16545"/>
                </a:lnTo>
                <a:lnTo>
                  <a:pt x="2400" y="15396"/>
                </a:lnTo>
                <a:lnTo>
                  <a:pt x="2836" y="14477"/>
                </a:lnTo>
                <a:lnTo>
                  <a:pt x="3709" y="14017"/>
                </a:lnTo>
                <a:lnTo>
                  <a:pt x="4800" y="13557"/>
                </a:lnTo>
                <a:lnTo>
                  <a:pt x="5891" y="14017"/>
                </a:lnTo>
                <a:lnTo>
                  <a:pt x="6764" y="14477"/>
                </a:lnTo>
                <a:lnTo>
                  <a:pt x="7200" y="15396"/>
                </a:lnTo>
                <a:lnTo>
                  <a:pt x="7418" y="16545"/>
                </a:lnTo>
                <a:lnTo>
                  <a:pt x="7200" y="17694"/>
                </a:lnTo>
                <a:lnTo>
                  <a:pt x="6764" y="18383"/>
                </a:lnTo>
                <a:lnTo>
                  <a:pt x="5891" y="19072"/>
                </a:lnTo>
                <a:lnTo>
                  <a:pt x="4800" y="19302"/>
                </a:lnTo>
                <a:close/>
                <a:moveTo>
                  <a:pt x="16582" y="19302"/>
                </a:moveTo>
                <a:lnTo>
                  <a:pt x="15491" y="19072"/>
                </a:lnTo>
                <a:lnTo>
                  <a:pt x="14182" y="17694"/>
                </a:lnTo>
                <a:lnTo>
                  <a:pt x="13964" y="16545"/>
                </a:lnTo>
                <a:lnTo>
                  <a:pt x="14182" y="15396"/>
                </a:lnTo>
                <a:lnTo>
                  <a:pt x="14836" y="14477"/>
                </a:lnTo>
                <a:lnTo>
                  <a:pt x="15491" y="14017"/>
                </a:lnTo>
                <a:lnTo>
                  <a:pt x="16582" y="13557"/>
                </a:lnTo>
                <a:lnTo>
                  <a:pt x="17673" y="14017"/>
                </a:lnTo>
                <a:lnTo>
                  <a:pt x="18545" y="14477"/>
                </a:lnTo>
                <a:lnTo>
                  <a:pt x="18982" y="15396"/>
                </a:lnTo>
                <a:lnTo>
                  <a:pt x="19418" y="16545"/>
                </a:lnTo>
                <a:lnTo>
                  <a:pt x="18982" y="17694"/>
                </a:lnTo>
                <a:lnTo>
                  <a:pt x="18545" y="18383"/>
                </a:lnTo>
                <a:lnTo>
                  <a:pt x="17673" y="19072"/>
                </a:lnTo>
                <a:lnTo>
                  <a:pt x="16582" y="1930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49"/>
          <p:cNvSpPr/>
          <p:nvPr/>
        </p:nvSpPr>
        <p:spPr>
          <a:xfrm>
            <a:off x="21738169" y="1198034"/>
            <a:ext cx="165078" cy="165078"/>
          </a:xfrm>
          <a:custGeom>
            <a:rect b="b" l="l" r="r" t="t"/>
            <a:pathLst>
              <a:path extrusionOk="0" h="21600" w="21600">
                <a:moveTo>
                  <a:pt x="15762" y="21600"/>
                </a:moveTo>
                <a:lnTo>
                  <a:pt x="18097" y="19849"/>
                </a:lnTo>
                <a:lnTo>
                  <a:pt x="19849" y="18097"/>
                </a:lnTo>
                <a:lnTo>
                  <a:pt x="21016" y="16346"/>
                </a:lnTo>
                <a:lnTo>
                  <a:pt x="21600" y="14011"/>
                </a:lnTo>
                <a:lnTo>
                  <a:pt x="21600" y="9341"/>
                </a:lnTo>
                <a:lnTo>
                  <a:pt x="21016" y="7589"/>
                </a:lnTo>
                <a:lnTo>
                  <a:pt x="19849" y="5254"/>
                </a:lnTo>
                <a:lnTo>
                  <a:pt x="18097" y="4086"/>
                </a:lnTo>
                <a:lnTo>
                  <a:pt x="16930" y="2335"/>
                </a:lnTo>
                <a:lnTo>
                  <a:pt x="14595" y="1168"/>
                </a:lnTo>
                <a:lnTo>
                  <a:pt x="10508" y="0"/>
                </a:lnTo>
                <a:lnTo>
                  <a:pt x="8173" y="0"/>
                </a:lnTo>
                <a:lnTo>
                  <a:pt x="5838" y="1168"/>
                </a:lnTo>
                <a:lnTo>
                  <a:pt x="4086" y="2335"/>
                </a:lnTo>
                <a:lnTo>
                  <a:pt x="2335" y="4086"/>
                </a:lnTo>
                <a:lnTo>
                  <a:pt x="0" y="5838"/>
                </a:lnTo>
                <a:lnTo>
                  <a:pt x="15762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9"/>
          <p:cNvSpPr/>
          <p:nvPr/>
        </p:nvSpPr>
        <p:spPr>
          <a:xfrm>
            <a:off x="21522267" y="1274234"/>
            <a:ext cx="241326" cy="203202"/>
          </a:xfrm>
          <a:custGeom>
            <a:rect b="b" l="l" r="r" t="t"/>
            <a:pathLst>
              <a:path extrusionOk="0" h="21600" w="21600">
                <a:moveTo>
                  <a:pt x="17280" y="0"/>
                </a:moveTo>
                <a:lnTo>
                  <a:pt x="0" y="20250"/>
                </a:lnTo>
                <a:lnTo>
                  <a:pt x="7069" y="21600"/>
                </a:lnTo>
                <a:lnTo>
                  <a:pt x="21600" y="5400"/>
                </a:lnTo>
                <a:lnTo>
                  <a:pt x="1728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9"/>
          <p:cNvSpPr/>
          <p:nvPr/>
        </p:nvSpPr>
        <p:spPr>
          <a:xfrm>
            <a:off x="21484169" y="1490133"/>
            <a:ext cx="127008" cy="127008"/>
          </a:xfrm>
          <a:custGeom>
            <a:rect b="b" l="l" r="r" t="t"/>
            <a:pathLst>
              <a:path extrusionOk="0" h="21600" w="21600">
                <a:moveTo>
                  <a:pt x="745" y="20880"/>
                </a:moveTo>
                <a:lnTo>
                  <a:pt x="2234" y="21600"/>
                </a:lnTo>
                <a:lnTo>
                  <a:pt x="4469" y="21600"/>
                </a:lnTo>
                <a:lnTo>
                  <a:pt x="21600" y="17280"/>
                </a:lnTo>
                <a:lnTo>
                  <a:pt x="19366" y="2880"/>
                </a:lnTo>
                <a:lnTo>
                  <a:pt x="4469" y="0"/>
                </a:lnTo>
                <a:lnTo>
                  <a:pt x="0" y="17280"/>
                </a:lnTo>
                <a:lnTo>
                  <a:pt x="0" y="18720"/>
                </a:lnTo>
                <a:lnTo>
                  <a:pt x="745" y="2088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9"/>
          <p:cNvSpPr/>
          <p:nvPr/>
        </p:nvSpPr>
        <p:spPr>
          <a:xfrm>
            <a:off x="21623867" y="1350434"/>
            <a:ext cx="203202" cy="228582"/>
          </a:xfrm>
          <a:custGeom>
            <a:rect b="b" l="l" r="r" t="t"/>
            <a:pathLst>
              <a:path extrusionOk="0" h="21600" w="21600">
                <a:moveTo>
                  <a:pt x="16650" y="0"/>
                </a:moveTo>
                <a:lnTo>
                  <a:pt x="0" y="14531"/>
                </a:lnTo>
                <a:lnTo>
                  <a:pt x="1800" y="21600"/>
                </a:lnTo>
                <a:lnTo>
                  <a:pt x="21600" y="4320"/>
                </a:lnTo>
                <a:lnTo>
                  <a:pt x="1665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9"/>
          <p:cNvSpPr/>
          <p:nvPr/>
        </p:nvSpPr>
        <p:spPr>
          <a:xfrm>
            <a:off x="17492133" y="1198034"/>
            <a:ext cx="393714" cy="406404"/>
          </a:xfrm>
          <a:custGeom>
            <a:rect b="b" l="l" r="r" t="t"/>
            <a:pathLst>
              <a:path extrusionOk="0" h="21600" w="21600">
                <a:moveTo>
                  <a:pt x="21600" y="11368"/>
                </a:moveTo>
                <a:lnTo>
                  <a:pt x="10340" y="0"/>
                </a:lnTo>
                <a:lnTo>
                  <a:pt x="8962" y="1819"/>
                </a:lnTo>
                <a:lnTo>
                  <a:pt x="10340" y="3411"/>
                </a:lnTo>
                <a:lnTo>
                  <a:pt x="4826" y="9095"/>
                </a:lnTo>
                <a:lnTo>
                  <a:pt x="3217" y="7276"/>
                </a:lnTo>
                <a:lnTo>
                  <a:pt x="1609" y="9095"/>
                </a:lnTo>
                <a:lnTo>
                  <a:pt x="6434" y="13642"/>
                </a:lnTo>
                <a:lnTo>
                  <a:pt x="0" y="20008"/>
                </a:lnTo>
                <a:lnTo>
                  <a:pt x="1609" y="21600"/>
                </a:lnTo>
                <a:lnTo>
                  <a:pt x="8043" y="15234"/>
                </a:lnTo>
                <a:lnTo>
                  <a:pt x="12868" y="20008"/>
                </a:lnTo>
                <a:lnTo>
                  <a:pt x="14477" y="18417"/>
                </a:lnTo>
                <a:lnTo>
                  <a:pt x="12868" y="16825"/>
                </a:lnTo>
                <a:lnTo>
                  <a:pt x="18613" y="11368"/>
                </a:lnTo>
                <a:lnTo>
                  <a:pt x="19991" y="12960"/>
                </a:lnTo>
                <a:lnTo>
                  <a:pt x="21600" y="1136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49"/>
          <p:cNvSpPr/>
          <p:nvPr/>
        </p:nvSpPr>
        <p:spPr>
          <a:xfrm>
            <a:off x="22487467" y="1286933"/>
            <a:ext cx="368280" cy="330210"/>
          </a:xfrm>
          <a:custGeom>
            <a:rect b="b" l="l" r="r" t="t"/>
            <a:pathLst>
              <a:path extrusionOk="0" h="21600" w="21600">
                <a:moveTo>
                  <a:pt x="10921" y="19959"/>
                </a:moveTo>
                <a:lnTo>
                  <a:pt x="1699" y="9570"/>
                </a:lnTo>
                <a:lnTo>
                  <a:pt x="7281" y="3008"/>
                </a:lnTo>
                <a:lnTo>
                  <a:pt x="10921" y="7109"/>
                </a:lnTo>
                <a:lnTo>
                  <a:pt x="16503" y="0"/>
                </a:lnTo>
                <a:lnTo>
                  <a:pt x="2427" y="0"/>
                </a:lnTo>
                <a:lnTo>
                  <a:pt x="1699" y="273"/>
                </a:lnTo>
                <a:lnTo>
                  <a:pt x="728" y="820"/>
                </a:lnTo>
                <a:lnTo>
                  <a:pt x="485" y="1641"/>
                </a:lnTo>
                <a:lnTo>
                  <a:pt x="0" y="2734"/>
                </a:lnTo>
                <a:lnTo>
                  <a:pt x="0" y="18866"/>
                </a:lnTo>
                <a:lnTo>
                  <a:pt x="485" y="19959"/>
                </a:lnTo>
                <a:lnTo>
                  <a:pt x="728" y="21053"/>
                </a:lnTo>
                <a:lnTo>
                  <a:pt x="1699" y="21327"/>
                </a:lnTo>
                <a:lnTo>
                  <a:pt x="2427" y="21600"/>
                </a:lnTo>
                <a:lnTo>
                  <a:pt x="19173" y="21600"/>
                </a:lnTo>
                <a:lnTo>
                  <a:pt x="21115" y="21053"/>
                </a:lnTo>
                <a:lnTo>
                  <a:pt x="21600" y="18866"/>
                </a:lnTo>
                <a:lnTo>
                  <a:pt x="21600" y="6835"/>
                </a:lnTo>
                <a:lnTo>
                  <a:pt x="10921" y="1995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49"/>
          <p:cNvSpPr/>
          <p:nvPr/>
        </p:nvSpPr>
        <p:spPr>
          <a:xfrm>
            <a:off x="22563667" y="1248834"/>
            <a:ext cx="342900" cy="279396"/>
          </a:xfrm>
          <a:custGeom>
            <a:rect b="b" l="l" r="r" t="t"/>
            <a:pathLst>
              <a:path extrusionOk="0" h="21600" w="21600">
                <a:moveTo>
                  <a:pt x="6835" y="21600"/>
                </a:moveTo>
                <a:lnTo>
                  <a:pt x="0" y="14185"/>
                </a:lnTo>
                <a:lnTo>
                  <a:pt x="2734" y="10961"/>
                </a:lnTo>
                <a:lnTo>
                  <a:pt x="6835" y="16119"/>
                </a:lnTo>
                <a:lnTo>
                  <a:pt x="18866" y="0"/>
                </a:lnTo>
                <a:lnTo>
                  <a:pt x="21600" y="2579"/>
                </a:lnTo>
                <a:lnTo>
                  <a:pt x="6835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9"/>
          <p:cNvSpPr/>
          <p:nvPr/>
        </p:nvSpPr>
        <p:spPr>
          <a:xfrm>
            <a:off x="13462000" y="2218266"/>
            <a:ext cx="406404" cy="393714"/>
          </a:xfrm>
          <a:custGeom>
            <a:rect b="b" l="l" r="r" t="t"/>
            <a:pathLst>
              <a:path extrusionOk="0" h="21600" w="21600">
                <a:moveTo>
                  <a:pt x="21600" y="3252"/>
                </a:moveTo>
                <a:lnTo>
                  <a:pt x="18153" y="0"/>
                </a:lnTo>
                <a:lnTo>
                  <a:pt x="10800" y="7665"/>
                </a:lnTo>
                <a:lnTo>
                  <a:pt x="3447" y="0"/>
                </a:lnTo>
                <a:lnTo>
                  <a:pt x="0" y="3252"/>
                </a:lnTo>
                <a:lnTo>
                  <a:pt x="7583" y="10684"/>
                </a:lnTo>
                <a:lnTo>
                  <a:pt x="0" y="18116"/>
                </a:lnTo>
                <a:lnTo>
                  <a:pt x="3447" y="21600"/>
                </a:lnTo>
                <a:lnTo>
                  <a:pt x="10800" y="13935"/>
                </a:lnTo>
                <a:lnTo>
                  <a:pt x="18153" y="21600"/>
                </a:lnTo>
                <a:lnTo>
                  <a:pt x="21600" y="18116"/>
                </a:lnTo>
                <a:lnTo>
                  <a:pt x="13787" y="10684"/>
                </a:lnTo>
                <a:lnTo>
                  <a:pt x="21600" y="325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49"/>
          <p:cNvSpPr/>
          <p:nvPr/>
        </p:nvSpPr>
        <p:spPr>
          <a:xfrm>
            <a:off x="17631834" y="2370666"/>
            <a:ext cx="101628" cy="101628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300" y="864"/>
                </a:lnTo>
                <a:lnTo>
                  <a:pt x="2700" y="3456"/>
                </a:lnTo>
                <a:lnTo>
                  <a:pt x="900" y="6048"/>
                </a:lnTo>
                <a:lnTo>
                  <a:pt x="0" y="10368"/>
                </a:lnTo>
                <a:lnTo>
                  <a:pt x="900" y="14688"/>
                </a:lnTo>
                <a:lnTo>
                  <a:pt x="2700" y="18144"/>
                </a:lnTo>
                <a:lnTo>
                  <a:pt x="6300" y="19872"/>
                </a:lnTo>
                <a:lnTo>
                  <a:pt x="10800" y="21600"/>
                </a:lnTo>
                <a:lnTo>
                  <a:pt x="15300" y="19872"/>
                </a:lnTo>
                <a:lnTo>
                  <a:pt x="18000" y="18144"/>
                </a:lnTo>
                <a:lnTo>
                  <a:pt x="20700" y="14688"/>
                </a:lnTo>
                <a:lnTo>
                  <a:pt x="21600" y="10368"/>
                </a:lnTo>
                <a:lnTo>
                  <a:pt x="20700" y="6048"/>
                </a:lnTo>
                <a:lnTo>
                  <a:pt x="15300" y="864"/>
                </a:lnTo>
                <a:lnTo>
                  <a:pt x="108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9"/>
          <p:cNvSpPr/>
          <p:nvPr/>
        </p:nvSpPr>
        <p:spPr>
          <a:xfrm>
            <a:off x="17492133" y="2230967"/>
            <a:ext cx="368280" cy="381024"/>
          </a:xfrm>
          <a:custGeom>
            <a:rect b="b" l="l" r="r" t="t"/>
            <a:pathLst>
              <a:path extrusionOk="0" h="21600" w="21600">
                <a:moveTo>
                  <a:pt x="19173" y="0"/>
                </a:moveTo>
                <a:lnTo>
                  <a:pt x="2427" y="0"/>
                </a:lnTo>
                <a:lnTo>
                  <a:pt x="1699" y="243"/>
                </a:lnTo>
                <a:lnTo>
                  <a:pt x="728" y="485"/>
                </a:lnTo>
                <a:lnTo>
                  <a:pt x="485" y="1456"/>
                </a:lnTo>
                <a:lnTo>
                  <a:pt x="0" y="2427"/>
                </a:lnTo>
                <a:lnTo>
                  <a:pt x="0" y="19173"/>
                </a:lnTo>
                <a:lnTo>
                  <a:pt x="485" y="20144"/>
                </a:lnTo>
                <a:lnTo>
                  <a:pt x="728" y="20872"/>
                </a:lnTo>
                <a:lnTo>
                  <a:pt x="1699" y="21357"/>
                </a:lnTo>
                <a:lnTo>
                  <a:pt x="2427" y="21600"/>
                </a:lnTo>
                <a:lnTo>
                  <a:pt x="19173" y="21600"/>
                </a:lnTo>
                <a:lnTo>
                  <a:pt x="20144" y="21357"/>
                </a:lnTo>
                <a:lnTo>
                  <a:pt x="21115" y="20872"/>
                </a:lnTo>
                <a:lnTo>
                  <a:pt x="21357" y="20144"/>
                </a:lnTo>
                <a:lnTo>
                  <a:pt x="21600" y="19173"/>
                </a:lnTo>
                <a:lnTo>
                  <a:pt x="21600" y="2427"/>
                </a:lnTo>
                <a:lnTo>
                  <a:pt x="21115" y="485"/>
                </a:lnTo>
                <a:lnTo>
                  <a:pt x="19173" y="0"/>
                </a:lnTo>
                <a:close/>
                <a:moveTo>
                  <a:pt x="17960" y="11892"/>
                </a:moveTo>
                <a:lnTo>
                  <a:pt x="16018" y="11892"/>
                </a:lnTo>
                <a:lnTo>
                  <a:pt x="15290" y="13348"/>
                </a:lnTo>
                <a:lnTo>
                  <a:pt x="16989" y="14562"/>
                </a:lnTo>
                <a:lnTo>
                  <a:pt x="14804" y="16746"/>
                </a:lnTo>
                <a:lnTo>
                  <a:pt x="13591" y="15290"/>
                </a:lnTo>
                <a:lnTo>
                  <a:pt x="12135" y="15775"/>
                </a:lnTo>
                <a:lnTo>
                  <a:pt x="12135" y="17960"/>
                </a:lnTo>
                <a:lnTo>
                  <a:pt x="9708" y="17960"/>
                </a:lnTo>
                <a:lnTo>
                  <a:pt x="9708" y="15775"/>
                </a:lnTo>
                <a:lnTo>
                  <a:pt x="8252" y="15290"/>
                </a:lnTo>
                <a:lnTo>
                  <a:pt x="7038" y="16746"/>
                </a:lnTo>
                <a:lnTo>
                  <a:pt x="4854" y="14562"/>
                </a:lnTo>
                <a:lnTo>
                  <a:pt x="6310" y="13348"/>
                </a:lnTo>
                <a:lnTo>
                  <a:pt x="5825" y="11892"/>
                </a:lnTo>
                <a:lnTo>
                  <a:pt x="3640" y="11892"/>
                </a:lnTo>
                <a:lnTo>
                  <a:pt x="3640" y="9465"/>
                </a:lnTo>
                <a:lnTo>
                  <a:pt x="5825" y="9465"/>
                </a:lnTo>
                <a:lnTo>
                  <a:pt x="6310" y="8009"/>
                </a:lnTo>
                <a:lnTo>
                  <a:pt x="4854" y="6796"/>
                </a:lnTo>
                <a:lnTo>
                  <a:pt x="7038" y="4854"/>
                </a:lnTo>
                <a:lnTo>
                  <a:pt x="8252" y="6310"/>
                </a:lnTo>
                <a:lnTo>
                  <a:pt x="9708" y="5582"/>
                </a:lnTo>
                <a:lnTo>
                  <a:pt x="9708" y="3640"/>
                </a:lnTo>
                <a:lnTo>
                  <a:pt x="12135" y="3640"/>
                </a:lnTo>
                <a:lnTo>
                  <a:pt x="12135" y="5582"/>
                </a:lnTo>
                <a:lnTo>
                  <a:pt x="13591" y="6310"/>
                </a:lnTo>
                <a:lnTo>
                  <a:pt x="14804" y="4854"/>
                </a:lnTo>
                <a:lnTo>
                  <a:pt x="16989" y="6796"/>
                </a:lnTo>
                <a:lnTo>
                  <a:pt x="15290" y="8009"/>
                </a:lnTo>
                <a:lnTo>
                  <a:pt x="16018" y="9465"/>
                </a:lnTo>
                <a:lnTo>
                  <a:pt x="17960" y="9465"/>
                </a:lnTo>
                <a:lnTo>
                  <a:pt x="17960" y="1189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49"/>
          <p:cNvSpPr/>
          <p:nvPr/>
        </p:nvSpPr>
        <p:spPr>
          <a:xfrm>
            <a:off x="15422033" y="2269066"/>
            <a:ext cx="495288" cy="292086"/>
          </a:xfrm>
          <a:custGeom>
            <a:rect b="b" l="l" r="r" t="t"/>
            <a:pathLst>
              <a:path extrusionOk="0" h="21600" w="21600">
                <a:moveTo>
                  <a:pt x="15376" y="0"/>
                </a:moveTo>
                <a:lnTo>
                  <a:pt x="6407" y="0"/>
                </a:lnTo>
                <a:lnTo>
                  <a:pt x="4942" y="313"/>
                </a:lnTo>
                <a:lnTo>
                  <a:pt x="3844" y="626"/>
                </a:lnTo>
                <a:lnTo>
                  <a:pt x="2746" y="1878"/>
                </a:lnTo>
                <a:lnTo>
                  <a:pt x="1831" y="3130"/>
                </a:lnTo>
                <a:lnTo>
                  <a:pt x="1098" y="4696"/>
                </a:lnTo>
                <a:lnTo>
                  <a:pt x="549" y="6574"/>
                </a:lnTo>
                <a:lnTo>
                  <a:pt x="183" y="8452"/>
                </a:lnTo>
                <a:lnTo>
                  <a:pt x="0" y="10643"/>
                </a:lnTo>
                <a:lnTo>
                  <a:pt x="183" y="13148"/>
                </a:lnTo>
                <a:lnTo>
                  <a:pt x="549" y="15026"/>
                </a:lnTo>
                <a:lnTo>
                  <a:pt x="1098" y="16904"/>
                </a:lnTo>
                <a:lnTo>
                  <a:pt x="1831" y="18470"/>
                </a:lnTo>
                <a:lnTo>
                  <a:pt x="2746" y="19722"/>
                </a:lnTo>
                <a:lnTo>
                  <a:pt x="3844" y="20661"/>
                </a:lnTo>
                <a:lnTo>
                  <a:pt x="4942" y="21287"/>
                </a:lnTo>
                <a:lnTo>
                  <a:pt x="6407" y="21600"/>
                </a:lnTo>
                <a:lnTo>
                  <a:pt x="15376" y="21600"/>
                </a:lnTo>
                <a:lnTo>
                  <a:pt x="16658" y="21287"/>
                </a:lnTo>
                <a:lnTo>
                  <a:pt x="17756" y="20661"/>
                </a:lnTo>
                <a:lnTo>
                  <a:pt x="19037" y="19722"/>
                </a:lnTo>
                <a:lnTo>
                  <a:pt x="19953" y="18470"/>
                </a:lnTo>
                <a:lnTo>
                  <a:pt x="20502" y="16904"/>
                </a:lnTo>
                <a:lnTo>
                  <a:pt x="21234" y="15026"/>
                </a:lnTo>
                <a:lnTo>
                  <a:pt x="21417" y="13148"/>
                </a:lnTo>
                <a:lnTo>
                  <a:pt x="21600" y="10643"/>
                </a:lnTo>
                <a:lnTo>
                  <a:pt x="21417" y="8452"/>
                </a:lnTo>
                <a:lnTo>
                  <a:pt x="21234" y="6574"/>
                </a:lnTo>
                <a:lnTo>
                  <a:pt x="20502" y="4696"/>
                </a:lnTo>
                <a:lnTo>
                  <a:pt x="19953" y="3130"/>
                </a:lnTo>
                <a:lnTo>
                  <a:pt x="19037" y="1878"/>
                </a:lnTo>
                <a:lnTo>
                  <a:pt x="17756" y="626"/>
                </a:lnTo>
                <a:lnTo>
                  <a:pt x="16658" y="313"/>
                </a:lnTo>
                <a:lnTo>
                  <a:pt x="15376" y="0"/>
                </a:lnTo>
                <a:close/>
                <a:moveTo>
                  <a:pt x="15376" y="15339"/>
                </a:moveTo>
                <a:lnTo>
                  <a:pt x="14278" y="15026"/>
                </a:lnTo>
                <a:lnTo>
                  <a:pt x="13546" y="13774"/>
                </a:lnTo>
                <a:lnTo>
                  <a:pt x="12814" y="12835"/>
                </a:lnTo>
                <a:lnTo>
                  <a:pt x="12631" y="10643"/>
                </a:lnTo>
                <a:lnTo>
                  <a:pt x="12814" y="8765"/>
                </a:lnTo>
                <a:lnTo>
                  <a:pt x="13546" y="7826"/>
                </a:lnTo>
                <a:lnTo>
                  <a:pt x="14278" y="6574"/>
                </a:lnTo>
                <a:lnTo>
                  <a:pt x="15376" y="6261"/>
                </a:lnTo>
                <a:lnTo>
                  <a:pt x="16475" y="6574"/>
                </a:lnTo>
                <a:lnTo>
                  <a:pt x="17756" y="8765"/>
                </a:lnTo>
                <a:lnTo>
                  <a:pt x="18122" y="10643"/>
                </a:lnTo>
                <a:lnTo>
                  <a:pt x="17756" y="12835"/>
                </a:lnTo>
                <a:lnTo>
                  <a:pt x="16475" y="15026"/>
                </a:lnTo>
                <a:lnTo>
                  <a:pt x="15376" y="1533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49"/>
          <p:cNvSpPr/>
          <p:nvPr/>
        </p:nvSpPr>
        <p:spPr>
          <a:xfrm>
            <a:off x="16425333" y="2269066"/>
            <a:ext cx="495288" cy="292086"/>
          </a:xfrm>
          <a:custGeom>
            <a:rect b="b" l="l" r="r" t="t"/>
            <a:pathLst>
              <a:path extrusionOk="0" h="21600" w="21600">
                <a:moveTo>
                  <a:pt x="6224" y="21600"/>
                </a:moveTo>
                <a:lnTo>
                  <a:pt x="15376" y="21600"/>
                </a:lnTo>
                <a:lnTo>
                  <a:pt x="16658" y="21287"/>
                </a:lnTo>
                <a:lnTo>
                  <a:pt x="17756" y="20661"/>
                </a:lnTo>
                <a:lnTo>
                  <a:pt x="18854" y="19722"/>
                </a:lnTo>
                <a:lnTo>
                  <a:pt x="19769" y="18470"/>
                </a:lnTo>
                <a:lnTo>
                  <a:pt x="20502" y="16904"/>
                </a:lnTo>
                <a:lnTo>
                  <a:pt x="21234" y="15026"/>
                </a:lnTo>
                <a:lnTo>
                  <a:pt x="21417" y="13148"/>
                </a:lnTo>
                <a:lnTo>
                  <a:pt x="21600" y="10643"/>
                </a:lnTo>
                <a:lnTo>
                  <a:pt x="21417" y="8452"/>
                </a:lnTo>
                <a:lnTo>
                  <a:pt x="21234" y="6574"/>
                </a:lnTo>
                <a:lnTo>
                  <a:pt x="20502" y="4696"/>
                </a:lnTo>
                <a:lnTo>
                  <a:pt x="19769" y="3130"/>
                </a:lnTo>
                <a:lnTo>
                  <a:pt x="18854" y="1878"/>
                </a:lnTo>
                <a:lnTo>
                  <a:pt x="17756" y="626"/>
                </a:lnTo>
                <a:lnTo>
                  <a:pt x="16658" y="313"/>
                </a:lnTo>
                <a:lnTo>
                  <a:pt x="15376" y="0"/>
                </a:lnTo>
                <a:lnTo>
                  <a:pt x="6224" y="0"/>
                </a:lnTo>
                <a:lnTo>
                  <a:pt x="4942" y="313"/>
                </a:lnTo>
                <a:lnTo>
                  <a:pt x="3844" y="626"/>
                </a:lnTo>
                <a:lnTo>
                  <a:pt x="2746" y="1878"/>
                </a:lnTo>
                <a:lnTo>
                  <a:pt x="1831" y="3130"/>
                </a:lnTo>
                <a:lnTo>
                  <a:pt x="1098" y="4696"/>
                </a:lnTo>
                <a:lnTo>
                  <a:pt x="366" y="6574"/>
                </a:lnTo>
                <a:lnTo>
                  <a:pt x="183" y="8452"/>
                </a:lnTo>
                <a:lnTo>
                  <a:pt x="0" y="10643"/>
                </a:lnTo>
                <a:lnTo>
                  <a:pt x="183" y="13148"/>
                </a:lnTo>
                <a:lnTo>
                  <a:pt x="366" y="15026"/>
                </a:lnTo>
                <a:lnTo>
                  <a:pt x="1098" y="16904"/>
                </a:lnTo>
                <a:lnTo>
                  <a:pt x="1831" y="18470"/>
                </a:lnTo>
                <a:lnTo>
                  <a:pt x="2746" y="19722"/>
                </a:lnTo>
                <a:lnTo>
                  <a:pt x="3844" y="20661"/>
                </a:lnTo>
                <a:lnTo>
                  <a:pt x="4942" y="21287"/>
                </a:lnTo>
                <a:lnTo>
                  <a:pt x="6224" y="21600"/>
                </a:lnTo>
                <a:close/>
                <a:moveTo>
                  <a:pt x="6224" y="6261"/>
                </a:moveTo>
                <a:lnTo>
                  <a:pt x="7505" y="6574"/>
                </a:lnTo>
                <a:lnTo>
                  <a:pt x="8054" y="7826"/>
                </a:lnTo>
                <a:lnTo>
                  <a:pt x="8786" y="8765"/>
                </a:lnTo>
                <a:lnTo>
                  <a:pt x="8969" y="10643"/>
                </a:lnTo>
                <a:lnTo>
                  <a:pt x="8786" y="12835"/>
                </a:lnTo>
                <a:lnTo>
                  <a:pt x="8054" y="13774"/>
                </a:lnTo>
                <a:lnTo>
                  <a:pt x="7505" y="15026"/>
                </a:lnTo>
                <a:lnTo>
                  <a:pt x="6224" y="15339"/>
                </a:lnTo>
                <a:lnTo>
                  <a:pt x="5125" y="15026"/>
                </a:lnTo>
                <a:lnTo>
                  <a:pt x="4576" y="13774"/>
                </a:lnTo>
                <a:lnTo>
                  <a:pt x="3844" y="12835"/>
                </a:lnTo>
                <a:lnTo>
                  <a:pt x="3661" y="10643"/>
                </a:lnTo>
                <a:lnTo>
                  <a:pt x="3844" y="8765"/>
                </a:lnTo>
                <a:lnTo>
                  <a:pt x="4576" y="7826"/>
                </a:lnTo>
                <a:lnTo>
                  <a:pt x="5125" y="6574"/>
                </a:lnTo>
                <a:lnTo>
                  <a:pt x="6224" y="626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49"/>
          <p:cNvSpPr/>
          <p:nvPr/>
        </p:nvSpPr>
        <p:spPr>
          <a:xfrm>
            <a:off x="14452600" y="2269066"/>
            <a:ext cx="266706" cy="5081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49"/>
          <p:cNvSpPr/>
          <p:nvPr/>
        </p:nvSpPr>
        <p:spPr>
          <a:xfrm>
            <a:off x="14452600" y="2523066"/>
            <a:ext cx="266706" cy="3812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49"/>
          <p:cNvSpPr/>
          <p:nvPr/>
        </p:nvSpPr>
        <p:spPr>
          <a:xfrm>
            <a:off x="14452600" y="2396066"/>
            <a:ext cx="50814" cy="3812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49"/>
          <p:cNvSpPr/>
          <p:nvPr/>
        </p:nvSpPr>
        <p:spPr>
          <a:xfrm>
            <a:off x="14693902" y="2396066"/>
            <a:ext cx="1779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49"/>
          <p:cNvSpPr/>
          <p:nvPr/>
        </p:nvSpPr>
        <p:spPr>
          <a:xfrm>
            <a:off x="14744702" y="2230967"/>
            <a:ext cx="127008" cy="127008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720"/>
                </a:lnTo>
                <a:lnTo>
                  <a:pt x="720" y="6480"/>
                </a:lnTo>
                <a:lnTo>
                  <a:pt x="0" y="10800"/>
                </a:lnTo>
                <a:lnTo>
                  <a:pt x="720" y="15120"/>
                </a:lnTo>
                <a:lnTo>
                  <a:pt x="3600" y="18000"/>
                </a:lnTo>
                <a:lnTo>
                  <a:pt x="6480" y="20160"/>
                </a:lnTo>
                <a:lnTo>
                  <a:pt x="10800" y="21600"/>
                </a:lnTo>
                <a:lnTo>
                  <a:pt x="15120" y="20160"/>
                </a:lnTo>
                <a:lnTo>
                  <a:pt x="18000" y="18000"/>
                </a:lnTo>
                <a:lnTo>
                  <a:pt x="20880" y="15120"/>
                </a:lnTo>
                <a:lnTo>
                  <a:pt x="21600" y="10800"/>
                </a:lnTo>
                <a:lnTo>
                  <a:pt x="20880" y="6480"/>
                </a:lnTo>
                <a:lnTo>
                  <a:pt x="15120" y="720"/>
                </a:lnTo>
                <a:lnTo>
                  <a:pt x="108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49"/>
          <p:cNvSpPr/>
          <p:nvPr/>
        </p:nvSpPr>
        <p:spPr>
          <a:xfrm>
            <a:off x="14541502" y="2357967"/>
            <a:ext cx="127008" cy="127008"/>
          </a:xfrm>
          <a:custGeom>
            <a:rect b="b" l="l" r="r" t="t"/>
            <a:pathLst>
              <a:path extrusionOk="0" h="21600" w="21600">
                <a:moveTo>
                  <a:pt x="11172" y="0"/>
                </a:moveTo>
                <a:lnTo>
                  <a:pt x="6703" y="745"/>
                </a:lnTo>
                <a:lnTo>
                  <a:pt x="3724" y="3724"/>
                </a:lnTo>
                <a:lnTo>
                  <a:pt x="745" y="5959"/>
                </a:lnTo>
                <a:lnTo>
                  <a:pt x="0" y="10428"/>
                </a:lnTo>
                <a:lnTo>
                  <a:pt x="745" y="15641"/>
                </a:lnTo>
                <a:lnTo>
                  <a:pt x="3724" y="17876"/>
                </a:lnTo>
                <a:lnTo>
                  <a:pt x="6703" y="20855"/>
                </a:lnTo>
                <a:lnTo>
                  <a:pt x="11172" y="21600"/>
                </a:lnTo>
                <a:lnTo>
                  <a:pt x="15641" y="20855"/>
                </a:lnTo>
                <a:lnTo>
                  <a:pt x="20855" y="15641"/>
                </a:lnTo>
                <a:lnTo>
                  <a:pt x="21600" y="10428"/>
                </a:lnTo>
                <a:lnTo>
                  <a:pt x="20855" y="5959"/>
                </a:lnTo>
                <a:lnTo>
                  <a:pt x="15641" y="745"/>
                </a:lnTo>
                <a:lnTo>
                  <a:pt x="11172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49"/>
          <p:cNvSpPr/>
          <p:nvPr/>
        </p:nvSpPr>
        <p:spPr>
          <a:xfrm>
            <a:off x="14744702" y="2484967"/>
            <a:ext cx="127008" cy="127008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720"/>
                </a:lnTo>
                <a:lnTo>
                  <a:pt x="720" y="6480"/>
                </a:lnTo>
                <a:lnTo>
                  <a:pt x="0" y="10800"/>
                </a:lnTo>
                <a:lnTo>
                  <a:pt x="720" y="15120"/>
                </a:lnTo>
                <a:lnTo>
                  <a:pt x="6480" y="20880"/>
                </a:lnTo>
                <a:lnTo>
                  <a:pt x="10800" y="21600"/>
                </a:lnTo>
                <a:lnTo>
                  <a:pt x="15120" y="20880"/>
                </a:lnTo>
                <a:lnTo>
                  <a:pt x="20880" y="15120"/>
                </a:lnTo>
                <a:lnTo>
                  <a:pt x="21600" y="10800"/>
                </a:lnTo>
                <a:lnTo>
                  <a:pt x="20880" y="6480"/>
                </a:lnTo>
                <a:lnTo>
                  <a:pt x="15120" y="720"/>
                </a:lnTo>
                <a:lnTo>
                  <a:pt x="108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49"/>
          <p:cNvSpPr/>
          <p:nvPr/>
        </p:nvSpPr>
        <p:spPr>
          <a:xfrm>
            <a:off x="18470034" y="2205567"/>
            <a:ext cx="419094" cy="419094"/>
          </a:xfrm>
          <a:custGeom>
            <a:rect b="b" l="l" r="r" t="t"/>
            <a:pathLst>
              <a:path extrusionOk="0" h="21600" w="21600">
                <a:moveTo>
                  <a:pt x="10909" y="0"/>
                </a:moveTo>
                <a:lnTo>
                  <a:pt x="8727" y="218"/>
                </a:lnTo>
                <a:lnTo>
                  <a:pt x="6545" y="873"/>
                </a:lnTo>
                <a:lnTo>
                  <a:pt x="5018" y="1964"/>
                </a:lnTo>
                <a:lnTo>
                  <a:pt x="3273" y="3273"/>
                </a:lnTo>
                <a:lnTo>
                  <a:pt x="1964" y="4800"/>
                </a:lnTo>
                <a:lnTo>
                  <a:pt x="873" y="6545"/>
                </a:lnTo>
                <a:lnTo>
                  <a:pt x="436" y="8727"/>
                </a:lnTo>
                <a:lnTo>
                  <a:pt x="0" y="10691"/>
                </a:lnTo>
                <a:lnTo>
                  <a:pt x="873" y="15055"/>
                </a:lnTo>
                <a:lnTo>
                  <a:pt x="1964" y="16800"/>
                </a:lnTo>
                <a:lnTo>
                  <a:pt x="3273" y="18327"/>
                </a:lnTo>
                <a:lnTo>
                  <a:pt x="5018" y="19636"/>
                </a:lnTo>
                <a:lnTo>
                  <a:pt x="6545" y="20727"/>
                </a:lnTo>
                <a:lnTo>
                  <a:pt x="10909" y="21600"/>
                </a:lnTo>
                <a:lnTo>
                  <a:pt x="13091" y="21164"/>
                </a:lnTo>
                <a:lnTo>
                  <a:pt x="15055" y="20727"/>
                </a:lnTo>
                <a:lnTo>
                  <a:pt x="16800" y="19636"/>
                </a:lnTo>
                <a:lnTo>
                  <a:pt x="18327" y="18327"/>
                </a:lnTo>
                <a:lnTo>
                  <a:pt x="19636" y="16800"/>
                </a:lnTo>
                <a:lnTo>
                  <a:pt x="20727" y="15055"/>
                </a:lnTo>
                <a:lnTo>
                  <a:pt x="21382" y="12873"/>
                </a:lnTo>
                <a:lnTo>
                  <a:pt x="21600" y="10691"/>
                </a:lnTo>
                <a:lnTo>
                  <a:pt x="21382" y="8727"/>
                </a:lnTo>
                <a:lnTo>
                  <a:pt x="20727" y="6545"/>
                </a:lnTo>
                <a:lnTo>
                  <a:pt x="19636" y="4800"/>
                </a:lnTo>
                <a:lnTo>
                  <a:pt x="18327" y="3273"/>
                </a:lnTo>
                <a:lnTo>
                  <a:pt x="16800" y="1964"/>
                </a:lnTo>
                <a:lnTo>
                  <a:pt x="15055" y="873"/>
                </a:lnTo>
                <a:lnTo>
                  <a:pt x="13091" y="218"/>
                </a:lnTo>
                <a:lnTo>
                  <a:pt x="10909" y="0"/>
                </a:lnTo>
                <a:close/>
                <a:moveTo>
                  <a:pt x="12436" y="11564"/>
                </a:moveTo>
                <a:lnTo>
                  <a:pt x="13091" y="16145"/>
                </a:lnTo>
                <a:lnTo>
                  <a:pt x="8727" y="16145"/>
                </a:lnTo>
                <a:lnTo>
                  <a:pt x="9164" y="11564"/>
                </a:lnTo>
                <a:lnTo>
                  <a:pt x="8727" y="11127"/>
                </a:lnTo>
                <a:lnTo>
                  <a:pt x="8073" y="10255"/>
                </a:lnTo>
                <a:lnTo>
                  <a:pt x="7636" y="9382"/>
                </a:lnTo>
                <a:lnTo>
                  <a:pt x="7636" y="8727"/>
                </a:lnTo>
                <a:lnTo>
                  <a:pt x="7855" y="7200"/>
                </a:lnTo>
                <a:lnTo>
                  <a:pt x="8727" y="6545"/>
                </a:lnTo>
                <a:lnTo>
                  <a:pt x="9382" y="5673"/>
                </a:lnTo>
                <a:lnTo>
                  <a:pt x="10909" y="5455"/>
                </a:lnTo>
                <a:lnTo>
                  <a:pt x="12218" y="5673"/>
                </a:lnTo>
                <a:lnTo>
                  <a:pt x="13745" y="7200"/>
                </a:lnTo>
                <a:lnTo>
                  <a:pt x="13964" y="8727"/>
                </a:lnTo>
                <a:lnTo>
                  <a:pt x="13964" y="9382"/>
                </a:lnTo>
                <a:lnTo>
                  <a:pt x="13091" y="11127"/>
                </a:lnTo>
                <a:lnTo>
                  <a:pt x="12436" y="1156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49"/>
          <p:cNvSpPr/>
          <p:nvPr/>
        </p:nvSpPr>
        <p:spPr>
          <a:xfrm>
            <a:off x="20455466" y="2192866"/>
            <a:ext cx="457218" cy="431784"/>
          </a:xfrm>
          <a:custGeom>
            <a:rect b="b" l="l" r="r" t="t"/>
            <a:pathLst>
              <a:path extrusionOk="0" h="21600" w="21600">
                <a:moveTo>
                  <a:pt x="19800" y="2077"/>
                </a:moveTo>
                <a:lnTo>
                  <a:pt x="17800" y="2077"/>
                </a:lnTo>
                <a:lnTo>
                  <a:pt x="17800" y="0"/>
                </a:lnTo>
                <a:lnTo>
                  <a:pt x="15800" y="0"/>
                </a:lnTo>
                <a:lnTo>
                  <a:pt x="15800" y="5192"/>
                </a:lnTo>
                <a:lnTo>
                  <a:pt x="13800" y="5192"/>
                </a:lnTo>
                <a:lnTo>
                  <a:pt x="13800" y="2077"/>
                </a:lnTo>
                <a:lnTo>
                  <a:pt x="7800" y="2077"/>
                </a:lnTo>
                <a:lnTo>
                  <a:pt x="7800" y="0"/>
                </a:lnTo>
                <a:lnTo>
                  <a:pt x="6000" y="0"/>
                </a:lnTo>
                <a:lnTo>
                  <a:pt x="6000" y="5192"/>
                </a:lnTo>
                <a:lnTo>
                  <a:pt x="4000" y="5192"/>
                </a:lnTo>
                <a:lnTo>
                  <a:pt x="4000" y="2077"/>
                </a:lnTo>
                <a:lnTo>
                  <a:pt x="2000" y="2077"/>
                </a:lnTo>
                <a:lnTo>
                  <a:pt x="400" y="2492"/>
                </a:lnTo>
                <a:lnTo>
                  <a:pt x="0" y="4154"/>
                </a:lnTo>
                <a:lnTo>
                  <a:pt x="0" y="19523"/>
                </a:lnTo>
                <a:lnTo>
                  <a:pt x="200" y="20354"/>
                </a:lnTo>
                <a:lnTo>
                  <a:pt x="400" y="20977"/>
                </a:lnTo>
                <a:lnTo>
                  <a:pt x="1200" y="21185"/>
                </a:lnTo>
                <a:lnTo>
                  <a:pt x="2000" y="21600"/>
                </a:lnTo>
                <a:lnTo>
                  <a:pt x="19800" y="21600"/>
                </a:lnTo>
                <a:lnTo>
                  <a:pt x="20400" y="21185"/>
                </a:lnTo>
                <a:lnTo>
                  <a:pt x="21200" y="20977"/>
                </a:lnTo>
                <a:lnTo>
                  <a:pt x="21400" y="20354"/>
                </a:lnTo>
                <a:lnTo>
                  <a:pt x="21600" y="19523"/>
                </a:lnTo>
                <a:lnTo>
                  <a:pt x="21600" y="4154"/>
                </a:lnTo>
                <a:lnTo>
                  <a:pt x="21200" y="2492"/>
                </a:lnTo>
                <a:lnTo>
                  <a:pt x="20400" y="2285"/>
                </a:lnTo>
                <a:lnTo>
                  <a:pt x="19800" y="2077"/>
                </a:lnTo>
                <a:close/>
                <a:moveTo>
                  <a:pt x="6800" y="18485"/>
                </a:moveTo>
                <a:lnTo>
                  <a:pt x="3000" y="18485"/>
                </a:lnTo>
                <a:lnTo>
                  <a:pt x="3000" y="14331"/>
                </a:lnTo>
                <a:lnTo>
                  <a:pt x="6800" y="14331"/>
                </a:lnTo>
                <a:lnTo>
                  <a:pt x="6800" y="18485"/>
                </a:lnTo>
                <a:close/>
                <a:moveTo>
                  <a:pt x="6800" y="12254"/>
                </a:moveTo>
                <a:lnTo>
                  <a:pt x="3000" y="12254"/>
                </a:lnTo>
                <a:lnTo>
                  <a:pt x="3000" y="8308"/>
                </a:lnTo>
                <a:lnTo>
                  <a:pt x="6800" y="8308"/>
                </a:lnTo>
                <a:lnTo>
                  <a:pt x="6800" y="12254"/>
                </a:lnTo>
                <a:close/>
                <a:moveTo>
                  <a:pt x="12800" y="18485"/>
                </a:moveTo>
                <a:lnTo>
                  <a:pt x="8800" y="18485"/>
                </a:lnTo>
                <a:lnTo>
                  <a:pt x="8800" y="14331"/>
                </a:lnTo>
                <a:lnTo>
                  <a:pt x="12800" y="14331"/>
                </a:lnTo>
                <a:lnTo>
                  <a:pt x="12800" y="18485"/>
                </a:lnTo>
                <a:close/>
                <a:moveTo>
                  <a:pt x="12800" y="12254"/>
                </a:moveTo>
                <a:lnTo>
                  <a:pt x="8800" y="12254"/>
                </a:lnTo>
                <a:lnTo>
                  <a:pt x="8800" y="8308"/>
                </a:lnTo>
                <a:lnTo>
                  <a:pt x="12800" y="8308"/>
                </a:lnTo>
                <a:lnTo>
                  <a:pt x="12800" y="12254"/>
                </a:lnTo>
                <a:close/>
                <a:moveTo>
                  <a:pt x="18800" y="12254"/>
                </a:moveTo>
                <a:lnTo>
                  <a:pt x="14800" y="12254"/>
                </a:lnTo>
                <a:lnTo>
                  <a:pt x="14800" y="8308"/>
                </a:lnTo>
                <a:lnTo>
                  <a:pt x="18800" y="8308"/>
                </a:lnTo>
                <a:lnTo>
                  <a:pt x="18800" y="1225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49"/>
          <p:cNvSpPr/>
          <p:nvPr/>
        </p:nvSpPr>
        <p:spPr>
          <a:xfrm>
            <a:off x="19536834" y="2205567"/>
            <a:ext cx="292086" cy="419094"/>
          </a:xfrm>
          <a:custGeom>
            <a:rect b="b" l="l" r="r" t="t"/>
            <a:pathLst>
              <a:path extrusionOk="0" h="21600" w="21600">
                <a:moveTo>
                  <a:pt x="0" y="18109"/>
                </a:moveTo>
                <a:lnTo>
                  <a:pt x="0" y="20945"/>
                </a:lnTo>
                <a:lnTo>
                  <a:pt x="313" y="21164"/>
                </a:lnTo>
                <a:lnTo>
                  <a:pt x="626" y="21600"/>
                </a:lnTo>
                <a:lnTo>
                  <a:pt x="20661" y="21600"/>
                </a:lnTo>
                <a:lnTo>
                  <a:pt x="21600" y="20945"/>
                </a:lnTo>
                <a:lnTo>
                  <a:pt x="21600" y="18109"/>
                </a:lnTo>
                <a:lnTo>
                  <a:pt x="21287" y="17018"/>
                </a:lnTo>
                <a:lnTo>
                  <a:pt x="20035" y="15927"/>
                </a:lnTo>
                <a:lnTo>
                  <a:pt x="13148" y="10691"/>
                </a:lnTo>
                <a:lnTo>
                  <a:pt x="20035" y="5673"/>
                </a:lnTo>
                <a:lnTo>
                  <a:pt x="21287" y="4582"/>
                </a:lnTo>
                <a:lnTo>
                  <a:pt x="21600" y="3491"/>
                </a:lnTo>
                <a:lnTo>
                  <a:pt x="21600" y="655"/>
                </a:lnTo>
                <a:lnTo>
                  <a:pt x="21287" y="218"/>
                </a:lnTo>
                <a:lnTo>
                  <a:pt x="20661" y="0"/>
                </a:lnTo>
                <a:lnTo>
                  <a:pt x="626" y="0"/>
                </a:lnTo>
                <a:lnTo>
                  <a:pt x="313" y="218"/>
                </a:lnTo>
                <a:lnTo>
                  <a:pt x="0" y="655"/>
                </a:lnTo>
                <a:lnTo>
                  <a:pt x="0" y="3491"/>
                </a:lnTo>
                <a:lnTo>
                  <a:pt x="313" y="4582"/>
                </a:lnTo>
                <a:lnTo>
                  <a:pt x="1565" y="5673"/>
                </a:lnTo>
                <a:lnTo>
                  <a:pt x="8452" y="10691"/>
                </a:lnTo>
                <a:lnTo>
                  <a:pt x="1565" y="15927"/>
                </a:lnTo>
                <a:lnTo>
                  <a:pt x="313" y="17018"/>
                </a:lnTo>
                <a:lnTo>
                  <a:pt x="0" y="18109"/>
                </a:lnTo>
                <a:close/>
                <a:moveTo>
                  <a:pt x="6261" y="3273"/>
                </a:moveTo>
                <a:lnTo>
                  <a:pt x="15339" y="3273"/>
                </a:lnTo>
                <a:lnTo>
                  <a:pt x="10643" y="6545"/>
                </a:lnTo>
                <a:lnTo>
                  <a:pt x="6261" y="327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49"/>
          <p:cNvSpPr/>
          <p:nvPr/>
        </p:nvSpPr>
        <p:spPr>
          <a:xfrm>
            <a:off x="21484169" y="2230967"/>
            <a:ext cx="419094" cy="165078"/>
          </a:xfrm>
          <a:custGeom>
            <a:rect b="b" l="l" r="r" t="t"/>
            <a:pathLst>
              <a:path extrusionOk="0" h="21600" w="21600">
                <a:moveTo>
                  <a:pt x="20498" y="21600"/>
                </a:moveTo>
                <a:lnTo>
                  <a:pt x="21380" y="21046"/>
                </a:lnTo>
                <a:lnTo>
                  <a:pt x="21600" y="19938"/>
                </a:lnTo>
                <a:lnTo>
                  <a:pt x="21380" y="17723"/>
                </a:lnTo>
                <a:lnTo>
                  <a:pt x="20939" y="16615"/>
                </a:lnTo>
                <a:lnTo>
                  <a:pt x="1322" y="0"/>
                </a:lnTo>
                <a:lnTo>
                  <a:pt x="661" y="0"/>
                </a:lnTo>
                <a:lnTo>
                  <a:pt x="220" y="554"/>
                </a:lnTo>
                <a:lnTo>
                  <a:pt x="0" y="2215"/>
                </a:lnTo>
                <a:lnTo>
                  <a:pt x="220" y="3323"/>
                </a:lnTo>
                <a:lnTo>
                  <a:pt x="3967" y="20492"/>
                </a:lnTo>
                <a:lnTo>
                  <a:pt x="4629" y="21046"/>
                </a:lnTo>
                <a:lnTo>
                  <a:pt x="5069" y="21600"/>
                </a:lnTo>
                <a:lnTo>
                  <a:pt x="20498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9"/>
          <p:cNvSpPr/>
          <p:nvPr/>
        </p:nvSpPr>
        <p:spPr>
          <a:xfrm>
            <a:off x="21484169" y="2434167"/>
            <a:ext cx="419094" cy="177822"/>
          </a:xfrm>
          <a:custGeom>
            <a:rect b="b" l="l" r="r" t="t"/>
            <a:pathLst>
              <a:path extrusionOk="0" h="21600" w="21600">
                <a:moveTo>
                  <a:pt x="5069" y="0"/>
                </a:moveTo>
                <a:lnTo>
                  <a:pt x="4629" y="1080"/>
                </a:lnTo>
                <a:lnTo>
                  <a:pt x="3967" y="1620"/>
                </a:lnTo>
                <a:lnTo>
                  <a:pt x="220" y="18360"/>
                </a:lnTo>
                <a:lnTo>
                  <a:pt x="0" y="19440"/>
                </a:lnTo>
                <a:lnTo>
                  <a:pt x="220" y="21060"/>
                </a:lnTo>
                <a:lnTo>
                  <a:pt x="661" y="21600"/>
                </a:lnTo>
                <a:lnTo>
                  <a:pt x="1322" y="21600"/>
                </a:lnTo>
                <a:lnTo>
                  <a:pt x="20939" y="5400"/>
                </a:lnTo>
                <a:lnTo>
                  <a:pt x="21380" y="4320"/>
                </a:lnTo>
                <a:lnTo>
                  <a:pt x="21600" y="2160"/>
                </a:lnTo>
                <a:lnTo>
                  <a:pt x="21380" y="1080"/>
                </a:lnTo>
                <a:lnTo>
                  <a:pt x="20498" y="0"/>
                </a:lnTo>
                <a:lnTo>
                  <a:pt x="5069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49"/>
          <p:cNvSpPr/>
          <p:nvPr/>
        </p:nvSpPr>
        <p:spPr>
          <a:xfrm>
            <a:off x="22474769" y="2205567"/>
            <a:ext cx="444474" cy="43178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723" y="210"/>
                </a:lnTo>
                <a:lnTo>
                  <a:pt x="6646" y="629"/>
                </a:lnTo>
                <a:lnTo>
                  <a:pt x="4777" y="1678"/>
                </a:lnTo>
                <a:lnTo>
                  <a:pt x="3115" y="2936"/>
                </a:lnTo>
                <a:lnTo>
                  <a:pt x="1869" y="4823"/>
                </a:lnTo>
                <a:lnTo>
                  <a:pt x="831" y="6711"/>
                </a:lnTo>
                <a:lnTo>
                  <a:pt x="208" y="8808"/>
                </a:lnTo>
                <a:lnTo>
                  <a:pt x="0" y="10695"/>
                </a:lnTo>
                <a:lnTo>
                  <a:pt x="208" y="12792"/>
                </a:lnTo>
                <a:lnTo>
                  <a:pt x="831" y="14889"/>
                </a:lnTo>
                <a:lnTo>
                  <a:pt x="1869" y="16777"/>
                </a:lnTo>
                <a:lnTo>
                  <a:pt x="3115" y="18454"/>
                </a:lnTo>
                <a:lnTo>
                  <a:pt x="4777" y="19922"/>
                </a:lnTo>
                <a:lnTo>
                  <a:pt x="6646" y="20761"/>
                </a:lnTo>
                <a:lnTo>
                  <a:pt x="8723" y="21390"/>
                </a:lnTo>
                <a:lnTo>
                  <a:pt x="10800" y="21600"/>
                </a:lnTo>
                <a:lnTo>
                  <a:pt x="12254" y="21600"/>
                </a:lnTo>
                <a:lnTo>
                  <a:pt x="13915" y="21181"/>
                </a:lnTo>
                <a:lnTo>
                  <a:pt x="16823" y="19922"/>
                </a:lnTo>
                <a:lnTo>
                  <a:pt x="15162" y="17196"/>
                </a:lnTo>
                <a:lnTo>
                  <a:pt x="14123" y="17825"/>
                </a:lnTo>
                <a:lnTo>
                  <a:pt x="13085" y="18245"/>
                </a:lnTo>
                <a:lnTo>
                  <a:pt x="12046" y="18454"/>
                </a:lnTo>
                <a:lnTo>
                  <a:pt x="10800" y="18454"/>
                </a:lnTo>
                <a:lnTo>
                  <a:pt x="9138" y="18245"/>
                </a:lnTo>
                <a:lnTo>
                  <a:pt x="7685" y="18035"/>
                </a:lnTo>
                <a:lnTo>
                  <a:pt x="6438" y="17196"/>
                </a:lnTo>
                <a:lnTo>
                  <a:pt x="4362" y="15099"/>
                </a:lnTo>
                <a:lnTo>
                  <a:pt x="3531" y="13841"/>
                </a:lnTo>
                <a:lnTo>
                  <a:pt x="3323" y="12373"/>
                </a:lnTo>
                <a:lnTo>
                  <a:pt x="3115" y="10695"/>
                </a:lnTo>
                <a:lnTo>
                  <a:pt x="3531" y="7759"/>
                </a:lnTo>
                <a:lnTo>
                  <a:pt x="4362" y="6291"/>
                </a:lnTo>
                <a:lnTo>
                  <a:pt x="5400" y="5243"/>
                </a:lnTo>
                <a:lnTo>
                  <a:pt x="6438" y="4404"/>
                </a:lnTo>
                <a:lnTo>
                  <a:pt x="7685" y="3565"/>
                </a:lnTo>
                <a:lnTo>
                  <a:pt x="9138" y="3355"/>
                </a:lnTo>
                <a:lnTo>
                  <a:pt x="10800" y="2936"/>
                </a:lnTo>
                <a:lnTo>
                  <a:pt x="12254" y="3355"/>
                </a:lnTo>
                <a:lnTo>
                  <a:pt x="13915" y="3565"/>
                </a:lnTo>
                <a:lnTo>
                  <a:pt x="15162" y="4404"/>
                </a:lnTo>
                <a:lnTo>
                  <a:pt x="16200" y="5243"/>
                </a:lnTo>
                <a:lnTo>
                  <a:pt x="17238" y="6291"/>
                </a:lnTo>
                <a:lnTo>
                  <a:pt x="17862" y="7759"/>
                </a:lnTo>
                <a:lnTo>
                  <a:pt x="18277" y="9227"/>
                </a:lnTo>
                <a:lnTo>
                  <a:pt x="18485" y="10695"/>
                </a:lnTo>
                <a:lnTo>
                  <a:pt x="18485" y="11534"/>
                </a:lnTo>
                <a:lnTo>
                  <a:pt x="18277" y="12792"/>
                </a:lnTo>
                <a:lnTo>
                  <a:pt x="17862" y="13002"/>
                </a:lnTo>
                <a:lnTo>
                  <a:pt x="17446" y="13421"/>
                </a:lnTo>
                <a:lnTo>
                  <a:pt x="16823" y="13421"/>
                </a:lnTo>
                <a:lnTo>
                  <a:pt x="16408" y="13002"/>
                </a:lnTo>
                <a:lnTo>
                  <a:pt x="15785" y="12583"/>
                </a:lnTo>
                <a:lnTo>
                  <a:pt x="15785" y="9647"/>
                </a:lnTo>
                <a:lnTo>
                  <a:pt x="15577" y="8808"/>
                </a:lnTo>
                <a:lnTo>
                  <a:pt x="15162" y="7969"/>
                </a:lnTo>
                <a:lnTo>
                  <a:pt x="13500" y="6291"/>
                </a:lnTo>
                <a:lnTo>
                  <a:pt x="12877" y="5872"/>
                </a:lnTo>
                <a:lnTo>
                  <a:pt x="11838" y="5662"/>
                </a:lnTo>
                <a:lnTo>
                  <a:pt x="9762" y="5662"/>
                </a:lnTo>
                <a:lnTo>
                  <a:pt x="8723" y="5872"/>
                </a:lnTo>
                <a:lnTo>
                  <a:pt x="7892" y="6291"/>
                </a:lnTo>
                <a:lnTo>
                  <a:pt x="7269" y="7130"/>
                </a:lnTo>
                <a:lnTo>
                  <a:pt x="6438" y="7969"/>
                </a:lnTo>
                <a:lnTo>
                  <a:pt x="5815" y="8808"/>
                </a:lnTo>
                <a:lnTo>
                  <a:pt x="5608" y="9647"/>
                </a:lnTo>
                <a:lnTo>
                  <a:pt x="5608" y="11744"/>
                </a:lnTo>
                <a:lnTo>
                  <a:pt x="5815" y="12792"/>
                </a:lnTo>
                <a:lnTo>
                  <a:pt x="6438" y="13631"/>
                </a:lnTo>
                <a:lnTo>
                  <a:pt x="7892" y="15099"/>
                </a:lnTo>
                <a:lnTo>
                  <a:pt x="8723" y="15728"/>
                </a:lnTo>
                <a:lnTo>
                  <a:pt x="9762" y="15938"/>
                </a:lnTo>
                <a:lnTo>
                  <a:pt x="11631" y="15938"/>
                </a:lnTo>
                <a:lnTo>
                  <a:pt x="12462" y="15728"/>
                </a:lnTo>
                <a:lnTo>
                  <a:pt x="13915" y="14889"/>
                </a:lnTo>
                <a:lnTo>
                  <a:pt x="14538" y="15518"/>
                </a:lnTo>
                <a:lnTo>
                  <a:pt x="15369" y="15938"/>
                </a:lnTo>
                <a:lnTo>
                  <a:pt x="16200" y="16567"/>
                </a:lnTo>
                <a:lnTo>
                  <a:pt x="18277" y="16567"/>
                </a:lnTo>
                <a:lnTo>
                  <a:pt x="18900" y="16148"/>
                </a:lnTo>
                <a:lnTo>
                  <a:pt x="19731" y="15728"/>
                </a:lnTo>
                <a:lnTo>
                  <a:pt x="20146" y="15099"/>
                </a:lnTo>
                <a:lnTo>
                  <a:pt x="20769" y="14470"/>
                </a:lnTo>
                <a:lnTo>
                  <a:pt x="21185" y="13631"/>
                </a:lnTo>
                <a:lnTo>
                  <a:pt x="21600" y="12583"/>
                </a:lnTo>
                <a:lnTo>
                  <a:pt x="21600" y="10695"/>
                </a:lnTo>
                <a:lnTo>
                  <a:pt x="21185" y="8808"/>
                </a:lnTo>
                <a:lnTo>
                  <a:pt x="20769" y="6711"/>
                </a:lnTo>
                <a:lnTo>
                  <a:pt x="19731" y="4823"/>
                </a:lnTo>
                <a:lnTo>
                  <a:pt x="18485" y="2936"/>
                </a:lnTo>
                <a:lnTo>
                  <a:pt x="16615" y="1678"/>
                </a:lnTo>
                <a:lnTo>
                  <a:pt x="14954" y="629"/>
                </a:lnTo>
                <a:lnTo>
                  <a:pt x="12877" y="210"/>
                </a:lnTo>
                <a:lnTo>
                  <a:pt x="10800" y="0"/>
                </a:lnTo>
                <a:close/>
                <a:moveTo>
                  <a:pt x="10800" y="12792"/>
                </a:moveTo>
                <a:lnTo>
                  <a:pt x="9969" y="12792"/>
                </a:lnTo>
                <a:lnTo>
                  <a:pt x="9138" y="12373"/>
                </a:lnTo>
                <a:lnTo>
                  <a:pt x="8723" y="11534"/>
                </a:lnTo>
                <a:lnTo>
                  <a:pt x="8723" y="10066"/>
                </a:lnTo>
                <a:lnTo>
                  <a:pt x="9138" y="9227"/>
                </a:lnTo>
                <a:lnTo>
                  <a:pt x="9969" y="8808"/>
                </a:lnTo>
                <a:lnTo>
                  <a:pt x="11631" y="8808"/>
                </a:lnTo>
                <a:lnTo>
                  <a:pt x="12254" y="9227"/>
                </a:lnTo>
                <a:lnTo>
                  <a:pt x="12877" y="10066"/>
                </a:lnTo>
                <a:lnTo>
                  <a:pt x="12877" y="11534"/>
                </a:lnTo>
                <a:lnTo>
                  <a:pt x="12254" y="12373"/>
                </a:lnTo>
                <a:lnTo>
                  <a:pt x="11631" y="12792"/>
                </a:lnTo>
                <a:lnTo>
                  <a:pt x="10800" y="1279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49"/>
          <p:cNvSpPr/>
          <p:nvPr/>
        </p:nvSpPr>
        <p:spPr>
          <a:xfrm>
            <a:off x="13411200" y="3272367"/>
            <a:ext cx="507978" cy="317520"/>
          </a:xfrm>
          <a:custGeom>
            <a:rect b="b" l="l" r="r" t="t"/>
            <a:pathLst>
              <a:path extrusionOk="0" h="21600" w="21600">
                <a:moveTo>
                  <a:pt x="19785" y="0"/>
                </a:moveTo>
                <a:lnTo>
                  <a:pt x="1815" y="0"/>
                </a:lnTo>
                <a:lnTo>
                  <a:pt x="1271" y="292"/>
                </a:lnTo>
                <a:lnTo>
                  <a:pt x="545" y="584"/>
                </a:lnTo>
                <a:lnTo>
                  <a:pt x="363" y="1751"/>
                </a:lnTo>
                <a:lnTo>
                  <a:pt x="0" y="2627"/>
                </a:lnTo>
                <a:lnTo>
                  <a:pt x="0" y="18681"/>
                </a:lnTo>
                <a:lnTo>
                  <a:pt x="363" y="19557"/>
                </a:lnTo>
                <a:lnTo>
                  <a:pt x="545" y="20724"/>
                </a:lnTo>
                <a:lnTo>
                  <a:pt x="1271" y="21016"/>
                </a:lnTo>
                <a:lnTo>
                  <a:pt x="1815" y="21600"/>
                </a:lnTo>
                <a:lnTo>
                  <a:pt x="19785" y="21600"/>
                </a:lnTo>
                <a:lnTo>
                  <a:pt x="20511" y="21016"/>
                </a:lnTo>
                <a:lnTo>
                  <a:pt x="21055" y="20724"/>
                </a:lnTo>
                <a:lnTo>
                  <a:pt x="21418" y="19557"/>
                </a:lnTo>
                <a:lnTo>
                  <a:pt x="21600" y="18681"/>
                </a:lnTo>
                <a:lnTo>
                  <a:pt x="21600" y="2627"/>
                </a:lnTo>
                <a:lnTo>
                  <a:pt x="21418" y="1751"/>
                </a:lnTo>
                <a:lnTo>
                  <a:pt x="21055" y="584"/>
                </a:lnTo>
                <a:lnTo>
                  <a:pt x="20511" y="292"/>
                </a:lnTo>
                <a:lnTo>
                  <a:pt x="19785" y="0"/>
                </a:lnTo>
                <a:close/>
                <a:moveTo>
                  <a:pt x="10891" y="15762"/>
                </a:moveTo>
                <a:lnTo>
                  <a:pt x="2723" y="15762"/>
                </a:lnTo>
                <a:lnTo>
                  <a:pt x="2723" y="12843"/>
                </a:lnTo>
                <a:lnTo>
                  <a:pt x="10891" y="12843"/>
                </a:lnTo>
                <a:lnTo>
                  <a:pt x="10891" y="15762"/>
                </a:lnTo>
                <a:close/>
                <a:moveTo>
                  <a:pt x="10891" y="9924"/>
                </a:moveTo>
                <a:lnTo>
                  <a:pt x="2723" y="9924"/>
                </a:lnTo>
                <a:lnTo>
                  <a:pt x="2723" y="7005"/>
                </a:lnTo>
                <a:lnTo>
                  <a:pt x="10891" y="7005"/>
                </a:lnTo>
                <a:lnTo>
                  <a:pt x="10891" y="9924"/>
                </a:lnTo>
                <a:close/>
                <a:moveTo>
                  <a:pt x="18877" y="8465"/>
                </a:moveTo>
                <a:lnTo>
                  <a:pt x="15247" y="8465"/>
                </a:lnTo>
                <a:lnTo>
                  <a:pt x="15247" y="2627"/>
                </a:lnTo>
                <a:lnTo>
                  <a:pt x="18877" y="2627"/>
                </a:lnTo>
                <a:lnTo>
                  <a:pt x="18877" y="846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49"/>
          <p:cNvSpPr/>
          <p:nvPr/>
        </p:nvSpPr>
        <p:spPr>
          <a:xfrm>
            <a:off x="14452600" y="3488266"/>
            <a:ext cx="419094" cy="139698"/>
          </a:xfrm>
          <a:custGeom>
            <a:rect b="b" l="l" r="r" t="t"/>
            <a:pathLst>
              <a:path extrusionOk="0" h="21600" w="21600">
                <a:moveTo>
                  <a:pt x="14836" y="0"/>
                </a:moveTo>
                <a:lnTo>
                  <a:pt x="14400" y="3812"/>
                </a:lnTo>
                <a:lnTo>
                  <a:pt x="13527" y="6988"/>
                </a:lnTo>
                <a:lnTo>
                  <a:pt x="12218" y="8259"/>
                </a:lnTo>
                <a:lnTo>
                  <a:pt x="10691" y="9529"/>
                </a:lnTo>
                <a:lnTo>
                  <a:pt x="8073" y="6988"/>
                </a:lnTo>
                <a:lnTo>
                  <a:pt x="7200" y="3812"/>
                </a:lnTo>
                <a:lnTo>
                  <a:pt x="6764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14836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49"/>
          <p:cNvSpPr/>
          <p:nvPr/>
        </p:nvSpPr>
        <p:spPr>
          <a:xfrm>
            <a:off x="14566902" y="3208866"/>
            <a:ext cx="203202" cy="266706"/>
          </a:xfrm>
          <a:custGeom>
            <a:rect b="b" l="l" r="r" t="t"/>
            <a:pathLst>
              <a:path extrusionOk="0" h="21600" w="21600">
                <a:moveTo>
                  <a:pt x="18383" y="10977"/>
                </a:moveTo>
                <a:lnTo>
                  <a:pt x="12868" y="14872"/>
                </a:lnTo>
                <a:lnTo>
                  <a:pt x="12868" y="0"/>
                </a:lnTo>
                <a:lnTo>
                  <a:pt x="8732" y="0"/>
                </a:lnTo>
                <a:lnTo>
                  <a:pt x="8732" y="14872"/>
                </a:lnTo>
                <a:lnTo>
                  <a:pt x="3217" y="10977"/>
                </a:lnTo>
                <a:lnTo>
                  <a:pt x="0" y="13456"/>
                </a:lnTo>
                <a:lnTo>
                  <a:pt x="10570" y="21600"/>
                </a:lnTo>
                <a:lnTo>
                  <a:pt x="21600" y="13456"/>
                </a:lnTo>
                <a:lnTo>
                  <a:pt x="18383" y="1097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49"/>
          <p:cNvSpPr/>
          <p:nvPr/>
        </p:nvSpPr>
        <p:spPr>
          <a:xfrm>
            <a:off x="19511434" y="3208866"/>
            <a:ext cx="342900" cy="190512"/>
          </a:xfrm>
          <a:custGeom>
            <a:rect b="b" l="l" r="r" t="t"/>
            <a:pathLst>
              <a:path extrusionOk="0" h="21600" w="21600">
                <a:moveTo>
                  <a:pt x="2734" y="21600"/>
                </a:moveTo>
                <a:lnTo>
                  <a:pt x="2734" y="4800"/>
                </a:lnTo>
                <a:lnTo>
                  <a:pt x="18866" y="4800"/>
                </a:lnTo>
                <a:lnTo>
                  <a:pt x="18866" y="21600"/>
                </a:lnTo>
                <a:lnTo>
                  <a:pt x="21600" y="18720"/>
                </a:lnTo>
                <a:lnTo>
                  <a:pt x="21600" y="0"/>
                </a:lnTo>
                <a:lnTo>
                  <a:pt x="0" y="0"/>
                </a:lnTo>
                <a:lnTo>
                  <a:pt x="0" y="18720"/>
                </a:lnTo>
                <a:lnTo>
                  <a:pt x="2734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49"/>
          <p:cNvSpPr/>
          <p:nvPr/>
        </p:nvSpPr>
        <p:spPr>
          <a:xfrm>
            <a:off x="19473333" y="3399367"/>
            <a:ext cx="423360" cy="228582"/>
          </a:xfrm>
          <a:custGeom>
            <a:rect b="b" l="l" r="r" t="t"/>
            <a:pathLst>
              <a:path extrusionOk="0" h="21600" w="21600">
                <a:moveTo>
                  <a:pt x="14182" y="7743"/>
                </a:moveTo>
                <a:lnTo>
                  <a:pt x="7200" y="7743"/>
                </a:lnTo>
                <a:lnTo>
                  <a:pt x="0" y="0"/>
                </a:lnTo>
                <a:lnTo>
                  <a:pt x="0" y="17932"/>
                </a:lnTo>
                <a:lnTo>
                  <a:pt x="218" y="19155"/>
                </a:lnTo>
                <a:lnTo>
                  <a:pt x="655" y="20785"/>
                </a:lnTo>
                <a:lnTo>
                  <a:pt x="1309" y="21192"/>
                </a:lnTo>
                <a:lnTo>
                  <a:pt x="2182" y="21600"/>
                </a:lnTo>
                <a:lnTo>
                  <a:pt x="19418" y="21600"/>
                </a:lnTo>
                <a:lnTo>
                  <a:pt x="20291" y="21192"/>
                </a:lnTo>
                <a:lnTo>
                  <a:pt x="20945" y="20785"/>
                </a:lnTo>
                <a:lnTo>
                  <a:pt x="21382" y="19155"/>
                </a:lnTo>
                <a:lnTo>
                  <a:pt x="21600" y="17932"/>
                </a:lnTo>
                <a:lnTo>
                  <a:pt x="21600" y="0"/>
                </a:lnTo>
                <a:lnTo>
                  <a:pt x="14182" y="774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49"/>
          <p:cNvSpPr/>
          <p:nvPr/>
        </p:nvSpPr>
        <p:spPr>
          <a:xfrm>
            <a:off x="19600333" y="3297767"/>
            <a:ext cx="165078" cy="139698"/>
          </a:xfrm>
          <a:custGeom>
            <a:rect b="b" l="l" r="r" t="t"/>
            <a:pathLst>
              <a:path extrusionOk="0" h="21600" w="21600">
                <a:moveTo>
                  <a:pt x="10523" y="21600"/>
                </a:moveTo>
                <a:lnTo>
                  <a:pt x="12185" y="20366"/>
                </a:lnTo>
                <a:lnTo>
                  <a:pt x="16062" y="16046"/>
                </a:lnTo>
                <a:lnTo>
                  <a:pt x="19385" y="11726"/>
                </a:lnTo>
                <a:lnTo>
                  <a:pt x="21046" y="8640"/>
                </a:lnTo>
                <a:lnTo>
                  <a:pt x="21600" y="6171"/>
                </a:lnTo>
                <a:lnTo>
                  <a:pt x="20492" y="2469"/>
                </a:lnTo>
                <a:lnTo>
                  <a:pt x="17169" y="0"/>
                </a:lnTo>
                <a:lnTo>
                  <a:pt x="15508" y="0"/>
                </a:lnTo>
                <a:lnTo>
                  <a:pt x="13292" y="1234"/>
                </a:lnTo>
                <a:lnTo>
                  <a:pt x="12185" y="2469"/>
                </a:lnTo>
                <a:lnTo>
                  <a:pt x="10523" y="5554"/>
                </a:lnTo>
                <a:lnTo>
                  <a:pt x="9415" y="2469"/>
                </a:lnTo>
                <a:lnTo>
                  <a:pt x="6092" y="0"/>
                </a:lnTo>
                <a:lnTo>
                  <a:pt x="4431" y="0"/>
                </a:lnTo>
                <a:lnTo>
                  <a:pt x="1108" y="2469"/>
                </a:lnTo>
                <a:lnTo>
                  <a:pt x="0" y="6171"/>
                </a:lnTo>
                <a:lnTo>
                  <a:pt x="554" y="8640"/>
                </a:lnTo>
                <a:lnTo>
                  <a:pt x="1108" y="11726"/>
                </a:lnTo>
                <a:lnTo>
                  <a:pt x="5538" y="16046"/>
                </a:lnTo>
                <a:lnTo>
                  <a:pt x="8862" y="20366"/>
                </a:lnTo>
                <a:lnTo>
                  <a:pt x="10523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49"/>
          <p:cNvSpPr/>
          <p:nvPr/>
        </p:nvSpPr>
        <p:spPr>
          <a:xfrm>
            <a:off x="15574433" y="3196167"/>
            <a:ext cx="203202" cy="292086"/>
          </a:xfrm>
          <a:custGeom>
            <a:rect b="b" l="l" r="r" t="t"/>
            <a:pathLst>
              <a:path extrusionOk="0" h="21600" w="21600">
                <a:moveTo>
                  <a:pt x="21600" y="7737"/>
                </a:moveTo>
                <a:lnTo>
                  <a:pt x="10570" y="0"/>
                </a:lnTo>
                <a:lnTo>
                  <a:pt x="0" y="7737"/>
                </a:lnTo>
                <a:lnTo>
                  <a:pt x="3217" y="9994"/>
                </a:lnTo>
                <a:lnTo>
                  <a:pt x="8272" y="6448"/>
                </a:lnTo>
                <a:lnTo>
                  <a:pt x="8272" y="21600"/>
                </a:lnTo>
                <a:lnTo>
                  <a:pt x="12868" y="21600"/>
                </a:lnTo>
                <a:lnTo>
                  <a:pt x="12868" y="6448"/>
                </a:lnTo>
                <a:lnTo>
                  <a:pt x="17923" y="9994"/>
                </a:lnTo>
                <a:lnTo>
                  <a:pt x="21600" y="773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49"/>
          <p:cNvSpPr/>
          <p:nvPr/>
        </p:nvSpPr>
        <p:spPr>
          <a:xfrm>
            <a:off x="15460133" y="3488266"/>
            <a:ext cx="419094" cy="139698"/>
          </a:xfrm>
          <a:custGeom>
            <a:rect b="b" l="l" r="r" t="t"/>
            <a:pathLst>
              <a:path extrusionOk="0" h="21600" w="21600">
                <a:moveTo>
                  <a:pt x="14836" y="0"/>
                </a:moveTo>
                <a:lnTo>
                  <a:pt x="14182" y="3812"/>
                </a:lnTo>
                <a:lnTo>
                  <a:pt x="13527" y="6988"/>
                </a:lnTo>
                <a:lnTo>
                  <a:pt x="12000" y="8259"/>
                </a:lnTo>
                <a:lnTo>
                  <a:pt x="10691" y="9529"/>
                </a:lnTo>
                <a:lnTo>
                  <a:pt x="8073" y="6988"/>
                </a:lnTo>
                <a:lnTo>
                  <a:pt x="7200" y="3812"/>
                </a:lnTo>
                <a:lnTo>
                  <a:pt x="6764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14836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49"/>
          <p:cNvSpPr/>
          <p:nvPr/>
        </p:nvSpPr>
        <p:spPr>
          <a:xfrm>
            <a:off x="16590433" y="3335866"/>
            <a:ext cx="177822" cy="6350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21600" y="4050"/>
                </a:lnTo>
                <a:lnTo>
                  <a:pt x="18514" y="0"/>
                </a:lnTo>
                <a:lnTo>
                  <a:pt x="3086" y="0"/>
                </a:lnTo>
                <a:lnTo>
                  <a:pt x="1543" y="2700"/>
                </a:lnTo>
                <a:lnTo>
                  <a:pt x="0" y="405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49"/>
          <p:cNvSpPr/>
          <p:nvPr/>
        </p:nvSpPr>
        <p:spPr>
          <a:xfrm>
            <a:off x="16565033" y="3373967"/>
            <a:ext cx="215892" cy="127008"/>
          </a:xfrm>
          <a:custGeom>
            <a:rect b="b" l="l" r="r" t="t"/>
            <a:pathLst>
              <a:path extrusionOk="0" h="21600" w="21600">
                <a:moveTo>
                  <a:pt x="12096" y="10080"/>
                </a:moveTo>
                <a:lnTo>
                  <a:pt x="9936" y="10080"/>
                </a:lnTo>
                <a:lnTo>
                  <a:pt x="0" y="0"/>
                </a:lnTo>
                <a:lnTo>
                  <a:pt x="0" y="14400"/>
                </a:lnTo>
                <a:lnTo>
                  <a:pt x="864" y="17280"/>
                </a:lnTo>
                <a:lnTo>
                  <a:pt x="1296" y="19440"/>
                </a:lnTo>
                <a:lnTo>
                  <a:pt x="3024" y="20880"/>
                </a:lnTo>
                <a:lnTo>
                  <a:pt x="4320" y="21600"/>
                </a:lnTo>
                <a:lnTo>
                  <a:pt x="17280" y="21600"/>
                </a:lnTo>
                <a:lnTo>
                  <a:pt x="19008" y="20880"/>
                </a:lnTo>
                <a:lnTo>
                  <a:pt x="20304" y="19440"/>
                </a:lnTo>
                <a:lnTo>
                  <a:pt x="20736" y="17280"/>
                </a:lnTo>
                <a:lnTo>
                  <a:pt x="21600" y="14400"/>
                </a:lnTo>
                <a:lnTo>
                  <a:pt x="21600" y="0"/>
                </a:lnTo>
                <a:lnTo>
                  <a:pt x="12096" y="1008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49"/>
          <p:cNvSpPr/>
          <p:nvPr/>
        </p:nvSpPr>
        <p:spPr>
          <a:xfrm>
            <a:off x="16425333" y="3424767"/>
            <a:ext cx="469908" cy="228582"/>
          </a:xfrm>
          <a:custGeom>
            <a:rect b="b" l="l" r="r" t="t"/>
            <a:pathLst>
              <a:path extrusionOk="0" h="21600" w="21600">
                <a:moveTo>
                  <a:pt x="19671" y="4000"/>
                </a:moveTo>
                <a:lnTo>
                  <a:pt x="19286" y="6800"/>
                </a:lnTo>
                <a:lnTo>
                  <a:pt x="18514" y="9200"/>
                </a:lnTo>
                <a:lnTo>
                  <a:pt x="17743" y="12000"/>
                </a:lnTo>
                <a:lnTo>
                  <a:pt x="16779" y="14000"/>
                </a:lnTo>
                <a:lnTo>
                  <a:pt x="15621" y="15200"/>
                </a:lnTo>
                <a:lnTo>
                  <a:pt x="14271" y="16800"/>
                </a:lnTo>
                <a:lnTo>
                  <a:pt x="12729" y="17200"/>
                </a:lnTo>
                <a:lnTo>
                  <a:pt x="11379" y="17600"/>
                </a:lnTo>
                <a:lnTo>
                  <a:pt x="10029" y="17600"/>
                </a:lnTo>
                <a:lnTo>
                  <a:pt x="8486" y="16800"/>
                </a:lnTo>
                <a:lnTo>
                  <a:pt x="7329" y="16000"/>
                </a:lnTo>
                <a:lnTo>
                  <a:pt x="6171" y="14400"/>
                </a:lnTo>
                <a:lnTo>
                  <a:pt x="5207" y="12400"/>
                </a:lnTo>
                <a:lnTo>
                  <a:pt x="4436" y="10400"/>
                </a:lnTo>
                <a:lnTo>
                  <a:pt x="3857" y="8000"/>
                </a:lnTo>
                <a:lnTo>
                  <a:pt x="3279" y="4800"/>
                </a:lnTo>
                <a:lnTo>
                  <a:pt x="5593" y="0"/>
                </a:lnTo>
                <a:lnTo>
                  <a:pt x="0" y="0"/>
                </a:lnTo>
                <a:lnTo>
                  <a:pt x="0" y="12000"/>
                </a:lnTo>
                <a:lnTo>
                  <a:pt x="1543" y="8400"/>
                </a:lnTo>
                <a:lnTo>
                  <a:pt x="2314" y="10800"/>
                </a:lnTo>
                <a:lnTo>
                  <a:pt x="3279" y="14000"/>
                </a:lnTo>
                <a:lnTo>
                  <a:pt x="4243" y="16000"/>
                </a:lnTo>
                <a:lnTo>
                  <a:pt x="5400" y="17600"/>
                </a:lnTo>
                <a:lnTo>
                  <a:pt x="6943" y="19600"/>
                </a:lnTo>
                <a:lnTo>
                  <a:pt x="8293" y="20800"/>
                </a:lnTo>
                <a:lnTo>
                  <a:pt x="9643" y="21200"/>
                </a:lnTo>
                <a:lnTo>
                  <a:pt x="11379" y="21600"/>
                </a:lnTo>
                <a:lnTo>
                  <a:pt x="13307" y="21200"/>
                </a:lnTo>
                <a:lnTo>
                  <a:pt x="15043" y="20400"/>
                </a:lnTo>
                <a:lnTo>
                  <a:pt x="16586" y="18800"/>
                </a:lnTo>
                <a:lnTo>
                  <a:pt x="18129" y="16800"/>
                </a:lnTo>
                <a:lnTo>
                  <a:pt x="19479" y="14000"/>
                </a:lnTo>
                <a:lnTo>
                  <a:pt x="20443" y="10800"/>
                </a:lnTo>
                <a:lnTo>
                  <a:pt x="21214" y="7600"/>
                </a:lnTo>
                <a:lnTo>
                  <a:pt x="21600" y="4000"/>
                </a:lnTo>
                <a:lnTo>
                  <a:pt x="19671" y="40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49"/>
          <p:cNvSpPr/>
          <p:nvPr/>
        </p:nvSpPr>
        <p:spPr>
          <a:xfrm>
            <a:off x="16450733" y="3196167"/>
            <a:ext cx="469908" cy="228582"/>
          </a:xfrm>
          <a:custGeom>
            <a:rect b="b" l="l" r="r" t="t"/>
            <a:pathLst>
              <a:path extrusionOk="0" h="21600" w="21600">
                <a:moveTo>
                  <a:pt x="20057" y="13200"/>
                </a:moveTo>
                <a:lnTo>
                  <a:pt x="19286" y="10800"/>
                </a:lnTo>
                <a:lnTo>
                  <a:pt x="18321" y="8000"/>
                </a:lnTo>
                <a:lnTo>
                  <a:pt x="17357" y="6000"/>
                </a:lnTo>
                <a:lnTo>
                  <a:pt x="16200" y="4000"/>
                </a:lnTo>
                <a:lnTo>
                  <a:pt x="14657" y="2000"/>
                </a:lnTo>
                <a:lnTo>
                  <a:pt x="13307" y="800"/>
                </a:lnTo>
                <a:lnTo>
                  <a:pt x="11957" y="400"/>
                </a:lnTo>
                <a:lnTo>
                  <a:pt x="10221" y="0"/>
                </a:lnTo>
                <a:lnTo>
                  <a:pt x="8293" y="400"/>
                </a:lnTo>
                <a:lnTo>
                  <a:pt x="6750" y="1600"/>
                </a:lnTo>
                <a:lnTo>
                  <a:pt x="5014" y="2800"/>
                </a:lnTo>
                <a:lnTo>
                  <a:pt x="3664" y="4800"/>
                </a:lnTo>
                <a:lnTo>
                  <a:pt x="2121" y="8000"/>
                </a:lnTo>
                <a:lnTo>
                  <a:pt x="1157" y="10800"/>
                </a:lnTo>
                <a:lnTo>
                  <a:pt x="386" y="14400"/>
                </a:lnTo>
                <a:lnTo>
                  <a:pt x="0" y="17600"/>
                </a:lnTo>
                <a:lnTo>
                  <a:pt x="1929" y="17600"/>
                </a:lnTo>
                <a:lnTo>
                  <a:pt x="2314" y="14800"/>
                </a:lnTo>
                <a:lnTo>
                  <a:pt x="3086" y="12400"/>
                </a:lnTo>
                <a:lnTo>
                  <a:pt x="3857" y="9600"/>
                </a:lnTo>
                <a:lnTo>
                  <a:pt x="4821" y="8000"/>
                </a:lnTo>
                <a:lnTo>
                  <a:pt x="5979" y="6400"/>
                </a:lnTo>
                <a:lnTo>
                  <a:pt x="7329" y="4800"/>
                </a:lnTo>
                <a:lnTo>
                  <a:pt x="8871" y="4400"/>
                </a:lnTo>
                <a:lnTo>
                  <a:pt x="10221" y="4000"/>
                </a:lnTo>
                <a:lnTo>
                  <a:pt x="11571" y="4000"/>
                </a:lnTo>
                <a:lnTo>
                  <a:pt x="13114" y="4800"/>
                </a:lnTo>
                <a:lnTo>
                  <a:pt x="15429" y="7200"/>
                </a:lnTo>
                <a:lnTo>
                  <a:pt x="16393" y="9200"/>
                </a:lnTo>
                <a:lnTo>
                  <a:pt x="17164" y="11200"/>
                </a:lnTo>
                <a:lnTo>
                  <a:pt x="17936" y="13600"/>
                </a:lnTo>
                <a:lnTo>
                  <a:pt x="18321" y="16800"/>
                </a:lnTo>
                <a:lnTo>
                  <a:pt x="16007" y="21600"/>
                </a:lnTo>
                <a:lnTo>
                  <a:pt x="21600" y="21600"/>
                </a:lnTo>
                <a:lnTo>
                  <a:pt x="21600" y="9600"/>
                </a:lnTo>
                <a:lnTo>
                  <a:pt x="20057" y="132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9"/>
          <p:cNvSpPr/>
          <p:nvPr/>
        </p:nvSpPr>
        <p:spPr>
          <a:xfrm>
            <a:off x="17581034" y="3183466"/>
            <a:ext cx="190512" cy="177822"/>
          </a:xfrm>
          <a:custGeom>
            <a:rect b="b" l="l" r="r" t="t"/>
            <a:pathLst>
              <a:path extrusionOk="0" h="21600" w="21600">
                <a:moveTo>
                  <a:pt x="21600" y="12343"/>
                </a:moveTo>
                <a:lnTo>
                  <a:pt x="11030" y="0"/>
                </a:lnTo>
                <a:lnTo>
                  <a:pt x="0" y="12343"/>
                </a:lnTo>
                <a:lnTo>
                  <a:pt x="3677" y="15943"/>
                </a:lnTo>
                <a:lnTo>
                  <a:pt x="8732" y="10286"/>
                </a:lnTo>
                <a:lnTo>
                  <a:pt x="8732" y="21600"/>
                </a:lnTo>
                <a:lnTo>
                  <a:pt x="13328" y="21600"/>
                </a:lnTo>
                <a:lnTo>
                  <a:pt x="13328" y="10286"/>
                </a:lnTo>
                <a:lnTo>
                  <a:pt x="18383" y="15943"/>
                </a:lnTo>
                <a:lnTo>
                  <a:pt x="21600" y="1234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9"/>
          <p:cNvSpPr/>
          <p:nvPr/>
        </p:nvSpPr>
        <p:spPr>
          <a:xfrm>
            <a:off x="17492133" y="3399367"/>
            <a:ext cx="368280" cy="114318"/>
          </a:xfrm>
          <a:custGeom>
            <a:rect b="b" l="l" r="r" t="t"/>
            <a:pathLst>
              <a:path extrusionOk="0" h="21600" w="21600">
                <a:moveTo>
                  <a:pt x="10921" y="21600"/>
                </a:moveTo>
                <a:lnTo>
                  <a:pt x="21600" y="771"/>
                </a:lnTo>
                <a:lnTo>
                  <a:pt x="20387" y="0"/>
                </a:lnTo>
                <a:lnTo>
                  <a:pt x="1213" y="0"/>
                </a:lnTo>
                <a:lnTo>
                  <a:pt x="0" y="771"/>
                </a:lnTo>
                <a:lnTo>
                  <a:pt x="10921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49"/>
          <p:cNvSpPr/>
          <p:nvPr/>
        </p:nvSpPr>
        <p:spPr>
          <a:xfrm>
            <a:off x="17466733" y="3437466"/>
            <a:ext cx="419094" cy="228582"/>
          </a:xfrm>
          <a:custGeom>
            <a:rect b="b" l="l" r="r" t="t"/>
            <a:pathLst>
              <a:path extrusionOk="0" h="21600" w="21600">
                <a:moveTo>
                  <a:pt x="11241" y="11200"/>
                </a:moveTo>
                <a:lnTo>
                  <a:pt x="10800" y="12000"/>
                </a:lnTo>
                <a:lnTo>
                  <a:pt x="10139" y="11200"/>
                </a:lnTo>
                <a:lnTo>
                  <a:pt x="0" y="0"/>
                </a:lnTo>
                <a:lnTo>
                  <a:pt x="0" y="17600"/>
                </a:lnTo>
                <a:lnTo>
                  <a:pt x="441" y="20800"/>
                </a:lnTo>
                <a:lnTo>
                  <a:pt x="1322" y="21200"/>
                </a:lnTo>
                <a:lnTo>
                  <a:pt x="1984" y="21600"/>
                </a:lnTo>
                <a:lnTo>
                  <a:pt x="19396" y="21600"/>
                </a:lnTo>
                <a:lnTo>
                  <a:pt x="21159" y="20800"/>
                </a:lnTo>
                <a:lnTo>
                  <a:pt x="21600" y="17600"/>
                </a:lnTo>
                <a:lnTo>
                  <a:pt x="21600" y="0"/>
                </a:lnTo>
                <a:lnTo>
                  <a:pt x="11241" y="112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49"/>
          <p:cNvSpPr/>
          <p:nvPr/>
        </p:nvSpPr>
        <p:spPr>
          <a:xfrm>
            <a:off x="18584333" y="3196167"/>
            <a:ext cx="190512" cy="177822"/>
          </a:xfrm>
          <a:custGeom>
            <a:rect b="b" l="l" r="r" t="t"/>
            <a:pathLst>
              <a:path extrusionOk="0" h="21600" w="21600">
                <a:moveTo>
                  <a:pt x="18383" y="5657"/>
                </a:moveTo>
                <a:lnTo>
                  <a:pt x="13328" y="11314"/>
                </a:lnTo>
                <a:lnTo>
                  <a:pt x="13328" y="0"/>
                </a:lnTo>
                <a:lnTo>
                  <a:pt x="8732" y="0"/>
                </a:lnTo>
                <a:lnTo>
                  <a:pt x="8732" y="11314"/>
                </a:lnTo>
                <a:lnTo>
                  <a:pt x="3677" y="5657"/>
                </a:lnTo>
                <a:lnTo>
                  <a:pt x="0" y="9257"/>
                </a:lnTo>
                <a:lnTo>
                  <a:pt x="11030" y="21600"/>
                </a:lnTo>
                <a:lnTo>
                  <a:pt x="21600" y="9257"/>
                </a:lnTo>
                <a:lnTo>
                  <a:pt x="18383" y="565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49"/>
          <p:cNvSpPr/>
          <p:nvPr/>
        </p:nvSpPr>
        <p:spPr>
          <a:xfrm>
            <a:off x="18495434" y="3399367"/>
            <a:ext cx="368280" cy="114318"/>
          </a:xfrm>
          <a:custGeom>
            <a:rect b="b" l="l" r="r" t="t"/>
            <a:pathLst>
              <a:path extrusionOk="0" h="21600" w="21600">
                <a:moveTo>
                  <a:pt x="10921" y="21600"/>
                </a:moveTo>
                <a:lnTo>
                  <a:pt x="21600" y="771"/>
                </a:lnTo>
                <a:lnTo>
                  <a:pt x="20387" y="0"/>
                </a:lnTo>
                <a:lnTo>
                  <a:pt x="1213" y="0"/>
                </a:lnTo>
                <a:lnTo>
                  <a:pt x="0" y="771"/>
                </a:lnTo>
                <a:lnTo>
                  <a:pt x="10921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9"/>
          <p:cNvSpPr/>
          <p:nvPr/>
        </p:nvSpPr>
        <p:spPr>
          <a:xfrm>
            <a:off x="18470034" y="3437466"/>
            <a:ext cx="419094" cy="228582"/>
          </a:xfrm>
          <a:custGeom>
            <a:rect b="b" l="l" r="r" t="t"/>
            <a:pathLst>
              <a:path extrusionOk="0" h="21600" w="21600">
                <a:moveTo>
                  <a:pt x="11345" y="11200"/>
                </a:moveTo>
                <a:lnTo>
                  <a:pt x="10909" y="12000"/>
                </a:lnTo>
                <a:lnTo>
                  <a:pt x="10255" y="11200"/>
                </a:lnTo>
                <a:lnTo>
                  <a:pt x="0" y="0"/>
                </a:lnTo>
                <a:lnTo>
                  <a:pt x="0" y="17600"/>
                </a:lnTo>
                <a:lnTo>
                  <a:pt x="436" y="19200"/>
                </a:lnTo>
                <a:lnTo>
                  <a:pt x="655" y="20800"/>
                </a:lnTo>
                <a:lnTo>
                  <a:pt x="1309" y="21200"/>
                </a:lnTo>
                <a:lnTo>
                  <a:pt x="2182" y="21600"/>
                </a:lnTo>
                <a:lnTo>
                  <a:pt x="19418" y="21600"/>
                </a:lnTo>
                <a:lnTo>
                  <a:pt x="21164" y="20800"/>
                </a:lnTo>
                <a:lnTo>
                  <a:pt x="21600" y="17600"/>
                </a:lnTo>
                <a:lnTo>
                  <a:pt x="21600" y="0"/>
                </a:lnTo>
                <a:lnTo>
                  <a:pt x="11345" y="112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49"/>
          <p:cNvSpPr/>
          <p:nvPr/>
        </p:nvSpPr>
        <p:spPr>
          <a:xfrm>
            <a:off x="20442769" y="3450167"/>
            <a:ext cx="330210" cy="215892"/>
          </a:xfrm>
          <a:custGeom>
            <a:rect b="b" l="l" r="r" t="t"/>
            <a:pathLst>
              <a:path extrusionOk="0" h="21600" w="21600">
                <a:moveTo>
                  <a:pt x="21327" y="831"/>
                </a:moveTo>
                <a:lnTo>
                  <a:pt x="10663" y="11631"/>
                </a:lnTo>
                <a:lnTo>
                  <a:pt x="10116" y="10800"/>
                </a:lnTo>
                <a:lnTo>
                  <a:pt x="0" y="0"/>
                </a:lnTo>
                <a:lnTo>
                  <a:pt x="0" y="17446"/>
                </a:lnTo>
                <a:lnTo>
                  <a:pt x="547" y="20769"/>
                </a:lnTo>
                <a:lnTo>
                  <a:pt x="2734" y="21600"/>
                </a:lnTo>
                <a:lnTo>
                  <a:pt x="18866" y="21600"/>
                </a:lnTo>
                <a:lnTo>
                  <a:pt x="19959" y="21185"/>
                </a:lnTo>
                <a:lnTo>
                  <a:pt x="20780" y="20769"/>
                </a:lnTo>
                <a:lnTo>
                  <a:pt x="21327" y="19108"/>
                </a:lnTo>
                <a:lnTo>
                  <a:pt x="21600" y="17446"/>
                </a:lnTo>
                <a:lnTo>
                  <a:pt x="21600" y="831"/>
                </a:lnTo>
                <a:lnTo>
                  <a:pt x="21327" y="83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49"/>
          <p:cNvSpPr/>
          <p:nvPr/>
        </p:nvSpPr>
        <p:spPr>
          <a:xfrm>
            <a:off x="20468169" y="3424767"/>
            <a:ext cx="254016" cy="88884"/>
          </a:xfrm>
          <a:custGeom>
            <a:rect b="b" l="l" r="r" t="t"/>
            <a:pathLst>
              <a:path extrusionOk="0" h="21600" w="21600">
                <a:moveTo>
                  <a:pt x="11331" y="21600"/>
                </a:moveTo>
                <a:lnTo>
                  <a:pt x="21600" y="3757"/>
                </a:lnTo>
                <a:lnTo>
                  <a:pt x="19830" y="0"/>
                </a:lnTo>
                <a:lnTo>
                  <a:pt x="0" y="0"/>
                </a:lnTo>
                <a:lnTo>
                  <a:pt x="11331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49"/>
          <p:cNvSpPr/>
          <p:nvPr/>
        </p:nvSpPr>
        <p:spPr>
          <a:xfrm>
            <a:off x="20684066" y="3170767"/>
            <a:ext cx="254016" cy="254016"/>
          </a:xfrm>
          <a:custGeom>
            <a:rect b="b" l="l" r="r" t="t"/>
            <a:pathLst>
              <a:path extrusionOk="0" h="21600" w="21600">
                <a:moveTo>
                  <a:pt x="10983" y="0"/>
                </a:moveTo>
                <a:lnTo>
                  <a:pt x="8786" y="0"/>
                </a:lnTo>
                <a:lnTo>
                  <a:pt x="6956" y="732"/>
                </a:lnTo>
                <a:lnTo>
                  <a:pt x="5125" y="1831"/>
                </a:lnTo>
                <a:lnTo>
                  <a:pt x="3295" y="3295"/>
                </a:lnTo>
                <a:lnTo>
                  <a:pt x="1831" y="4759"/>
                </a:lnTo>
                <a:lnTo>
                  <a:pt x="1098" y="6590"/>
                </a:lnTo>
                <a:lnTo>
                  <a:pt x="0" y="8420"/>
                </a:lnTo>
                <a:lnTo>
                  <a:pt x="0" y="13180"/>
                </a:lnTo>
                <a:lnTo>
                  <a:pt x="1098" y="15010"/>
                </a:lnTo>
                <a:lnTo>
                  <a:pt x="1831" y="16841"/>
                </a:lnTo>
                <a:lnTo>
                  <a:pt x="3295" y="18305"/>
                </a:lnTo>
                <a:lnTo>
                  <a:pt x="5125" y="19769"/>
                </a:lnTo>
                <a:lnTo>
                  <a:pt x="6956" y="20868"/>
                </a:lnTo>
                <a:lnTo>
                  <a:pt x="8786" y="21234"/>
                </a:lnTo>
                <a:lnTo>
                  <a:pt x="10983" y="21600"/>
                </a:lnTo>
                <a:lnTo>
                  <a:pt x="13180" y="21234"/>
                </a:lnTo>
                <a:lnTo>
                  <a:pt x="15010" y="20868"/>
                </a:lnTo>
                <a:lnTo>
                  <a:pt x="16841" y="19769"/>
                </a:lnTo>
                <a:lnTo>
                  <a:pt x="18671" y="18305"/>
                </a:lnTo>
                <a:lnTo>
                  <a:pt x="19769" y="16841"/>
                </a:lnTo>
                <a:lnTo>
                  <a:pt x="20868" y="15010"/>
                </a:lnTo>
                <a:lnTo>
                  <a:pt x="21600" y="13180"/>
                </a:lnTo>
                <a:lnTo>
                  <a:pt x="21600" y="8420"/>
                </a:lnTo>
                <a:lnTo>
                  <a:pt x="20868" y="6590"/>
                </a:lnTo>
                <a:lnTo>
                  <a:pt x="19769" y="4759"/>
                </a:lnTo>
                <a:lnTo>
                  <a:pt x="18671" y="3295"/>
                </a:lnTo>
                <a:lnTo>
                  <a:pt x="16841" y="1831"/>
                </a:lnTo>
                <a:lnTo>
                  <a:pt x="15010" y="732"/>
                </a:lnTo>
                <a:lnTo>
                  <a:pt x="13180" y="0"/>
                </a:lnTo>
                <a:lnTo>
                  <a:pt x="10983" y="0"/>
                </a:lnTo>
                <a:close/>
                <a:moveTo>
                  <a:pt x="16475" y="12447"/>
                </a:moveTo>
                <a:lnTo>
                  <a:pt x="9153" y="12447"/>
                </a:lnTo>
                <a:lnTo>
                  <a:pt x="9153" y="3661"/>
                </a:lnTo>
                <a:lnTo>
                  <a:pt x="12814" y="3661"/>
                </a:lnTo>
                <a:lnTo>
                  <a:pt x="12814" y="9153"/>
                </a:lnTo>
                <a:lnTo>
                  <a:pt x="16475" y="9153"/>
                </a:lnTo>
                <a:lnTo>
                  <a:pt x="16475" y="1244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9"/>
          <p:cNvSpPr/>
          <p:nvPr/>
        </p:nvSpPr>
        <p:spPr>
          <a:xfrm>
            <a:off x="15510933" y="4212167"/>
            <a:ext cx="355590" cy="419094"/>
          </a:xfrm>
          <a:custGeom>
            <a:rect b="b" l="l" r="r" t="t"/>
            <a:pathLst>
              <a:path extrusionOk="0" h="21600" w="21600">
                <a:moveTo>
                  <a:pt x="20584" y="9818"/>
                </a:moveTo>
                <a:lnTo>
                  <a:pt x="19567" y="6327"/>
                </a:lnTo>
                <a:lnTo>
                  <a:pt x="18805" y="4582"/>
                </a:lnTo>
                <a:lnTo>
                  <a:pt x="17788" y="3055"/>
                </a:lnTo>
                <a:lnTo>
                  <a:pt x="16518" y="1964"/>
                </a:lnTo>
                <a:lnTo>
                  <a:pt x="14993" y="873"/>
                </a:lnTo>
                <a:lnTo>
                  <a:pt x="12706" y="436"/>
                </a:lnTo>
                <a:lnTo>
                  <a:pt x="9911" y="0"/>
                </a:lnTo>
                <a:lnTo>
                  <a:pt x="8132" y="436"/>
                </a:lnTo>
                <a:lnTo>
                  <a:pt x="6099" y="873"/>
                </a:lnTo>
                <a:lnTo>
                  <a:pt x="4320" y="1527"/>
                </a:lnTo>
                <a:lnTo>
                  <a:pt x="2795" y="2618"/>
                </a:lnTo>
                <a:lnTo>
                  <a:pt x="1525" y="3927"/>
                </a:lnTo>
                <a:lnTo>
                  <a:pt x="1016" y="5455"/>
                </a:lnTo>
                <a:lnTo>
                  <a:pt x="254" y="6982"/>
                </a:lnTo>
                <a:lnTo>
                  <a:pt x="0" y="8727"/>
                </a:lnTo>
                <a:lnTo>
                  <a:pt x="0" y="21600"/>
                </a:lnTo>
                <a:lnTo>
                  <a:pt x="14993" y="21600"/>
                </a:lnTo>
                <a:lnTo>
                  <a:pt x="14993" y="18327"/>
                </a:lnTo>
                <a:lnTo>
                  <a:pt x="16264" y="18327"/>
                </a:lnTo>
                <a:lnTo>
                  <a:pt x="17280" y="18109"/>
                </a:lnTo>
                <a:lnTo>
                  <a:pt x="18042" y="17891"/>
                </a:lnTo>
                <a:lnTo>
                  <a:pt x="18551" y="17018"/>
                </a:lnTo>
                <a:lnTo>
                  <a:pt x="18805" y="16145"/>
                </a:lnTo>
                <a:lnTo>
                  <a:pt x="18805" y="13091"/>
                </a:lnTo>
                <a:lnTo>
                  <a:pt x="21600" y="13091"/>
                </a:lnTo>
                <a:lnTo>
                  <a:pt x="20584" y="9818"/>
                </a:lnTo>
                <a:close/>
                <a:moveTo>
                  <a:pt x="9911" y="13091"/>
                </a:moveTo>
                <a:lnTo>
                  <a:pt x="9148" y="12436"/>
                </a:lnTo>
                <a:lnTo>
                  <a:pt x="7369" y="11127"/>
                </a:lnTo>
                <a:lnTo>
                  <a:pt x="5591" y="9600"/>
                </a:lnTo>
                <a:lnTo>
                  <a:pt x="5336" y="8509"/>
                </a:lnTo>
                <a:lnTo>
                  <a:pt x="5082" y="7636"/>
                </a:lnTo>
                <a:lnTo>
                  <a:pt x="5336" y="6764"/>
                </a:lnTo>
                <a:lnTo>
                  <a:pt x="5591" y="6327"/>
                </a:lnTo>
                <a:lnTo>
                  <a:pt x="6099" y="5673"/>
                </a:lnTo>
                <a:lnTo>
                  <a:pt x="7115" y="5455"/>
                </a:lnTo>
                <a:lnTo>
                  <a:pt x="7878" y="5455"/>
                </a:lnTo>
                <a:lnTo>
                  <a:pt x="8640" y="5673"/>
                </a:lnTo>
                <a:lnTo>
                  <a:pt x="9402" y="6327"/>
                </a:lnTo>
                <a:lnTo>
                  <a:pt x="9911" y="7418"/>
                </a:lnTo>
                <a:lnTo>
                  <a:pt x="10673" y="6327"/>
                </a:lnTo>
                <a:lnTo>
                  <a:pt x="11181" y="5673"/>
                </a:lnTo>
                <a:lnTo>
                  <a:pt x="12198" y="5455"/>
                </a:lnTo>
                <a:lnTo>
                  <a:pt x="12706" y="5455"/>
                </a:lnTo>
                <a:lnTo>
                  <a:pt x="13722" y="5673"/>
                </a:lnTo>
                <a:lnTo>
                  <a:pt x="14485" y="6327"/>
                </a:lnTo>
                <a:lnTo>
                  <a:pt x="14739" y="6764"/>
                </a:lnTo>
                <a:lnTo>
                  <a:pt x="14993" y="7636"/>
                </a:lnTo>
                <a:lnTo>
                  <a:pt x="14739" y="8509"/>
                </a:lnTo>
                <a:lnTo>
                  <a:pt x="13976" y="9600"/>
                </a:lnTo>
                <a:lnTo>
                  <a:pt x="12452" y="11127"/>
                </a:lnTo>
                <a:lnTo>
                  <a:pt x="10673" y="12436"/>
                </a:lnTo>
                <a:lnTo>
                  <a:pt x="9911" y="1309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49"/>
          <p:cNvSpPr/>
          <p:nvPr/>
        </p:nvSpPr>
        <p:spPr>
          <a:xfrm>
            <a:off x="21484169" y="3234266"/>
            <a:ext cx="419094" cy="368280"/>
          </a:xfrm>
          <a:custGeom>
            <a:rect b="b" l="l" r="r" t="t"/>
            <a:pathLst>
              <a:path extrusionOk="0" h="21600" w="21600">
                <a:moveTo>
                  <a:pt x="19396" y="2455"/>
                </a:moveTo>
                <a:lnTo>
                  <a:pt x="13886" y="2455"/>
                </a:lnTo>
                <a:lnTo>
                  <a:pt x="13445" y="1473"/>
                </a:lnTo>
                <a:lnTo>
                  <a:pt x="12784" y="491"/>
                </a:lnTo>
                <a:lnTo>
                  <a:pt x="11902" y="245"/>
                </a:lnTo>
                <a:lnTo>
                  <a:pt x="10800" y="0"/>
                </a:lnTo>
                <a:lnTo>
                  <a:pt x="9698" y="245"/>
                </a:lnTo>
                <a:lnTo>
                  <a:pt x="8816" y="491"/>
                </a:lnTo>
                <a:lnTo>
                  <a:pt x="8155" y="1473"/>
                </a:lnTo>
                <a:lnTo>
                  <a:pt x="7714" y="2455"/>
                </a:lnTo>
                <a:lnTo>
                  <a:pt x="2204" y="2455"/>
                </a:lnTo>
                <a:lnTo>
                  <a:pt x="441" y="2945"/>
                </a:lnTo>
                <a:lnTo>
                  <a:pt x="220" y="3927"/>
                </a:lnTo>
                <a:lnTo>
                  <a:pt x="0" y="4664"/>
                </a:lnTo>
                <a:lnTo>
                  <a:pt x="0" y="19391"/>
                </a:lnTo>
                <a:lnTo>
                  <a:pt x="220" y="20127"/>
                </a:lnTo>
                <a:lnTo>
                  <a:pt x="441" y="21109"/>
                </a:lnTo>
                <a:lnTo>
                  <a:pt x="2204" y="21600"/>
                </a:lnTo>
                <a:lnTo>
                  <a:pt x="19396" y="21600"/>
                </a:lnTo>
                <a:lnTo>
                  <a:pt x="21159" y="21109"/>
                </a:lnTo>
                <a:lnTo>
                  <a:pt x="21380" y="20127"/>
                </a:lnTo>
                <a:lnTo>
                  <a:pt x="21600" y="19391"/>
                </a:lnTo>
                <a:lnTo>
                  <a:pt x="21600" y="4664"/>
                </a:lnTo>
                <a:lnTo>
                  <a:pt x="21380" y="3927"/>
                </a:lnTo>
                <a:lnTo>
                  <a:pt x="21159" y="2945"/>
                </a:lnTo>
                <a:lnTo>
                  <a:pt x="19396" y="2455"/>
                </a:lnTo>
                <a:close/>
                <a:moveTo>
                  <a:pt x="6392" y="7118"/>
                </a:moveTo>
                <a:lnTo>
                  <a:pt x="7273" y="7609"/>
                </a:lnTo>
                <a:lnTo>
                  <a:pt x="8155" y="7855"/>
                </a:lnTo>
                <a:lnTo>
                  <a:pt x="8376" y="8591"/>
                </a:lnTo>
                <a:lnTo>
                  <a:pt x="8596" y="9573"/>
                </a:lnTo>
                <a:lnTo>
                  <a:pt x="8155" y="11536"/>
                </a:lnTo>
                <a:lnTo>
                  <a:pt x="6392" y="12027"/>
                </a:lnTo>
                <a:lnTo>
                  <a:pt x="5731" y="11782"/>
                </a:lnTo>
                <a:lnTo>
                  <a:pt x="4849" y="11536"/>
                </a:lnTo>
                <a:lnTo>
                  <a:pt x="4629" y="10555"/>
                </a:lnTo>
                <a:lnTo>
                  <a:pt x="4188" y="9573"/>
                </a:lnTo>
                <a:lnTo>
                  <a:pt x="4629" y="8591"/>
                </a:lnTo>
                <a:lnTo>
                  <a:pt x="4849" y="7855"/>
                </a:lnTo>
                <a:lnTo>
                  <a:pt x="5731" y="7609"/>
                </a:lnTo>
                <a:lnTo>
                  <a:pt x="6392" y="7118"/>
                </a:lnTo>
                <a:close/>
                <a:moveTo>
                  <a:pt x="3086" y="16936"/>
                </a:moveTo>
                <a:lnTo>
                  <a:pt x="3527" y="15464"/>
                </a:lnTo>
                <a:lnTo>
                  <a:pt x="3967" y="14236"/>
                </a:lnTo>
                <a:lnTo>
                  <a:pt x="5069" y="13500"/>
                </a:lnTo>
                <a:lnTo>
                  <a:pt x="6392" y="13255"/>
                </a:lnTo>
                <a:lnTo>
                  <a:pt x="7714" y="13500"/>
                </a:lnTo>
                <a:lnTo>
                  <a:pt x="8816" y="14236"/>
                </a:lnTo>
                <a:lnTo>
                  <a:pt x="9478" y="15464"/>
                </a:lnTo>
                <a:lnTo>
                  <a:pt x="9698" y="16936"/>
                </a:lnTo>
                <a:lnTo>
                  <a:pt x="3086" y="16936"/>
                </a:lnTo>
                <a:close/>
                <a:moveTo>
                  <a:pt x="10800" y="4664"/>
                </a:moveTo>
                <a:lnTo>
                  <a:pt x="10359" y="4664"/>
                </a:lnTo>
                <a:lnTo>
                  <a:pt x="9918" y="4418"/>
                </a:lnTo>
                <a:lnTo>
                  <a:pt x="9698" y="4173"/>
                </a:lnTo>
                <a:lnTo>
                  <a:pt x="9698" y="2945"/>
                </a:lnTo>
                <a:lnTo>
                  <a:pt x="9918" y="2700"/>
                </a:lnTo>
                <a:lnTo>
                  <a:pt x="10359" y="2455"/>
                </a:lnTo>
                <a:lnTo>
                  <a:pt x="11241" y="2455"/>
                </a:lnTo>
                <a:lnTo>
                  <a:pt x="11682" y="2700"/>
                </a:lnTo>
                <a:lnTo>
                  <a:pt x="11902" y="2945"/>
                </a:lnTo>
                <a:lnTo>
                  <a:pt x="11902" y="4173"/>
                </a:lnTo>
                <a:lnTo>
                  <a:pt x="11682" y="4418"/>
                </a:lnTo>
                <a:lnTo>
                  <a:pt x="11241" y="4664"/>
                </a:lnTo>
                <a:lnTo>
                  <a:pt x="10800" y="4664"/>
                </a:lnTo>
                <a:close/>
                <a:moveTo>
                  <a:pt x="18514" y="16936"/>
                </a:moveTo>
                <a:lnTo>
                  <a:pt x="11902" y="16936"/>
                </a:lnTo>
                <a:lnTo>
                  <a:pt x="11902" y="14482"/>
                </a:lnTo>
                <a:lnTo>
                  <a:pt x="18514" y="14482"/>
                </a:lnTo>
                <a:lnTo>
                  <a:pt x="18514" y="16936"/>
                </a:lnTo>
                <a:close/>
                <a:moveTo>
                  <a:pt x="18514" y="12027"/>
                </a:moveTo>
                <a:lnTo>
                  <a:pt x="11902" y="12027"/>
                </a:lnTo>
                <a:lnTo>
                  <a:pt x="11902" y="9573"/>
                </a:lnTo>
                <a:lnTo>
                  <a:pt x="18514" y="9573"/>
                </a:lnTo>
                <a:lnTo>
                  <a:pt x="18514" y="1202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49"/>
          <p:cNvSpPr/>
          <p:nvPr/>
        </p:nvSpPr>
        <p:spPr>
          <a:xfrm>
            <a:off x="14605000" y="4212167"/>
            <a:ext cx="127008" cy="127008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0855" y="6480"/>
                </a:lnTo>
                <a:lnTo>
                  <a:pt x="15641" y="1440"/>
                </a:lnTo>
                <a:lnTo>
                  <a:pt x="10428" y="0"/>
                </a:lnTo>
                <a:lnTo>
                  <a:pt x="5959" y="1440"/>
                </a:lnTo>
                <a:lnTo>
                  <a:pt x="745" y="6480"/>
                </a:lnTo>
                <a:lnTo>
                  <a:pt x="0" y="10800"/>
                </a:lnTo>
                <a:lnTo>
                  <a:pt x="745" y="15120"/>
                </a:lnTo>
                <a:lnTo>
                  <a:pt x="3724" y="18000"/>
                </a:lnTo>
                <a:lnTo>
                  <a:pt x="5959" y="20880"/>
                </a:lnTo>
                <a:lnTo>
                  <a:pt x="10428" y="21600"/>
                </a:lnTo>
                <a:lnTo>
                  <a:pt x="15641" y="20880"/>
                </a:lnTo>
                <a:lnTo>
                  <a:pt x="17876" y="18000"/>
                </a:lnTo>
                <a:lnTo>
                  <a:pt x="20855" y="1512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49"/>
          <p:cNvSpPr/>
          <p:nvPr/>
        </p:nvSpPr>
        <p:spPr>
          <a:xfrm>
            <a:off x="14566902" y="4339168"/>
            <a:ext cx="203202" cy="292086"/>
          </a:xfrm>
          <a:custGeom>
            <a:rect b="b" l="l" r="r" t="t"/>
            <a:pathLst>
              <a:path extrusionOk="0" h="21600" w="21600">
                <a:moveTo>
                  <a:pt x="10580" y="0"/>
                </a:moveTo>
                <a:lnTo>
                  <a:pt x="8816" y="0"/>
                </a:lnTo>
                <a:lnTo>
                  <a:pt x="6612" y="626"/>
                </a:lnTo>
                <a:lnTo>
                  <a:pt x="4849" y="1252"/>
                </a:lnTo>
                <a:lnTo>
                  <a:pt x="3086" y="2191"/>
                </a:lnTo>
                <a:lnTo>
                  <a:pt x="1763" y="3443"/>
                </a:lnTo>
                <a:lnTo>
                  <a:pt x="882" y="4696"/>
                </a:lnTo>
                <a:lnTo>
                  <a:pt x="0" y="6261"/>
                </a:lnTo>
                <a:lnTo>
                  <a:pt x="0" y="13148"/>
                </a:lnTo>
                <a:lnTo>
                  <a:pt x="882" y="13774"/>
                </a:lnTo>
                <a:lnTo>
                  <a:pt x="4408" y="13774"/>
                </a:lnTo>
                <a:lnTo>
                  <a:pt x="4408" y="20974"/>
                </a:lnTo>
                <a:lnTo>
                  <a:pt x="5290" y="21600"/>
                </a:lnTo>
                <a:lnTo>
                  <a:pt x="16310" y="21600"/>
                </a:lnTo>
                <a:lnTo>
                  <a:pt x="17192" y="20974"/>
                </a:lnTo>
                <a:lnTo>
                  <a:pt x="17192" y="13774"/>
                </a:lnTo>
                <a:lnTo>
                  <a:pt x="20718" y="13774"/>
                </a:lnTo>
                <a:lnTo>
                  <a:pt x="21600" y="13148"/>
                </a:lnTo>
                <a:lnTo>
                  <a:pt x="21600" y="6261"/>
                </a:lnTo>
                <a:lnTo>
                  <a:pt x="20718" y="4696"/>
                </a:lnTo>
                <a:lnTo>
                  <a:pt x="19837" y="3443"/>
                </a:lnTo>
                <a:lnTo>
                  <a:pt x="18514" y="2191"/>
                </a:lnTo>
                <a:lnTo>
                  <a:pt x="16751" y="1252"/>
                </a:lnTo>
                <a:lnTo>
                  <a:pt x="14988" y="626"/>
                </a:lnTo>
                <a:lnTo>
                  <a:pt x="12784" y="0"/>
                </a:lnTo>
                <a:lnTo>
                  <a:pt x="1058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4" name="Google Shape;664;p49"/>
          <p:cNvGrpSpPr/>
          <p:nvPr/>
        </p:nvGrpSpPr>
        <p:grpSpPr>
          <a:xfrm>
            <a:off x="22449368" y="3208866"/>
            <a:ext cx="495287" cy="457199"/>
            <a:chOff x="-1" y="0"/>
            <a:chExt cx="495287" cy="457199"/>
          </a:xfrm>
        </p:grpSpPr>
        <p:sp>
          <p:nvSpPr>
            <p:cNvPr id="665" name="Google Shape;665;p49"/>
            <p:cNvSpPr/>
            <p:nvPr/>
          </p:nvSpPr>
          <p:spPr>
            <a:xfrm>
              <a:off x="203200" y="0"/>
              <a:ext cx="292086" cy="292086"/>
            </a:xfrm>
            <a:custGeom>
              <a:rect b="b" l="l" r="r" t="t"/>
              <a:pathLst>
                <a:path extrusionOk="0" h="21600" w="21600">
                  <a:moveTo>
                    <a:pt x="7826" y="21600"/>
                  </a:moveTo>
                  <a:lnTo>
                    <a:pt x="6887" y="21600"/>
                  </a:lnTo>
                  <a:lnTo>
                    <a:pt x="6574" y="20661"/>
                  </a:lnTo>
                  <a:lnTo>
                    <a:pt x="6261" y="20035"/>
                  </a:lnTo>
                  <a:lnTo>
                    <a:pt x="6261" y="16904"/>
                  </a:lnTo>
                  <a:lnTo>
                    <a:pt x="4696" y="16904"/>
                  </a:lnTo>
                  <a:lnTo>
                    <a:pt x="4696" y="13774"/>
                  </a:lnTo>
                  <a:lnTo>
                    <a:pt x="8452" y="13774"/>
                  </a:lnTo>
                  <a:lnTo>
                    <a:pt x="9391" y="14713"/>
                  </a:lnTo>
                  <a:lnTo>
                    <a:pt x="9391" y="16904"/>
                  </a:lnTo>
                  <a:lnTo>
                    <a:pt x="13148" y="14087"/>
                  </a:lnTo>
                  <a:lnTo>
                    <a:pt x="13774" y="13774"/>
                  </a:lnTo>
                  <a:lnTo>
                    <a:pt x="18470" y="13774"/>
                  </a:lnTo>
                  <a:lnTo>
                    <a:pt x="18470" y="3130"/>
                  </a:lnTo>
                  <a:lnTo>
                    <a:pt x="3130" y="3130"/>
                  </a:lnTo>
                  <a:lnTo>
                    <a:pt x="3130" y="7513"/>
                  </a:lnTo>
                  <a:lnTo>
                    <a:pt x="0" y="7513"/>
                  </a:lnTo>
                  <a:lnTo>
                    <a:pt x="0" y="3130"/>
                  </a:lnTo>
                  <a:lnTo>
                    <a:pt x="626" y="626"/>
                  </a:lnTo>
                  <a:lnTo>
                    <a:pt x="3130" y="0"/>
                  </a:lnTo>
                  <a:lnTo>
                    <a:pt x="18470" y="0"/>
                  </a:lnTo>
                  <a:lnTo>
                    <a:pt x="20974" y="626"/>
                  </a:lnTo>
                  <a:lnTo>
                    <a:pt x="21600" y="3130"/>
                  </a:lnTo>
                  <a:lnTo>
                    <a:pt x="21600" y="13774"/>
                  </a:lnTo>
                  <a:lnTo>
                    <a:pt x="20974" y="16278"/>
                  </a:lnTo>
                  <a:lnTo>
                    <a:pt x="18470" y="16904"/>
                  </a:lnTo>
                  <a:lnTo>
                    <a:pt x="14400" y="16904"/>
                  </a:lnTo>
                  <a:lnTo>
                    <a:pt x="8452" y="21287"/>
                  </a:lnTo>
                  <a:lnTo>
                    <a:pt x="7826" y="2160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49"/>
            <p:cNvSpPr/>
            <p:nvPr/>
          </p:nvSpPr>
          <p:spPr>
            <a:xfrm>
              <a:off x="76200" y="127000"/>
              <a:ext cx="165078" cy="165078"/>
            </a:xfrm>
            <a:custGeom>
              <a:rect b="b" l="l" r="r" t="t"/>
              <a:pathLst>
                <a:path extrusionOk="0" h="21600" w="21600">
                  <a:moveTo>
                    <a:pt x="10800" y="21600"/>
                  </a:moveTo>
                  <a:lnTo>
                    <a:pt x="12960" y="21600"/>
                  </a:lnTo>
                  <a:lnTo>
                    <a:pt x="14580" y="21060"/>
                  </a:lnTo>
                  <a:lnTo>
                    <a:pt x="18360" y="18360"/>
                  </a:lnTo>
                  <a:lnTo>
                    <a:pt x="21060" y="14580"/>
                  </a:lnTo>
                  <a:lnTo>
                    <a:pt x="21600" y="12960"/>
                  </a:lnTo>
                  <a:lnTo>
                    <a:pt x="21600" y="8640"/>
                  </a:lnTo>
                  <a:lnTo>
                    <a:pt x="21060" y="7020"/>
                  </a:lnTo>
                  <a:lnTo>
                    <a:pt x="18360" y="3780"/>
                  </a:lnTo>
                  <a:lnTo>
                    <a:pt x="14580" y="1080"/>
                  </a:lnTo>
                  <a:lnTo>
                    <a:pt x="12960" y="0"/>
                  </a:lnTo>
                  <a:lnTo>
                    <a:pt x="8640" y="0"/>
                  </a:lnTo>
                  <a:lnTo>
                    <a:pt x="7020" y="1080"/>
                  </a:lnTo>
                  <a:lnTo>
                    <a:pt x="3780" y="3780"/>
                  </a:lnTo>
                  <a:lnTo>
                    <a:pt x="1080" y="7020"/>
                  </a:lnTo>
                  <a:lnTo>
                    <a:pt x="0" y="8640"/>
                  </a:lnTo>
                  <a:lnTo>
                    <a:pt x="0" y="12960"/>
                  </a:lnTo>
                  <a:lnTo>
                    <a:pt x="1080" y="14580"/>
                  </a:lnTo>
                  <a:lnTo>
                    <a:pt x="3780" y="18360"/>
                  </a:lnTo>
                  <a:lnTo>
                    <a:pt x="7020" y="21060"/>
                  </a:lnTo>
                  <a:lnTo>
                    <a:pt x="8640" y="2160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49"/>
            <p:cNvSpPr/>
            <p:nvPr/>
          </p:nvSpPr>
          <p:spPr>
            <a:xfrm>
              <a:off x="-1" y="317501"/>
              <a:ext cx="330210" cy="139698"/>
            </a:xfrm>
            <a:custGeom>
              <a:rect b="b" l="l" r="r" t="t"/>
              <a:pathLst>
                <a:path extrusionOk="0" h="21600" w="21600">
                  <a:moveTo>
                    <a:pt x="10663" y="0"/>
                  </a:moveTo>
                  <a:lnTo>
                    <a:pt x="8203" y="0"/>
                  </a:lnTo>
                  <a:lnTo>
                    <a:pt x="6289" y="1271"/>
                  </a:lnTo>
                  <a:lnTo>
                    <a:pt x="3008" y="5082"/>
                  </a:lnTo>
                  <a:lnTo>
                    <a:pt x="1641" y="7624"/>
                  </a:lnTo>
                  <a:lnTo>
                    <a:pt x="547" y="10800"/>
                  </a:lnTo>
                  <a:lnTo>
                    <a:pt x="0" y="18424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424"/>
                  </a:lnTo>
                  <a:lnTo>
                    <a:pt x="21053" y="14612"/>
                  </a:lnTo>
                  <a:lnTo>
                    <a:pt x="20780" y="10800"/>
                  </a:lnTo>
                  <a:lnTo>
                    <a:pt x="19686" y="7624"/>
                  </a:lnTo>
                  <a:lnTo>
                    <a:pt x="18319" y="5082"/>
                  </a:lnTo>
                  <a:lnTo>
                    <a:pt x="15038" y="1271"/>
                  </a:lnTo>
                  <a:lnTo>
                    <a:pt x="13124" y="0"/>
                  </a:lnTo>
                  <a:lnTo>
                    <a:pt x="10663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8" name="Google Shape;668;p49"/>
          <p:cNvSpPr/>
          <p:nvPr/>
        </p:nvSpPr>
        <p:spPr>
          <a:xfrm>
            <a:off x="16463433" y="4212167"/>
            <a:ext cx="419094" cy="419094"/>
          </a:xfrm>
          <a:custGeom>
            <a:rect b="b" l="l" r="r" t="t"/>
            <a:pathLst>
              <a:path extrusionOk="0" h="21600" w="21600">
                <a:moveTo>
                  <a:pt x="21159" y="17891"/>
                </a:moveTo>
                <a:lnTo>
                  <a:pt x="16310" y="13091"/>
                </a:lnTo>
                <a:lnTo>
                  <a:pt x="16971" y="10909"/>
                </a:lnTo>
                <a:lnTo>
                  <a:pt x="17412" y="8727"/>
                </a:lnTo>
                <a:lnTo>
                  <a:pt x="16971" y="6982"/>
                </a:lnTo>
                <a:lnTo>
                  <a:pt x="16751" y="5455"/>
                </a:lnTo>
                <a:lnTo>
                  <a:pt x="15869" y="3927"/>
                </a:lnTo>
                <a:lnTo>
                  <a:pt x="14988" y="2618"/>
                </a:lnTo>
                <a:lnTo>
                  <a:pt x="13445" y="1527"/>
                </a:lnTo>
                <a:lnTo>
                  <a:pt x="11902" y="655"/>
                </a:lnTo>
                <a:lnTo>
                  <a:pt x="10359" y="436"/>
                </a:lnTo>
                <a:lnTo>
                  <a:pt x="8596" y="0"/>
                </a:lnTo>
                <a:lnTo>
                  <a:pt x="7053" y="436"/>
                </a:lnTo>
                <a:lnTo>
                  <a:pt x="5290" y="655"/>
                </a:lnTo>
                <a:lnTo>
                  <a:pt x="3747" y="1527"/>
                </a:lnTo>
                <a:lnTo>
                  <a:pt x="2424" y="2618"/>
                </a:lnTo>
                <a:lnTo>
                  <a:pt x="1322" y="3927"/>
                </a:lnTo>
                <a:lnTo>
                  <a:pt x="441" y="5455"/>
                </a:lnTo>
                <a:lnTo>
                  <a:pt x="220" y="6982"/>
                </a:lnTo>
                <a:lnTo>
                  <a:pt x="0" y="8727"/>
                </a:lnTo>
                <a:lnTo>
                  <a:pt x="220" y="10255"/>
                </a:lnTo>
                <a:lnTo>
                  <a:pt x="441" y="12000"/>
                </a:lnTo>
                <a:lnTo>
                  <a:pt x="1322" y="13527"/>
                </a:lnTo>
                <a:lnTo>
                  <a:pt x="2424" y="14836"/>
                </a:lnTo>
                <a:lnTo>
                  <a:pt x="3747" y="15927"/>
                </a:lnTo>
                <a:lnTo>
                  <a:pt x="5290" y="16800"/>
                </a:lnTo>
                <a:lnTo>
                  <a:pt x="7053" y="17018"/>
                </a:lnTo>
                <a:lnTo>
                  <a:pt x="8596" y="17236"/>
                </a:lnTo>
                <a:lnTo>
                  <a:pt x="10800" y="17018"/>
                </a:lnTo>
                <a:lnTo>
                  <a:pt x="13004" y="16145"/>
                </a:lnTo>
                <a:lnTo>
                  <a:pt x="17853" y="21164"/>
                </a:lnTo>
                <a:lnTo>
                  <a:pt x="19616" y="21600"/>
                </a:lnTo>
                <a:lnTo>
                  <a:pt x="20278" y="21382"/>
                </a:lnTo>
                <a:lnTo>
                  <a:pt x="21159" y="21164"/>
                </a:lnTo>
                <a:lnTo>
                  <a:pt x="21600" y="19418"/>
                </a:lnTo>
                <a:lnTo>
                  <a:pt x="21380" y="18545"/>
                </a:lnTo>
                <a:lnTo>
                  <a:pt x="21159" y="17891"/>
                </a:lnTo>
                <a:close/>
                <a:moveTo>
                  <a:pt x="8596" y="4364"/>
                </a:moveTo>
                <a:lnTo>
                  <a:pt x="9478" y="4582"/>
                </a:lnTo>
                <a:lnTo>
                  <a:pt x="10580" y="5673"/>
                </a:lnTo>
                <a:lnTo>
                  <a:pt x="10800" y="6545"/>
                </a:lnTo>
                <a:lnTo>
                  <a:pt x="10580" y="7418"/>
                </a:lnTo>
                <a:lnTo>
                  <a:pt x="9478" y="8509"/>
                </a:lnTo>
                <a:lnTo>
                  <a:pt x="8596" y="8727"/>
                </a:lnTo>
                <a:lnTo>
                  <a:pt x="7714" y="8509"/>
                </a:lnTo>
                <a:lnTo>
                  <a:pt x="7053" y="8073"/>
                </a:lnTo>
                <a:lnTo>
                  <a:pt x="6392" y="7418"/>
                </a:lnTo>
                <a:lnTo>
                  <a:pt x="6392" y="5673"/>
                </a:lnTo>
                <a:lnTo>
                  <a:pt x="7053" y="5018"/>
                </a:lnTo>
                <a:lnTo>
                  <a:pt x="7714" y="4582"/>
                </a:lnTo>
                <a:lnTo>
                  <a:pt x="8596" y="4364"/>
                </a:lnTo>
                <a:close/>
                <a:moveTo>
                  <a:pt x="5290" y="13091"/>
                </a:moveTo>
                <a:lnTo>
                  <a:pt x="5731" y="11564"/>
                </a:lnTo>
                <a:lnTo>
                  <a:pt x="6171" y="10691"/>
                </a:lnTo>
                <a:lnTo>
                  <a:pt x="7273" y="10036"/>
                </a:lnTo>
                <a:lnTo>
                  <a:pt x="8596" y="9818"/>
                </a:lnTo>
                <a:lnTo>
                  <a:pt x="9918" y="10036"/>
                </a:lnTo>
                <a:lnTo>
                  <a:pt x="11020" y="10691"/>
                </a:lnTo>
                <a:lnTo>
                  <a:pt x="11682" y="11564"/>
                </a:lnTo>
                <a:lnTo>
                  <a:pt x="11902" y="13091"/>
                </a:lnTo>
                <a:lnTo>
                  <a:pt x="5290" y="1309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49"/>
          <p:cNvSpPr/>
          <p:nvPr/>
        </p:nvSpPr>
        <p:spPr>
          <a:xfrm>
            <a:off x="13601702" y="4237567"/>
            <a:ext cx="127008" cy="127008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0855" y="6480"/>
                </a:lnTo>
                <a:lnTo>
                  <a:pt x="18621" y="3600"/>
                </a:lnTo>
                <a:lnTo>
                  <a:pt x="15641" y="1440"/>
                </a:lnTo>
                <a:lnTo>
                  <a:pt x="11172" y="0"/>
                </a:lnTo>
                <a:lnTo>
                  <a:pt x="6703" y="1440"/>
                </a:lnTo>
                <a:lnTo>
                  <a:pt x="3724" y="3600"/>
                </a:lnTo>
                <a:lnTo>
                  <a:pt x="745" y="6480"/>
                </a:lnTo>
                <a:lnTo>
                  <a:pt x="0" y="10800"/>
                </a:lnTo>
                <a:lnTo>
                  <a:pt x="745" y="15120"/>
                </a:lnTo>
                <a:lnTo>
                  <a:pt x="6703" y="20880"/>
                </a:lnTo>
                <a:lnTo>
                  <a:pt x="11172" y="21600"/>
                </a:lnTo>
                <a:lnTo>
                  <a:pt x="15641" y="20880"/>
                </a:lnTo>
                <a:lnTo>
                  <a:pt x="18621" y="18000"/>
                </a:lnTo>
                <a:lnTo>
                  <a:pt x="20855" y="1512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49"/>
          <p:cNvSpPr/>
          <p:nvPr/>
        </p:nvSpPr>
        <p:spPr>
          <a:xfrm>
            <a:off x="13563600" y="4364568"/>
            <a:ext cx="203202" cy="266706"/>
          </a:xfrm>
          <a:custGeom>
            <a:rect b="b" l="l" r="r" t="t"/>
            <a:pathLst>
              <a:path extrusionOk="0" h="21600" w="21600">
                <a:moveTo>
                  <a:pt x="21600" y="14512"/>
                </a:moveTo>
                <a:lnTo>
                  <a:pt x="18514" y="4725"/>
                </a:lnTo>
                <a:lnTo>
                  <a:pt x="15869" y="1350"/>
                </a:lnTo>
                <a:lnTo>
                  <a:pt x="13665" y="338"/>
                </a:lnTo>
                <a:lnTo>
                  <a:pt x="11020" y="0"/>
                </a:lnTo>
                <a:lnTo>
                  <a:pt x="8376" y="338"/>
                </a:lnTo>
                <a:lnTo>
                  <a:pt x="6171" y="1350"/>
                </a:lnTo>
                <a:lnTo>
                  <a:pt x="4408" y="3038"/>
                </a:lnTo>
                <a:lnTo>
                  <a:pt x="3086" y="4725"/>
                </a:lnTo>
                <a:lnTo>
                  <a:pt x="0" y="14512"/>
                </a:lnTo>
                <a:lnTo>
                  <a:pt x="0" y="15525"/>
                </a:lnTo>
                <a:lnTo>
                  <a:pt x="441" y="15862"/>
                </a:lnTo>
                <a:lnTo>
                  <a:pt x="882" y="16537"/>
                </a:lnTo>
                <a:lnTo>
                  <a:pt x="4849" y="16537"/>
                </a:lnTo>
                <a:lnTo>
                  <a:pt x="6612" y="20250"/>
                </a:lnTo>
                <a:lnTo>
                  <a:pt x="7494" y="21262"/>
                </a:lnTo>
                <a:lnTo>
                  <a:pt x="8816" y="21600"/>
                </a:lnTo>
                <a:lnTo>
                  <a:pt x="13224" y="21600"/>
                </a:lnTo>
                <a:lnTo>
                  <a:pt x="14106" y="21262"/>
                </a:lnTo>
                <a:lnTo>
                  <a:pt x="15429" y="20250"/>
                </a:lnTo>
                <a:lnTo>
                  <a:pt x="16751" y="16537"/>
                </a:lnTo>
                <a:lnTo>
                  <a:pt x="20718" y="16537"/>
                </a:lnTo>
                <a:lnTo>
                  <a:pt x="21159" y="15862"/>
                </a:lnTo>
                <a:lnTo>
                  <a:pt x="21600" y="15525"/>
                </a:lnTo>
                <a:lnTo>
                  <a:pt x="21600" y="1451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49"/>
          <p:cNvSpPr/>
          <p:nvPr/>
        </p:nvSpPr>
        <p:spPr>
          <a:xfrm>
            <a:off x="17504834" y="4339168"/>
            <a:ext cx="177822" cy="165078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2960" y="21600"/>
                </a:lnTo>
                <a:lnTo>
                  <a:pt x="15120" y="21046"/>
                </a:lnTo>
                <a:lnTo>
                  <a:pt x="18360" y="18277"/>
                </a:lnTo>
                <a:lnTo>
                  <a:pt x="21060" y="14954"/>
                </a:lnTo>
                <a:lnTo>
                  <a:pt x="21600" y="12738"/>
                </a:lnTo>
                <a:lnTo>
                  <a:pt x="21600" y="8862"/>
                </a:lnTo>
                <a:lnTo>
                  <a:pt x="21060" y="6646"/>
                </a:lnTo>
                <a:lnTo>
                  <a:pt x="18360" y="3323"/>
                </a:lnTo>
                <a:lnTo>
                  <a:pt x="15120" y="554"/>
                </a:lnTo>
                <a:lnTo>
                  <a:pt x="12960" y="0"/>
                </a:lnTo>
                <a:lnTo>
                  <a:pt x="8640" y="0"/>
                </a:lnTo>
                <a:lnTo>
                  <a:pt x="7020" y="554"/>
                </a:lnTo>
                <a:lnTo>
                  <a:pt x="3780" y="3323"/>
                </a:lnTo>
                <a:lnTo>
                  <a:pt x="1080" y="6646"/>
                </a:lnTo>
                <a:lnTo>
                  <a:pt x="0" y="8862"/>
                </a:lnTo>
                <a:lnTo>
                  <a:pt x="0" y="12738"/>
                </a:lnTo>
                <a:lnTo>
                  <a:pt x="1080" y="14954"/>
                </a:lnTo>
                <a:lnTo>
                  <a:pt x="3780" y="18277"/>
                </a:lnTo>
                <a:lnTo>
                  <a:pt x="7020" y="21046"/>
                </a:lnTo>
                <a:lnTo>
                  <a:pt x="864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49"/>
          <p:cNvSpPr/>
          <p:nvPr/>
        </p:nvSpPr>
        <p:spPr>
          <a:xfrm>
            <a:off x="17428634" y="4529666"/>
            <a:ext cx="330210" cy="139698"/>
          </a:xfrm>
          <a:custGeom>
            <a:rect b="b" l="l" r="r" t="t"/>
            <a:pathLst>
              <a:path extrusionOk="0" h="21600" w="21600">
                <a:moveTo>
                  <a:pt x="10663" y="0"/>
                </a:moveTo>
                <a:lnTo>
                  <a:pt x="8203" y="0"/>
                </a:lnTo>
                <a:lnTo>
                  <a:pt x="6289" y="1851"/>
                </a:lnTo>
                <a:lnTo>
                  <a:pt x="4648" y="3086"/>
                </a:lnTo>
                <a:lnTo>
                  <a:pt x="3008" y="5554"/>
                </a:lnTo>
                <a:lnTo>
                  <a:pt x="1641" y="8023"/>
                </a:lnTo>
                <a:lnTo>
                  <a:pt x="547" y="11109"/>
                </a:lnTo>
                <a:lnTo>
                  <a:pt x="0" y="18514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8514"/>
                </a:lnTo>
                <a:lnTo>
                  <a:pt x="21053" y="14811"/>
                </a:lnTo>
                <a:lnTo>
                  <a:pt x="20780" y="11109"/>
                </a:lnTo>
                <a:lnTo>
                  <a:pt x="19686" y="8023"/>
                </a:lnTo>
                <a:lnTo>
                  <a:pt x="18319" y="5554"/>
                </a:lnTo>
                <a:lnTo>
                  <a:pt x="16678" y="3086"/>
                </a:lnTo>
                <a:lnTo>
                  <a:pt x="15038" y="1851"/>
                </a:lnTo>
                <a:lnTo>
                  <a:pt x="13124" y="0"/>
                </a:lnTo>
                <a:lnTo>
                  <a:pt x="10663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49"/>
          <p:cNvSpPr/>
          <p:nvPr/>
        </p:nvSpPr>
        <p:spPr>
          <a:xfrm>
            <a:off x="17720733" y="4250266"/>
            <a:ext cx="165078" cy="177822"/>
          </a:xfrm>
          <a:custGeom>
            <a:rect b="b" l="l" r="r" t="t"/>
            <a:pathLst>
              <a:path extrusionOk="0" h="21600" w="21600">
                <a:moveTo>
                  <a:pt x="21600" y="8100"/>
                </a:moveTo>
                <a:lnTo>
                  <a:pt x="13292" y="8100"/>
                </a:lnTo>
                <a:lnTo>
                  <a:pt x="13292" y="0"/>
                </a:lnTo>
                <a:lnTo>
                  <a:pt x="8308" y="0"/>
                </a:lnTo>
                <a:lnTo>
                  <a:pt x="8308" y="8100"/>
                </a:lnTo>
                <a:lnTo>
                  <a:pt x="0" y="8100"/>
                </a:lnTo>
                <a:lnTo>
                  <a:pt x="0" y="13500"/>
                </a:lnTo>
                <a:lnTo>
                  <a:pt x="8308" y="13500"/>
                </a:lnTo>
                <a:lnTo>
                  <a:pt x="8308" y="21600"/>
                </a:lnTo>
                <a:lnTo>
                  <a:pt x="13292" y="21600"/>
                </a:lnTo>
                <a:lnTo>
                  <a:pt x="13292" y="13500"/>
                </a:lnTo>
                <a:lnTo>
                  <a:pt x="21600" y="13500"/>
                </a:lnTo>
                <a:lnTo>
                  <a:pt x="21600" y="81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49"/>
          <p:cNvSpPr/>
          <p:nvPr/>
        </p:nvSpPr>
        <p:spPr>
          <a:xfrm>
            <a:off x="18508133" y="4339168"/>
            <a:ext cx="177822" cy="165078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2960" y="21600"/>
                </a:lnTo>
                <a:lnTo>
                  <a:pt x="14580" y="21046"/>
                </a:lnTo>
                <a:lnTo>
                  <a:pt x="17820" y="18277"/>
                </a:lnTo>
                <a:lnTo>
                  <a:pt x="20520" y="14954"/>
                </a:lnTo>
                <a:lnTo>
                  <a:pt x="21600" y="12738"/>
                </a:lnTo>
                <a:lnTo>
                  <a:pt x="21600" y="8862"/>
                </a:lnTo>
                <a:lnTo>
                  <a:pt x="20520" y="6646"/>
                </a:lnTo>
                <a:lnTo>
                  <a:pt x="17820" y="3323"/>
                </a:lnTo>
                <a:lnTo>
                  <a:pt x="14580" y="554"/>
                </a:lnTo>
                <a:lnTo>
                  <a:pt x="12960" y="0"/>
                </a:lnTo>
                <a:lnTo>
                  <a:pt x="8640" y="0"/>
                </a:lnTo>
                <a:lnTo>
                  <a:pt x="7020" y="554"/>
                </a:lnTo>
                <a:lnTo>
                  <a:pt x="3240" y="3323"/>
                </a:lnTo>
                <a:lnTo>
                  <a:pt x="540" y="6646"/>
                </a:lnTo>
                <a:lnTo>
                  <a:pt x="0" y="8862"/>
                </a:lnTo>
                <a:lnTo>
                  <a:pt x="0" y="12738"/>
                </a:lnTo>
                <a:lnTo>
                  <a:pt x="540" y="14954"/>
                </a:lnTo>
                <a:lnTo>
                  <a:pt x="3240" y="18277"/>
                </a:lnTo>
                <a:lnTo>
                  <a:pt x="7020" y="21046"/>
                </a:lnTo>
                <a:lnTo>
                  <a:pt x="864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49"/>
          <p:cNvSpPr/>
          <p:nvPr/>
        </p:nvSpPr>
        <p:spPr>
          <a:xfrm>
            <a:off x="18431933" y="4529666"/>
            <a:ext cx="330210" cy="139698"/>
          </a:xfrm>
          <a:custGeom>
            <a:rect b="b" l="l" r="r" t="t"/>
            <a:pathLst>
              <a:path extrusionOk="0" h="21600" w="21600">
                <a:moveTo>
                  <a:pt x="10937" y="0"/>
                </a:moveTo>
                <a:lnTo>
                  <a:pt x="8476" y="0"/>
                </a:lnTo>
                <a:lnTo>
                  <a:pt x="6562" y="1851"/>
                </a:lnTo>
                <a:lnTo>
                  <a:pt x="4922" y="3086"/>
                </a:lnTo>
                <a:lnTo>
                  <a:pt x="3281" y="5554"/>
                </a:lnTo>
                <a:lnTo>
                  <a:pt x="1914" y="8023"/>
                </a:lnTo>
                <a:lnTo>
                  <a:pt x="820" y="11109"/>
                </a:lnTo>
                <a:lnTo>
                  <a:pt x="547" y="14811"/>
                </a:lnTo>
                <a:lnTo>
                  <a:pt x="0" y="18514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8514"/>
                </a:lnTo>
                <a:lnTo>
                  <a:pt x="21053" y="11109"/>
                </a:lnTo>
                <a:lnTo>
                  <a:pt x="19959" y="8023"/>
                </a:lnTo>
                <a:lnTo>
                  <a:pt x="18592" y="5554"/>
                </a:lnTo>
                <a:lnTo>
                  <a:pt x="16952" y="3086"/>
                </a:lnTo>
                <a:lnTo>
                  <a:pt x="15311" y="1851"/>
                </a:lnTo>
                <a:lnTo>
                  <a:pt x="13397" y="0"/>
                </a:lnTo>
                <a:lnTo>
                  <a:pt x="10937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49"/>
          <p:cNvSpPr/>
          <p:nvPr/>
        </p:nvSpPr>
        <p:spPr>
          <a:xfrm>
            <a:off x="18736733" y="4313767"/>
            <a:ext cx="126900" cy="507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77" name="Google Shape;677;p49"/>
          <p:cNvSpPr/>
          <p:nvPr/>
        </p:nvSpPr>
        <p:spPr>
          <a:xfrm>
            <a:off x="19511434" y="4339168"/>
            <a:ext cx="165078" cy="165078"/>
          </a:xfrm>
          <a:custGeom>
            <a:rect b="b" l="l" r="r" t="t"/>
            <a:pathLst>
              <a:path extrusionOk="0" h="21600" w="21600">
                <a:moveTo>
                  <a:pt x="11077" y="21600"/>
                </a:moveTo>
                <a:lnTo>
                  <a:pt x="12738" y="21600"/>
                </a:lnTo>
                <a:lnTo>
                  <a:pt x="14954" y="21046"/>
                </a:lnTo>
                <a:lnTo>
                  <a:pt x="18277" y="18277"/>
                </a:lnTo>
                <a:lnTo>
                  <a:pt x="21046" y="14954"/>
                </a:lnTo>
                <a:lnTo>
                  <a:pt x="21600" y="12738"/>
                </a:lnTo>
                <a:lnTo>
                  <a:pt x="21600" y="8862"/>
                </a:lnTo>
                <a:lnTo>
                  <a:pt x="21046" y="6646"/>
                </a:lnTo>
                <a:lnTo>
                  <a:pt x="18277" y="3323"/>
                </a:lnTo>
                <a:lnTo>
                  <a:pt x="14954" y="554"/>
                </a:lnTo>
                <a:lnTo>
                  <a:pt x="12738" y="0"/>
                </a:lnTo>
                <a:lnTo>
                  <a:pt x="8862" y="0"/>
                </a:lnTo>
                <a:lnTo>
                  <a:pt x="6646" y="554"/>
                </a:lnTo>
                <a:lnTo>
                  <a:pt x="3323" y="3323"/>
                </a:lnTo>
                <a:lnTo>
                  <a:pt x="554" y="6646"/>
                </a:lnTo>
                <a:lnTo>
                  <a:pt x="0" y="8862"/>
                </a:lnTo>
                <a:lnTo>
                  <a:pt x="0" y="12738"/>
                </a:lnTo>
                <a:lnTo>
                  <a:pt x="554" y="14954"/>
                </a:lnTo>
                <a:lnTo>
                  <a:pt x="3323" y="18277"/>
                </a:lnTo>
                <a:lnTo>
                  <a:pt x="6646" y="21046"/>
                </a:lnTo>
                <a:lnTo>
                  <a:pt x="8862" y="21600"/>
                </a:lnTo>
                <a:lnTo>
                  <a:pt x="11077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49"/>
          <p:cNvSpPr/>
          <p:nvPr/>
        </p:nvSpPr>
        <p:spPr>
          <a:xfrm>
            <a:off x="19435234" y="4529666"/>
            <a:ext cx="330210" cy="139698"/>
          </a:xfrm>
          <a:custGeom>
            <a:rect b="b" l="l" r="r" t="t"/>
            <a:pathLst>
              <a:path extrusionOk="0" h="21600" w="21600">
                <a:moveTo>
                  <a:pt x="10937" y="0"/>
                </a:moveTo>
                <a:lnTo>
                  <a:pt x="8476" y="0"/>
                </a:lnTo>
                <a:lnTo>
                  <a:pt x="6562" y="1851"/>
                </a:lnTo>
                <a:lnTo>
                  <a:pt x="4648" y="3086"/>
                </a:lnTo>
                <a:lnTo>
                  <a:pt x="3008" y="5554"/>
                </a:lnTo>
                <a:lnTo>
                  <a:pt x="1641" y="8023"/>
                </a:lnTo>
                <a:lnTo>
                  <a:pt x="820" y="11109"/>
                </a:lnTo>
                <a:lnTo>
                  <a:pt x="273" y="14811"/>
                </a:lnTo>
                <a:lnTo>
                  <a:pt x="0" y="18514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8514"/>
                </a:lnTo>
                <a:lnTo>
                  <a:pt x="21053" y="11109"/>
                </a:lnTo>
                <a:lnTo>
                  <a:pt x="19959" y="8023"/>
                </a:lnTo>
                <a:lnTo>
                  <a:pt x="18592" y="5554"/>
                </a:lnTo>
                <a:lnTo>
                  <a:pt x="16952" y="3086"/>
                </a:lnTo>
                <a:lnTo>
                  <a:pt x="15311" y="1851"/>
                </a:lnTo>
                <a:lnTo>
                  <a:pt x="13124" y="0"/>
                </a:lnTo>
                <a:lnTo>
                  <a:pt x="10937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49"/>
          <p:cNvSpPr/>
          <p:nvPr/>
        </p:nvSpPr>
        <p:spPr>
          <a:xfrm>
            <a:off x="19714634" y="4275666"/>
            <a:ext cx="194724" cy="152388"/>
          </a:xfrm>
          <a:custGeom>
            <a:rect b="b" l="l" r="r" t="t"/>
            <a:pathLst>
              <a:path extrusionOk="0" h="21600" w="21600">
                <a:moveTo>
                  <a:pt x="8452" y="21600"/>
                </a:moveTo>
                <a:lnTo>
                  <a:pt x="0" y="10800"/>
                </a:lnTo>
                <a:lnTo>
                  <a:pt x="3287" y="6000"/>
                </a:lnTo>
                <a:lnTo>
                  <a:pt x="8452" y="12600"/>
                </a:lnTo>
                <a:lnTo>
                  <a:pt x="18313" y="0"/>
                </a:lnTo>
                <a:lnTo>
                  <a:pt x="21600" y="4800"/>
                </a:lnTo>
                <a:lnTo>
                  <a:pt x="8452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49"/>
          <p:cNvSpPr/>
          <p:nvPr/>
        </p:nvSpPr>
        <p:spPr>
          <a:xfrm>
            <a:off x="20518969" y="4504266"/>
            <a:ext cx="342900" cy="165078"/>
          </a:xfrm>
          <a:custGeom>
            <a:rect b="b" l="l" r="r" t="t"/>
            <a:pathLst>
              <a:path extrusionOk="0" h="21600" w="21600">
                <a:moveTo>
                  <a:pt x="10663" y="0"/>
                </a:moveTo>
                <a:lnTo>
                  <a:pt x="8476" y="0"/>
                </a:lnTo>
                <a:lnTo>
                  <a:pt x="6289" y="1620"/>
                </a:lnTo>
                <a:lnTo>
                  <a:pt x="4648" y="2700"/>
                </a:lnTo>
                <a:lnTo>
                  <a:pt x="3008" y="4860"/>
                </a:lnTo>
                <a:lnTo>
                  <a:pt x="1641" y="7020"/>
                </a:lnTo>
                <a:lnTo>
                  <a:pt x="547" y="9720"/>
                </a:lnTo>
                <a:lnTo>
                  <a:pt x="0" y="1620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6200"/>
                </a:lnTo>
                <a:lnTo>
                  <a:pt x="21053" y="12960"/>
                </a:lnTo>
                <a:lnTo>
                  <a:pt x="20780" y="9720"/>
                </a:lnTo>
                <a:lnTo>
                  <a:pt x="19959" y="7020"/>
                </a:lnTo>
                <a:lnTo>
                  <a:pt x="18592" y="4860"/>
                </a:lnTo>
                <a:lnTo>
                  <a:pt x="16678" y="2700"/>
                </a:lnTo>
                <a:lnTo>
                  <a:pt x="15038" y="1620"/>
                </a:lnTo>
                <a:lnTo>
                  <a:pt x="13124" y="0"/>
                </a:lnTo>
                <a:lnTo>
                  <a:pt x="10663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49"/>
          <p:cNvSpPr/>
          <p:nvPr/>
        </p:nvSpPr>
        <p:spPr>
          <a:xfrm>
            <a:off x="20734866" y="4313767"/>
            <a:ext cx="139698" cy="177822"/>
          </a:xfrm>
          <a:custGeom>
            <a:rect b="b" l="l" r="r" t="t"/>
            <a:pathLst>
              <a:path extrusionOk="0" h="21600" w="21600">
                <a:moveTo>
                  <a:pt x="15429" y="0"/>
                </a:moveTo>
                <a:lnTo>
                  <a:pt x="15429" y="5400"/>
                </a:lnTo>
                <a:lnTo>
                  <a:pt x="14811" y="8100"/>
                </a:lnTo>
                <a:lnTo>
                  <a:pt x="13577" y="10800"/>
                </a:lnTo>
                <a:lnTo>
                  <a:pt x="11726" y="12960"/>
                </a:lnTo>
                <a:lnTo>
                  <a:pt x="9257" y="14580"/>
                </a:lnTo>
                <a:lnTo>
                  <a:pt x="9257" y="10800"/>
                </a:lnTo>
                <a:lnTo>
                  <a:pt x="0" y="10800"/>
                </a:lnTo>
                <a:lnTo>
                  <a:pt x="0" y="21600"/>
                </a:lnTo>
                <a:lnTo>
                  <a:pt x="6789" y="21600"/>
                </a:lnTo>
                <a:lnTo>
                  <a:pt x="9874" y="19980"/>
                </a:lnTo>
                <a:lnTo>
                  <a:pt x="12960" y="18900"/>
                </a:lnTo>
                <a:lnTo>
                  <a:pt x="16046" y="16740"/>
                </a:lnTo>
                <a:lnTo>
                  <a:pt x="18514" y="14040"/>
                </a:lnTo>
                <a:lnTo>
                  <a:pt x="19749" y="11340"/>
                </a:lnTo>
                <a:lnTo>
                  <a:pt x="21600" y="8640"/>
                </a:lnTo>
                <a:lnTo>
                  <a:pt x="21600" y="0"/>
                </a:lnTo>
                <a:lnTo>
                  <a:pt x="15429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49"/>
          <p:cNvSpPr/>
          <p:nvPr/>
        </p:nvSpPr>
        <p:spPr>
          <a:xfrm>
            <a:off x="20582466" y="4250266"/>
            <a:ext cx="215892" cy="215892"/>
          </a:xfrm>
          <a:custGeom>
            <a:rect b="b" l="l" r="r" t="t"/>
            <a:pathLst>
              <a:path extrusionOk="0" h="21600" w="21600">
                <a:moveTo>
                  <a:pt x="10580" y="0"/>
                </a:moveTo>
                <a:lnTo>
                  <a:pt x="8376" y="0"/>
                </a:lnTo>
                <a:lnTo>
                  <a:pt x="6171" y="1296"/>
                </a:lnTo>
                <a:lnTo>
                  <a:pt x="4849" y="1728"/>
                </a:lnTo>
                <a:lnTo>
                  <a:pt x="3086" y="3456"/>
                </a:lnTo>
                <a:lnTo>
                  <a:pt x="1322" y="4752"/>
                </a:lnTo>
                <a:lnTo>
                  <a:pt x="882" y="6480"/>
                </a:lnTo>
                <a:lnTo>
                  <a:pt x="0" y="8640"/>
                </a:lnTo>
                <a:lnTo>
                  <a:pt x="0" y="12960"/>
                </a:lnTo>
                <a:lnTo>
                  <a:pt x="882" y="15120"/>
                </a:lnTo>
                <a:lnTo>
                  <a:pt x="1322" y="16848"/>
                </a:lnTo>
                <a:lnTo>
                  <a:pt x="3086" y="18144"/>
                </a:lnTo>
                <a:lnTo>
                  <a:pt x="4849" y="19872"/>
                </a:lnTo>
                <a:lnTo>
                  <a:pt x="6171" y="20304"/>
                </a:lnTo>
                <a:lnTo>
                  <a:pt x="8376" y="21600"/>
                </a:lnTo>
                <a:lnTo>
                  <a:pt x="10580" y="21600"/>
                </a:lnTo>
                <a:lnTo>
                  <a:pt x="10580" y="17280"/>
                </a:lnTo>
                <a:lnTo>
                  <a:pt x="7935" y="16848"/>
                </a:lnTo>
                <a:lnTo>
                  <a:pt x="6171" y="15120"/>
                </a:lnTo>
                <a:lnTo>
                  <a:pt x="4849" y="13392"/>
                </a:lnTo>
                <a:lnTo>
                  <a:pt x="3967" y="10800"/>
                </a:lnTo>
                <a:lnTo>
                  <a:pt x="3967" y="9072"/>
                </a:lnTo>
                <a:lnTo>
                  <a:pt x="4849" y="7776"/>
                </a:lnTo>
                <a:lnTo>
                  <a:pt x="10139" y="9504"/>
                </a:lnTo>
                <a:lnTo>
                  <a:pt x="15429" y="10800"/>
                </a:lnTo>
                <a:lnTo>
                  <a:pt x="21600" y="10800"/>
                </a:lnTo>
                <a:lnTo>
                  <a:pt x="21600" y="8640"/>
                </a:lnTo>
                <a:lnTo>
                  <a:pt x="20278" y="6480"/>
                </a:lnTo>
                <a:lnTo>
                  <a:pt x="19837" y="4752"/>
                </a:lnTo>
                <a:lnTo>
                  <a:pt x="18073" y="3456"/>
                </a:lnTo>
                <a:lnTo>
                  <a:pt x="16751" y="1728"/>
                </a:lnTo>
                <a:lnTo>
                  <a:pt x="14988" y="1296"/>
                </a:lnTo>
                <a:lnTo>
                  <a:pt x="12784" y="0"/>
                </a:lnTo>
                <a:lnTo>
                  <a:pt x="1058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49"/>
          <p:cNvSpPr/>
          <p:nvPr/>
        </p:nvSpPr>
        <p:spPr>
          <a:xfrm>
            <a:off x="21585769" y="4237567"/>
            <a:ext cx="215892" cy="254016"/>
          </a:xfrm>
          <a:custGeom>
            <a:rect b="b" l="l" r="r" t="t"/>
            <a:pathLst>
              <a:path extrusionOk="0" h="21600" w="21600">
                <a:moveTo>
                  <a:pt x="15120" y="3600"/>
                </a:moveTo>
                <a:lnTo>
                  <a:pt x="10800" y="0"/>
                </a:lnTo>
                <a:lnTo>
                  <a:pt x="6480" y="3600"/>
                </a:lnTo>
                <a:lnTo>
                  <a:pt x="0" y="0"/>
                </a:lnTo>
                <a:lnTo>
                  <a:pt x="0" y="14400"/>
                </a:lnTo>
                <a:lnTo>
                  <a:pt x="1296" y="16200"/>
                </a:lnTo>
                <a:lnTo>
                  <a:pt x="1728" y="17280"/>
                </a:lnTo>
                <a:lnTo>
                  <a:pt x="3456" y="18720"/>
                </a:lnTo>
                <a:lnTo>
                  <a:pt x="4752" y="20160"/>
                </a:lnTo>
                <a:lnTo>
                  <a:pt x="6480" y="20520"/>
                </a:lnTo>
                <a:lnTo>
                  <a:pt x="8640" y="21600"/>
                </a:lnTo>
                <a:lnTo>
                  <a:pt x="12960" y="21600"/>
                </a:lnTo>
                <a:lnTo>
                  <a:pt x="15120" y="20520"/>
                </a:lnTo>
                <a:lnTo>
                  <a:pt x="16848" y="20160"/>
                </a:lnTo>
                <a:lnTo>
                  <a:pt x="18144" y="18720"/>
                </a:lnTo>
                <a:lnTo>
                  <a:pt x="19872" y="17280"/>
                </a:lnTo>
                <a:lnTo>
                  <a:pt x="20304" y="16200"/>
                </a:lnTo>
                <a:lnTo>
                  <a:pt x="21600" y="14400"/>
                </a:lnTo>
                <a:lnTo>
                  <a:pt x="21600" y="0"/>
                </a:lnTo>
                <a:lnTo>
                  <a:pt x="15120" y="3600"/>
                </a:lnTo>
                <a:close/>
                <a:moveTo>
                  <a:pt x="10800" y="18000"/>
                </a:moveTo>
                <a:lnTo>
                  <a:pt x="8208" y="17280"/>
                </a:lnTo>
                <a:lnTo>
                  <a:pt x="6480" y="16200"/>
                </a:lnTo>
                <a:lnTo>
                  <a:pt x="4752" y="14760"/>
                </a:lnTo>
                <a:lnTo>
                  <a:pt x="4320" y="12600"/>
                </a:lnTo>
                <a:lnTo>
                  <a:pt x="17280" y="12600"/>
                </a:lnTo>
                <a:lnTo>
                  <a:pt x="16848" y="14760"/>
                </a:lnTo>
                <a:lnTo>
                  <a:pt x="15120" y="16200"/>
                </a:lnTo>
                <a:lnTo>
                  <a:pt x="13392" y="17280"/>
                </a:lnTo>
                <a:lnTo>
                  <a:pt x="10800" y="180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49"/>
          <p:cNvSpPr/>
          <p:nvPr/>
        </p:nvSpPr>
        <p:spPr>
          <a:xfrm>
            <a:off x="21623867" y="4504266"/>
            <a:ext cx="139698" cy="8888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21600" y="3240"/>
                </a:lnTo>
                <a:lnTo>
                  <a:pt x="16518" y="2160"/>
                </a:lnTo>
                <a:lnTo>
                  <a:pt x="10800" y="0"/>
                </a:lnTo>
                <a:lnTo>
                  <a:pt x="5082" y="2160"/>
                </a:lnTo>
                <a:lnTo>
                  <a:pt x="0" y="324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49"/>
          <p:cNvSpPr/>
          <p:nvPr/>
        </p:nvSpPr>
        <p:spPr>
          <a:xfrm>
            <a:off x="21522267" y="4529666"/>
            <a:ext cx="152388" cy="139698"/>
          </a:xfrm>
          <a:custGeom>
            <a:rect b="b" l="l" r="r" t="t"/>
            <a:pathLst>
              <a:path extrusionOk="0" h="21600" w="21600">
                <a:moveTo>
                  <a:pt x="8894" y="0"/>
                </a:moveTo>
                <a:lnTo>
                  <a:pt x="5082" y="1964"/>
                </a:lnTo>
                <a:lnTo>
                  <a:pt x="1906" y="5891"/>
                </a:lnTo>
                <a:lnTo>
                  <a:pt x="635" y="10473"/>
                </a:lnTo>
                <a:lnTo>
                  <a:pt x="0" y="15055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1782"/>
                </a:lnTo>
                <a:lnTo>
                  <a:pt x="8894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49"/>
          <p:cNvSpPr/>
          <p:nvPr/>
        </p:nvSpPr>
        <p:spPr>
          <a:xfrm>
            <a:off x="21712769" y="4529666"/>
            <a:ext cx="139698" cy="139698"/>
          </a:xfrm>
          <a:custGeom>
            <a:rect b="b" l="l" r="r" t="t"/>
            <a:pathLst>
              <a:path extrusionOk="0" h="21600" w="21600">
                <a:moveTo>
                  <a:pt x="12706" y="0"/>
                </a:moveTo>
                <a:lnTo>
                  <a:pt x="0" y="1178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5055"/>
                </a:lnTo>
                <a:lnTo>
                  <a:pt x="20965" y="10473"/>
                </a:lnTo>
                <a:lnTo>
                  <a:pt x="19694" y="5891"/>
                </a:lnTo>
                <a:lnTo>
                  <a:pt x="16518" y="1964"/>
                </a:lnTo>
                <a:lnTo>
                  <a:pt x="12706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49"/>
          <p:cNvSpPr/>
          <p:nvPr/>
        </p:nvSpPr>
        <p:spPr>
          <a:xfrm>
            <a:off x="22550969" y="4237567"/>
            <a:ext cx="292086" cy="254016"/>
          </a:xfrm>
          <a:custGeom>
            <a:rect b="b" l="l" r="r" t="t"/>
            <a:pathLst>
              <a:path extrusionOk="0" h="21600" w="21600">
                <a:moveTo>
                  <a:pt x="10957" y="0"/>
                </a:moveTo>
                <a:lnTo>
                  <a:pt x="0" y="3600"/>
                </a:lnTo>
                <a:lnTo>
                  <a:pt x="1565" y="7200"/>
                </a:lnTo>
                <a:lnTo>
                  <a:pt x="1565" y="9000"/>
                </a:lnTo>
                <a:lnTo>
                  <a:pt x="1878" y="9720"/>
                </a:lnTo>
                <a:lnTo>
                  <a:pt x="3130" y="11160"/>
                </a:lnTo>
                <a:lnTo>
                  <a:pt x="3130" y="14400"/>
                </a:lnTo>
                <a:lnTo>
                  <a:pt x="4070" y="16200"/>
                </a:lnTo>
                <a:lnTo>
                  <a:pt x="4383" y="17280"/>
                </a:lnTo>
                <a:lnTo>
                  <a:pt x="5635" y="18720"/>
                </a:lnTo>
                <a:lnTo>
                  <a:pt x="6574" y="20160"/>
                </a:lnTo>
                <a:lnTo>
                  <a:pt x="7826" y="20520"/>
                </a:lnTo>
                <a:lnTo>
                  <a:pt x="9391" y="21600"/>
                </a:lnTo>
                <a:lnTo>
                  <a:pt x="12522" y="21600"/>
                </a:lnTo>
                <a:lnTo>
                  <a:pt x="14087" y="20520"/>
                </a:lnTo>
                <a:lnTo>
                  <a:pt x="15026" y="20160"/>
                </a:lnTo>
                <a:lnTo>
                  <a:pt x="17530" y="17280"/>
                </a:lnTo>
                <a:lnTo>
                  <a:pt x="17843" y="16200"/>
                </a:lnTo>
                <a:lnTo>
                  <a:pt x="18470" y="14400"/>
                </a:lnTo>
                <a:lnTo>
                  <a:pt x="18470" y="11160"/>
                </a:lnTo>
                <a:lnTo>
                  <a:pt x="19722" y="9720"/>
                </a:lnTo>
                <a:lnTo>
                  <a:pt x="20035" y="9000"/>
                </a:lnTo>
                <a:lnTo>
                  <a:pt x="20035" y="7200"/>
                </a:lnTo>
                <a:lnTo>
                  <a:pt x="21600" y="3600"/>
                </a:lnTo>
                <a:lnTo>
                  <a:pt x="10957" y="0"/>
                </a:lnTo>
                <a:close/>
                <a:moveTo>
                  <a:pt x="7826" y="3600"/>
                </a:moveTo>
                <a:lnTo>
                  <a:pt x="14087" y="3600"/>
                </a:lnTo>
                <a:lnTo>
                  <a:pt x="14087" y="7200"/>
                </a:lnTo>
                <a:lnTo>
                  <a:pt x="10957" y="9000"/>
                </a:lnTo>
                <a:lnTo>
                  <a:pt x="7826" y="7200"/>
                </a:lnTo>
                <a:lnTo>
                  <a:pt x="7826" y="3600"/>
                </a:lnTo>
                <a:close/>
                <a:moveTo>
                  <a:pt x="10957" y="18000"/>
                </a:moveTo>
                <a:lnTo>
                  <a:pt x="9078" y="17280"/>
                </a:lnTo>
                <a:lnTo>
                  <a:pt x="7826" y="16200"/>
                </a:lnTo>
                <a:lnTo>
                  <a:pt x="6574" y="14760"/>
                </a:lnTo>
                <a:lnTo>
                  <a:pt x="6261" y="12600"/>
                </a:lnTo>
                <a:lnTo>
                  <a:pt x="6261" y="12240"/>
                </a:lnTo>
                <a:lnTo>
                  <a:pt x="10957" y="12600"/>
                </a:lnTo>
                <a:lnTo>
                  <a:pt x="15652" y="12240"/>
                </a:lnTo>
                <a:lnTo>
                  <a:pt x="15652" y="12600"/>
                </a:lnTo>
                <a:lnTo>
                  <a:pt x="15026" y="14760"/>
                </a:lnTo>
                <a:lnTo>
                  <a:pt x="14087" y="16200"/>
                </a:lnTo>
                <a:lnTo>
                  <a:pt x="12835" y="17280"/>
                </a:lnTo>
                <a:lnTo>
                  <a:pt x="10957" y="180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49"/>
          <p:cNvSpPr/>
          <p:nvPr/>
        </p:nvSpPr>
        <p:spPr>
          <a:xfrm>
            <a:off x="22525569" y="4504266"/>
            <a:ext cx="330210" cy="165078"/>
          </a:xfrm>
          <a:custGeom>
            <a:rect b="b" l="l" r="r" t="t"/>
            <a:pathLst>
              <a:path extrusionOk="0" h="21600" w="21600">
                <a:moveTo>
                  <a:pt x="10937" y="0"/>
                </a:moveTo>
                <a:lnTo>
                  <a:pt x="8476" y="0"/>
                </a:lnTo>
                <a:lnTo>
                  <a:pt x="6562" y="1620"/>
                </a:lnTo>
                <a:lnTo>
                  <a:pt x="4922" y="2700"/>
                </a:lnTo>
                <a:lnTo>
                  <a:pt x="3008" y="4860"/>
                </a:lnTo>
                <a:lnTo>
                  <a:pt x="1914" y="7020"/>
                </a:lnTo>
                <a:lnTo>
                  <a:pt x="820" y="9720"/>
                </a:lnTo>
                <a:lnTo>
                  <a:pt x="547" y="12960"/>
                </a:lnTo>
                <a:lnTo>
                  <a:pt x="0" y="1620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6200"/>
                </a:lnTo>
                <a:lnTo>
                  <a:pt x="21053" y="9720"/>
                </a:lnTo>
                <a:lnTo>
                  <a:pt x="19959" y="7020"/>
                </a:lnTo>
                <a:lnTo>
                  <a:pt x="18592" y="4860"/>
                </a:lnTo>
                <a:lnTo>
                  <a:pt x="16952" y="2700"/>
                </a:lnTo>
                <a:lnTo>
                  <a:pt x="15311" y="1620"/>
                </a:lnTo>
                <a:lnTo>
                  <a:pt x="13124" y="0"/>
                </a:lnTo>
                <a:lnTo>
                  <a:pt x="10937" y="0"/>
                </a:lnTo>
                <a:close/>
                <a:moveTo>
                  <a:pt x="10937" y="18900"/>
                </a:moveTo>
                <a:lnTo>
                  <a:pt x="10116" y="18900"/>
                </a:lnTo>
                <a:lnTo>
                  <a:pt x="9570" y="17820"/>
                </a:lnTo>
                <a:lnTo>
                  <a:pt x="9570" y="15120"/>
                </a:lnTo>
                <a:lnTo>
                  <a:pt x="9843" y="14040"/>
                </a:lnTo>
                <a:lnTo>
                  <a:pt x="10116" y="13500"/>
                </a:lnTo>
                <a:lnTo>
                  <a:pt x="11484" y="13500"/>
                </a:lnTo>
                <a:lnTo>
                  <a:pt x="12030" y="14040"/>
                </a:lnTo>
                <a:lnTo>
                  <a:pt x="12304" y="15120"/>
                </a:lnTo>
                <a:lnTo>
                  <a:pt x="12304" y="17820"/>
                </a:lnTo>
                <a:lnTo>
                  <a:pt x="12030" y="18360"/>
                </a:lnTo>
                <a:lnTo>
                  <a:pt x="11484" y="18900"/>
                </a:lnTo>
                <a:lnTo>
                  <a:pt x="10937" y="18900"/>
                </a:lnTo>
                <a:close/>
                <a:moveTo>
                  <a:pt x="10937" y="10800"/>
                </a:moveTo>
                <a:lnTo>
                  <a:pt x="10116" y="10800"/>
                </a:lnTo>
                <a:lnTo>
                  <a:pt x="9570" y="9720"/>
                </a:lnTo>
                <a:lnTo>
                  <a:pt x="9570" y="7020"/>
                </a:lnTo>
                <a:lnTo>
                  <a:pt x="9843" y="6480"/>
                </a:lnTo>
                <a:lnTo>
                  <a:pt x="10116" y="5400"/>
                </a:lnTo>
                <a:lnTo>
                  <a:pt x="11484" y="5400"/>
                </a:lnTo>
                <a:lnTo>
                  <a:pt x="12304" y="7020"/>
                </a:lnTo>
                <a:lnTo>
                  <a:pt x="12304" y="9720"/>
                </a:lnTo>
                <a:lnTo>
                  <a:pt x="12030" y="10260"/>
                </a:lnTo>
                <a:lnTo>
                  <a:pt x="11484" y="10800"/>
                </a:lnTo>
                <a:lnTo>
                  <a:pt x="10937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49"/>
          <p:cNvSpPr/>
          <p:nvPr/>
        </p:nvSpPr>
        <p:spPr>
          <a:xfrm>
            <a:off x="13538200" y="5177368"/>
            <a:ext cx="254016" cy="304776"/>
          </a:xfrm>
          <a:custGeom>
            <a:rect b="b" l="l" r="r" t="t"/>
            <a:pathLst>
              <a:path extrusionOk="0" h="21600" w="21600">
                <a:moveTo>
                  <a:pt x="21600" y="2919"/>
                </a:moveTo>
                <a:lnTo>
                  <a:pt x="21234" y="1751"/>
                </a:lnTo>
                <a:lnTo>
                  <a:pt x="20868" y="876"/>
                </a:lnTo>
                <a:lnTo>
                  <a:pt x="19403" y="292"/>
                </a:lnTo>
                <a:lnTo>
                  <a:pt x="17939" y="0"/>
                </a:lnTo>
                <a:lnTo>
                  <a:pt x="16841" y="292"/>
                </a:lnTo>
                <a:lnTo>
                  <a:pt x="15376" y="876"/>
                </a:lnTo>
                <a:lnTo>
                  <a:pt x="15010" y="1751"/>
                </a:lnTo>
                <a:lnTo>
                  <a:pt x="14644" y="2919"/>
                </a:lnTo>
                <a:lnTo>
                  <a:pt x="13912" y="1751"/>
                </a:lnTo>
                <a:lnTo>
                  <a:pt x="13546" y="876"/>
                </a:lnTo>
                <a:lnTo>
                  <a:pt x="12081" y="292"/>
                </a:lnTo>
                <a:lnTo>
                  <a:pt x="10983" y="0"/>
                </a:lnTo>
                <a:lnTo>
                  <a:pt x="9519" y="292"/>
                </a:lnTo>
                <a:lnTo>
                  <a:pt x="8054" y="876"/>
                </a:lnTo>
                <a:lnTo>
                  <a:pt x="7688" y="1751"/>
                </a:lnTo>
                <a:lnTo>
                  <a:pt x="7322" y="2919"/>
                </a:lnTo>
                <a:lnTo>
                  <a:pt x="6956" y="1751"/>
                </a:lnTo>
                <a:lnTo>
                  <a:pt x="6224" y="876"/>
                </a:lnTo>
                <a:lnTo>
                  <a:pt x="5125" y="292"/>
                </a:lnTo>
                <a:lnTo>
                  <a:pt x="3661" y="0"/>
                </a:lnTo>
                <a:lnTo>
                  <a:pt x="2197" y="292"/>
                </a:lnTo>
                <a:lnTo>
                  <a:pt x="1098" y="876"/>
                </a:lnTo>
                <a:lnTo>
                  <a:pt x="366" y="1751"/>
                </a:lnTo>
                <a:lnTo>
                  <a:pt x="0" y="2919"/>
                </a:lnTo>
                <a:lnTo>
                  <a:pt x="0" y="3795"/>
                </a:lnTo>
                <a:lnTo>
                  <a:pt x="1831" y="14595"/>
                </a:lnTo>
                <a:lnTo>
                  <a:pt x="1831" y="15762"/>
                </a:lnTo>
                <a:lnTo>
                  <a:pt x="2563" y="17222"/>
                </a:lnTo>
                <a:lnTo>
                  <a:pt x="3295" y="18389"/>
                </a:lnTo>
                <a:lnTo>
                  <a:pt x="4393" y="19557"/>
                </a:lnTo>
                <a:lnTo>
                  <a:pt x="5858" y="20724"/>
                </a:lnTo>
                <a:lnTo>
                  <a:pt x="7322" y="21016"/>
                </a:lnTo>
                <a:lnTo>
                  <a:pt x="9153" y="21600"/>
                </a:lnTo>
                <a:lnTo>
                  <a:pt x="12814" y="21600"/>
                </a:lnTo>
                <a:lnTo>
                  <a:pt x="14644" y="21016"/>
                </a:lnTo>
                <a:lnTo>
                  <a:pt x="15742" y="20724"/>
                </a:lnTo>
                <a:lnTo>
                  <a:pt x="18671" y="18389"/>
                </a:lnTo>
                <a:lnTo>
                  <a:pt x="19037" y="17222"/>
                </a:lnTo>
                <a:lnTo>
                  <a:pt x="19769" y="15762"/>
                </a:lnTo>
                <a:lnTo>
                  <a:pt x="19769" y="14595"/>
                </a:lnTo>
                <a:lnTo>
                  <a:pt x="21600" y="3795"/>
                </a:lnTo>
                <a:lnTo>
                  <a:pt x="21600" y="2919"/>
                </a:lnTo>
                <a:close/>
                <a:moveTo>
                  <a:pt x="10983" y="18681"/>
                </a:moveTo>
                <a:lnTo>
                  <a:pt x="8786" y="18389"/>
                </a:lnTo>
                <a:lnTo>
                  <a:pt x="7322" y="17222"/>
                </a:lnTo>
                <a:lnTo>
                  <a:pt x="5858" y="16346"/>
                </a:lnTo>
                <a:lnTo>
                  <a:pt x="5492" y="14595"/>
                </a:lnTo>
                <a:lnTo>
                  <a:pt x="16108" y="14595"/>
                </a:lnTo>
                <a:lnTo>
                  <a:pt x="15742" y="16346"/>
                </a:lnTo>
                <a:lnTo>
                  <a:pt x="13180" y="18389"/>
                </a:lnTo>
                <a:lnTo>
                  <a:pt x="10983" y="1868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49"/>
          <p:cNvSpPr/>
          <p:nvPr/>
        </p:nvSpPr>
        <p:spPr>
          <a:xfrm>
            <a:off x="13500102" y="5520266"/>
            <a:ext cx="76194" cy="152388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11880" y="2400"/>
                </a:lnTo>
                <a:lnTo>
                  <a:pt x="5400" y="6000"/>
                </a:lnTo>
                <a:lnTo>
                  <a:pt x="1080" y="10200"/>
                </a:lnTo>
                <a:lnTo>
                  <a:pt x="0" y="1560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49"/>
          <p:cNvSpPr/>
          <p:nvPr/>
        </p:nvSpPr>
        <p:spPr>
          <a:xfrm>
            <a:off x="13601702" y="5507568"/>
            <a:ext cx="228582" cy="165078"/>
          </a:xfrm>
          <a:custGeom>
            <a:rect b="b" l="l" r="r" t="t"/>
            <a:pathLst>
              <a:path extrusionOk="0" h="21600" w="21600">
                <a:moveTo>
                  <a:pt x="6000" y="0"/>
                </a:moveTo>
                <a:lnTo>
                  <a:pt x="2800" y="0"/>
                </a:lnTo>
                <a:lnTo>
                  <a:pt x="0" y="162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6200"/>
                </a:lnTo>
                <a:lnTo>
                  <a:pt x="21200" y="12960"/>
                </a:lnTo>
                <a:lnTo>
                  <a:pt x="20800" y="9180"/>
                </a:lnTo>
                <a:lnTo>
                  <a:pt x="19200" y="6480"/>
                </a:lnTo>
                <a:lnTo>
                  <a:pt x="17200" y="4860"/>
                </a:lnTo>
                <a:lnTo>
                  <a:pt x="14800" y="2700"/>
                </a:lnTo>
                <a:lnTo>
                  <a:pt x="12400" y="1620"/>
                </a:lnTo>
                <a:lnTo>
                  <a:pt x="9200" y="0"/>
                </a:lnTo>
                <a:lnTo>
                  <a:pt x="6000" y="0"/>
                </a:lnTo>
                <a:close/>
                <a:moveTo>
                  <a:pt x="6000" y="10800"/>
                </a:moveTo>
                <a:lnTo>
                  <a:pt x="4800" y="10800"/>
                </a:lnTo>
                <a:lnTo>
                  <a:pt x="4400" y="10260"/>
                </a:lnTo>
                <a:lnTo>
                  <a:pt x="4000" y="9180"/>
                </a:lnTo>
                <a:lnTo>
                  <a:pt x="4000" y="6480"/>
                </a:lnTo>
                <a:lnTo>
                  <a:pt x="4800" y="5400"/>
                </a:lnTo>
                <a:lnTo>
                  <a:pt x="6800" y="5400"/>
                </a:lnTo>
                <a:lnTo>
                  <a:pt x="7200" y="5940"/>
                </a:lnTo>
                <a:lnTo>
                  <a:pt x="8000" y="6480"/>
                </a:lnTo>
                <a:lnTo>
                  <a:pt x="8000" y="9180"/>
                </a:lnTo>
                <a:lnTo>
                  <a:pt x="6800" y="10800"/>
                </a:lnTo>
                <a:lnTo>
                  <a:pt x="60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49"/>
          <p:cNvSpPr/>
          <p:nvPr/>
        </p:nvSpPr>
        <p:spPr>
          <a:xfrm>
            <a:off x="14503400" y="5520266"/>
            <a:ext cx="330210" cy="152388"/>
          </a:xfrm>
          <a:custGeom>
            <a:rect b="b" l="l" r="r" t="t"/>
            <a:pathLst>
              <a:path extrusionOk="0" h="21600" w="21600">
                <a:moveTo>
                  <a:pt x="15585" y="0"/>
                </a:moveTo>
                <a:lnTo>
                  <a:pt x="14765" y="0"/>
                </a:lnTo>
                <a:lnTo>
                  <a:pt x="10663" y="6422"/>
                </a:lnTo>
                <a:lnTo>
                  <a:pt x="6835" y="0"/>
                </a:lnTo>
                <a:lnTo>
                  <a:pt x="6015" y="0"/>
                </a:lnTo>
                <a:lnTo>
                  <a:pt x="3281" y="2919"/>
                </a:lnTo>
                <a:lnTo>
                  <a:pt x="1641" y="6422"/>
                </a:lnTo>
                <a:lnTo>
                  <a:pt x="1094" y="8173"/>
                </a:lnTo>
                <a:lnTo>
                  <a:pt x="273" y="10508"/>
                </a:lnTo>
                <a:lnTo>
                  <a:pt x="0" y="12843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2843"/>
                </a:lnTo>
                <a:lnTo>
                  <a:pt x="21327" y="10508"/>
                </a:lnTo>
                <a:lnTo>
                  <a:pt x="20506" y="8173"/>
                </a:lnTo>
                <a:lnTo>
                  <a:pt x="19959" y="6422"/>
                </a:lnTo>
                <a:lnTo>
                  <a:pt x="18319" y="2919"/>
                </a:lnTo>
                <a:lnTo>
                  <a:pt x="15585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49"/>
          <p:cNvSpPr/>
          <p:nvPr/>
        </p:nvSpPr>
        <p:spPr>
          <a:xfrm>
            <a:off x="14516102" y="5253568"/>
            <a:ext cx="292086" cy="228582"/>
          </a:xfrm>
          <a:custGeom>
            <a:rect b="b" l="l" r="r" t="t"/>
            <a:pathLst>
              <a:path extrusionOk="0" h="21600" w="21600">
                <a:moveTo>
                  <a:pt x="0" y="13886"/>
                </a:moveTo>
                <a:lnTo>
                  <a:pt x="0" y="17743"/>
                </a:lnTo>
                <a:lnTo>
                  <a:pt x="4696" y="17743"/>
                </a:lnTo>
                <a:lnTo>
                  <a:pt x="5635" y="19286"/>
                </a:lnTo>
                <a:lnTo>
                  <a:pt x="7200" y="20829"/>
                </a:lnTo>
                <a:lnTo>
                  <a:pt x="8765" y="21214"/>
                </a:lnTo>
                <a:lnTo>
                  <a:pt x="10643" y="21600"/>
                </a:lnTo>
                <a:lnTo>
                  <a:pt x="12835" y="21214"/>
                </a:lnTo>
                <a:lnTo>
                  <a:pt x="14400" y="20829"/>
                </a:lnTo>
                <a:lnTo>
                  <a:pt x="15965" y="19286"/>
                </a:lnTo>
                <a:lnTo>
                  <a:pt x="16904" y="17743"/>
                </a:lnTo>
                <a:lnTo>
                  <a:pt x="21600" y="17743"/>
                </a:lnTo>
                <a:lnTo>
                  <a:pt x="21600" y="13886"/>
                </a:lnTo>
                <a:lnTo>
                  <a:pt x="20974" y="7714"/>
                </a:lnTo>
                <a:lnTo>
                  <a:pt x="19722" y="5400"/>
                </a:lnTo>
                <a:lnTo>
                  <a:pt x="18157" y="3086"/>
                </a:lnTo>
                <a:lnTo>
                  <a:pt x="16591" y="1543"/>
                </a:lnTo>
                <a:lnTo>
                  <a:pt x="12835" y="0"/>
                </a:lnTo>
                <a:lnTo>
                  <a:pt x="8765" y="0"/>
                </a:lnTo>
                <a:lnTo>
                  <a:pt x="5009" y="1543"/>
                </a:lnTo>
                <a:lnTo>
                  <a:pt x="3443" y="3086"/>
                </a:lnTo>
                <a:lnTo>
                  <a:pt x="1878" y="5400"/>
                </a:lnTo>
                <a:lnTo>
                  <a:pt x="626" y="7714"/>
                </a:lnTo>
                <a:lnTo>
                  <a:pt x="0" y="13886"/>
                </a:lnTo>
                <a:close/>
                <a:moveTo>
                  <a:pt x="10643" y="17743"/>
                </a:moveTo>
                <a:lnTo>
                  <a:pt x="8139" y="16971"/>
                </a:lnTo>
                <a:lnTo>
                  <a:pt x="7200" y="15429"/>
                </a:lnTo>
                <a:lnTo>
                  <a:pt x="6574" y="13886"/>
                </a:lnTo>
                <a:lnTo>
                  <a:pt x="8139" y="12729"/>
                </a:lnTo>
                <a:lnTo>
                  <a:pt x="9391" y="10800"/>
                </a:lnTo>
                <a:lnTo>
                  <a:pt x="10330" y="8871"/>
                </a:lnTo>
                <a:lnTo>
                  <a:pt x="10643" y="6557"/>
                </a:lnTo>
                <a:lnTo>
                  <a:pt x="11270" y="8871"/>
                </a:lnTo>
                <a:lnTo>
                  <a:pt x="12209" y="10800"/>
                </a:lnTo>
                <a:lnTo>
                  <a:pt x="13461" y="12729"/>
                </a:lnTo>
                <a:lnTo>
                  <a:pt x="15026" y="13886"/>
                </a:lnTo>
                <a:lnTo>
                  <a:pt x="14400" y="15429"/>
                </a:lnTo>
                <a:lnTo>
                  <a:pt x="13461" y="16971"/>
                </a:lnTo>
                <a:lnTo>
                  <a:pt x="12209" y="17357"/>
                </a:lnTo>
                <a:lnTo>
                  <a:pt x="10643" y="1774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49"/>
          <p:cNvSpPr/>
          <p:nvPr/>
        </p:nvSpPr>
        <p:spPr>
          <a:xfrm>
            <a:off x="15460133" y="5215466"/>
            <a:ext cx="419094" cy="419094"/>
          </a:xfrm>
          <a:custGeom>
            <a:rect b="b" l="l" r="r" t="t"/>
            <a:pathLst>
              <a:path extrusionOk="0" h="21600" w="21600">
                <a:moveTo>
                  <a:pt x="2182" y="0"/>
                </a:moveTo>
                <a:lnTo>
                  <a:pt x="1309" y="218"/>
                </a:lnTo>
                <a:lnTo>
                  <a:pt x="436" y="655"/>
                </a:lnTo>
                <a:lnTo>
                  <a:pt x="218" y="1309"/>
                </a:lnTo>
                <a:lnTo>
                  <a:pt x="0" y="2182"/>
                </a:lnTo>
                <a:lnTo>
                  <a:pt x="0" y="15055"/>
                </a:lnTo>
                <a:lnTo>
                  <a:pt x="436" y="16800"/>
                </a:lnTo>
                <a:lnTo>
                  <a:pt x="2182" y="17236"/>
                </a:lnTo>
                <a:lnTo>
                  <a:pt x="5455" y="17236"/>
                </a:lnTo>
                <a:lnTo>
                  <a:pt x="5455" y="21600"/>
                </a:lnTo>
                <a:lnTo>
                  <a:pt x="9600" y="17236"/>
                </a:lnTo>
                <a:lnTo>
                  <a:pt x="19418" y="17236"/>
                </a:lnTo>
                <a:lnTo>
                  <a:pt x="20073" y="17018"/>
                </a:lnTo>
                <a:lnTo>
                  <a:pt x="20945" y="16800"/>
                </a:lnTo>
                <a:lnTo>
                  <a:pt x="21164" y="15927"/>
                </a:lnTo>
                <a:lnTo>
                  <a:pt x="21600" y="15055"/>
                </a:lnTo>
                <a:lnTo>
                  <a:pt x="21600" y="2182"/>
                </a:lnTo>
                <a:lnTo>
                  <a:pt x="21164" y="1309"/>
                </a:lnTo>
                <a:lnTo>
                  <a:pt x="20945" y="655"/>
                </a:lnTo>
                <a:lnTo>
                  <a:pt x="20073" y="218"/>
                </a:lnTo>
                <a:lnTo>
                  <a:pt x="19418" y="0"/>
                </a:lnTo>
                <a:lnTo>
                  <a:pt x="2182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9"/>
          <p:cNvSpPr/>
          <p:nvPr/>
        </p:nvSpPr>
        <p:spPr>
          <a:xfrm>
            <a:off x="16463433" y="5215466"/>
            <a:ext cx="419094" cy="419094"/>
          </a:xfrm>
          <a:custGeom>
            <a:rect b="b" l="l" r="r" t="t"/>
            <a:pathLst>
              <a:path extrusionOk="0" h="21600" w="21600">
                <a:moveTo>
                  <a:pt x="19616" y="0"/>
                </a:moveTo>
                <a:lnTo>
                  <a:pt x="2204" y="0"/>
                </a:lnTo>
                <a:lnTo>
                  <a:pt x="1322" y="218"/>
                </a:lnTo>
                <a:lnTo>
                  <a:pt x="441" y="655"/>
                </a:lnTo>
                <a:lnTo>
                  <a:pt x="220" y="1309"/>
                </a:lnTo>
                <a:lnTo>
                  <a:pt x="0" y="2182"/>
                </a:lnTo>
                <a:lnTo>
                  <a:pt x="0" y="15055"/>
                </a:lnTo>
                <a:lnTo>
                  <a:pt x="441" y="16800"/>
                </a:lnTo>
                <a:lnTo>
                  <a:pt x="2204" y="17236"/>
                </a:lnTo>
                <a:lnTo>
                  <a:pt x="3306" y="17236"/>
                </a:lnTo>
                <a:lnTo>
                  <a:pt x="3306" y="21600"/>
                </a:lnTo>
                <a:lnTo>
                  <a:pt x="7494" y="17236"/>
                </a:lnTo>
                <a:lnTo>
                  <a:pt x="19616" y="17236"/>
                </a:lnTo>
                <a:lnTo>
                  <a:pt x="20278" y="17018"/>
                </a:lnTo>
                <a:lnTo>
                  <a:pt x="21159" y="16800"/>
                </a:lnTo>
                <a:lnTo>
                  <a:pt x="21600" y="15055"/>
                </a:lnTo>
                <a:lnTo>
                  <a:pt x="21600" y="2182"/>
                </a:lnTo>
                <a:lnTo>
                  <a:pt x="21380" y="1309"/>
                </a:lnTo>
                <a:lnTo>
                  <a:pt x="21159" y="655"/>
                </a:lnTo>
                <a:lnTo>
                  <a:pt x="20278" y="218"/>
                </a:lnTo>
                <a:lnTo>
                  <a:pt x="19616" y="0"/>
                </a:lnTo>
                <a:close/>
                <a:moveTo>
                  <a:pt x="14106" y="4145"/>
                </a:moveTo>
                <a:lnTo>
                  <a:pt x="14547" y="4145"/>
                </a:lnTo>
                <a:lnTo>
                  <a:pt x="15208" y="4364"/>
                </a:lnTo>
                <a:lnTo>
                  <a:pt x="15429" y="4800"/>
                </a:lnTo>
                <a:lnTo>
                  <a:pt x="15429" y="5891"/>
                </a:lnTo>
                <a:lnTo>
                  <a:pt x="15208" y="6545"/>
                </a:lnTo>
                <a:lnTo>
                  <a:pt x="14547" y="6764"/>
                </a:lnTo>
                <a:lnTo>
                  <a:pt x="13445" y="6764"/>
                </a:lnTo>
                <a:lnTo>
                  <a:pt x="13004" y="6545"/>
                </a:lnTo>
                <a:lnTo>
                  <a:pt x="12784" y="5891"/>
                </a:lnTo>
                <a:lnTo>
                  <a:pt x="12784" y="4800"/>
                </a:lnTo>
                <a:lnTo>
                  <a:pt x="13004" y="4364"/>
                </a:lnTo>
                <a:lnTo>
                  <a:pt x="13445" y="4145"/>
                </a:lnTo>
                <a:lnTo>
                  <a:pt x="14106" y="4145"/>
                </a:lnTo>
                <a:close/>
                <a:moveTo>
                  <a:pt x="7494" y="4145"/>
                </a:moveTo>
                <a:lnTo>
                  <a:pt x="8155" y="4145"/>
                </a:lnTo>
                <a:lnTo>
                  <a:pt x="8596" y="4364"/>
                </a:lnTo>
                <a:lnTo>
                  <a:pt x="8816" y="4800"/>
                </a:lnTo>
                <a:lnTo>
                  <a:pt x="8816" y="5891"/>
                </a:lnTo>
                <a:lnTo>
                  <a:pt x="8596" y="6545"/>
                </a:lnTo>
                <a:lnTo>
                  <a:pt x="8155" y="6764"/>
                </a:lnTo>
                <a:lnTo>
                  <a:pt x="7053" y="6764"/>
                </a:lnTo>
                <a:lnTo>
                  <a:pt x="6392" y="6545"/>
                </a:lnTo>
                <a:lnTo>
                  <a:pt x="6171" y="5891"/>
                </a:lnTo>
                <a:lnTo>
                  <a:pt x="6171" y="4800"/>
                </a:lnTo>
                <a:lnTo>
                  <a:pt x="6392" y="4364"/>
                </a:lnTo>
                <a:lnTo>
                  <a:pt x="7053" y="4145"/>
                </a:lnTo>
                <a:lnTo>
                  <a:pt x="7494" y="4145"/>
                </a:lnTo>
                <a:close/>
                <a:moveTo>
                  <a:pt x="10800" y="12873"/>
                </a:moveTo>
                <a:lnTo>
                  <a:pt x="9257" y="12655"/>
                </a:lnTo>
                <a:lnTo>
                  <a:pt x="7714" y="12218"/>
                </a:lnTo>
                <a:lnTo>
                  <a:pt x="6833" y="11127"/>
                </a:lnTo>
                <a:lnTo>
                  <a:pt x="5951" y="9600"/>
                </a:lnTo>
                <a:lnTo>
                  <a:pt x="15649" y="9600"/>
                </a:lnTo>
                <a:lnTo>
                  <a:pt x="14988" y="11127"/>
                </a:lnTo>
                <a:lnTo>
                  <a:pt x="13886" y="12218"/>
                </a:lnTo>
                <a:lnTo>
                  <a:pt x="12343" y="12655"/>
                </a:lnTo>
                <a:lnTo>
                  <a:pt x="10800" y="1287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49"/>
          <p:cNvSpPr/>
          <p:nvPr/>
        </p:nvSpPr>
        <p:spPr>
          <a:xfrm>
            <a:off x="18431933" y="5317066"/>
            <a:ext cx="355590" cy="355590"/>
          </a:xfrm>
          <a:custGeom>
            <a:rect b="b" l="l" r="r" t="t"/>
            <a:pathLst>
              <a:path extrusionOk="0" h="21600" w="21600">
                <a:moveTo>
                  <a:pt x="19029" y="0"/>
                </a:moveTo>
                <a:lnTo>
                  <a:pt x="2571" y="0"/>
                </a:lnTo>
                <a:lnTo>
                  <a:pt x="1800" y="257"/>
                </a:lnTo>
                <a:lnTo>
                  <a:pt x="771" y="514"/>
                </a:lnTo>
                <a:lnTo>
                  <a:pt x="514" y="1543"/>
                </a:lnTo>
                <a:lnTo>
                  <a:pt x="0" y="2571"/>
                </a:lnTo>
                <a:lnTo>
                  <a:pt x="0" y="13886"/>
                </a:lnTo>
                <a:lnTo>
                  <a:pt x="514" y="14914"/>
                </a:lnTo>
                <a:lnTo>
                  <a:pt x="771" y="15686"/>
                </a:lnTo>
                <a:lnTo>
                  <a:pt x="1800" y="16200"/>
                </a:lnTo>
                <a:lnTo>
                  <a:pt x="2571" y="16457"/>
                </a:lnTo>
                <a:lnTo>
                  <a:pt x="3857" y="16457"/>
                </a:lnTo>
                <a:lnTo>
                  <a:pt x="3857" y="21600"/>
                </a:lnTo>
                <a:lnTo>
                  <a:pt x="10543" y="16457"/>
                </a:lnTo>
                <a:lnTo>
                  <a:pt x="19029" y="16457"/>
                </a:lnTo>
                <a:lnTo>
                  <a:pt x="20057" y="16200"/>
                </a:lnTo>
                <a:lnTo>
                  <a:pt x="21086" y="15686"/>
                </a:lnTo>
                <a:lnTo>
                  <a:pt x="21343" y="14914"/>
                </a:lnTo>
                <a:lnTo>
                  <a:pt x="21600" y="13886"/>
                </a:lnTo>
                <a:lnTo>
                  <a:pt x="21600" y="2571"/>
                </a:lnTo>
                <a:lnTo>
                  <a:pt x="21086" y="514"/>
                </a:lnTo>
                <a:lnTo>
                  <a:pt x="19029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9"/>
          <p:cNvSpPr/>
          <p:nvPr/>
        </p:nvSpPr>
        <p:spPr>
          <a:xfrm>
            <a:off x="18762133" y="5240866"/>
            <a:ext cx="1269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98" name="Google Shape;698;p49"/>
          <p:cNvSpPr/>
          <p:nvPr/>
        </p:nvSpPr>
        <p:spPr>
          <a:xfrm>
            <a:off x="19435234" y="5317066"/>
            <a:ext cx="355590" cy="355590"/>
          </a:xfrm>
          <a:custGeom>
            <a:rect b="b" l="l" r="r" t="t"/>
            <a:pathLst>
              <a:path extrusionOk="0" h="21600" w="21600">
                <a:moveTo>
                  <a:pt x="13886" y="0"/>
                </a:moveTo>
                <a:lnTo>
                  <a:pt x="2571" y="0"/>
                </a:lnTo>
                <a:lnTo>
                  <a:pt x="1543" y="257"/>
                </a:lnTo>
                <a:lnTo>
                  <a:pt x="771" y="514"/>
                </a:lnTo>
                <a:lnTo>
                  <a:pt x="257" y="1543"/>
                </a:lnTo>
                <a:lnTo>
                  <a:pt x="0" y="2571"/>
                </a:lnTo>
                <a:lnTo>
                  <a:pt x="0" y="13886"/>
                </a:lnTo>
                <a:lnTo>
                  <a:pt x="257" y="14914"/>
                </a:lnTo>
                <a:lnTo>
                  <a:pt x="771" y="15686"/>
                </a:lnTo>
                <a:lnTo>
                  <a:pt x="1543" y="16200"/>
                </a:lnTo>
                <a:lnTo>
                  <a:pt x="2571" y="16457"/>
                </a:lnTo>
                <a:lnTo>
                  <a:pt x="3857" y="16457"/>
                </a:lnTo>
                <a:lnTo>
                  <a:pt x="3857" y="21600"/>
                </a:lnTo>
                <a:lnTo>
                  <a:pt x="10543" y="16457"/>
                </a:lnTo>
                <a:lnTo>
                  <a:pt x="19029" y="16457"/>
                </a:lnTo>
                <a:lnTo>
                  <a:pt x="20057" y="16200"/>
                </a:lnTo>
                <a:lnTo>
                  <a:pt x="21086" y="15686"/>
                </a:lnTo>
                <a:lnTo>
                  <a:pt x="21343" y="14914"/>
                </a:lnTo>
                <a:lnTo>
                  <a:pt x="21600" y="13886"/>
                </a:lnTo>
                <a:lnTo>
                  <a:pt x="21600" y="6171"/>
                </a:lnTo>
                <a:lnTo>
                  <a:pt x="20314" y="6171"/>
                </a:lnTo>
                <a:lnTo>
                  <a:pt x="19029" y="5657"/>
                </a:lnTo>
                <a:lnTo>
                  <a:pt x="17743" y="5400"/>
                </a:lnTo>
                <a:lnTo>
                  <a:pt x="16457" y="4371"/>
                </a:lnTo>
                <a:lnTo>
                  <a:pt x="15943" y="3343"/>
                </a:lnTo>
                <a:lnTo>
                  <a:pt x="14914" y="2571"/>
                </a:lnTo>
                <a:lnTo>
                  <a:pt x="13886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49"/>
          <p:cNvSpPr/>
          <p:nvPr/>
        </p:nvSpPr>
        <p:spPr>
          <a:xfrm>
            <a:off x="19689234" y="5215466"/>
            <a:ext cx="207414" cy="152388"/>
          </a:xfrm>
          <a:custGeom>
            <a:rect b="b" l="l" r="r" t="t"/>
            <a:pathLst>
              <a:path extrusionOk="0" h="21600" w="21600">
                <a:moveTo>
                  <a:pt x="8272" y="21600"/>
                </a:moveTo>
                <a:lnTo>
                  <a:pt x="0" y="10800"/>
                </a:lnTo>
                <a:lnTo>
                  <a:pt x="3217" y="6000"/>
                </a:lnTo>
                <a:lnTo>
                  <a:pt x="8272" y="12600"/>
                </a:lnTo>
                <a:lnTo>
                  <a:pt x="17923" y="0"/>
                </a:lnTo>
                <a:lnTo>
                  <a:pt x="21600" y="4800"/>
                </a:lnTo>
                <a:lnTo>
                  <a:pt x="8272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49"/>
          <p:cNvSpPr/>
          <p:nvPr/>
        </p:nvSpPr>
        <p:spPr>
          <a:xfrm>
            <a:off x="20442769" y="5317066"/>
            <a:ext cx="355590" cy="355590"/>
          </a:xfrm>
          <a:custGeom>
            <a:rect b="b" l="l" r="r" t="t"/>
            <a:pathLst>
              <a:path extrusionOk="0" h="21600" w="21600">
                <a:moveTo>
                  <a:pt x="13886" y="0"/>
                </a:moveTo>
                <a:lnTo>
                  <a:pt x="2571" y="0"/>
                </a:lnTo>
                <a:lnTo>
                  <a:pt x="514" y="514"/>
                </a:lnTo>
                <a:lnTo>
                  <a:pt x="0" y="2571"/>
                </a:lnTo>
                <a:lnTo>
                  <a:pt x="0" y="13886"/>
                </a:lnTo>
                <a:lnTo>
                  <a:pt x="257" y="14914"/>
                </a:lnTo>
                <a:lnTo>
                  <a:pt x="514" y="15686"/>
                </a:lnTo>
                <a:lnTo>
                  <a:pt x="1543" y="16200"/>
                </a:lnTo>
                <a:lnTo>
                  <a:pt x="2571" y="16457"/>
                </a:lnTo>
                <a:lnTo>
                  <a:pt x="3857" y="16457"/>
                </a:lnTo>
                <a:lnTo>
                  <a:pt x="3857" y="21600"/>
                </a:lnTo>
                <a:lnTo>
                  <a:pt x="10543" y="16457"/>
                </a:lnTo>
                <a:lnTo>
                  <a:pt x="19029" y="16457"/>
                </a:lnTo>
                <a:lnTo>
                  <a:pt x="20057" y="16200"/>
                </a:lnTo>
                <a:lnTo>
                  <a:pt x="20829" y="15686"/>
                </a:lnTo>
                <a:lnTo>
                  <a:pt x="21343" y="14914"/>
                </a:lnTo>
                <a:lnTo>
                  <a:pt x="21600" y="13886"/>
                </a:lnTo>
                <a:lnTo>
                  <a:pt x="21600" y="6171"/>
                </a:lnTo>
                <a:lnTo>
                  <a:pt x="20314" y="6171"/>
                </a:lnTo>
                <a:lnTo>
                  <a:pt x="19029" y="5657"/>
                </a:lnTo>
                <a:lnTo>
                  <a:pt x="17743" y="5400"/>
                </a:lnTo>
                <a:lnTo>
                  <a:pt x="16457" y="4371"/>
                </a:lnTo>
                <a:lnTo>
                  <a:pt x="15943" y="3343"/>
                </a:lnTo>
                <a:lnTo>
                  <a:pt x="14914" y="2571"/>
                </a:lnTo>
                <a:lnTo>
                  <a:pt x="13886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49"/>
          <p:cNvSpPr/>
          <p:nvPr/>
        </p:nvSpPr>
        <p:spPr>
          <a:xfrm>
            <a:off x="20709466" y="5215466"/>
            <a:ext cx="165078" cy="165078"/>
          </a:xfrm>
          <a:custGeom>
            <a:rect b="b" l="l" r="r" t="t"/>
            <a:pathLst>
              <a:path extrusionOk="0" h="21600" w="21600">
                <a:moveTo>
                  <a:pt x="21600" y="4670"/>
                </a:moveTo>
                <a:lnTo>
                  <a:pt x="17514" y="0"/>
                </a:lnTo>
                <a:lnTo>
                  <a:pt x="11092" y="6422"/>
                </a:lnTo>
                <a:lnTo>
                  <a:pt x="4670" y="0"/>
                </a:lnTo>
                <a:lnTo>
                  <a:pt x="0" y="4670"/>
                </a:lnTo>
                <a:lnTo>
                  <a:pt x="6422" y="11092"/>
                </a:lnTo>
                <a:lnTo>
                  <a:pt x="0" y="17514"/>
                </a:lnTo>
                <a:lnTo>
                  <a:pt x="4670" y="21600"/>
                </a:lnTo>
                <a:lnTo>
                  <a:pt x="11092" y="15178"/>
                </a:lnTo>
                <a:lnTo>
                  <a:pt x="17514" y="21600"/>
                </a:lnTo>
                <a:lnTo>
                  <a:pt x="21600" y="17514"/>
                </a:lnTo>
                <a:lnTo>
                  <a:pt x="15178" y="11092"/>
                </a:lnTo>
                <a:lnTo>
                  <a:pt x="21600" y="467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49"/>
          <p:cNvSpPr/>
          <p:nvPr/>
        </p:nvSpPr>
        <p:spPr>
          <a:xfrm>
            <a:off x="17428634" y="5317066"/>
            <a:ext cx="355590" cy="355590"/>
          </a:xfrm>
          <a:custGeom>
            <a:rect b="b" l="l" r="r" t="t"/>
            <a:pathLst>
              <a:path extrusionOk="0" h="21600" w="21600">
                <a:moveTo>
                  <a:pt x="19029" y="0"/>
                </a:moveTo>
                <a:lnTo>
                  <a:pt x="2571" y="0"/>
                </a:lnTo>
                <a:lnTo>
                  <a:pt x="514" y="514"/>
                </a:lnTo>
                <a:lnTo>
                  <a:pt x="0" y="2571"/>
                </a:lnTo>
                <a:lnTo>
                  <a:pt x="0" y="13886"/>
                </a:lnTo>
                <a:lnTo>
                  <a:pt x="257" y="14914"/>
                </a:lnTo>
                <a:lnTo>
                  <a:pt x="514" y="15686"/>
                </a:lnTo>
                <a:lnTo>
                  <a:pt x="1543" y="16200"/>
                </a:lnTo>
                <a:lnTo>
                  <a:pt x="2571" y="16457"/>
                </a:lnTo>
                <a:lnTo>
                  <a:pt x="3600" y="16457"/>
                </a:lnTo>
                <a:lnTo>
                  <a:pt x="3600" y="21600"/>
                </a:lnTo>
                <a:lnTo>
                  <a:pt x="10286" y="16457"/>
                </a:lnTo>
                <a:lnTo>
                  <a:pt x="19029" y="16457"/>
                </a:lnTo>
                <a:lnTo>
                  <a:pt x="19800" y="16200"/>
                </a:lnTo>
                <a:lnTo>
                  <a:pt x="20829" y="15686"/>
                </a:lnTo>
                <a:lnTo>
                  <a:pt x="21086" y="14914"/>
                </a:lnTo>
                <a:lnTo>
                  <a:pt x="21600" y="13886"/>
                </a:lnTo>
                <a:lnTo>
                  <a:pt x="21600" y="2571"/>
                </a:lnTo>
                <a:lnTo>
                  <a:pt x="21086" y="1543"/>
                </a:lnTo>
                <a:lnTo>
                  <a:pt x="20829" y="514"/>
                </a:lnTo>
                <a:lnTo>
                  <a:pt x="19800" y="257"/>
                </a:lnTo>
                <a:lnTo>
                  <a:pt x="19029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9"/>
          <p:cNvSpPr/>
          <p:nvPr/>
        </p:nvSpPr>
        <p:spPr>
          <a:xfrm>
            <a:off x="17758834" y="5177368"/>
            <a:ext cx="165078" cy="165078"/>
          </a:xfrm>
          <a:custGeom>
            <a:rect b="b" l="l" r="r" t="t"/>
            <a:pathLst>
              <a:path extrusionOk="0" h="21600" w="21600">
                <a:moveTo>
                  <a:pt x="13292" y="8100"/>
                </a:moveTo>
                <a:lnTo>
                  <a:pt x="13292" y="0"/>
                </a:lnTo>
                <a:lnTo>
                  <a:pt x="7754" y="0"/>
                </a:lnTo>
                <a:lnTo>
                  <a:pt x="7754" y="8100"/>
                </a:lnTo>
                <a:lnTo>
                  <a:pt x="0" y="8100"/>
                </a:lnTo>
                <a:lnTo>
                  <a:pt x="0" y="13500"/>
                </a:lnTo>
                <a:lnTo>
                  <a:pt x="7754" y="13500"/>
                </a:lnTo>
                <a:lnTo>
                  <a:pt x="7754" y="21600"/>
                </a:lnTo>
                <a:lnTo>
                  <a:pt x="13292" y="21600"/>
                </a:lnTo>
                <a:lnTo>
                  <a:pt x="13292" y="13500"/>
                </a:lnTo>
                <a:lnTo>
                  <a:pt x="21600" y="13500"/>
                </a:lnTo>
                <a:lnTo>
                  <a:pt x="21600" y="8100"/>
                </a:lnTo>
                <a:lnTo>
                  <a:pt x="13292" y="81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9"/>
          <p:cNvSpPr/>
          <p:nvPr/>
        </p:nvSpPr>
        <p:spPr>
          <a:xfrm>
            <a:off x="22449369" y="5240866"/>
            <a:ext cx="495288" cy="266706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21600" y="3375"/>
                </a:lnTo>
                <a:lnTo>
                  <a:pt x="21417" y="2025"/>
                </a:lnTo>
                <a:lnTo>
                  <a:pt x="21234" y="1013"/>
                </a:lnTo>
                <a:lnTo>
                  <a:pt x="20502" y="338"/>
                </a:lnTo>
                <a:lnTo>
                  <a:pt x="19769" y="0"/>
                </a:lnTo>
                <a:lnTo>
                  <a:pt x="1647" y="0"/>
                </a:lnTo>
                <a:lnTo>
                  <a:pt x="1098" y="338"/>
                </a:lnTo>
                <a:lnTo>
                  <a:pt x="366" y="1013"/>
                </a:lnTo>
                <a:lnTo>
                  <a:pt x="183" y="2025"/>
                </a:lnTo>
                <a:lnTo>
                  <a:pt x="0" y="3375"/>
                </a:ln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49"/>
          <p:cNvSpPr/>
          <p:nvPr/>
        </p:nvSpPr>
        <p:spPr>
          <a:xfrm>
            <a:off x="22449369" y="5532968"/>
            <a:ext cx="495288" cy="13969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3086"/>
                </a:lnTo>
                <a:lnTo>
                  <a:pt x="183" y="5554"/>
                </a:lnTo>
                <a:lnTo>
                  <a:pt x="366" y="7406"/>
                </a:lnTo>
                <a:lnTo>
                  <a:pt x="1098" y="8640"/>
                </a:lnTo>
                <a:lnTo>
                  <a:pt x="1647" y="9257"/>
                </a:lnTo>
                <a:lnTo>
                  <a:pt x="9885" y="9257"/>
                </a:lnTo>
                <a:lnTo>
                  <a:pt x="9885" y="15429"/>
                </a:lnTo>
                <a:lnTo>
                  <a:pt x="6224" y="15429"/>
                </a:lnTo>
                <a:lnTo>
                  <a:pt x="6224" y="21600"/>
                </a:lnTo>
                <a:lnTo>
                  <a:pt x="15193" y="21600"/>
                </a:lnTo>
                <a:lnTo>
                  <a:pt x="15193" y="15429"/>
                </a:lnTo>
                <a:lnTo>
                  <a:pt x="11715" y="15429"/>
                </a:lnTo>
                <a:lnTo>
                  <a:pt x="11715" y="9257"/>
                </a:lnTo>
                <a:lnTo>
                  <a:pt x="19769" y="9257"/>
                </a:lnTo>
                <a:lnTo>
                  <a:pt x="20502" y="8640"/>
                </a:lnTo>
                <a:lnTo>
                  <a:pt x="21234" y="7406"/>
                </a:lnTo>
                <a:lnTo>
                  <a:pt x="21417" y="5554"/>
                </a:lnTo>
                <a:lnTo>
                  <a:pt x="21600" y="3086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9"/>
          <p:cNvSpPr/>
          <p:nvPr/>
        </p:nvSpPr>
        <p:spPr>
          <a:xfrm>
            <a:off x="13449302" y="6510866"/>
            <a:ext cx="419094" cy="131220"/>
          </a:xfrm>
          <a:custGeom>
            <a:rect b="b" l="l" r="r" t="t"/>
            <a:pathLst>
              <a:path extrusionOk="0" h="21600" w="21600">
                <a:moveTo>
                  <a:pt x="19418" y="0"/>
                </a:moveTo>
                <a:lnTo>
                  <a:pt x="2182" y="0"/>
                </a:lnTo>
                <a:lnTo>
                  <a:pt x="1527" y="745"/>
                </a:lnTo>
                <a:lnTo>
                  <a:pt x="655" y="1490"/>
                </a:lnTo>
                <a:lnTo>
                  <a:pt x="436" y="4469"/>
                </a:lnTo>
                <a:lnTo>
                  <a:pt x="0" y="7448"/>
                </a:lnTo>
                <a:lnTo>
                  <a:pt x="0" y="14897"/>
                </a:lnTo>
                <a:lnTo>
                  <a:pt x="436" y="17131"/>
                </a:lnTo>
                <a:lnTo>
                  <a:pt x="655" y="20110"/>
                </a:lnTo>
                <a:lnTo>
                  <a:pt x="1527" y="20855"/>
                </a:lnTo>
                <a:lnTo>
                  <a:pt x="2182" y="21600"/>
                </a:lnTo>
                <a:lnTo>
                  <a:pt x="19418" y="21600"/>
                </a:lnTo>
                <a:lnTo>
                  <a:pt x="21164" y="20110"/>
                </a:lnTo>
                <a:lnTo>
                  <a:pt x="21382" y="17131"/>
                </a:lnTo>
                <a:lnTo>
                  <a:pt x="21600" y="14897"/>
                </a:lnTo>
                <a:lnTo>
                  <a:pt x="21600" y="7448"/>
                </a:lnTo>
                <a:lnTo>
                  <a:pt x="21164" y="1490"/>
                </a:lnTo>
                <a:lnTo>
                  <a:pt x="19418" y="0"/>
                </a:lnTo>
                <a:close/>
                <a:moveTo>
                  <a:pt x="17236" y="14897"/>
                </a:moveTo>
                <a:lnTo>
                  <a:pt x="16800" y="14897"/>
                </a:lnTo>
                <a:lnTo>
                  <a:pt x="16582" y="13407"/>
                </a:lnTo>
                <a:lnTo>
                  <a:pt x="16145" y="12662"/>
                </a:lnTo>
                <a:lnTo>
                  <a:pt x="16145" y="8938"/>
                </a:lnTo>
                <a:lnTo>
                  <a:pt x="16582" y="8193"/>
                </a:lnTo>
                <a:lnTo>
                  <a:pt x="16800" y="7448"/>
                </a:lnTo>
                <a:lnTo>
                  <a:pt x="17891" y="7448"/>
                </a:lnTo>
                <a:lnTo>
                  <a:pt x="18327" y="8938"/>
                </a:lnTo>
                <a:lnTo>
                  <a:pt x="18327" y="12662"/>
                </a:lnTo>
                <a:lnTo>
                  <a:pt x="18109" y="13407"/>
                </a:lnTo>
                <a:lnTo>
                  <a:pt x="17891" y="14897"/>
                </a:lnTo>
                <a:lnTo>
                  <a:pt x="17236" y="1489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9"/>
          <p:cNvSpPr/>
          <p:nvPr/>
        </p:nvSpPr>
        <p:spPr>
          <a:xfrm>
            <a:off x="13563600" y="6294968"/>
            <a:ext cx="190500" cy="1269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708" name="Google Shape;708;p49"/>
          <p:cNvSpPr/>
          <p:nvPr/>
        </p:nvSpPr>
        <p:spPr>
          <a:xfrm>
            <a:off x="13500102" y="6218768"/>
            <a:ext cx="330210" cy="266706"/>
          </a:xfrm>
          <a:custGeom>
            <a:rect b="b" l="l" r="r" t="t"/>
            <a:pathLst>
              <a:path extrusionOk="0" h="21600" w="21600">
                <a:moveTo>
                  <a:pt x="18866" y="0"/>
                </a:moveTo>
                <a:lnTo>
                  <a:pt x="2734" y="0"/>
                </a:lnTo>
                <a:lnTo>
                  <a:pt x="1641" y="338"/>
                </a:lnTo>
                <a:lnTo>
                  <a:pt x="820" y="675"/>
                </a:lnTo>
                <a:lnTo>
                  <a:pt x="273" y="2025"/>
                </a:lnTo>
                <a:lnTo>
                  <a:pt x="0" y="3375"/>
                </a:lnTo>
                <a:lnTo>
                  <a:pt x="0" y="18225"/>
                </a:lnTo>
                <a:lnTo>
                  <a:pt x="273" y="19575"/>
                </a:lnTo>
                <a:lnTo>
                  <a:pt x="820" y="20587"/>
                </a:lnTo>
                <a:lnTo>
                  <a:pt x="1641" y="21262"/>
                </a:lnTo>
                <a:lnTo>
                  <a:pt x="2734" y="21600"/>
                </a:lnTo>
                <a:lnTo>
                  <a:pt x="18866" y="21600"/>
                </a:lnTo>
                <a:lnTo>
                  <a:pt x="19959" y="21262"/>
                </a:lnTo>
                <a:lnTo>
                  <a:pt x="21053" y="20587"/>
                </a:lnTo>
                <a:lnTo>
                  <a:pt x="21327" y="19575"/>
                </a:lnTo>
                <a:lnTo>
                  <a:pt x="21600" y="18225"/>
                </a:lnTo>
                <a:lnTo>
                  <a:pt x="21600" y="3375"/>
                </a:lnTo>
                <a:lnTo>
                  <a:pt x="21053" y="675"/>
                </a:lnTo>
                <a:lnTo>
                  <a:pt x="18866" y="0"/>
                </a:lnTo>
                <a:close/>
                <a:moveTo>
                  <a:pt x="18319" y="16537"/>
                </a:moveTo>
                <a:lnTo>
                  <a:pt x="17499" y="17550"/>
                </a:lnTo>
                <a:lnTo>
                  <a:pt x="4101" y="17550"/>
                </a:lnTo>
                <a:lnTo>
                  <a:pt x="3828" y="16875"/>
                </a:lnTo>
                <a:lnTo>
                  <a:pt x="3554" y="16537"/>
                </a:lnTo>
                <a:lnTo>
                  <a:pt x="3554" y="5063"/>
                </a:lnTo>
                <a:lnTo>
                  <a:pt x="3828" y="4388"/>
                </a:lnTo>
                <a:lnTo>
                  <a:pt x="4101" y="4050"/>
                </a:lnTo>
                <a:lnTo>
                  <a:pt x="17499" y="4050"/>
                </a:lnTo>
                <a:lnTo>
                  <a:pt x="18046" y="4388"/>
                </a:lnTo>
                <a:lnTo>
                  <a:pt x="18319" y="5063"/>
                </a:lnTo>
                <a:lnTo>
                  <a:pt x="18319" y="1653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49"/>
          <p:cNvSpPr/>
          <p:nvPr/>
        </p:nvSpPr>
        <p:spPr>
          <a:xfrm>
            <a:off x="21446067" y="5215466"/>
            <a:ext cx="495288" cy="419094"/>
          </a:xfrm>
          <a:custGeom>
            <a:rect b="b" l="l" r="r" t="t"/>
            <a:pathLst>
              <a:path extrusionOk="0" h="21600" w="21600">
                <a:moveTo>
                  <a:pt x="19769" y="6545"/>
                </a:moveTo>
                <a:lnTo>
                  <a:pt x="11715" y="6545"/>
                </a:lnTo>
                <a:lnTo>
                  <a:pt x="11715" y="4800"/>
                </a:lnTo>
                <a:lnTo>
                  <a:pt x="12081" y="4364"/>
                </a:lnTo>
                <a:lnTo>
                  <a:pt x="13546" y="4364"/>
                </a:lnTo>
                <a:lnTo>
                  <a:pt x="14644" y="4145"/>
                </a:lnTo>
                <a:lnTo>
                  <a:pt x="15376" y="3273"/>
                </a:lnTo>
                <a:lnTo>
                  <a:pt x="15925" y="2400"/>
                </a:lnTo>
                <a:lnTo>
                  <a:pt x="16292" y="1091"/>
                </a:lnTo>
                <a:lnTo>
                  <a:pt x="16292" y="0"/>
                </a:lnTo>
                <a:lnTo>
                  <a:pt x="14461" y="0"/>
                </a:lnTo>
                <a:lnTo>
                  <a:pt x="14461" y="1745"/>
                </a:lnTo>
                <a:lnTo>
                  <a:pt x="14278" y="1964"/>
                </a:lnTo>
                <a:lnTo>
                  <a:pt x="13912" y="2182"/>
                </a:lnTo>
                <a:lnTo>
                  <a:pt x="12631" y="2182"/>
                </a:lnTo>
                <a:lnTo>
                  <a:pt x="11532" y="2400"/>
                </a:lnTo>
                <a:lnTo>
                  <a:pt x="10068" y="4145"/>
                </a:lnTo>
                <a:lnTo>
                  <a:pt x="9885" y="5455"/>
                </a:lnTo>
                <a:lnTo>
                  <a:pt x="9885" y="6545"/>
                </a:lnTo>
                <a:lnTo>
                  <a:pt x="1831" y="6545"/>
                </a:lnTo>
                <a:lnTo>
                  <a:pt x="366" y="6982"/>
                </a:lnTo>
                <a:lnTo>
                  <a:pt x="0" y="8727"/>
                </a:lnTo>
                <a:lnTo>
                  <a:pt x="0" y="19418"/>
                </a:lnTo>
                <a:lnTo>
                  <a:pt x="183" y="20291"/>
                </a:lnTo>
                <a:lnTo>
                  <a:pt x="366" y="20945"/>
                </a:lnTo>
                <a:lnTo>
                  <a:pt x="1098" y="21382"/>
                </a:lnTo>
                <a:lnTo>
                  <a:pt x="1831" y="21600"/>
                </a:lnTo>
                <a:lnTo>
                  <a:pt x="19769" y="21600"/>
                </a:lnTo>
                <a:lnTo>
                  <a:pt x="20502" y="21382"/>
                </a:lnTo>
                <a:lnTo>
                  <a:pt x="21234" y="20945"/>
                </a:lnTo>
                <a:lnTo>
                  <a:pt x="21417" y="20291"/>
                </a:lnTo>
                <a:lnTo>
                  <a:pt x="21600" y="19418"/>
                </a:lnTo>
                <a:lnTo>
                  <a:pt x="21600" y="8727"/>
                </a:lnTo>
                <a:lnTo>
                  <a:pt x="21234" y="6982"/>
                </a:lnTo>
                <a:lnTo>
                  <a:pt x="19769" y="6545"/>
                </a:lnTo>
                <a:close/>
                <a:moveTo>
                  <a:pt x="10800" y="8727"/>
                </a:moveTo>
                <a:lnTo>
                  <a:pt x="11166" y="8727"/>
                </a:lnTo>
                <a:lnTo>
                  <a:pt x="11532" y="8945"/>
                </a:lnTo>
                <a:lnTo>
                  <a:pt x="11715" y="9164"/>
                </a:lnTo>
                <a:lnTo>
                  <a:pt x="11715" y="10255"/>
                </a:lnTo>
                <a:lnTo>
                  <a:pt x="11532" y="10473"/>
                </a:lnTo>
                <a:lnTo>
                  <a:pt x="11166" y="10691"/>
                </a:lnTo>
                <a:lnTo>
                  <a:pt x="10434" y="10691"/>
                </a:lnTo>
                <a:lnTo>
                  <a:pt x="10068" y="10473"/>
                </a:lnTo>
                <a:lnTo>
                  <a:pt x="9885" y="10255"/>
                </a:lnTo>
                <a:lnTo>
                  <a:pt x="9885" y="9164"/>
                </a:lnTo>
                <a:lnTo>
                  <a:pt x="10068" y="8945"/>
                </a:lnTo>
                <a:lnTo>
                  <a:pt x="10434" y="8727"/>
                </a:lnTo>
                <a:lnTo>
                  <a:pt x="10800" y="8727"/>
                </a:lnTo>
                <a:close/>
                <a:moveTo>
                  <a:pt x="10800" y="12873"/>
                </a:moveTo>
                <a:lnTo>
                  <a:pt x="11166" y="12873"/>
                </a:lnTo>
                <a:lnTo>
                  <a:pt x="11715" y="13527"/>
                </a:lnTo>
                <a:lnTo>
                  <a:pt x="11715" y="14618"/>
                </a:lnTo>
                <a:lnTo>
                  <a:pt x="11532" y="14836"/>
                </a:lnTo>
                <a:lnTo>
                  <a:pt x="11166" y="15055"/>
                </a:lnTo>
                <a:lnTo>
                  <a:pt x="10434" y="15055"/>
                </a:lnTo>
                <a:lnTo>
                  <a:pt x="10068" y="14836"/>
                </a:lnTo>
                <a:lnTo>
                  <a:pt x="9885" y="14618"/>
                </a:lnTo>
                <a:lnTo>
                  <a:pt x="9885" y="13527"/>
                </a:lnTo>
                <a:lnTo>
                  <a:pt x="10434" y="12873"/>
                </a:lnTo>
                <a:lnTo>
                  <a:pt x="10800" y="12873"/>
                </a:lnTo>
                <a:close/>
                <a:moveTo>
                  <a:pt x="8054" y="8727"/>
                </a:moveTo>
                <a:lnTo>
                  <a:pt x="8603" y="8727"/>
                </a:lnTo>
                <a:lnTo>
                  <a:pt x="8969" y="9164"/>
                </a:lnTo>
                <a:lnTo>
                  <a:pt x="8969" y="10255"/>
                </a:lnTo>
                <a:lnTo>
                  <a:pt x="8603" y="10691"/>
                </a:lnTo>
                <a:lnTo>
                  <a:pt x="7688" y="10691"/>
                </a:lnTo>
                <a:lnTo>
                  <a:pt x="7505" y="10473"/>
                </a:lnTo>
                <a:lnTo>
                  <a:pt x="7139" y="10255"/>
                </a:lnTo>
                <a:lnTo>
                  <a:pt x="7139" y="9164"/>
                </a:lnTo>
                <a:lnTo>
                  <a:pt x="7505" y="8945"/>
                </a:lnTo>
                <a:lnTo>
                  <a:pt x="7688" y="8727"/>
                </a:lnTo>
                <a:lnTo>
                  <a:pt x="8054" y="8727"/>
                </a:lnTo>
                <a:close/>
                <a:moveTo>
                  <a:pt x="8054" y="12873"/>
                </a:moveTo>
                <a:lnTo>
                  <a:pt x="8603" y="12873"/>
                </a:lnTo>
                <a:lnTo>
                  <a:pt x="8786" y="13309"/>
                </a:lnTo>
                <a:lnTo>
                  <a:pt x="8969" y="13527"/>
                </a:lnTo>
                <a:lnTo>
                  <a:pt x="8969" y="14618"/>
                </a:lnTo>
                <a:lnTo>
                  <a:pt x="8603" y="15055"/>
                </a:lnTo>
                <a:lnTo>
                  <a:pt x="7688" y="15055"/>
                </a:lnTo>
                <a:lnTo>
                  <a:pt x="7505" y="14836"/>
                </a:lnTo>
                <a:lnTo>
                  <a:pt x="7139" y="14618"/>
                </a:lnTo>
                <a:lnTo>
                  <a:pt x="7139" y="13527"/>
                </a:lnTo>
                <a:lnTo>
                  <a:pt x="7505" y="13309"/>
                </a:lnTo>
                <a:lnTo>
                  <a:pt x="7688" y="12873"/>
                </a:lnTo>
                <a:lnTo>
                  <a:pt x="8054" y="12873"/>
                </a:lnTo>
                <a:close/>
                <a:moveTo>
                  <a:pt x="5308" y="15055"/>
                </a:moveTo>
                <a:lnTo>
                  <a:pt x="4942" y="15055"/>
                </a:lnTo>
                <a:lnTo>
                  <a:pt x="4759" y="14836"/>
                </a:lnTo>
                <a:lnTo>
                  <a:pt x="4393" y="14618"/>
                </a:lnTo>
                <a:lnTo>
                  <a:pt x="4393" y="13527"/>
                </a:lnTo>
                <a:lnTo>
                  <a:pt x="4759" y="13309"/>
                </a:lnTo>
                <a:lnTo>
                  <a:pt x="4942" y="12873"/>
                </a:lnTo>
                <a:lnTo>
                  <a:pt x="5858" y="12873"/>
                </a:lnTo>
                <a:lnTo>
                  <a:pt x="6041" y="13309"/>
                </a:lnTo>
                <a:lnTo>
                  <a:pt x="6224" y="13527"/>
                </a:lnTo>
                <a:lnTo>
                  <a:pt x="6224" y="14618"/>
                </a:lnTo>
                <a:lnTo>
                  <a:pt x="5858" y="15055"/>
                </a:lnTo>
                <a:lnTo>
                  <a:pt x="5308" y="15055"/>
                </a:lnTo>
                <a:close/>
                <a:moveTo>
                  <a:pt x="5308" y="10691"/>
                </a:moveTo>
                <a:lnTo>
                  <a:pt x="4942" y="10691"/>
                </a:lnTo>
                <a:lnTo>
                  <a:pt x="4759" y="10473"/>
                </a:lnTo>
                <a:lnTo>
                  <a:pt x="4393" y="10255"/>
                </a:lnTo>
                <a:lnTo>
                  <a:pt x="4393" y="9164"/>
                </a:lnTo>
                <a:lnTo>
                  <a:pt x="4759" y="8945"/>
                </a:lnTo>
                <a:lnTo>
                  <a:pt x="4942" y="8727"/>
                </a:lnTo>
                <a:lnTo>
                  <a:pt x="5858" y="8727"/>
                </a:lnTo>
                <a:lnTo>
                  <a:pt x="6224" y="9164"/>
                </a:lnTo>
                <a:lnTo>
                  <a:pt x="6224" y="10255"/>
                </a:lnTo>
                <a:lnTo>
                  <a:pt x="5858" y="10691"/>
                </a:lnTo>
                <a:lnTo>
                  <a:pt x="5308" y="10691"/>
                </a:lnTo>
                <a:close/>
                <a:moveTo>
                  <a:pt x="14461" y="19418"/>
                </a:moveTo>
                <a:lnTo>
                  <a:pt x="7139" y="19418"/>
                </a:lnTo>
                <a:lnTo>
                  <a:pt x="7139" y="17236"/>
                </a:lnTo>
                <a:lnTo>
                  <a:pt x="14461" y="17236"/>
                </a:lnTo>
                <a:lnTo>
                  <a:pt x="14461" y="19418"/>
                </a:lnTo>
                <a:close/>
                <a:moveTo>
                  <a:pt x="13546" y="15055"/>
                </a:moveTo>
                <a:lnTo>
                  <a:pt x="12997" y="15055"/>
                </a:lnTo>
                <a:lnTo>
                  <a:pt x="12631" y="14618"/>
                </a:lnTo>
                <a:lnTo>
                  <a:pt x="12631" y="13527"/>
                </a:lnTo>
                <a:lnTo>
                  <a:pt x="12814" y="13309"/>
                </a:lnTo>
                <a:lnTo>
                  <a:pt x="12997" y="12873"/>
                </a:lnTo>
                <a:lnTo>
                  <a:pt x="13912" y="12873"/>
                </a:lnTo>
                <a:lnTo>
                  <a:pt x="14461" y="13527"/>
                </a:lnTo>
                <a:lnTo>
                  <a:pt x="14461" y="14618"/>
                </a:lnTo>
                <a:lnTo>
                  <a:pt x="14278" y="14836"/>
                </a:lnTo>
                <a:lnTo>
                  <a:pt x="13912" y="15055"/>
                </a:lnTo>
                <a:lnTo>
                  <a:pt x="13546" y="15055"/>
                </a:lnTo>
                <a:close/>
                <a:moveTo>
                  <a:pt x="13546" y="10691"/>
                </a:moveTo>
                <a:lnTo>
                  <a:pt x="12997" y="10691"/>
                </a:lnTo>
                <a:lnTo>
                  <a:pt x="12631" y="10255"/>
                </a:lnTo>
                <a:lnTo>
                  <a:pt x="12631" y="9164"/>
                </a:lnTo>
                <a:lnTo>
                  <a:pt x="12997" y="8727"/>
                </a:lnTo>
                <a:lnTo>
                  <a:pt x="13912" y="8727"/>
                </a:lnTo>
                <a:lnTo>
                  <a:pt x="14278" y="8945"/>
                </a:lnTo>
                <a:lnTo>
                  <a:pt x="14461" y="9164"/>
                </a:lnTo>
                <a:lnTo>
                  <a:pt x="14461" y="10255"/>
                </a:lnTo>
                <a:lnTo>
                  <a:pt x="14278" y="10473"/>
                </a:lnTo>
                <a:lnTo>
                  <a:pt x="13912" y="10691"/>
                </a:lnTo>
                <a:lnTo>
                  <a:pt x="13546" y="10691"/>
                </a:lnTo>
                <a:close/>
                <a:moveTo>
                  <a:pt x="16292" y="15055"/>
                </a:moveTo>
                <a:lnTo>
                  <a:pt x="15742" y="15055"/>
                </a:lnTo>
                <a:lnTo>
                  <a:pt x="15376" y="14618"/>
                </a:lnTo>
                <a:lnTo>
                  <a:pt x="15376" y="13527"/>
                </a:lnTo>
                <a:lnTo>
                  <a:pt x="15559" y="13309"/>
                </a:lnTo>
                <a:lnTo>
                  <a:pt x="15742" y="12873"/>
                </a:lnTo>
                <a:lnTo>
                  <a:pt x="16658" y="12873"/>
                </a:lnTo>
                <a:lnTo>
                  <a:pt x="16841" y="13309"/>
                </a:lnTo>
                <a:lnTo>
                  <a:pt x="17207" y="13527"/>
                </a:lnTo>
                <a:lnTo>
                  <a:pt x="17207" y="14618"/>
                </a:lnTo>
                <a:lnTo>
                  <a:pt x="16841" y="14836"/>
                </a:lnTo>
                <a:lnTo>
                  <a:pt x="16658" y="15055"/>
                </a:lnTo>
                <a:lnTo>
                  <a:pt x="16292" y="15055"/>
                </a:lnTo>
                <a:close/>
                <a:moveTo>
                  <a:pt x="16292" y="10691"/>
                </a:moveTo>
                <a:lnTo>
                  <a:pt x="15742" y="10691"/>
                </a:lnTo>
                <a:lnTo>
                  <a:pt x="15376" y="10255"/>
                </a:lnTo>
                <a:lnTo>
                  <a:pt x="15376" y="9164"/>
                </a:lnTo>
                <a:lnTo>
                  <a:pt x="15742" y="8727"/>
                </a:lnTo>
                <a:lnTo>
                  <a:pt x="16658" y="8727"/>
                </a:lnTo>
                <a:lnTo>
                  <a:pt x="16841" y="8945"/>
                </a:lnTo>
                <a:lnTo>
                  <a:pt x="17207" y="9164"/>
                </a:lnTo>
                <a:lnTo>
                  <a:pt x="17207" y="10255"/>
                </a:lnTo>
                <a:lnTo>
                  <a:pt x="16841" y="10473"/>
                </a:lnTo>
                <a:lnTo>
                  <a:pt x="16658" y="10691"/>
                </a:lnTo>
                <a:lnTo>
                  <a:pt x="16292" y="1069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49"/>
          <p:cNvSpPr/>
          <p:nvPr/>
        </p:nvSpPr>
        <p:spPr>
          <a:xfrm>
            <a:off x="14439902" y="6244168"/>
            <a:ext cx="457218" cy="241326"/>
          </a:xfrm>
          <a:custGeom>
            <a:rect b="b" l="l" r="r" t="t"/>
            <a:pathLst>
              <a:path extrusionOk="0" h="21600" w="21600">
                <a:moveTo>
                  <a:pt x="20609" y="0"/>
                </a:moveTo>
                <a:lnTo>
                  <a:pt x="594" y="0"/>
                </a:lnTo>
                <a:lnTo>
                  <a:pt x="198" y="366"/>
                </a:lnTo>
                <a:lnTo>
                  <a:pt x="0" y="732"/>
                </a:lnTo>
                <a:lnTo>
                  <a:pt x="0" y="19769"/>
                </a:lnTo>
                <a:lnTo>
                  <a:pt x="7927" y="19769"/>
                </a:lnTo>
                <a:lnTo>
                  <a:pt x="8521" y="20136"/>
                </a:lnTo>
                <a:lnTo>
                  <a:pt x="9314" y="20502"/>
                </a:lnTo>
                <a:lnTo>
                  <a:pt x="9512" y="21600"/>
                </a:lnTo>
                <a:lnTo>
                  <a:pt x="12088" y="21600"/>
                </a:lnTo>
                <a:lnTo>
                  <a:pt x="12286" y="20502"/>
                </a:lnTo>
                <a:lnTo>
                  <a:pt x="13079" y="20136"/>
                </a:lnTo>
                <a:lnTo>
                  <a:pt x="13673" y="19769"/>
                </a:lnTo>
                <a:lnTo>
                  <a:pt x="21600" y="19769"/>
                </a:lnTo>
                <a:lnTo>
                  <a:pt x="21600" y="732"/>
                </a:lnTo>
                <a:lnTo>
                  <a:pt x="21402" y="366"/>
                </a:lnTo>
                <a:lnTo>
                  <a:pt x="21006" y="0"/>
                </a:lnTo>
                <a:lnTo>
                  <a:pt x="20609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49"/>
          <p:cNvSpPr/>
          <p:nvPr/>
        </p:nvSpPr>
        <p:spPr>
          <a:xfrm>
            <a:off x="14414502" y="6485466"/>
            <a:ext cx="507978" cy="131220"/>
          </a:xfrm>
          <a:custGeom>
            <a:rect b="b" l="l" r="r" t="t"/>
            <a:pathLst>
              <a:path extrusionOk="0" h="21600" w="21600">
                <a:moveTo>
                  <a:pt x="20874" y="0"/>
                </a:moveTo>
                <a:lnTo>
                  <a:pt x="13069" y="0"/>
                </a:lnTo>
                <a:lnTo>
                  <a:pt x="12161" y="3724"/>
                </a:lnTo>
                <a:lnTo>
                  <a:pt x="9439" y="3724"/>
                </a:lnTo>
                <a:lnTo>
                  <a:pt x="8531" y="0"/>
                </a:lnTo>
                <a:lnTo>
                  <a:pt x="726" y="0"/>
                </a:lnTo>
                <a:lnTo>
                  <a:pt x="0" y="2979"/>
                </a:lnTo>
                <a:lnTo>
                  <a:pt x="0" y="4469"/>
                </a:lnTo>
                <a:lnTo>
                  <a:pt x="726" y="15641"/>
                </a:lnTo>
                <a:lnTo>
                  <a:pt x="908" y="18621"/>
                </a:lnTo>
                <a:lnTo>
                  <a:pt x="1452" y="20110"/>
                </a:lnTo>
                <a:lnTo>
                  <a:pt x="1997" y="20855"/>
                </a:lnTo>
                <a:lnTo>
                  <a:pt x="2723" y="21600"/>
                </a:lnTo>
                <a:lnTo>
                  <a:pt x="18877" y="21600"/>
                </a:lnTo>
                <a:lnTo>
                  <a:pt x="19603" y="20855"/>
                </a:lnTo>
                <a:lnTo>
                  <a:pt x="20148" y="20110"/>
                </a:lnTo>
                <a:lnTo>
                  <a:pt x="20692" y="18621"/>
                </a:lnTo>
                <a:lnTo>
                  <a:pt x="20874" y="15641"/>
                </a:lnTo>
                <a:lnTo>
                  <a:pt x="21600" y="4469"/>
                </a:lnTo>
                <a:lnTo>
                  <a:pt x="21600" y="2979"/>
                </a:lnTo>
                <a:lnTo>
                  <a:pt x="20874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9"/>
          <p:cNvSpPr/>
          <p:nvPr/>
        </p:nvSpPr>
        <p:spPr>
          <a:xfrm>
            <a:off x="16641233" y="6256866"/>
            <a:ext cx="203202" cy="203202"/>
          </a:xfrm>
          <a:custGeom>
            <a:rect b="b" l="l" r="r" t="t"/>
            <a:pathLst>
              <a:path extrusionOk="0" h="21600" w="21600">
                <a:moveTo>
                  <a:pt x="3967" y="0"/>
                </a:moveTo>
                <a:lnTo>
                  <a:pt x="3967" y="4500"/>
                </a:lnTo>
                <a:lnTo>
                  <a:pt x="13665" y="4500"/>
                </a:lnTo>
                <a:lnTo>
                  <a:pt x="0" y="18000"/>
                </a:lnTo>
                <a:lnTo>
                  <a:pt x="3527" y="21600"/>
                </a:lnTo>
                <a:lnTo>
                  <a:pt x="17192" y="7650"/>
                </a:lnTo>
                <a:lnTo>
                  <a:pt x="17192" y="17550"/>
                </a:lnTo>
                <a:lnTo>
                  <a:pt x="21600" y="17550"/>
                </a:lnTo>
                <a:lnTo>
                  <a:pt x="21600" y="0"/>
                </a:lnTo>
                <a:lnTo>
                  <a:pt x="3967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9"/>
          <p:cNvSpPr/>
          <p:nvPr/>
        </p:nvSpPr>
        <p:spPr>
          <a:xfrm>
            <a:off x="16463433" y="6282266"/>
            <a:ext cx="355590" cy="359856"/>
          </a:xfrm>
          <a:custGeom>
            <a:rect b="b" l="l" r="r" t="t"/>
            <a:pathLst>
              <a:path extrusionOk="0" h="21600" w="21600">
                <a:moveTo>
                  <a:pt x="20314" y="14053"/>
                </a:moveTo>
                <a:lnTo>
                  <a:pt x="14400" y="14053"/>
                </a:lnTo>
                <a:lnTo>
                  <a:pt x="13886" y="14573"/>
                </a:lnTo>
                <a:lnTo>
                  <a:pt x="13886" y="16655"/>
                </a:lnTo>
                <a:lnTo>
                  <a:pt x="12086" y="16135"/>
                </a:lnTo>
                <a:lnTo>
                  <a:pt x="10286" y="15875"/>
                </a:lnTo>
                <a:lnTo>
                  <a:pt x="8743" y="15094"/>
                </a:lnTo>
                <a:lnTo>
                  <a:pt x="7457" y="14053"/>
                </a:lnTo>
                <a:lnTo>
                  <a:pt x="6686" y="12752"/>
                </a:lnTo>
                <a:lnTo>
                  <a:pt x="5657" y="11190"/>
                </a:lnTo>
                <a:lnTo>
                  <a:pt x="5400" y="9629"/>
                </a:lnTo>
                <a:lnTo>
                  <a:pt x="4886" y="7547"/>
                </a:lnTo>
                <a:lnTo>
                  <a:pt x="6943" y="7547"/>
                </a:lnTo>
                <a:lnTo>
                  <a:pt x="7457" y="7027"/>
                </a:lnTo>
                <a:lnTo>
                  <a:pt x="7457" y="520"/>
                </a:lnTo>
                <a:lnTo>
                  <a:pt x="6943" y="0"/>
                </a:lnTo>
                <a:lnTo>
                  <a:pt x="514" y="0"/>
                </a:lnTo>
                <a:lnTo>
                  <a:pt x="0" y="520"/>
                </a:lnTo>
                <a:lnTo>
                  <a:pt x="0" y="7547"/>
                </a:lnTo>
                <a:lnTo>
                  <a:pt x="257" y="10410"/>
                </a:lnTo>
                <a:lnTo>
                  <a:pt x="771" y="13012"/>
                </a:lnTo>
                <a:lnTo>
                  <a:pt x="2571" y="15614"/>
                </a:lnTo>
                <a:lnTo>
                  <a:pt x="4114" y="17436"/>
                </a:lnTo>
                <a:lnTo>
                  <a:pt x="5914" y="19258"/>
                </a:lnTo>
                <a:lnTo>
                  <a:pt x="8486" y="20819"/>
                </a:lnTo>
                <a:lnTo>
                  <a:pt x="11057" y="21340"/>
                </a:lnTo>
                <a:lnTo>
                  <a:pt x="13886" y="21600"/>
                </a:lnTo>
                <a:lnTo>
                  <a:pt x="20829" y="21600"/>
                </a:lnTo>
                <a:lnTo>
                  <a:pt x="21086" y="21340"/>
                </a:lnTo>
                <a:lnTo>
                  <a:pt x="21600" y="21080"/>
                </a:lnTo>
                <a:lnTo>
                  <a:pt x="21600" y="14573"/>
                </a:lnTo>
                <a:lnTo>
                  <a:pt x="21086" y="14313"/>
                </a:lnTo>
                <a:lnTo>
                  <a:pt x="20829" y="14053"/>
                </a:lnTo>
                <a:lnTo>
                  <a:pt x="20314" y="1405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49"/>
          <p:cNvSpPr/>
          <p:nvPr/>
        </p:nvSpPr>
        <p:spPr>
          <a:xfrm>
            <a:off x="15447433" y="6193368"/>
            <a:ext cx="444474" cy="241326"/>
          </a:xfrm>
          <a:custGeom>
            <a:rect b="b" l="l" r="r" t="t"/>
            <a:pathLst>
              <a:path extrusionOk="0" h="21600" w="21600">
                <a:moveTo>
                  <a:pt x="21185" y="10996"/>
                </a:moveTo>
                <a:lnTo>
                  <a:pt x="18069" y="5891"/>
                </a:lnTo>
                <a:lnTo>
                  <a:pt x="16408" y="3142"/>
                </a:lnTo>
                <a:lnTo>
                  <a:pt x="14746" y="1571"/>
                </a:lnTo>
                <a:lnTo>
                  <a:pt x="12877" y="393"/>
                </a:lnTo>
                <a:lnTo>
                  <a:pt x="10800" y="0"/>
                </a:lnTo>
                <a:lnTo>
                  <a:pt x="8723" y="393"/>
                </a:lnTo>
                <a:lnTo>
                  <a:pt x="7062" y="1571"/>
                </a:lnTo>
                <a:lnTo>
                  <a:pt x="5192" y="3142"/>
                </a:lnTo>
                <a:lnTo>
                  <a:pt x="3738" y="5891"/>
                </a:lnTo>
                <a:lnTo>
                  <a:pt x="623" y="10996"/>
                </a:lnTo>
                <a:lnTo>
                  <a:pt x="415" y="12567"/>
                </a:lnTo>
                <a:lnTo>
                  <a:pt x="0" y="14138"/>
                </a:lnTo>
                <a:lnTo>
                  <a:pt x="415" y="15316"/>
                </a:lnTo>
                <a:lnTo>
                  <a:pt x="623" y="16495"/>
                </a:lnTo>
                <a:lnTo>
                  <a:pt x="2908" y="20815"/>
                </a:lnTo>
                <a:lnTo>
                  <a:pt x="3531" y="21600"/>
                </a:lnTo>
                <a:lnTo>
                  <a:pt x="5192" y="21600"/>
                </a:lnTo>
                <a:lnTo>
                  <a:pt x="5815" y="20815"/>
                </a:lnTo>
                <a:lnTo>
                  <a:pt x="8100" y="16495"/>
                </a:lnTo>
                <a:lnTo>
                  <a:pt x="8515" y="14138"/>
                </a:lnTo>
                <a:lnTo>
                  <a:pt x="8100" y="10996"/>
                </a:lnTo>
                <a:lnTo>
                  <a:pt x="5815" y="7069"/>
                </a:lnTo>
                <a:lnTo>
                  <a:pt x="8308" y="4713"/>
                </a:lnTo>
                <a:lnTo>
                  <a:pt x="9554" y="3927"/>
                </a:lnTo>
                <a:lnTo>
                  <a:pt x="12046" y="3927"/>
                </a:lnTo>
                <a:lnTo>
                  <a:pt x="13500" y="4713"/>
                </a:lnTo>
                <a:lnTo>
                  <a:pt x="15992" y="7069"/>
                </a:lnTo>
                <a:lnTo>
                  <a:pt x="13708" y="10996"/>
                </a:lnTo>
                <a:lnTo>
                  <a:pt x="13500" y="12567"/>
                </a:lnTo>
                <a:lnTo>
                  <a:pt x="13085" y="14138"/>
                </a:lnTo>
                <a:lnTo>
                  <a:pt x="13500" y="15316"/>
                </a:lnTo>
                <a:lnTo>
                  <a:pt x="13708" y="16495"/>
                </a:lnTo>
                <a:lnTo>
                  <a:pt x="16408" y="21600"/>
                </a:lnTo>
                <a:lnTo>
                  <a:pt x="18277" y="21600"/>
                </a:lnTo>
                <a:lnTo>
                  <a:pt x="18692" y="20815"/>
                </a:lnTo>
                <a:lnTo>
                  <a:pt x="21185" y="16495"/>
                </a:lnTo>
                <a:lnTo>
                  <a:pt x="21600" y="14138"/>
                </a:lnTo>
                <a:lnTo>
                  <a:pt x="21185" y="1099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49"/>
          <p:cNvSpPr/>
          <p:nvPr/>
        </p:nvSpPr>
        <p:spPr>
          <a:xfrm>
            <a:off x="15485533" y="6409266"/>
            <a:ext cx="381024" cy="245538"/>
          </a:xfrm>
          <a:custGeom>
            <a:rect b="b" l="l" r="r" t="t"/>
            <a:pathLst>
              <a:path extrusionOk="0" h="21600" w="21600">
                <a:moveTo>
                  <a:pt x="14319" y="3661"/>
                </a:moveTo>
                <a:lnTo>
                  <a:pt x="14319" y="0"/>
                </a:lnTo>
                <a:lnTo>
                  <a:pt x="11892" y="0"/>
                </a:lnTo>
                <a:lnTo>
                  <a:pt x="11892" y="3661"/>
                </a:lnTo>
                <a:lnTo>
                  <a:pt x="9465" y="3661"/>
                </a:lnTo>
                <a:lnTo>
                  <a:pt x="9465" y="0"/>
                </a:lnTo>
                <a:lnTo>
                  <a:pt x="7038" y="0"/>
                </a:lnTo>
                <a:lnTo>
                  <a:pt x="7038" y="3661"/>
                </a:lnTo>
                <a:lnTo>
                  <a:pt x="5582" y="4027"/>
                </a:lnTo>
                <a:lnTo>
                  <a:pt x="4369" y="5125"/>
                </a:lnTo>
                <a:lnTo>
                  <a:pt x="2912" y="6224"/>
                </a:lnTo>
                <a:lnTo>
                  <a:pt x="2184" y="8054"/>
                </a:lnTo>
                <a:lnTo>
                  <a:pt x="1213" y="9885"/>
                </a:lnTo>
                <a:lnTo>
                  <a:pt x="485" y="11715"/>
                </a:lnTo>
                <a:lnTo>
                  <a:pt x="0" y="1391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3912"/>
                </a:lnTo>
                <a:lnTo>
                  <a:pt x="20872" y="11715"/>
                </a:lnTo>
                <a:lnTo>
                  <a:pt x="20387" y="9885"/>
                </a:lnTo>
                <a:lnTo>
                  <a:pt x="18445" y="6224"/>
                </a:lnTo>
                <a:lnTo>
                  <a:pt x="16989" y="5125"/>
                </a:lnTo>
                <a:lnTo>
                  <a:pt x="15775" y="4027"/>
                </a:lnTo>
                <a:lnTo>
                  <a:pt x="14319" y="3661"/>
                </a:lnTo>
                <a:close/>
                <a:moveTo>
                  <a:pt x="10679" y="17939"/>
                </a:moveTo>
                <a:lnTo>
                  <a:pt x="9222" y="17573"/>
                </a:lnTo>
                <a:lnTo>
                  <a:pt x="8252" y="16475"/>
                </a:lnTo>
                <a:lnTo>
                  <a:pt x="7524" y="15010"/>
                </a:lnTo>
                <a:lnTo>
                  <a:pt x="7038" y="12814"/>
                </a:lnTo>
                <a:lnTo>
                  <a:pt x="7524" y="10617"/>
                </a:lnTo>
                <a:lnTo>
                  <a:pt x="8252" y="9153"/>
                </a:lnTo>
                <a:lnTo>
                  <a:pt x="9222" y="7688"/>
                </a:lnTo>
                <a:lnTo>
                  <a:pt x="10679" y="7322"/>
                </a:lnTo>
                <a:lnTo>
                  <a:pt x="12135" y="7688"/>
                </a:lnTo>
                <a:lnTo>
                  <a:pt x="14076" y="10617"/>
                </a:lnTo>
                <a:lnTo>
                  <a:pt x="14319" y="12814"/>
                </a:lnTo>
                <a:lnTo>
                  <a:pt x="14076" y="15010"/>
                </a:lnTo>
                <a:lnTo>
                  <a:pt x="13106" y="16475"/>
                </a:lnTo>
                <a:lnTo>
                  <a:pt x="12135" y="17573"/>
                </a:lnTo>
                <a:lnTo>
                  <a:pt x="10679" y="1793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49"/>
          <p:cNvSpPr/>
          <p:nvPr/>
        </p:nvSpPr>
        <p:spPr>
          <a:xfrm>
            <a:off x="17682634" y="6218768"/>
            <a:ext cx="203202" cy="203202"/>
          </a:xfrm>
          <a:custGeom>
            <a:rect b="b" l="l" r="r" t="t"/>
            <a:pathLst>
              <a:path extrusionOk="0" h="21600" w="21600">
                <a:moveTo>
                  <a:pt x="21600" y="3150"/>
                </a:moveTo>
                <a:lnTo>
                  <a:pt x="18450" y="0"/>
                </a:lnTo>
                <a:lnTo>
                  <a:pt x="4500" y="13950"/>
                </a:lnTo>
                <a:lnTo>
                  <a:pt x="4500" y="4050"/>
                </a:lnTo>
                <a:lnTo>
                  <a:pt x="0" y="4050"/>
                </a:lnTo>
                <a:lnTo>
                  <a:pt x="0" y="21600"/>
                </a:lnTo>
                <a:lnTo>
                  <a:pt x="17550" y="21600"/>
                </a:lnTo>
                <a:lnTo>
                  <a:pt x="17550" y="17100"/>
                </a:lnTo>
                <a:lnTo>
                  <a:pt x="7650" y="17100"/>
                </a:lnTo>
                <a:lnTo>
                  <a:pt x="21600" y="315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49"/>
          <p:cNvSpPr/>
          <p:nvPr/>
        </p:nvSpPr>
        <p:spPr>
          <a:xfrm>
            <a:off x="17466733" y="6282266"/>
            <a:ext cx="355590" cy="359856"/>
          </a:xfrm>
          <a:custGeom>
            <a:rect b="b" l="l" r="r" t="t"/>
            <a:pathLst>
              <a:path extrusionOk="0" h="21600" w="21600">
                <a:moveTo>
                  <a:pt x="20299" y="14053"/>
                </a:moveTo>
                <a:lnTo>
                  <a:pt x="14573" y="14053"/>
                </a:lnTo>
                <a:lnTo>
                  <a:pt x="14053" y="14573"/>
                </a:lnTo>
                <a:lnTo>
                  <a:pt x="14053" y="16655"/>
                </a:lnTo>
                <a:lnTo>
                  <a:pt x="11971" y="16135"/>
                </a:lnTo>
                <a:lnTo>
                  <a:pt x="10410" y="15875"/>
                </a:lnTo>
                <a:lnTo>
                  <a:pt x="8848" y="15094"/>
                </a:lnTo>
                <a:lnTo>
                  <a:pt x="7547" y="14053"/>
                </a:lnTo>
                <a:lnTo>
                  <a:pt x="6506" y="12752"/>
                </a:lnTo>
                <a:lnTo>
                  <a:pt x="5725" y="11190"/>
                </a:lnTo>
                <a:lnTo>
                  <a:pt x="5205" y="9629"/>
                </a:lnTo>
                <a:lnTo>
                  <a:pt x="4945" y="7547"/>
                </a:lnTo>
                <a:lnTo>
                  <a:pt x="7027" y="7547"/>
                </a:lnTo>
                <a:lnTo>
                  <a:pt x="7547" y="7027"/>
                </a:lnTo>
                <a:lnTo>
                  <a:pt x="7547" y="520"/>
                </a:lnTo>
                <a:lnTo>
                  <a:pt x="7027" y="0"/>
                </a:lnTo>
                <a:lnTo>
                  <a:pt x="520" y="0"/>
                </a:lnTo>
                <a:lnTo>
                  <a:pt x="0" y="520"/>
                </a:lnTo>
                <a:lnTo>
                  <a:pt x="0" y="7547"/>
                </a:lnTo>
                <a:lnTo>
                  <a:pt x="260" y="10410"/>
                </a:lnTo>
                <a:lnTo>
                  <a:pt x="781" y="13012"/>
                </a:lnTo>
                <a:lnTo>
                  <a:pt x="2342" y="15614"/>
                </a:lnTo>
                <a:lnTo>
                  <a:pt x="5986" y="19258"/>
                </a:lnTo>
                <a:lnTo>
                  <a:pt x="8588" y="20819"/>
                </a:lnTo>
                <a:lnTo>
                  <a:pt x="11190" y="21340"/>
                </a:lnTo>
                <a:lnTo>
                  <a:pt x="14053" y="21600"/>
                </a:lnTo>
                <a:lnTo>
                  <a:pt x="21080" y="21600"/>
                </a:lnTo>
                <a:lnTo>
                  <a:pt x="21600" y="21080"/>
                </a:lnTo>
                <a:lnTo>
                  <a:pt x="21600" y="14573"/>
                </a:lnTo>
                <a:lnTo>
                  <a:pt x="21080" y="14053"/>
                </a:lnTo>
                <a:lnTo>
                  <a:pt x="20299" y="1405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49"/>
          <p:cNvSpPr/>
          <p:nvPr/>
        </p:nvSpPr>
        <p:spPr>
          <a:xfrm>
            <a:off x="18558933" y="6218768"/>
            <a:ext cx="241326" cy="266706"/>
          </a:xfrm>
          <a:custGeom>
            <a:rect b="b" l="l" r="r" t="t"/>
            <a:pathLst>
              <a:path extrusionOk="0" h="21600" w="21600">
                <a:moveTo>
                  <a:pt x="3724" y="18171"/>
                </a:moveTo>
                <a:lnTo>
                  <a:pt x="3724" y="6857"/>
                </a:lnTo>
                <a:lnTo>
                  <a:pt x="16014" y="6857"/>
                </a:lnTo>
                <a:lnTo>
                  <a:pt x="21600" y="1714"/>
                </a:lnTo>
                <a:lnTo>
                  <a:pt x="20110" y="343"/>
                </a:lnTo>
                <a:lnTo>
                  <a:pt x="19366" y="0"/>
                </a:lnTo>
                <a:lnTo>
                  <a:pt x="3724" y="0"/>
                </a:lnTo>
                <a:lnTo>
                  <a:pt x="2234" y="343"/>
                </a:lnTo>
                <a:lnTo>
                  <a:pt x="1117" y="686"/>
                </a:lnTo>
                <a:lnTo>
                  <a:pt x="372" y="2057"/>
                </a:lnTo>
                <a:lnTo>
                  <a:pt x="0" y="3429"/>
                </a:lnTo>
                <a:lnTo>
                  <a:pt x="0" y="21600"/>
                </a:lnTo>
                <a:lnTo>
                  <a:pt x="3724" y="1817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49"/>
          <p:cNvSpPr/>
          <p:nvPr/>
        </p:nvSpPr>
        <p:spPr>
          <a:xfrm>
            <a:off x="18482733" y="6218768"/>
            <a:ext cx="419094" cy="423360"/>
          </a:xfrm>
          <a:custGeom>
            <a:rect b="b" l="l" r="r" t="t"/>
            <a:pathLst>
              <a:path extrusionOk="0" h="21600" w="21600">
                <a:moveTo>
                  <a:pt x="19855" y="0"/>
                </a:moveTo>
                <a:lnTo>
                  <a:pt x="0" y="19855"/>
                </a:lnTo>
                <a:lnTo>
                  <a:pt x="1527" y="21600"/>
                </a:lnTo>
                <a:lnTo>
                  <a:pt x="3491" y="19636"/>
                </a:lnTo>
                <a:lnTo>
                  <a:pt x="3709" y="20073"/>
                </a:lnTo>
                <a:lnTo>
                  <a:pt x="4800" y="21164"/>
                </a:lnTo>
                <a:lnTo>
                  <a:pt x="14182" y="21164"/>
                </a:lnTo>
                <a:lnTo>
                  <a:pt x="15927" y="20727"/>
                </a:lnTo>
                <a:lnTo>
                  <a:pt x="16145" y="19855"/>
                </a:lnTo>
                <a:lnTo>
                  <a:pt x="16364" y="19200"/>
                </a:lnTo>
                <a:lnTo>
                  <a:pt x="16364" y="6764"/>
                </a:lnTo>
                <a:lnTo>
                  <a:pt x="21600" y="1527"/>
                </a:lnTo>
                <a:lnTo>
                  <a:pt x="19855" y="0"/>
                </a:lnTo>
                <a:close/>
                <a:moveTo>
                  <a:pt x="14182" y="17018"/>
                </a:moveTo>
                <a:lnTo>
                  <a:pt x="6109" y="17018"/>
                </a:lnTo>
                <a:lnTo>
                  <a:pt x="14182" y="8945"/>
                </a:lnTo>
                <a:lnTo>
                  <a:pt x="14182" y="170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49"/>
          <p:cNvSpPr/>
          <p:nvPr/>
        </p:nvSpPr>
        <p:spPr>
          <a:xfrm>
            <a:off x="19511434" y="6218768"/>
            <a:ext cx="254016" cy="423360"/>
          </a:xfrm>
          <a:custGeom>
            <a:rect b="b" l="l" r="r" t="t"/>
            <a:pathLst>
              <a:path extrusionOk="0" h="21600" w="21600">
                <a:moveTo>
                  <a:pt x="20868" y="16751"/>
                </a:moveTo>
                <a:lnTo>
                  <a:pt x="17939" y="15649"/>
                </a:lnTo>
                <a:lnTo>
                  <a:pt x="17939" y="17412"/>
                </a:lnTo>
                <a:lnTo>
                  <a:pt x="3661" y="17412"/>
                </a:lnTo>
                <a:lnTo>
                  <a:pt x="3661" y="4408"/>
                </a:lnTo>
                <a:lnTo>
                  <a:pt x="17939" y="4408"/>
                </a:lnTo>
                <a:lnTo>
                  <a:pt x="17939" y="6833"/>
                </a:lnTo>
                <a:lnTo>
                  <a:pt x="21600" y="3747"/>
                </a:lnTo>
                <a:lnTo>
                  <a:pt x="21600" y="1322"/>
                </a:lnTo>
                <a:lnTo>
                  <a:pt x="20868" y="441"/>
                </a:lnTo>
                <a:lnTo>
                  <a:pt x="17939" y="0"/>
                </a:lnTo>
                <a:lnTo>
                  <a:pt x="3661" y="0"/>
                </a:lnTo>
                <a:lnTo>
                  <a:pt x="732" y="441"/>
                </a:lnTo>
                <a:lnTo>
                  <a:pt x="0" y="2204"/>
                </a:lnTo>
                <a:lnTo>
                  <a:pt x="0" y="19616"/>
                </a:lnTo>
                <a:lnTo>
                  <a:pt x="366" y="20278"/>
                </a:lnTo>
                <a:lnTo>
                  <a:pt x="732" y="21159"/>
                </a:lnTo>
                <a:lnTo>
                  <a:pt x="3661" y="21600"/>
                </a:lnTo>
                <a:lnTo>
                  <a:pt x="17939" y="21600"/>
                </a:lnTo>
                <a:lnTo>
                  <a:pt x="20868" y="21159"/>
                </a:lnTo>
                <a:lnTo>
                  <a:pt x="21600" y="20278"/>
                </a:lnTo>
                <a:lnTo>
                  <a:pt x="21600" y="16090"/>
                </a:lnTo>
                <a:lnTo>
                  <a:pt x="20868" y="1675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49"/>
          <p:cNvSpPr/>
          <p:nvPr/>
        </p:nvSpPr>
        <p:spPr>
          <a:xfrm>
            <a:off x="19625733" y="6282266"/>
            <a:ext cx="241326" cy="215892"/>
          </a:xfrm>
          <a:custGeom>
            <a:rect b="b" l="l" r="r" t="t"/>
            <a:pathLst>
              <a:path extrusionOk="0" h="21600" w="21600">
                <a:moveTo>
                  <a:pt x="9310" y="21600"/>
                </a:moveTo>
                <a:lnTo>
                  <a:pt x="0" y="13665"/>
                </a:lnTo>
                <a:lnTo>
                  <a:pt x="2607" y="9257"/>
                </a:lnTo>
                <a:lnTo>
                  <a:pt x="8193" y="14106"/>
                </a:lnTo>
                <a:lnTo>
                  <a:pt x="17876" y="0"/>
                </a:lnTo>
                <a:lnTo>
                  <a:pt x="21600" y="3086"/>
                </a:lnTo>
                <a:lnTo>
                  <a:pt x="931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49"/>
          <p:cNvSpPr/>
          <p:nvPr/>
        </p:nvSpPr>
        <p:spPr>
          <a:xfrm>
            <a:off x="21484169" y="6218768"/>
            <a:ext cx="254016" cy="423360"/>
          </a:xfrm>
          <a:custGeom>
            <a:rect b="b" l="l" r="r" t="t"/>
            <a:pathLst>
              <a:path extrusionOk="0" h="21600" w="21600">
                <a:moveTo>
                  <a:pt x="17939" y="15208"/>
                </a:moveTo>
                <a:lnTo>
                  <a:pt x="17939" y="17412"/>
                </a:lnTo>
                <a:lnTo>
                  <a:pt x="3661" y="17412"/>
                </a:lnTo>
                <a:lnTo>
                  <a:pt x="3661" y="4408"/>
                </a:lnTo>
                <a:lnTo>
                  <a:pt x="17939" y="4408"/>
                </a:lnTo>
                <a:lnTo>
                  <a:pt x="17939" y="6392"/>
                </a:lnTo>
                <a:lnTo>
                  <a:pt x="21600" y="6392"/>
                </a:lnTo>
                <a:lnTo>
                  <a:pt x="21600" y="2204"/>
                </a:lnTo>
                <a:lnTo>
                  <a:pt x="21234" y="1322"/>
                </a:lnTo>
                <a:lnTo>
                  <a:pt x="20502" y="441"/>
                </a:lnTo>
                <a:lnTo>
                  <a:pt x="19403" y="220"/>
                </a:lnTo>
                <a:lnTo>
                  <a:pt x="17939" y="0"/>
                </a:lnTo>
                <a:lnTo>
                  <a:pt x="3661" y="0"/>
                </a:lnTo>
                <a:lnTo>
                  <a:pt x="732" y="441"/>
                </a:lnTo>
                <a:lnTo>
                  <a:pt x="0" y="2204"/>
                </a:lnTo>
                <a:lnTo>
                  <a:pt x="0" y="19616"/>
                </a:lnTo>
                <a:lnTo>
                  <a:pt x="366" y="20278"/>
                </a:lnTo>
                <a:lnTo>
                  <a:pt x="732" y="21159"/>
                </a:lnTo>
                <a:lnTo>
                  <a:pt x="3661" y="21600"/>
                </a:lnTo>
                <a:lnTo>
                  <a:pt x="17939" y="21600"/>
                </a:lnTo>
                <a:lnTo>
                  <a:pt x="19403" y="21380"/>
                </a:lnTo>
                <a:lnTo>
                  <a:pt x="20502" y="21159"/>
                </a:lnTo>
                <a:lnTo>
                  <a:pt x="21234" y="20278"/>
                </a:lnTo>
                <a:lnTo>
                  <a:pt x="21600" y="19616"/>
                </a:lnTo>
                <a:lnTo>
                  <a:pt x="21600" y="15208"/>
                </a:lnTo>
                <a:lnTo>
                  <a:pt x="17939" y="1520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49"/>
          <p:cNvSpPr/>
          <p:nvPr/>
        </p:nvSpPr>
        <p:spPr>
          <a:xfrm>
            <a:off x="21700067" y="6206066"/>
            <a:ext cx="177822" cy="266706"/>
          </a:xfrm>
          <a:custGeom>
            <a:rect b="b" l="l" r="r" t="t"/>
            <a:pathLst>
              <a:path extrusionOk="0" h="21600" w="21600">
                <a:moveTo>
                  <a:pt x="9257" y="0"/>
                </a:moveTo>
                <a:lnTo>
                  <a:pt x="9257" y="13837"/>
                </a:lnTo>
                <a:lnTo>
                  <a:pt x="6686" y="13500"/>
                </a:lnTo>
                <a:lnTo>
                  <a:pt x="4114" y="13837"/>
                </a:lnTo>
                <a:lnTo>
                  <a:pt x="2057" y="14513"/>
                </a:lnTo>
                <a:lnTo>
                  <a:pt x="1029" y="15862"/>
                </a:lnTo>
                <a:lnTo>
                  <a:pt x="0" y="17550"/>
                </a:lnTo>
                <a:lnTo>
                  <a:pt x="1029" y="19237"/>
                </a:lnTo>
                <a:lnTo>
                  <a:pt x="2057" y="20587"/>
                </a:lnTo>
                <a:lnTo>
                  <a:pt x="4114" y="21262"/>
                </a:lnTo>
                <a:lnTo>
                  <a:pt x="6686" y="21600"/>
                </a:lnTo>
                <a:lnTo>
                  <a:pt x="8743" y="21600"/>
                </a:lnTo>
                <a:lnTo>
                  <a:pt x="10286" y="20925"/>
                </a:lnTo>
                <a:lnTo>
                  <a:pt x="11829" y="20587"/>
                </a:lnTo>
                <a:lnTo>
                  <a:pt x="12857" y="19575"/>
                </a:lnTo>
                <a:lnTo>
                  <a:pt x="14400" y="18562"/>
                </a:lnTo>
                <a:lnTo>
                  <a:pt x="14400" y="6413"/>
                </a:lnTo>
                <a:lnTo>
                  <a:pt x="18514" y="8438"/>
                </a:lnTo>
                <a:lnTo>
                  <a:pt x="21600" y="5400"/>
                </a:lnTo>
                <a:lnTo>
                  <a:pt x="9257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49"/>
          <p:cNvSpPr/>
          <p:nvPr/>
        </p:nvSpPr>
        <p:spPr>
          <a:xfrm>
            <a:off x="20518969" y="6218768"/>
            <a:ext cx="254016" cy="423360"/>
          </a:xfrm>
          <a:custGeom>
            <a:rect b="b" l="l" r="r" t="t"/>
            <a:pathLst>
              <a:path extrusionOk="0" h="21600" w="21600">
                <a:moveTo>
                  <a:pt x="17939" y="16310"/>
                </a:moveTo>
                <a:lnTo>
                  <a:pt x="17939" y="17412"/>
                </a:lnTo>
                <a:lnTo>
                  <a:pt x="3661" y="17412"/>
                </a:lnTo>
                <a:lnTo>
                  <a:pt x="3661" y="4408"/>
                </a:lnTo>
                <a:lnTo>
                  <a:pt x="17939" y="4408"/>
                </a:lnTo>
                <a:lnTo>
                  <a:pt x="17939" y="5290"/>
                </a:lnTo>
                <a:lnTo>
                  <a:pt x="21600" y="5290"/>
                </a:lnTo>
                <a:lnTo>
                  <a:pt x="21600" y="2204"/>
                </a:lnTo>
                <a:lnTo>
                  <a:pt x="21234" y="1322"/>
                </a:lnTo>
                <a:lnTo>
                  <a:pt x="20502" y="441"/>
                </a:lnTo>
                <a:lnTo>
                  <a:pt x="19403" y="220"/>
                </a:lnTo>
                <a:lnTo>
                  <a:pt x="17939" y="0"/>
                </a:lnTo>
                <a:lnTo>
                  <a:pt x="3661" y="0"/>
                </a:lnTo>
                <a:lnTo>
                  <a:pt x="732" y="441"/>
                </a:lnTo>
                <a:lnTo>
                  <a:pt x="0" y="2204"/>
                </a:lnTo>
                <a:lnTo>
                  <a:pt x="0" y="19616"/>
                </a:lnTo>
                <a:lnTo>
                  <a:pt x="366" y="20278"/>
                </a:lnTo>
                <a:lnTo>
                  <a:pt x="732" y="21159"/>
                </a:lnTo>
                <a:lnTo>
                  <a:pt x="3661" y="21600"/>
                </a:lnTo>
                <a:lnTo>
                  <a:pt x="17939" y="21600"/>
                </a:lnTo>
                <a:lnTo>
                  <a:pt x="19403" y="21380"/>
                </a:lnTo>
                <a:lnTo>
                  <a:pt x="20502" y="21159"/>
                </a:lnTo>
                <a:lnTo>
                  <a:pt x="21234" y="20278"/>
                </a:lnTo>
                <a:lnTo>
                  <a:pt x="21600" y="19616"/>
                </a:lnTo>
                <a:lnTo>
                  <a:pt x="21600" y="16310"/>
                </a:lnTo>
                <a:lnTo>
                  <a:pt x="17939" y="1631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49"/>
          <p:cNvSpPr/>
          <p:nvPr/>
        </p:nvSpPr>
        <p:spPr>
          <a:xfrm>
            <a:off x="20696769" y="6345768"/>
            <a:ext cx="152388" cy="165078"/>
          </a:xfrm>
          <a:custGeom>
            <a:rect b="b" l="l" r="r" t="t"/>
            <a:pathLst>
              <a:path extrusionOk="0" h="21600" w="21600">
                <a:moveTo>
                  <a:pt x="21600" y="4086"/>
                </a:moveTo>
                <a:lnTo>
                  <a:pt x="17514" y="0"/>
                </a:lnTo>
                <a:lnTo>
                  <a:pt x="11092" y="6422"/>
                </a:lnTo>
                <a:lnTo>
                  <a:pt x="4670" y="0"/>
                </a:lnTo>
                <a:lnTo>
                  <a:pt x="0" y="4086"/>
                </a:lnTo>
                <a:lnTo>
                  <a:pt x="7005" y="10508"/>
                </a:lnTo>
                <a:lnTo>
                  <a:pt x="0" y="16930"/>
                </a:lnTo>
                <a:lnTo>
                  <a:pt x="4670" y="21600"/>
                </a:lnTo>
                <a:lnTo>
                  <a:pt x="11092" y="15178"/>
                </a:lnTo>
                <a:lnTo>
                  <a:pt x="17514" y="21600"/>
                </a:lnTo>
                <a:lnTo>
                  <a:pt x="21600" y="16930"/>
                </a:lnTo>
                <a:lnTo>
                  <a:pt x="15178" y="10508"/>
                </a:lnTo>
                <a:lnTo>
                  <a:pt x="21600" y="408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49"/>
          <p:cNvSpPr/>
          <p:nvPr/>
        </p:nvSpPr>
        <p:spPr>
          <a:xfrm>
            <a:off x="22550969" y="6218768"/>
            <a:ext cx="292086" cy="423360"/>
          </a:xfrm>
          <a:custGeom>
            <a:rect b="b" l="l" r="r" t="t"/>
            <a:pathLst>
              <a:path extrusionOk="0" h="21600" w="21600">
                <a:moveTo>
                  <a:pt x="20035" y="3306"/>
                </a:moveTo>
                <a:lnTo>
                  <a:pt x="17217" y="3306"/>
                </a:lnTo>
                <a:lnTo>
                  <a:pt x="17217" y="441"/>
                </a:lnTo>
                <a:lnTo>
                  <a:pt x="16591" y="220"/>
                </a:lnTo>
                <a:lnTo>
                  <a:pt x="16278" y="0"/>
                </a:lnTo>
                <a:lnTo>
                  <a:pt x="5635" y="0"/>
                </a:lnTo>
                <a:lnTo>
                  <a:pt x="5009" y="220"/>
                </a:lnTo>
                <a:lnTo>
                  <a:pt x="4696" y="441"/>
                </a:lnTo>
                <a:lnTo>
                  <a:pt x="4696" y="3306"/>
                </a:lnTo>
                <a:lnTo>
                  <a:pt x="939" y="3306"/>
                </a:lnTo>
                <a:lnTo>
                  <a:pt x="626" y="3527"/>
                </a:lnTo>
                <a:lnTo>
                  <a:pt x="0" y="3747"/>
                </a:lnTo>
                <a:lnTo>
                  <a:pt x="0" y="19616"/>
                </a:lnTo>
                <a:lnTo>
                  <a:pt x="626" y="20278"/>
                </a:lnTo>
                <a:lnTo>
                  <a:pt x="939" y="21159"/>
                </a:lnTo>
                <a:lnTo>
                  <a:pt x="1878" y="21380"/>
                </a:lnTo>
                <a:lnTo>
                  <a:pt x="3130" y="21600"/>
                </a:lnTo>
                <a:lnTo>
                  <a:pt x="18470" y="21600"/>
                </a:lnTo>
                <a:lnTo>
                  <a:pt x="20974" y="21159"/>
                </a:lnTo>
                <a:lnTo>
                  <a:pt x="21287" y="20278"/>
                </a:lnTo>
                <a:lnTo>
                  <a:pt x="21600" y="19616"/>
                </a:lnTo>
                <a:lnTo>
                  <a:pt x="21600" y="3747"/>
                </a:lnTo>
                <a:lnTo>
                  <a:pt x="20974" y="3306"/>
                </a:lnTo>
                <a:lnTo>
                  <a:pt x="20035" y="3306"/>
                </a:lnTo>
                <a:close/>
                <a:moveTo>
                  <a:pt x="18470" y="8596"/>
                </a:moveTo>
                <a:lnTo>
                  <a:pt x="3130" y="8596"/>
                </a:lnTo>
                <a:lnTo>
                  <a:pt x="3130" y="5290"/>
                </a:lnTo>
                <a:lnTo>
                  <a:pt x="6887" y="5290"/>
                </a:lnTo>
                <a:lnTo>
                  <a:pt x="7513" y="5069"/>
                </a:lnTo>
                <a:lnTo>
                  <a:pt x="7826" y="4849"/>
                </a:lnTo>
                <a:lnTo>
                  <a:pt x="7826" y="2204"/>
                </a:lnTo>
                <a:lnTo>
                  <a:pt x="14087" y="2204"/>
                </a:lnTo>
                <a:lnTo>
                  <a:pt x="14087" y="4849"/>
                </a:lnTo>
                <a:lnTo>
                  <a:pt x="14713" y="5290"/>
                </a:lnTo>
                <a:lnTo>
                  <a:pt x="18470" y="5290"/>
                </a:lnTo>
                <a:lnTo>
                  <a:pt x="18470" y="859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49"/>
          <p:cNvSpPr/>
          <p:nvPr/>
        </p:nvSpPr>
        <p:spPr>
          <a:xfrm>
            <a:off x="13512800" y="7226301"/>
            <a:ext cx="292086" cy="419094"/>
          </a:xfrm>
          <a:custGeom>
            <a:rect b="b" l="l" r="r" t="t"/>
            <a:pathLst>
              <a:path extrusionOk="0" h="21600" w="21600">
                <a:moveTo>
                  <a:pt x="20035" y="3273"/>
                </a:moveTo>
                <a:lnTo>
                  <a:pt x="16904" y="3273"/>
                </a:lnTo>
                <a:lnTo>
                  <a:pt x="16904" y="655"/>
                </a:lnTo>
                <a:lnTo>
                  <a:pt x="16591" y="436"/>
                </a:lnTo>
                <a:lnTo>
                  <a:pt x="16278" y="0"/>
                </a:lnTo>
                <a:lnTo>
                  <a:pt x="5322" y="0"/>
                </a:lnTo>
                <a:lnTo>
                  <a:pt x="5009" y="436"/>
                </a:lnTo>
                <a:lnTo>
                  <a:pt x="4696" y="655"/>
                </a:lnTo>
                <a:lnTo>
                  <a:pt x="4696" y="3273"/>
                </a:lnTo>
                <a:lnTo>
                  <a:pt x="939" y="3273"/>
                </a:lnTo>
                <a:lnTo>
                  <a:pt x="0" y="3927"/>
                </a:lnTo>
                <a:lnTo>
                  <a:pt x="0" y="19418"/>
                </a:lnTo>
                <a:lnTo>
                  <a:pt x="313" y="20291"/>
                </a:lnTo>
                <a:lnTo>
                  <a:pt x="939" y="21164"/>
                </a:lnTo>
                <a:lnTo>
                  <a:pt x="1878" y="21382"/>
                </a:lnTo>
                <a:lnTo>
                  <a:pt x="3130" y="21600"/>
                </a:lnTo>
                <a:lnTo>
                  <a:pt x="18470" y="21600"/>
                </a:lnTo>
                <a:lnTo>
                  <a:pt x="20974" y="21164"/>
                </a:lnTo>
                <a:lnTo>
                  <a:pt x="21600" y="19418"/>
                </a:lnTo>
                <a:lnTo>
                  <a:pt x="21600" y="3927"/>
                </a:lnTo>
                <a:lnTo>
                  <a:pt x="21287" y="3709"/>
                </a:lnTo>
                <a:lnTo>
                  <a:pt x="20974" y="3273"/>
                </a:lnTo>
                <a:lnTo>
                  <a:pt x="20035" y="3273"/>
                </a:lnTo>
                <a:close/>
                <a:moveTo>
                  <a:pt x="18470" y="16145"/>
                </a:moveTo>
                <a:lnTo>
                  <a:pt x="3130" y="16145"/>
                </a:lnTo>
                <a:lnTo>
                  <a:pt x="3130" y="5455"/>
                </a:lnTo>
                <a:lnTo>
                  <a:pt x="6887" y="5455"/>
                </a:lnTo>
                <a:lnTo>
                  <a:pt x="7513" y="5236"/>
                </a:lnTo>
                <a:lnTo>
                  <a:pt x="7826" y="5018"/>
                </a:lnTo>
                <a:lnTo>
                  <a:pt x="7826" y="2182"/>
                </a:lnTo>
                <a:lnTo>
                  <a:pt x="14087" y="2182"/>
                </a:lnTo>
                <a:lnTo>
                  <a:pt x="14087" y="5018"/>
                </a:lnTo>
                <a:lnTo>
                  <a:pt x="14713" y="5455"/>
                </a:lnTo>
                <a:lnTo>
                  <a:pt x="18470" y="5455"/>
                </a:lnTo>
                <a:lnTo>
                  <a:pt x="18470" y="1614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49"/>
          <p:cNvSpPr/>
          <p:nvPr/>
        </p:nvSpPr>
        <p:spPr>
          <a:xfrm>
            <a:off x="14516102" y="7226301"/>
            <a:ext cx="292086" cy="419094"/>
          </a:xfrm>
          <a:custGeom>
            <a:rect b="b" l="l" r="r" t="t"/>
            <a:pathLst>
              <a:path extrusionOk="0" h="21600" w="21600">
                <a:moveTo>
                  <a:pt x="20035" y="3273"/>
                </a:moveTo>
                <a:lnTo>
                  <a:pt x="16904" y="3273"/>
                </a:lnTo>
                <a:lnTo>
                  <a:pt x="16904" y="655"/>
                </a:lnTo>
                <a:lnTo>
                  <a:pt x="16591" y="436"/>
                </a:lnTo>
                <a:lnTo>
                  <a:pt x="16278" y="0"/>
                </a:lnTo>
                <a:lnTo>
                  <a:pt x="5322" y="0"/>
                </a:lnTo>
                <a:lnTo>
                  <a:pt x="5009" y="436"/>
                </a:lnTo>
                <a:lnTo>
                  <a:pt x="4696" y="655"/>
                </a:lnTo>
                <a:lnTo>
                  <a:pt x="4696" y="3273"/>
                </a:lnTo>
                <a:lnTo>
                  <a:pt x="626" y="3273"/>
                </a:lnTo>
                <a:lnTo>
                  <a:pt x="313" y="3709"/>
                </a:lnTo>
                <a:lnTo>
                  <a:pt x="0" y="3927"/>
                </a:lnTo>
                <a:lnTo>
                  <a:pt x="0" y="19418"/>
                </a:lnTo>
                <a:lnTo>
                  <a:pt x="626" y="21164"/>
                </a:lnTo>
                <a:lnTo>
                  <a:pt x="3130" y="21600"/>
                </a:lnTo>
                <a:lnTo>
                  <a:pt x="18470" y="21600"/>
                </a:lnTo>
                <a:lnTo>
                  <a:pt x="20974" y="21164"/>
                </a:lnTo>
                <a:lnTo>
                  <a:pt x="21600" y="19418"/>
                </a:lnTo>
                <a:lnTo>
                  <a:pt x="21600" y="3927"/>
                </a:lnTo>
                <a:lnTo>
                  <a:pt x="21287" y="3709"/>
                </a:lnTo>
                <a:lnTo>
                  <a:pt x="20974" y="3273"/>
                </a:lnTo>
                <a:lnTo>
                  <a:pt x="20035" y="3273"/>
                </a:lnTo>
                <a:close/>
                <a:moveTo>
                  <a:pt x="9391" y="18327"/>
                </a:moveTo>
                <a:lnTo>
                  <a:pt x="9391" y="13091"/>
                </a:lnTo>
                <a:lnTo>
                  <a:pt x="4696" y="13091"/>
                </a:lnTo>
                <a:lnTo>
                  <a:pt x="12209" y="5455"/>
                </a:lnTo>
                <a:lnTo>
                  <a:pt x="12209" y="10909"/>
                </a:lnTo>
                <a:lnTo>
                  <a:pt x="16904" y="10909"/>
                </a:lnTo>
                <a:lnTo>
                  <a:pt x="9391" y="1832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49"/>
          <p:cNvSpPr/>
          <p:nvPr/>
        </p:nvSpPr>
        <p:spPr>
          <a:xfrm>
            <a:off x="15460133" y="7226301"/>
            <a:ext cx="342900" cy="419094"/>
          </a:xfrm>
          <a:custGeom>
            <a:rect b="b" l="l" r="r" t="t"/>
            <a:pathLst>
              <a:path extrusionOk="0" h="21600" w="21600">
                <a:moveTo>
                  <a:pt x="13397" y="18327"/>
                </a:moveTo>
                <a:lnTo>
                  <a:pt x="2734" y="18327"/>
                </a:lnTo>
                <a:lnTo>
                  <a:pt x="2734" y="3273"/>
                </a:lnTo>
                <a:lnTo>
                  <a:pt x="18866" y="3273"/>
                </a:lnTo>
                <a:lnTo>
                  <a:pt x="18866" y="6545"/>
                </a:lnTo>
                <a:lnTo>
                  <a:pt x="21600" y="6545"/>
                </a:lnTo>
                <a:lnTo>
                  <a:pt x="21600" y="2182"/>
                </a:lnTo>
                <a:lnTo>
                  <a:pt x="21327" y="1527"/>
                </a:lnTo>
                <a:lnTo>
                  <a:pt x="20780" y="655"/>
                </a:lnTo>
                <a:lnTo>
                  <a:pt x="19959" y="436"/>
                </a:lnTo>
                <a:lnTo>
                  <a:pt x="18866" y="0"/>
                </a:lnTo>
                <a:lnTo>
                  <a:pt x="2734" y="0"/>
                </a:lnTo>
                <a:lnTo>
                  <a:pt x="1641" y="436"/>
                </a:lnTo>
                <a:lnTo>
                  <a:pt x="547" y="655"/>
                </a:lnTo>
                <a:lnTo>
                  <a:pt x="273" y="1527"/>
                </a:lnTo>
                <a:lnTo>
                  <a:pt x="0" y="2182"/>
                </a:lnTo>
                <a:lnTo>
                  <a:pt x="0" y="19418"/>
                </a:lnTo>
                <a:lnTo>
                  <a:pt x="547" y="21164"/>
                </a:lnTo>
                <a:lnTo>
                  <a:pt x="2734" y="21600"/>
                </a:lnTo>
                <a:lnTo>
                  <a:pt x="13397" y="21600"/>
                </a:lnTo>
                <a:lnTo>
                  <a:pt x="13397" y="1832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49"/>
          <p:cNvSpPr/>
          <p:nvPr/>
        </p:nvSpPr>
        <p:spPr>
          <a:xfrm>
            <a:off x="15714133" y="7391400"/>
            <a:ext cx="165078" cy="254016"/>
          </a:xfrm>
          <a:custGeom>
            <a:rect b="b" l="l" r="r" t="t"/>
            <a:pathLst>
              <a:path extrusionOk="0" h="21600" w="21600">
                <a:moveTo>
                  <a:pt x="21600" y="3661"/>
                </a:moveTo>
                <a:lnTo>
                  <a:pt x="20520" y="2197"/>
                </a:lnTo>
                <a:lnTo>
                  <a:pt x="19980" y="732"/>
                </a:lnTo>
                <a:lnTo>
                  <a:pt x="17820" y="366"/>
                </a:lnTo>
                <a:lnTo>
                  <a:pt x="16200" y="0"/>
                </a:lnTo>
                <a:lnTo>
                  <a:pt x="5400" y="0"/>
                </a:lnTo>
                <a:lnTo>
                  <a:pt x="3240" y="366"/>
                </a:lnTo>
                <a:lnTo>
                  <a:pt x="1620" y="732"/>
                </a:lnTo>
                <a:lnTo>
                  <a:pt x="540" y="2197"/>
                </a:lnTo>
                <a:lnTo>
                  <a:pt x="0" y="3661"/>
                </a:lnTo>
                <a:lnTo>
                  <a:pt x="0" y="17939"/>
                </a:lnTo>
                <a:lnTo>
                  <a:pt x="540" y="19403"/>
                </a:lnTo>
                <a:lnTo>
                  <a:pt x="1620" y="20868"/>
                </a:lnTo>
                <a:lnTo>
                  <a:pt x="3240" y="21234"/>
                </a:lnTo>
                <a:lnTo>
                  <a:pt x="5400" y="21600"/>
                </a:lnTo>
                <a:lnTo>
                  <a:pt x="16200" y="21600"/>
                </a:lnTo>
                <a:lnTo>
                  <a:pt x="17820" y="21234"/>
                </a:lnTo>
                <a:lnTo>
                  <a:pt x="19980" y="20868"/>
                </a:lnTo>
                <a:lnTo>
                  <a:pt x="20520" y="19403"/>
                </a:lnTo>
                <a:lnTo>
                  <a:pt x="21600" y="17939"/>
                </a:lnTo>
                <a:lnTo>
                  <a:pt x="21600" y="3661"/>
                </a:lnTo>
                <a:close/>
                <a:moveTo>
                  <a:pt x="16200" y="16108"/>
                </a:moveTo>
                <a:lnTo>
                  <a:pt x="5400" y="16108"/>
                </a:lnTo>
                <a:lnTo>
                  <a:pt x="5400" y="3661"/>
                </a:lnTo>
                <a:lnTo>
                  <a:pt x="16200" y="3661"/>
                </a:lnTo>
                <a:lnTo>
                  <a:pt x="16200" y="1610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49"/>
          <p:cNvSpPr/>
          <p:nvPr/>
        </p:nvSpPr>
        <p:spPr>
          <a:xfrm>
            <a:off x="17619133" y="7366000"/>
            <a:ext cx="127008" cy="127008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10800" y="0"/>
                </a:lnTo>
                <a:lnTo>
                  <a:pt x="21600" y="21600"/>
                </a:lnTo>
                <a:lnTo>
                  <a:pt x="10800" y="14400"/>
                </a:lnTo>
                <a:lnTo>
                  <a:pt x="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49"/>
          <p:cNvSpPr/>
          <p:nvPr/>
        </p:nvSpPr>
        <p:spPr>
          <a:xfrm>
            <a:off x="17504834" y="7188200"/>
            <a:ext cx="342900" cy="495288"/>
          </a:xfrm>
          <a:custGeom>
            <a:rect b="b" l="l" r="r" t="t"/>
            <a:pathLst>
              <a:path extrusionOk="0" h="21600" w="21600">
                <a:moveTo>
                  <a:pt x="16678" y="4759"/>
                </a:moveTo>
                <a:lnTo>
                  <a:pt x="15038" y="0"/>
                </a:lnTo>
                <a:lnTo>
                  <a:pt x="6835" y="0"/>
                </a:lnTo>
                <a:lnTo>
                  <a:pt x="5195" y="4759"/>
                </a:lnTo>
                <a:lnTo>
                  <a:pt x="3008" y="5858"/>
                </a:lnTo>
                <a:lnTo>
                  <a:pt x="1367" y="7139"/>
                </a:lnTo>
                <a:lnTo>
                  <a:pt x="547" y="8969"/>
                </a:lnTo>
                <a:lnTo>
                  <a:pt x="0" y="10800"/>
                </a:lnTo>
                <a:lnTo>
                  <a:pt x="547" y="12631"/>
                </a:lnTo>
                <a:lnTo>
                  <a:pt x="1367" y="14461"/>
                </a:lnTo>
                <a:lnTo>
                  <a:pt x="3008" y="15742"/>
                </a:lnTo>
                <a:lnTo>
                  <a:pt x="5195" y="16841"/>
                </a:lnTo>
                <a:lnTo>
                  <a:pt x="6835" y="21600"/>
                </a:lnTo>
                <a:lnTo>
                  <a:pt x="15038" y="21600"/>
                </a:lnTo>
                <a:lnTo>
                  <a:pt x="16678" y="16841"/>
                </a:lnTo>
                <a:lnTo>
                  <a:pt x="18592" y="15742"/>
                </a:lnTo>
                <a:lnTo>
                  <a:pt x="20233" y="14461"/>
                </a:lnTo>
                <a:lnTo>
                  <a:pt x="21327" y="12631"/>
                </a:lnTo>
                <a:lnTo>
                  <a:pt x="21600" y="10800"/>
                </a:lnTo>
                <a:lnTo>
                  <a:pt x="21327" y="8969"/>
                </a:lnTo>
                <a:lnTo>
                  <a:pt x="20233" y="7139"/>
                </a:lnTo>
                <a:lnTo>
                  <a:pt x="18592" y="5858"/>
                </a:lnTo>
                <a:lnTo>
                  <a:pt x="16678" y="4759"/>
                </a:lnTo>
                <a:close/>
                <a:moveTo>
                  <a:pt x="10937" y="16108"/>
                </a:moveTo>
                <a:lnTo>
                  <a:pt x="9296" y="16108"/>
                </a:lnTo>
                <a:lnTo>
                  <a:pt x="7929" y="15742"/>
                </a:lnTo>
                <a:lnTo>
                  <a:pt x="5195" y="14644"/>
                </a:lnTo>
                <a:lnTo>
                  <a:pt x="4101" y="13729"/>
                </a:lnTo>
                <a:lnTo>
                  <a:pt x="3554" y="12814"/>
                </a:lnTo>
                <a:lnTo>
                  <a:pt x="2734" y="11898"/>
                </a:lnTo>
                <a:lnTo>
                  <a:pt x="2734" y="9702"/>
                </a:lnTo>
                <a:lnTo>
                  <a:pt x="3554" y="8786"/>
                </a:lnTo>
                <a:lnTo>
                  <a:pt x="4101" y="7871"/>
                </a:lnTo>
                <a:lnTo>
                  <a:pt x="5195" y="6956"/>
                </a:lnTo>
                <a:lnTo>
                  <a:pt x="6562" y="6224"/>
                </a:lnTo>
                <a:lnTo>
                  <a:pt x="7929" y="5858"/>
                </a:lnTo>
                <a:lnTo>
                  <a:pt x="9296" y="5308"/>
                </a:lnTo>
                <a:lnTo>
                  <a:pt x="12577" y="5308"/>
                </a:lnTo>
                <a:lnTo>
                  <a:pt x="13944" y="5858"/>
                </a:lnTo>
                <a:lnTo>
                  <a:pt x="15311" y="6224"/>
                </a:lnTo>
                <a:lnTo>
                  <a:pt x="16678" y="6956"/>
                </a:lnTo>
                <a:lnTo>
                  <a:pt x="17772" y="7871"/>
                </a:lnTo>
                <a:lnTo>
                  <a:pt x="18866" y="9702"/>
                </a:lnTo>
                <a:lnTo>
                  <a:pt x="18866" y="11898"/>
                </a:lnTo>
                <a:lnTo>
                  <a:pt x="17772" y="13729"/>
                </a:lnTo>
                <a:lnTo>
                  <a:pt x="16678" y="14644"/>
                </a:lnTo>
                <a:lnTo>
                  <a:pt x="13944" y="15742"/>
                </a:lnTo>
                <a:lnTo>
                  <a:pt x="12577" y="16108"/>
                </a:lnTo>
                <a:lnTo>
                  <a:pt x="10937" y="1610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49"/>
          <p:cNvSpPr/>
          <p:nvPr/>
        </p:nvSpPr>
        <p:spPr>
          <a:xfrm>
            <a:off x="16488833" y="7188200"/>
            <a:ext cx="330210" cy="88884"/>
          </a:xfrm>
          <a:custGeom>
            <a:rect b="b" l="l" r="r" t="t"/>
            <a:pathLst>
              <a:path extrusionOk="0" h="21600" w="21600">
                <a:moveTo>
                  <a:pt x="2558" y="21600"/>
                </a:moveTo>
                <a:lnTo>
                  <a:pt x="0" y="15965"/>
                </a:lnTo>
                <a:lnTo>
                  <a:pt x="2558" y="8452"/>
                </a:lnTo>
                <a:lnTo>
                  <a:pt x="4832" y="4696"/>
                </a:lnTo>
                <a:lnTo>
                  <a:pt x="7674" y="939"/>
                </a:lnTo>
                <a:lnTo>
                  <a:pt x="10800" y="0"/>
                </a:lnTo>
                <a:lnTo>
                  <a:pt x="13926" y="939"/>
                </a:lnTo>
                <a:lnTo>
                  <a:pt x="16768" y="4696"/>
                </a:lnTo>
                <a:lnTo>
                  <a:pt x="19326" y="8452"/>
                </a:lnTo>
                <a:lnTo>
                  <a:pt x="21600" y="15965"/>
                </a:lnTo>
                <a:lnTo>
                  <a:pt x="19326" y="21600"/>
                </a:lnTo>
                <a:lnTo>
                  <a:pt x="17621" y="16904"/>
                </a:lnTo>
                <a:lnTo>
                  <a:pt x="15632" y="12209"/>
                </a:lnTo>
                <a:lnTo>
                  <a:pt x="13358" y="10330"/>
                </a:lnTo>
                <a:lnTo>
                  <a:pt x="10800" y="8452"/>
                </a:lnTo>
                <a:lnTo>
                  <a:pt x="8242" y="10330"/>
                </a:lnTo>
                <a:lnTo>
                  <a:pt x="6253" y="12209"/>
                </a:lnTo>
                <a:lnTo>
                  <a:pt x="4263" y="16904"/>
                </a:lnTo>
                <a:lnTo>
                  <a:pt x="2558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49"/>
          <p:cNvSpPr/>
          <p:nvPr/>
        </p:nvSpPr>
        <p:spPr>
          <a:xfrm>
            <a:off x="16552333" y="7264400"/>
            <a:ext cx="203202" cy="76194"/>
          </a:xfrm>
          <a:custGeom>
            <a:rect b="b" l="l" r="r" t="t"/>
            <a:pathLst>
              <a:path extrusionOk="0" h="21600" w="21600">
                <a:moveTo>
                  <a:pt x="17923" y="21600"/>
                </a:moveTo>
                <a:lnTo>
                  <a:pt x="16085" y="18000"/>
                </a:lnTo>
                <a:lnTo>
                  <a:pt x="14706" y="15600"/>
                </a:lnTo>
                <a:lnTo>
                  <a:pt x="12868" y="12000"/>
                </a:lnTo>
                <a:lnTo>
                  <a:pt x="8272" y="12000"/>
                </a:lnTo>
                <a:lnTo>
                  <a:pt x="6434" y="15600"/>
                </a:lnTo>
                <a:lnTo>
                  <a:pt x="5055" y="18000"/>
                </a:lnTo>
                <a:lnTo>
                  <a:pt x="3217" y="21600"/>
                </a:lnTo>
                <a:lnTo>
                  <a:pt x="0" y="15600"/>
                </a:lnTo>
                <a:lnTo>
                  <a:pt x="2298" y="9600"/>
                </a:lnTo>
                <a:lnTo>
                  <a:pt x="4596" y="4800"/>
                </a:lnTo>
                <a:lnTo>
                  <a:pt x="7353" y="2400"/>
                </a:lnTo>
                <a:lnTo>
                  <a:pt x="10570" y="0"/>
                </a:lnTo>
                <a:lnTo>
                  <a:pt x="14247" y="2400"/>
                </a:lnTo>
                <a:lnTo>
                  <a:pt x="17004" y="4800"/>
                </a:lnTo>
                <a:lnTo>
                  <a:pt x="19302" y="9600"/>
                </a:lnTo>
                <a:lnTo>
                  <a:pt x="21600" y="15600"/>
                </a:lnTo>
                <a:lnTo>
                  <a:pt x="17923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9"/>
          <p:cNvSpPr/>
          <p:nvPr/>
        </p:nvSpPr>
        <p:spPr>
          <a:xfrm>
            <a:off x="16552333" y="7366000"/>
            <a:ext cx="203202" cy="292086"/>
          </a:xfrm>
          <a:custGeom>
            <a:rect b="b" l="l" r="r" t="t"/>
            <a:pathLst>
              <a:path extrusionOk="0" h="21600" w="21600">
                <a:moveTo>
                  <a:pt x="21600" y="17843"/>
                </a:moveTo>
                <a:lnTo>
                  <a:pt x="14256" y="12209"/>
                </a:lnTo>
                <a:lnTo>
                  <a:pt x="19008" y="8765"/>
                </a:lnTo>
                <a:lnTo>
                  <a:pt x="21600" y="10017"/>
                </a:lnTo>
                <a:lnTo>
                  <a:pt x="21600" y="3130"/>
                </a:lnTo>
                <a:lnTo>
                  <a:pt x="21168" y="1878"/>
                </a:lnTo>
                <a:lnTo>
                  <a:pt x="20304" y="626"/>
                </a:lnTo>
                <a:lnTo>
                  <a:pt x="19008" y="313"/>
                </a:lnTo>
                <a:lnTo>
                  <a:pt x="17280" y="0"/>
                </a:lnTo>
                <a:lnTo>
                  <a:pt x="4320" y="0"/>
                </a:lnTo>
                <a:lnTo>
                  <a:pt x="3024" y="313"/>
                </a:lnTo>
                <a:lnTo>
                  <a:pt x="1296" y="626"/>
                </a:lnTo>
                <a:lnTo>
                  <a:pt x="864" y="1878"/>
                </a:lnTo>
                <a:lnTo>
                  <a:pt x="0" y="3130"/>
                </a:lnTo>
                <a:lnTo>
                  <a:pt x="0" y="18470"/>
                </a:lnTo>
                <a:lnTo>
                  <a:pt x="864" y="19722"/>
                </a:lnTo>
                <a:lnTo>
                  <a:pt x="1296" y="20974"/>
                </a:lnTo>
                <a:lnTo>
                  <a:pt x="3024" y="21287"/>
                </a:lnTo>
                <a:lnTo>
                  <a:pt x="4320" y="21600"/>
                </a:lnTo>
                <a:lnTo>
                  <a:pt x="17280" y="21600"/>
                </a:lnTo>
                <a:lnTo>
                  <a:pt x="19008" y="21287"/>
                </a:lnTo>
                <a:lnTo>
                  <a:pt x="20304" y="20974"/>
                </a:lnTo>
                <a:lnTo>
                  <a:pt x="21168" y="19722"/>
                </a:lnTo>
                <a:lnTo>
                  <a:pt x="21600" y="18470"/>
                </a:lnTo>
                <a:lnTo>
                  <a:pt x="21600" y="17843"/>
                </a:lnTo>
                <a:close/>
                <a:moveTo>
                  <a:pt x="10800" y="15965"/>
                </a:moveTo>
                <a:lnTo>
                  <a:pt x="9936" y="15965"/>
                </a:lnTo>
                <a:lnTo>
                  <a:pt x="8640" y="15339"/>
                </a:lnTo>
                <a:lnTo>
                  <a:pt x="8208" y="14713"/>
                </a:lnTo>
                <a:lnTo>
                  <a:pt x="8208" y="13148"/>
                </a:lnTo>
                <a:lnTo>
                  <a:pt x="8640" y="12209"/>
                </a:lnTo>
                <a:lnTo>
                  <a:pt x="9936" y="11896"/>
                </a:lnTo>
                <a:lnTo>
                  <a:pt x="12096" y="11896"/>
                </a:lnTo>
                <a:lnTo>
                  <a:pt x="12960" y="12209"/>
                </a:lnTo>
                <a:lnTo>
                  <a:pt x="13392" y="13148"/>
                </a:lnTo>
                <a:lnTo>
                  <a:pt x="13392" y="14713"/>
                </a:lnTo>
                <a:lnTo>
                  <a:pt x="12960" y="15339"/>
                </a:lnTo>
                <a:lnTo>
                  <a:pt x="12096" y="15965"/>
                </a:lnTo>
                <a:lnTo>
                  <a:pt x="10800" y="15965"/>
                </a:lnTo>
                <a:close/>
                <a:moveTo>
                  <a:pt x="10800" y="9704"/>
                </a:moveTo>
                <a:lnTo>
                  <a:pt x="9936" y="9704"/>
                </a:lnTo>
                <a:lnTo>
                  <a:pt x="8640" y="9391"/>
                </a:lnTo>
                <a:lnTo>
                  <a:pt x="8208" y="8452"/>
                </a:lnTo>
                <a:lnTo>
                  <a:pt x="8208" y="6887"/>
                </a:lnTo>
                <a:lnTo>
                  <a:pt x="8640" y="6261"/>
                </a:lnTo>
                <a:lnTo>
                  <a:pt x="9936" y="5635"/>
                </a:lnTo>
                <a:lnTo>
                  <a:pt x="12096" y="5635"/>
                </a:lnTo>
                <a:lnTo>
                  <a:pt x="12960" y="6261"/>
                </a:lnTo>
                <a:lnTo>
                  <a:pt x="13392" y="6887"/>
                </a:lnTo>
                <a:lnTo>
                  <a:pt x="13392" y="8452"/>
                </a:lnTo>
                <a:lnTo>
                  <a:pt x="12960" y="9391"/>
                </a:lnTo>
                <a:lnTo>
                  <a:pt x="12096" y="9704"/>
                </a:lnTo>
                <a:lnTo>
                  <a:pt x="10800" y="970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9"/>
          <p:cNvSpPr/>
          <p:nvPr/>
        </p:nvSpPr>
        <p:spPr>
          <a:xfrm>
            <a:off x="16717433" y="7416800"/>
            <a:ext cx="165078" cy="266706"/>
          </a:xfrm>
          <a:custGeom>
            <a:rect b="b" l="l" r="r" t="t"/>
            <a:pathLst>
              <a:path extrusionOk="0" h="21600" w="21600">
                <a:moveTo>
                  <a:pt x="8308" y="0"/>
                </a:moveTo>
                <a:lnTo>
                  <a:pt x="16615" y="5063"/>
                </a:lnTo>
                <a:lnTo>
                  <a:pt x="16615" y="13162"/>
                </a:lnTo>
                <a:lnTo>
                  <a:pt x="21600" y="21600"/>
                </a:lnTo>
                <a:lnTo>
                  <a:pt x="8308" y="21600"/>
                </a:lnTo>
                <a:lnTo>
                  <a:pt x="8308" y="14850"/>
                </a:lnTo>
                <a:lnTo>
                  <a:pt x="0" y="9787"/>
                </a:lnTo>
                <a:lnTo>
                  <a:pt x="2769" y="8438"/>
                </a:lnTo>
                <a:lnTo>
                  <a:pt x="8308" y="9787"/>
                </a:lnTo>
                <a:lnTo>
                  <a:pt x="8308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9"/>
          <p:cNvSpPr/>
          <p:nvPr/>
        </p:nvSpPr>
        <p:spPr>
          <a:xfrm>
            <a:off x="19574933" y="7480301"/>
            <a:ext cx="127008" cy="508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745" y="12343"/>
                </a:lnTo>
                <a:lnTo>
                  <a:pt x="2234" y="4629"/>
                </a:lnTo>
                <a:lnTo>
                  <a:pt x="5959" y="1543"/>
                </a:lnTo>
                <a:lnTo>
                  <a:pt x="11172" y="0"/>
                </a:lnTo>
                <a:lnTo>
                  <a:pt x="15641" y="1543"/>
                </a:lnTo>
                <a:lnTo>
                  <a:pt x="19366" y="4629"/>
                </a:lnTo>
                <a:lnTo>
                  <a:pt x="20855" y="12343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49"/>
          <p:cNvSpPr/>
          <p:nvPr/>
        </p:nvSpPr>
        <p:spPr>
          <a:xfrm>
            <a:off x="19600333" y="7366000"/>
            <a:ext cx="76194" cy="8888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0463" y="15120"/>
                </a:lnTo>
                <a:lnTo>
                  <a:pt x="19326" y="18360"/>
                </a:lnTo>
                <a:lnTo>
                  <a:pt x="14779" y="19440"/>
                </a:lnTo>
                <a:lnTo>
                  <a:pt x="11368" y="21600"/>
                </a:lnTo>
                <a:lnTo>
                  <a:pt x="6821" y="19440"/>
                </a:lnTo>
                <a:lnTo>
                  <a:pt x="2274" y="18360"/>
                </a:lnTo>
                <a:lnTo>
                  <a:pt x="1137" y="15120"/>
                </a:lnTo>
                <a:lnTo>
                  <a:pt x="0" y="10800"/>
                </a:lnTo>
                <a:lnTo>
                  <a:pt x="2274" y="2160"/>
                </a:lnTo>
                <a:lnTo>
                  <a:pt x="11368" y="0"/>
                </a:lnTo>
                <a:lnTo>
                  <a:pt x="14779" y="1080"/>
                </a:lnTo>
                <a:lnTo>
                  <a:pt x="19326" y="216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49"/>
          <p:cNvSpPr/>
          <p:nvPr/>
        </p:nvSpPr>
        <p:spPr>
          <a:xfrm>
            <a:off x="19473333" y="7226301"/>
            <a:ext cx="330210" cy="457218"/>
          </a:xfrm>
          <a:custGeom>
            <a:rect b="b" l="l" r="r" t="t"/>
            <a:pathLst>
              <a:path extrusionOk="0" h="21600" w="21600">
                <a:moveTo>
                  <a:pt x="18866" y="6936"/>
                </a:moveTo>
                <a:lnTo>
                  <a:pt x="18866" y="17637"/>
                </a:lnTo>
                <a:lnTo>
                  <a:pt x="2734" y="17637"/>
                </a:lnTo>
                <a:lnTo>
                  <a:pt x="2734" y="3963"/>
                </a:lnTo>
                <a:lnTo>
                  <a:pt x="13397" y="3963"/>
                </a:lnTo>
                <a:lnTo>
                  <a:pt x="13397" y="0"/>
                </a:lnTo>
                <a:lnTo>
                  <a:pt x="2734" y="0"/>
                </a:lnTo>
                <a:lnTo>
                  <a:pt x="1641" y="396"/>
                </a:lnTo>
                <a:lnTo>
                  <a:pt x="820" y="594"/>
                </a:lnTo>
                <a:lnTo>
                  <a:pt x="273" y="1387"/>
                </a:lnTo>
                <a:lnTo>
                  <a:pt x="0" y="1982"/>
                </a:lnTo>
                <a:lnTo>
                  <a:pt x="0" y="19618"/>
                </a:lnTo>
                <a:lnTo>
                  <a:pt x="273" y="20411"/>
                </a:lnTo>
                <a:lnTo>
                  <a:pt x="820" y="21006"/>
                </a:lnTo>
                <a:lnTo>
                  <a:pt x="1641" y="21402"/>
                </a:lnTo>
                <a:lnTo>
                  <a:pt x="2734" y="21600"/>
                </a:lnTo>
                <a:lnTo>
                  <a:pt x="18866" y="21600"/>
                </a:lnTo>
                <a:lnTo>
                  <a:pt x="19959" y="21402"/>
                </a:lnTo>
                <a:lnTo>
                  <a:pt x="21053" y="21006"/>
                </a:lnTo>
                <a:lnTo>
                  <a:pt x="21327" y="20411"/>
                </a:lnTo>
                <a:lnTo>
                  <a:pt x="21600" y="19618"/>
                </a:lnTo>
                <a:lnTo>
                  <a:pt x="21600" y="6936"/>
                </a:lnTo>
                <a:lnTo>
                  <a:pt x="18866" y="693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49"/>
          <p:cNvSpPr/>
          <p:nvPr/>
        </p:nvSpPr>
        <p:spPr>
          <a:xfrm>
            <a:off x="19727333" y="7200901"/>
            <a:ext cx="194724" cy="127008"/>
          </a:xfrm>
          <a:custGeom>
            <a:rect b="b" l="l" r="r" t="t"/>
            <a:pathLst>
              <a:path extrusionOk="0" h="21600" w="21600">
                <a:moveTo>
                  <a:pt x="14400" y="6703"/>
                </a:moveTo>
                <a:lnTo>
                  <a:pt x="14400" y="1490"/>
                </a:lnTo>
                <a:lnTo>
                  <a:pt x="13920" y="745"/>
                </a:lnTo>
                <a:lnTo>
                  <a:pt x="12960" y="0"/>
                </a:lnTo>
                <a:lnTo>
                  <a:pt x="1440" y="0"/>
                </a:lnTo>
                <a:lnTo>
                  <a:pt x="960" y="745"/>
                </a:lnTo>
                <a:lnTo>
                  <a:pt x="0" y="1490"/>
                </a:lnTo>
                <a:lnTo>
                  <a:pt x="0" y="20110"/>
                </a:lnTo>
                <a:lnTo>
                  <a:pt x="960" y="20855"/>
                </a:lnTo>
                <a:lnTo>
                  <a:pt x="1440" y="21600"/>
                </a:lnTo>
                <a:lnTo>
                  <a:pt x="12960" y="21600"/>
                </a:lnTo>
                <a:lnTo>
                  <a:pt x="13920" y="20855"/>
                </a:lnTo>
                <a:lnTo>
                  <a:pt x="14400" y="20110"/>
                </a:lnTo>
                <a:lnTo>
                  <a:pt x="14400" y="14152"/>
                </a:lnTo>
                <a:lnTo>
                  <a:pt x="21600" y="17876"/>
                </a:lnTo>
                <a:lnTo>
                  <a:pt x="21600" y="2979"/>
                </a:lnTo>
                <a:lnTo>
                  <a:pt x="14400" y="670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49"/>
          <p:cNvSpPr/>
          <p:nvPr/>
        </p:nvSpPr>
        <p:spPr>
          <a:xfrm>
            <a:off x="18508133" y="7302501"/>
            <a:ext cx="355590" cy="254016"/>
          </a:xfrm>
          <a:custGeom>
            <a:rect b="b" l="l" r="r" t="t"/>
            <a:pathLst>
              <a:path extrusionOk="0" h="21600" w="21600">
                <a:moveTo>
                  <a:pt x="21086" y="4027"/>
                </a:moveTo>
                <a:lnTo>
                  <a:pt x="20314" y="3661"/>
                </a:lnTo>
                <a:lnTo>
                  <a:pt x="19800" y="3661"/>
                </a:lnTo>
                <a:lnTo>
                  <a:pt x="16457" y="6224"/>
                </a:lnTo>
                <a:lnTo>
                  <a:pt x="16457" y="3661"/>
                </a:lnTo>
                <a:lnTo>
                  <a:pt x="16200" y="2197"/>
                </a:lnTo>
                <a:lnTo>
                  <a:pt x="15943" y="1098"/>
                </a:lnTo>
                <a:lnTo>
                  <a:pt x="14914" y="366"/>
                </a:lnTo>
                <a:lnTo>
                  <a:pt x="13886" y="0"/>
                </a:lnTo>
                <a:lnTo>
                  <a:pt x="2571" y="0"/>
                </a:lnTo>
                <a:lnTo>
                  <a:pt x="1543" y="366"/>
                </a:lnTo>
                <a:lnTo>
                  <a:pt x="771" y="1098"/>
                </a:lnTo>
                <a:lnTo>
                  <a:pt x="257" y="2197"/>
                </a:lnTo>
                <a:lnTo>
                  <a:pt x="0" y="3661"/>
                </a:lnTo>
                <a:lnTo>
                  <a:pt x="0" y="18305"/>
                </a:lnTo>
                <a:lnTo>
                  <a:pt x="257" y="19403"/>
                </a:lnTo>
                <a:lnTo>
                  <a:pt x="771" y="20868"/>
                </a:lnTo>
                <a:lnTo>
                  <a:pt x="1543" y="21234"/>
                </a:lnTo>
                <a:lnTo>
                  <a:pt x="2571" y="21600"/>
                </a:lnTo>
                <a:lnTo>
                  <a:pt x="13886" y="21600"/>
                </a:lnTo>
                <a:lnTo>
                  <a:pt x="15943" y="20868"/>
                </a:lnTo>
                <a:lnTo>
                  <a:pt x="16200" y="19403"/>
                </a:lnTo>
                <a:lnTo>
                  <a:pt x="16457" y="18305"/>
                </a:lnTo>
                <a:lnTo>
                  <a:pt x="16457" y="15376"/>
                </a:lnTo>
                <a:lnTo>
                  <a:pt x="19800" y="18305"/>
                </a:lnTo>
                <a:lnTo>
                  <a:pt x="20314" y="18305"/>
                </a:lnTo>
                <a:lnTo>
                  <a:pt x="21086" y="17573"/>
                </a:lnTo>
                <a:lnTo>
                  <a:pt x="21343" y="17207"/>
                </a:lnTo>
                <a:lnTo>
                  <a:pt x="21600" y="16475"/>
                </a:lnTo>
                <a:lnTo>
                  <a:pt x="21600" y="5492"/>
                </a:lnTo>
                <a:lnTo>
                  <a:pt x="21086" y="402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49"/>
          <p:cNvSpPr/>
          <p:nvPr/>
        </p:nvSpPr>
        <p:spPr>
          <a:xfrm>
            <a:off x="20518969" y="7264400"/>
            <a:ext cx="342900" cy="330210"/>
          </a:xfrm>
          <a:custGeom>
            <a:rect b="b" l="l" r="r" t="t"/>
            <a:pathLst>
              <a:path extrusionOk="0" h="21600" w="21600">
                <a:moveTo>
                  <a:pt x="21600" y="18866"/>
                </a:moveTo>
                <a:lnTo>
                  <a:pt x="13397" y="10937"/>
                </a:lnTo>
                <a:lnTo>
                  <a:pt x="18866" y="5468"/>
                </a:lnTo>
                <a:lnTo>
                  <a:pt x="0" y="0"/>
                </a:lnTo>
                <a:lnTo>
                  <a:pt x="5195" y="18866"/>
                </a:lnTo>
                <a:lnTo>
                  <a:pt x="10663" y="13671"/>
                </a:lnTo>
                <a:lnTo>
                  <a:pt x="18866" y="21600"/>
                </a:lnTo>
                <a:lnTo>
                  <a:pt x="21600" y="1886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49"/>
          <p:cNvSpPr/>
          <p:nvPr/>
        </p:nvSpPr>
        <p:spPr>
          <a:xfrm>
            <a:off x="21522267" y="7264400"/>
            <a:ext cx="381024" cy="381024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8345" y="21600"/>
                </a:lnTo>
                <a:lnTo>
                  <a:pt x="10800" y="10921"/>
                </a:lnTo>
                <a:lnTo>
                  <a:pt x="21600" y="8494"/>
                </a:lnTo>
                <a:lnTo>
                  <a:pt x="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49"/>
          <p:cNvSpPr/>
          <p:nvPr/>
        </p:nvSpPr>
        <p:spPr>
          <a:xfrm>
            <a:off x="22614467" y="7353301"/>
            <a:ext cx="241326" cy="292086"/>
          </a:xfrm>
          <a:custGeom>
            <a:rect b="b" l="l" r="r" t="t"/>
            <a:pathLst>
              <a:path extrusionOk="0" h="21600" w="21600">
                <a:moveTo>
                  <a:pt x="20502" y="9391"/>
                </a:moveTo>
                <a:lnTo>
                  <a:pt x="12814" y="8139"/>
                </a:lnTo>
                <a:lnTo>
                  <a:pt x="12814" y="939"/>
                </a:lnTo>
                <a:lnTo>
                  <a:pt x="11715" y="0"/>
                </a:lnTo>
                <a:lnTo>
                  <a:pt x="6224" y="0"/>
                </a:lnTo>
                <a:lnTo>
                  <a:pt x="5858" y="313"/>
                </a:lnTo>
                <a:lnTo>
                  <a:pt x="5492" y="939"/>
                </a:lnTo>
                <a:lnTo>
                  <a:pt x="5492" y="9391"/>
                </a:lnTo>
                <a:lnTo>
                  <a:pt x="1831" y="9391"/>
                </a:lnTo>
                <a:lnTo>
                  <a:pt x="366" y="10017"/>
                </a:lnTo>
                <a:lnTo>
                  <a:pt x="0" y="10957"/>
                </a:lnTo>
                <a:lnTo>
                  <a:pt x="0" y="11583"/>
                </a:lnTo>
                <a:lnTo>
                  <a:pt x="5492" y="20974"/>
                </a:lnTo>
                <a:lnTo>
                  <a:pt x="6224" y="21287"/>
                </a:lnTo>
                <a:lnTo>
                  <a:pt x="7322" y="21600"/>
                </a:lnTo>
                <a:lnTo>
                  <a:pt x="20868" y="21600"/>
                </a:lnTo>
                <a:lnTo>
                  <a:pt x="21600" y="20974"/>
                </a:lnTo>
                <a:lnTo>
                  <a:pt x="21600" y="10957"/>
                </a:lnTo>
                <a:lnTo>
                  <a:pt x="21234" y="9704"/>
                </a:lnTo>
                <a:lnTo>
                  <a:pt x="20502" y="939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49"/>
          <p:cNvSpPr/>
          <p:nvPr/>
        </p:nvSpPr>
        <p:spPr>
          <a:xfrm>
            <a:off x="22525569" y="7226301"/>
            <a:ext cx="330210" cy="228582"/>
          </a:xfrm>
          <a:custGeom>
            <a:rect b="b" l="l" r="r" t="t"/>
            <a:pathLst>
              <a:path extrusionOk="0" h="21600" w="21600">
                <a:moveTo>
                  <a:pt x="18866" y="0"/>
                </a:moveTo>
                <a:lnTo>
                  <a:pt x="2734" y="0"/>
                </a:lnTo>
                <a:lnTo>
                  <a:pt x="1914" y="785"/>
                </a:lnTo>
                <a:lnTo>
                  <a:pt x="820" y="1178"/>
                </a:lnTo>
                <a:lnTo>
                  <a:pt x="547" y="2749"/>
                </a:lnTo>
                <a:lnTo>
                  <a:pt x="0" y="3927"/>
                </a:lnTo>
                <a:lnTo>
                  <a:pt x="0" y="17673"/>
                </a:lnTo>
                <a:lnTo>
                  <a:pt x="547" y="19244"/>
                </a:lnTo>
                <a:lnTo>
                  <a:pt x="820" y="20422"/>
                </a:lnTo>
                <a:lnTo>
                  <a:pt x="1914" y="20815"/>
                </a:lnTo>
                <a:lnTo>
                  <a:pt x="2734" y="21600"/>
                </a:lnTo>
                <a:lnTo>
                  <a:pt x="6835" y="21600"/>
                </a:lnTo>
                <a:lnTo>
                  <a:pt x="6835" y="17673"/>
                </a:lnTo>
                <a:lnTo>
                  <a:pt x="2734" y="17673"/>
                </a:lnTo>
                <a:lnTo>
                  <a:pt x="2734" y="3927"/>
                </a:lnTo>
                <a:lnTo>
                  <a:pt x="18866" y="3927"/>
                </a:lnTo>
                <a:lnTo>
                  <a:pt x="18866" y="17673"/>
                </a:lnTo>
                <a:lnTo>
                  <a:pt x="21600" y="17673"/>
                </a:lnTo>
                <a:lnTo>
                  <a:pt x="21600" y="3927"/>
                </a:lnTo>
                <a:lnTo>
                  <a:pt x="21327" y="2749"/>
                </a:lnTo>
                <a:lnTo>
                  <a:pt x="21053" y="1178"/>
                </a:lnTo>
                <a:lnTo>
                  <a:pt x="19959" y="785"/>
                </a:lnTo>
                <a:lnTo>
                  <a:pt x="18866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49"/>
          <p:cNvSpPr/>
          <p:nvPr/>
        </p:nvSpPr>
        <p:spPr>
          <a:xfrm>
            <a:off x="15460133" y="8267701"/>
            <a:ext cx="190512" cy="355590"/>
          </a:xfrm>
          <a:custGeom>
            <a:rect b="b" l="l" r="r" t="t"/>
            <a:pathLst>
              <a:path extrusionOk="0" h="21600" w="21600">
                <a:moveTo>
                  <a:pt x="21600" y="1561"/>
                </a:moveTo>
                <a:lnTo>
                  <a:pt x="18164" y="260"/>
                </a:lnTo>
                <a:lnTo>
                  <a:pt x="16691" y="0"/>
                </a:lnTo>
                <a:lnTo>
                  <a:pt x="982" y="0"/>
                </a:lnTo>
                <a:lnTo>
                  <a:pt x="0" y="520"/>
                </a:lnTo>
                <a:lnTo>
                  <a:pt x="0" y="18737"/>
                </a:lnTo>
                <a:lnTo>
                  <a:pt x="982" y="19258"/>
                </a:lnTo>
                <a:lnTo>
                  <a:pt x="16200" y="19258"/>
                </a:lnTo>
                <a:lnTo>
                  <a:pt x="21600" y="21600"/>
                </a:lnTo>
                <a:lnTo>
                  <a:pt x="21600" y="156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49"/>
          <p:cNvSpPr/>
          <p:nvPr/>
        </p:nvSpPr>
        <p:spPr>
          <a:xfrm>
            <a:off x="15676033" y="8267701"/>
            <a:ext cx="190512" cy="355590"/>
          </a:xfrm>
          <a:custGeom>
            <a:rect b="b" l="l" r="r" t="t"/>
            <a:pathLst>
              <a:path extrusionOk="0" h="21600" w="21600">
                <a:moveTo>
                  <a:pt x="19200" y="0"/>
                </a:moveTo>
                <a:lnTo>
                  <a:pt x="4800" y="0"/>
                </a:lnTo>
                <a:lnTo>
                  <a:pt x="3840" y="260"/>
                </a:lnTo>
                <a:lnTo>
                  <a:pt x="0" y="1561"/>
                </a:lnTo>
                <a:lnTo>
                  <a:pt x="0" y="21600"/>
                </a:lnTo>
                <a:lnTo>
                  <a:pt x="5280" y="19258"/>
                </a:lnTo>
                <a:lnTo>
                  <a:pt x="20160" y="19258"/>
                </a:lnTo>
                <a:lnTo>
                  <a:pt x="20640" y="18998"/>
                </a:lnTo>
                <a:lnTo>
                  <a:pt x="21600" y="18737"/>
                </a:lnTo>
                <a:lnTo>
                  <a:pt x="21600" y="520"/>
                </a:lnTo>
                <a:lnTo>
                  <a:pt x="20640" y="260"/>
                </a:lnTo>
                <a:lnTo>
                  <a:pt x="20160" y="0"/>
                </a:lnTo>
                <a:lnTo>
                  <a:pt x="192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49"/>
          <p:cNvSpPr/>
          <p:nvPr/>
        </p:nvSpPr>
        <p:spPr>
          <a:xfrm>
            <a:off x="16615833" y="8229600"/>
            <a:ext cx="241326" cy="419094"/>
          </a:xfrm>
          <a:custGeom>
            <a:rect b="b" l="l" r="r" t="t"/>
            <a:pathLst>
              <a:path extrusionOk="0" h="21600" w="21600">
                <a:moveTo>
                  <a:pt x="20136" y="0"/>
                </a:moveTo>
                <a:lnTo>
                  <a:pt x="0" y="0"/>
                </a:lnTo>
                <a:lnTo>
                  <a:pt x="0" y="21600"/>
                </a:lnTo>
                <a:lnTo>
                  <a:pt x="20868" y="21600"/>
                </a:lnTo>
                <a:lnTo>
                  <a:pt x="21234" y="21382"/>
                </a:lnTo>
                <a:lnTo>
                  <a:pt x="21600" y="20945"/>
                </a:lnTo>
                <a:lnTo>
                  <a:pt x="21600" y="655"/>
                </a:lnTo>
                <a:lnTo>
                  <a:pt x="21234" y="218"/>
                </a:lnTo>
                <a:lnTo>
                  <a:pt x="20868" y="0"/>
                </a:lnTo>
                <a:lnTo>
                  <a:pt x="20136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49"/>
          <p:cNvSpPr/>
          <p:nvPr/>
        </p:nvSpPr>
        <p:spPr>
          <a:xfrm>
            <a:off x="16488833" y="8229600"/>
            <a:ext cx="76194" cy="419094"/>
          </a:xfrm>
          <a:custGeom>
            <a:rect b="b" l="l" r="r" t="t"/>
            <a:pathLst>
              <a:path extrusionOk="0" h="21600" w="21600">
                <a:moveTo>
                  <a:pt x="5684" y="0"/>
                </a:moveTo>
                <a:lnTo>
                  <a:pt x="2274" y="0"/>
                </a:lnTo>
                <a:lnTo>
                  <a:pt x="1137" y="218"/>
                </a:lnTo>
                <a:lnTo>
                  <a:pt x="0" y="655"/>
                </a:lnTo>
                <a:lnTo>
                  <a:pt x="0" y="20945"/>
                </a:lnTo>
                <a:lnTo>
                  <a:pt x="1137" y="21382"/>
                </a:lnTo>
                <a:lnTo>
                  <a:pt x="2274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5684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49"/>
          <p:cNvSpPr/>
          <p:nvPr/>
        </p:nvSpPr>
        <p:spPr>
          <a:xfrm>
            <a:off x="17492133" y="8229600"/>
            <a:ext cx="76194" cy="419094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3240" y="0"/>
                </a:lnTo>
                <a:lnTo>
                  <a:pt x="0" y="655"/>
                </a:lnTo>
                <a:lnTo>
                  <a:pt x="0" y="20945"/>
                </a:lnTo>
                <a:lnTo>
                  <a:pt x="324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49"/>
          <p:cNvSpPr/>
          <p:nvPr/>
        </p:nvSpPr>
        <p:spPr>
          <a:xfrm>
            <a:off x="17619133" y="8229600"/>
            <a:ext cx="241326" cy="419094"/>
          </a:xfrm>
          <a:custGeom>
            <a:rect b="b" l="l" r="r" t="t"/>
            <a:pathLst>
              <a:path extrusionOk="0" h="21600" w="21600">
                <a:moveTo>
                  <a:pt x="19769" y="0"/>
                </a:moveTo>
                <a:lnTo>
                  <a:pt x="14644" y="0"/>
                </a:lnTo>
                <a:lnTo>
                  <a:pt x="14644" y="11782"/>
                </a:lnTo>
                <a:lnTo>
                  <a:pt x="9885" y="9818"/>
                </a:lnTo>
                <a:lnTo>
                  <a:pt x="5492" y="11782"/>
                </a:lnTo>
                <a:lnTo>
                  <a:pt x="5492" y="0"/>
                </a:lnTo>
                <a:lnTo>
                  <a:pt x="0" y="0"/>
                </a:lnTo>
                <a:lnTo>
                  <a:pt x="0" y="21600"/>
                </a:lnTo>
                <a:lnTo>
                  <a:pt x="20868" y="21600"/>
                </a:lnTo>
                <a:lnTo>
                  <a:pt x="21234" y="21382"/>
                </a:lnTo>
                <a:lnTo>
                  <a:pt x="21600" y="20945"/>
                </a:lnTo>
                <a:lnTo>
                  <a:pt x="21600" y="655"/>
                </a:lnTo>
                <a:lnTo>
                  <a:pt x="21234" y="218"/>
                </a:lnTo>
                <a:lnTo>
                  <a:pt x="20868" y="0"/>
                </a:lnTo>
                <a:lnTo>
                  <a:pt x="19769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49"/>
          <p:cNvSpPr/>
          <p:nvPr/>
        </p:nvSpPr>
        <p:spPr>
          <a:xfrm>
            <a:off x="19498733" y="8470901"/>
            <a:ext cx="165078" cy="1778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16200"/>
                </a:lnTo>
                <a:lnTo>
                  <a:pt x="554" y="18360"/>
                </a:lnTo>
                <a:lnTo>
                  <a:pt x="1108" y="19980"/>
                </a:lnTo>
                <a:lnTo>
                  <a:pt x="3323" y="21060"/>
                </a:lnTo>
                <a:lnTo>
                  <a:pt x="5538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49"/>
          <p:cNvSpPr/>
          <p:nvPr/>
        </p:nvSpPr>
        <p:spPr>
          <a:xfrm>
            <a:off x="19701933" y="8470901"/>
            <a:ext cx="165078" cy="17782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21600"/>
                </a:lnTo>
                <a:lnTo>
                  <a:pt x="16200" y="21600"/>
                </a:lnTo>
                <a:lnTo>
                  <a:pt x="18360" y="21060"/>
                </a:lnTo>
                <a:lnTo>
                  <a:pt x="19980" y="19980"/>
                </a:lnTo>
                <a:lnTo>
                  <a:pt x="21060" y="18360"/>
                </a:lnTo>
                <a:lnTo>
                  <a:pt x="21600" y="162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49"/>
          <p:cNvSpPr/>
          <p:nvPr/>
        </p:nvSpPr>
        <p:spPr>
          <a:xfrm>
            <a:off x="19473333" y="8229600"/>
            <a:ext cx="423360" cy="228582"/>
          </a:xfrm>
          <a:custGeom>
            <a:rect b="b" l="l" r="r" t="t"/>
            <a:pathLst>
              <a:path extrusionOk="0" h="21600" w="21600">
                <a:moveTo>
                  <a:pt x="19418" y="12000"/>
                </a:moveTo>
                <a:lnTo>
                  <a:pt x="16145" y="12000"/>
                </a:lnTo>
                <a:lnTo>
                  <a:pt x="18109" y="8400"/>
                </a:lnTo>
                <a:lnTo>
                  <a:pt x="18327" y="6000"/>
                </a:lnTo>
                <a:lnTo>
                  <a:pt x="18109" y="3600"/>
                </a:lnTo>
                <a:lnTo>
                  <a:pt x="16364" y="400"/>
                </a:lnTo>
                <a:lnTo>
                  <a:pt x="15055" y="0"/>
                </a:lnTo>
                <a:lnTo>
                  <a:pt x="13745" y="400"/>
                </a:lnTo>
                <a:lnTo>
                  <a:pt x="12218" y="3200"/>
                </a:lnTo>
                <a:lnTo>
                  <a:pt x="11782" y="4400"/>
                </a:lnTo>
                <a:lnTo>
                  <a:pt x="11127" y="8000"/>
                </a:lnTo>
                <a:lnTo>
                  <a:pt x="10691" y="12000"/>
                </a:lnTo>
                <a:lnTo>
                  <a:pt x="10473" y="8000"/>
                </a:lnTo>
                <a:lnTo>
                  <a:pt x="9600" y="4400"/>
                </a:lnTo>
                <a:lnTo>
                  <a:pt x="9382" y="3200"/>
                </a:lnTo>
                <a:lnTo>
                  <a:pt x="7855" y="400"/>
                </a:lnTo>
                <a:lnTo>
                  <a:pt x="6545" y="0"/>
                </a:lnTo>
                <a:lnTo>
                  <a:pt x="5236" y="400"/>
                </a:lnTo>
                <a:lnTo>
                  <a:pt x="3491" y="3600"/>
                </a:lnTo>
                <a:lnTo>
                  <a:pt x="3273" y="6000"/>
                </a:lnTo>
                <a:lnTo>
                  <a:pt x="3491" y="8400"/>
                </a:lnTo>
                <a:lnTo>
                  <a:pt x="5455" y="12000"/>
                </a:lnTo>
                <a:lnTo>
                  <a:pt x="2182" y="12000"/>
                </a:lnTo>
                <a:lnTo>
                  <a:pt x="1309" y="12400"/>
                </a:lnTo>
                <a:lnTo>
                  <a:pt x="655" y="12800"/>
                </a:lnTo>
                <a:lnTo>
                  <a:pt x="218" y="14400"/>
                </a:lnTo>
                <a:lnTo>
                  <a:pt x="0" y="16000"/>
                </a:lnTo>
                <a:lnTo>
                  <a:pt x="0" y="21600"/>
                </a:lnTo>
                <a:lnTo>
                  <a:pt x="9600" y="21600"/>
                </a:lnTo>
                <a:lnTo>
                  <a:pt x="9600" y="14000"/>
                </a:lnTo>
                <a:lnTo>
                  <a:pt x="11782" y="14000"/>
                </a:lnTo>
                <a:lnTo>
                  <a:pt x="11782" y="21600"/>
                </a:lnTo>
                <a:lnTo>
                  <a:pt x="21600" y="21600"/>
                </a:lnTo>
                <a:lnTo>
                  <a:pt x="21600" y="16000"/>
                </a:lnTo>
                <a:lnTo>
                  <a:pt x="21382" y="14400"/>
                </a:lnTo>
                <a:lnTo>
                  <a:pt x="20945" y="12800"/>
                </a:lnTo>
                <a:lnTo>
                  <a:pt x="20291" y="12400"/>
                </a:lnTo>
                <a:lnTo>
                  <a:pt x="19418" y="12000"/>
                </a:lnTo>
                <a:close/>
                <a:moveTo>
                  <a:pt x="5673" y="7600"/>
                </a:moveTo>
                <a:lnTo>
                  <a:pt x="5455" y="6800"/>
                </a:lnTo>
                <a:lnTo>
                  <a:pt x="5455" y="4800"/>
                </a:lnTo>
                <a:lnTo>
                  <a:pt x="5891" y="4000"/>
                </a:lnTo>
                <a:lnTo>
                  <a:pt x="6982" y="4000"/>
                </a:lnTo>
                <a:lnTo>
                  <a:pt x="7200" y="4400"/>
                </a:lnTo>
                <a:lnTo>
                  <a:pt x="8073" y="6800"/>
                </a:lnTo>
                <a:lnTo>
                  <a:pt x="8291" y="9600"/>
                </a:lnTo>
                <a:lnTo>
                  <a:pt x="6982" y="8800"/>
                </a:lnTo>
                <a:lnTo>
                  <a:pt x="5673" y="7600"/>
                </a:lnTo>
                <a:close/>
                <a:moveTo>
                  <a:pt x="13309" y="9600"/>
                </a:moveTo>
                <a:lnTo>
                  <a:pt x="13527" y="6800"/>
                </a:lnTo>
                <a:lnTo>
                  <a:pt x="14182" y="4400"/>
                </a:lnTo>
                <a:lnTo>
                  <a:pt x="14618" y="4000"/>
                </a:lnTo>
                <a:lnTo>
                  <a:pt x="15709" y="4000"/>
                </a:lnTo>
                <a:lnTo>
                  <a:pt x="16145" y="4800"/>
                </a:lnTo>
                <a:lnTo>
                  <a:pt x="16145" y="6800"/>
                </a:lnTo>
                <a:lnTo>
                  <a:pt x="15927" y="7600"/>
                </a:lnTo>
                <a:lnTo>
                  <a:pt x="14618" y="8800"/>
                </a:lnTo>
                <a:lnTo>
                  <a:pt x="13309" y="9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49"/>
          <p:cNvSpPr/>
          <p:nvPr/>
        </p:nvSpPr>
        <p:spPr>
          <a:xfrm>
            <a:off x="20544369" y="8204200"/>
            <a:ext cx="292086" cy="254016"/>
          </a:xfrm>
          <a:custGeom>
            <a:rect b="b" l="l" r="r" t="t"/>
            <a:pathLst>
              <a:path extrusionOk="0" h="21600" w="21600">
                <a:moveTo>
                  <a:pt x="4070" y="21600"/>
                </a:moveTo>
                <a:lnTo>
                  <a:pt x="7200" y="21600"/>
                </a:lnTo>
                <a:lnTo>
                  <a:pt x="3443" y="3661"/>
                </a:lnTo>
                <a:lnTo>
                  <a:pt x="8139" y="3661"/>
                </a:lnTo>
                <a:lnTo>
                  <a:pt x="9078" y="14644"/>
                </a:lnTo>
                <a:lnTo>
                  <a:pt x="12209" y="14644"/>
                </a:lnTo>
                <a:lnTo>
                  <a:pt x="13461" y="3661"/>
                </a:lnTo>
                <a:lnTo>
                  <a:pt x="18157" y="3661"/>
                </a:lnTo>
                <a:lnTo>
                  <a:pt x="14087" y="21600"/>
                </a:lnTo>
                <a:lnTo>
                  <a:pt x="17217" y="21600"/>
                </a:lnTo>
                <a:lnTo>
                  <a:pt x="21600" y="2197"/>
                </a:lnTo>
                <a:lnTo>
                  <a:pt x="21600" y="1464"/>
                </a:lnTo>
                <a:lnTo>
                  <a:pt x="21287" y="1098"/>
                </a:lnTo>
                <a:lnTo>
                  <a:pt x="20661" y="0"/>
                </a:lnTo>
                <a:lnTo>
                  <a:pt x="626" y="0"/>
                </a:lnTo>
                <a:lnTo>
                  <a:pt x="313" y="1098"/>
                </a:lnTo>
                <a:lnTo>
                  <a:pt x="0" y="1464"/>
                </a:lnTo>
                <a:lnTo>
                  <a:pt x="0" y="2197"/>
                </a:lnTo>
                <a:lnTo>
                  <a:pt x="407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49"/>
          <p:cNvSpPr/>
          <p:nvPr/>
        </p:nvSpPr>
        <p:spPr>
          <a:xfrm>
            <a:off x="20569769" y="8420101"/>
            <a:ext cx="241326" cy="241326"/>
          </a:xfrm>
          <a:custGeom>
            <a:rect b="b" l="l" r="r" t="t"/>
            <a:pathLst>
              <a:path extrusionOk="0" h="21600" w="21600">
                <a:moveTo>
                  <a:pt x="10617" y="0"/>
                </a:moveTo>
                <a:lnTo>
                  <a:pt x="13912" y="7322"/>
                </a:lnTo>
                <a:lnTo>
                  <a:pt x="21600" y="7322"/>
                </a:lnTo>
                <a:lnTo>
                  <a:pt x="14644" y="13546"/>
                </a:lnTo>
                <a:lnTo>
                  <a:pt x="18305" y="21600"/>
                </a:lnTo>
                <a:lnTo>
                  <a:pt x="10617" y="16475"/>
                </a:lnTo>
                <a:lnTo>
                  <a:pt x="2929" y="21600"/>
                </a:lnTo>
                <a:lnTo>
                  <a:pt x="6590" y="13546"/>
                </a:lnTo>
                <a:lnTo>
                  <a:pt x="0" y="7322"/>
                </a:lnTo>
                <a:lnTo>
                  <a:pt x="7688" y="7322"/>
                </a:lnTo>
                <a:lnTo>
                  <a:pt x="10617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49"/>
          <p:cNvSpPr/>
          <p:nvPr/>
        </p:nvSpPr>
        <p:spPr>
          <a:xfrm>
            <a:off x="21560369" y="8229600"/>
            <a:ext cx="292086" cy="419094"/>
          </a:xfrm>
          <a:custGeom>
            <a:rect b="b" l="l" r="r" t="t"/>
            <a:pathLst>
              <a:path extrusionOk="0" h="21600" w="21600">
                <a:moveTo>
                  <a:pt x="18783" y="0"/>
                </a:moveTo>
                <a:lnTo>
                  <a:pt x="3130" y="0"/>
                </a:lnTo>
                <a:lnTo>
                  <a:pt x="2191" y="218"/>
                </a:lnTo>
                <a:lnTo>
                  <a:pt x="939" y="655"/>
                </a:lnTo>
                <a:lnTo>
                  <a:pt x="626" y="1309"/>
                </a:lnTo>
                <a:lnTo>
                  <a:pt x="0" y="2182"/>
                </a:lnTo>
                <a:lnTo>
                  <a:pt x="0" y="20509"/>
                </a:lnTo>
                <a:lnTo>
                  <a:pt x="626" y="20945"/>
                </a:lnTo>
                <a:lnTo>
                  <a:pt x="939" y="21600"/>
                </a:lnTo>
                <a:lnTo>
                  <a:pt x="1565" y="21600"/>
                </a:lnTo>
                <a:lnTo>
                  <a:pt x="2504" y="21382"/>
                </a:lnTo>
                <a:lnTo>
                  <a:pt x="10957" y="17455"/>
                </a:lnTo>
                <a:lnTo>
                  <a:pt x="19409" y="21382"/>
                </a:lnTo>
                <a:lnTo>
                  <a:pt x="20348" y="21600"/>
                </a:lnTo>
                <a:lnTo>
                  <a:pt x="20974" y="21600"/>
                </a:lnTo>
                <a:lnTo>
                  <a:pt x="21287" y="20945"/>
                </a:lnTo>
                <a:lnTo>
                  <a:pt x="21600" y="20509"/>
                </a:lnTo>
                <a:lnTo>
                  <a:pt x="21600" y="2182"/>
                </a:lnTo>
                <a:lnTo>
                  <a:pt x="21287" y="1309"/>
                </a:lnTo>
                <a:lnTo>
                  <a:pt x="20974" y="655"/>
                </a:lnTo>
                <a:lnTo>
                  <a:pt x="19722" y="218"/>
                </a:lnTo>
                <a:lnTo>
                  <a:pt x="18783" y="0"/>
                </a:lnTo>
                <a:close/>
                <a:moveTo>
                  <a:pt x="9391" y="12655"/>
                </a:moveTo>
                <a:lnTo>
                  <a:pt x="3130" y="8727"/>
                </a:lnTo>
                <a:lnTo>
                  <a:pt x="6261" y="6545"/>
                </a:lnTo>
                <a:lnTo>
                  <a:pt x="9391" y="8945"/>
                </a:lnTo>
                <a:lnTo>
                  <a:pt x="15652" y="4364"/>
                </a:lnTo>
                <a:lnTo>
                  <a:pt x="18783" y="6545"/>
                </a:lnTo>
                <a:lnTo>
                  <a:pt x="9391" y="1265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49"/>
          <p:cNvSpPr/>
          <p:nvPr/>
        </p:nvSpPr>
        <p:spPr>
          <a:xfrm>
            <a:off x="22589067" y="8597901"/>
            <a:ext cx="203100" cy="507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759" name="Google Shape;759;p49"/>
          <p:cNvSpPr/>
          <p:nvPr/>
        </p:nvSpPr>
        <p:spPr>
          <a:xfrm>
            <a:off x="22487467" y="8229600"/>
            <a:ext cx="419094" cy="355590"/>
          </a:xfrm>
          <a:custGeom>
            <a:rect b="b" l="l" r="r" t="t"/>
            <a:pathLst>
              <a:path extrusionOk="0" h="21600" w="21600">
                <a:moveTo>
                  <a:pt x="20509" y="1286"/>
                </a:moveTo>
                <a:lnTo>
                  <a:pt x="17018" y="1286"/>
                </a:lnTo>
                <a:lnTo>
                  <a:pt x="16145" y="257"/>
                </a:lnTo>
                <a:lnTo>
                  <a:pt x="15273" y="0"/>
                </a:lnTo>
                <a:lnTo>
                  <a:pt x="6545" y="0"/>
                </a:lnTo>
                <a:lnTo>
                  <a:pt x="5455" y="257"/>
                </a:lnTo>
                <a:lnTo>
                  <a:pt x="4582" y="1286"/>
                </a:lnTo>
                <a:lnTo>
                  <a:pt x="655" y="1286"/>
                </a:lnTo>
                <a:lnTo>
                  <a:pt x="0" y="2057"/>
                </a:lnTo>
                <a:lnTo>
                  <a:pt x="0" y="8229"/>
                </a:lnTo>
                <a:lnTo>
                  <a:pt x="655" y="8486"/>
                </a:lnTo>
                <a:lnTo>
                  <a:pt x="5673" y="13629"/>
                </a:lnTo>
                <a:lnTo>
                  <a:pt x="6545" y="14657"/>
                </a:lnTo>
                <a:lnTo>
                  <a:pt x="7636" y="15686"/>
                </a:lnTo>
                <a:lnTo>
                  <a:pt x="8727" y="15943"/>
                </a:lnTo>
                <a:lnTo>
                  <a:pt x="9818" y="16457"/>
                </a:lnTo>
                <a:lnTo>
                  <a:pt x="9818" y="17743"/>
                </a:lnTo>
                <a:lnTo>
                  <a:pt x="7200" y="17743"/>
                </a:lnTo>
                <a:lnTo>
                  <a:pt x="6764" y="18000"/>
                </a:lnTo>
                <a:lnTo>
                  <a:pt x="6545" y="18514"/>
                </a:lnTo>
                <a:lnTo>
                  <a:pt x="6545" y="21600"/>
                </a:lnTo>
                <a:lnTo>
                  <a:pt x="15273" y="21600"/>
                </a:lnTo>
                <a:lnTo>
                  <a:pt x="15273" y="18514"/>
                </a:lnTo>
                <a:lnTo>
                  <a:pt x="14618" y="17743"/>
                </a:lnTo>
                <a:lnTo>
                  <a:pt x="12000" y="17743"/>
                </a:lnTo>
                <a:lnTo>
                  <a:pt x="12000" y="16457"/>
                </a:lnTo>
                <a:lnTo>
                  <a:pt x="13091" y="15943"/>
                </a:lnTo>
                <a:lnTo>
                  <a:pt x="14182" y="15686"/>
                </a:lnTo>
                <a:lnTo>
                  <a:pt x="15273" y="14657"/>
                </a:lnTo>
                <a:lnTo>
                  <a:pt x="15927" y="13629"/>
                </a:lnTo>
                <a:lnTo>
                  <a:pt x="21164" y="8486"/>
                </a:lnTo>
                <a:lnTo>
                  <a:pt x="21600" y="8229"/>
                </a:lnTo>
                <a:lnTo>
                  <a:pt x="21600" y="2057"/>
                </a:lnTo>
                <a:lnTo>
                  <a:pt x="21382" y="1543"/>
                </a:lnTo>
                <a:lnTo>
                  <a:pt x="21164" y="1286"/>
                </a:lnTo>
                <a:lnTo>
                  <a:pt x="20509" y="1286"/>
                </a:lnTo>
                <a:close/>
                <a:moveTo>
                  <a:pt x="2182" y="6943"/>
                </a:moveTo>
                <a:lnTo>
                  <a:pt x="2182" y="3857"/>
                </a:lnTo>
                <a:lnTo>
                  <a:pt x="4364" y="3857"/>
                </a:lnTo>
                <a:lnTo>
                  <a:pt x="4364" y="9000"/>
                </a:lnTo>
                <a:lnTo>
                  <a:pt x="2182" y="6943"/>
                </a:lnTo>
                <a:close/>
                <a:moveTo>
                  <a:pt x="19418" y="6943"/>
                </a:moveTo>
                <a:lnTo>
                  <a:pt x="17236" y="9000"/>
                </a:lnTo>
                <a:lnTo>
                  <a:pt x="17236" y="3857"/>
                </a:lnTo>
                <a:lnTo>
                  <a:pt x="19418" y="3857"/>
                </a:lnTo>
                <a:lnTo>
                  <a:pt x="19418" y="694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49"/>
          <p:cNvSpPr/>
          <p:nvPr/>
        </p:nvSpPr>
        <p:spPr>
          <a:xfrm>
            <a:off x="13449302" y="9398000"/>
            <a:ext cx="127008" cy="190512"/>
          </a:xfrm>
          <a:custGeom>
            <a:rect b="b" l="l" r="r" t="t"/>
            <a:pathLst>
              <a:path extrusionOk="0" h="21600" w="21600">
                <a:moveTo>
                  <a:pt x="18000" y="0"/>
                </a:moveTo>
                <a:lnTo>
                  <a:pt x="2160" y="0"/>
                </a:lnTo>
                <a:lnTo>
                  <a:pt x="1440" y="960"/>
                </a:lnTo>
                <a:lnTo>
                  <a:pt x="0" y="1440"/>
                </a:lnTo>
                <a:lnTo>
                  <a:pt x="0" y="20160"/>
                </a:lnTo>
                <a:lnTo>
                  <a:pt x="1440" y="20640"/>
                </a:lnTo>
                <a:lnTo>
                  <a:pt x="2160" y="21600"/>
                </a:lnTo>
                <a:lnTo>
                  <a:pt x="19440" y="21600"/>
                </a:lnTo>
                <a:lnTo>
                  <a:pt x="21600" y="20160"/>
                </a:lnTo>
                <a:lnTo>
                  <a:pt x="21600" y="1440"/>
                </a:lnTo>
                <a:lnTo>
                  <a:pt x="19440" y="0"/>
                </a:lnTo>
                <a:lnTo>
                  <a:pt x="180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49"/>
          <p:cNvSpPr/>
          <p:nvPr/>
        </p:nvSpPr>
        <p:spPr>
          <a:xfrm>
            <a:off x="13601702" y="9309100"/>
            <a:ext cx="127008" cy="279396"/>
          </a:xfrm>
          <a:custGeom>
            <a:rect b="b" l="l" r="r" t="t"/>
            <a:pathLst>
              <a:path extrusionOk="0" h="21600" w="21600">
                <a:moveTo>
                  <a:pt x="18621" y="0"/>
                </a:moveTo>
                <a:lnTo>
                  <a:pt x="1490" y="0"/>
                </a:lnTo>
                <a:lnTo>
                  <a:pt x="0" y="675"/>
                </a:lnTo>
                <a:lnTo>
                  <a:pt x="0" y="20588"/>
                </a:lnTo>
                <a:lnTo>
                  <a:pt x="745" y="20925"/>
                </a:lnTo>
                <a:lnTo>
                  <a:pt x="1490" y="21600"/>
                </a:lnTo>
                <a:lnTo>
                  <a:pt x="20110" y="21600"/>
                </a:lnTo>
                <a:lnTo>
                  <a:pt x="20855" y="20925"/>
                </a:lnTo>
                <a:lnTo>
                  <a:pt x="21600" y="20588"/>
                </a:lnTo>
                <a:lnTo>
                  <a:pt x="21600" y="675"/>
                </a:lnTo>
                <a:lnTo>
                  <a:pt x="20110" y="0"/>
                </a:lnTo>
                <a:lnTo>
                  <a:pt x="18621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49"/>
          <p:cNvSpPr/>
          <p:nvPr/>
        </p:nvSpPr>
        <p:spPr>
          <a:xfrm>
            <a:off x="13741400" y="9410700"/>
            <a:ext cx="127008" cy="177822"/>
          </a:xfrm>
          <a:custGeom>
            <a:rect b="b" l="l" r="r" t="t"/>
            <a:pathLst>
              <a:path extrusionOk="0" h="21600" w="21600">
                <a:moveTo>
                  <a:pt x="18000" y="0"/>
                </a:moveTo>
                <a:lnTo>
                  <a:pt x="2160" y="0"/>
                </a:lnTo>
                <a:lnTo>
                  <a:pt x="0" y="1620"/>
                </a:lnTo>
                <a:lnTo>
                  <a:pt x="0" y="19980"/>
                </a:lnTo>
                <a:lnTo>
                  <a:pt x="1440" y="20520"/>
                </a:lnTo>
                <a:lnTo>
                  <a:pt x="2160" y="21600"/>
                </a:lnTo>
                <a:lnTo>
                  <a:pt x="20160" y="21600"/>
                </a:lnTo>
                <a:lnTo>
                  <a:pt x="20880" y="20520"/>
                </a:lnTo>
                <a:lnTo>
                  <a:pt x="21600" y="19980"/>
                </a:lnTo>
                <a:lnTo>
                  <a:pt x="21600" y="1620"/>
                </a:lnTo>
                <a:lnTo>
                  <a:pt x="20880" y="540"/>
                </a:lnTo>
                <a:lnTo>
                  <a:pt x="20160" y="0"/>
                </a:lnTo>
                <a:lnTo>
                  <a:pt x="180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49"/>
          <p:cNvSpPr/>
          <p:nvPr/>
        </p:nvSpPr>
        <p:spPr>
          <a:xfrm>
            <a:off x="14452600" y="9232900"/>
            <a:ext cx="419094" cy="406404"/>
          </a:xfrm>
          <a:custGeom>
            <a:rect b="b" l="l" r="r" t="t"/>
            <a:pathLst>
              <a:path extrusionOk="0" h="21600" w="21600">
                <a:moveTo>
                  <a:pt x="10691" y="21600"/>
                </a:moveTo>
                <a:lnTo>
                  <a:pt x="8727" y="21380"/>
                </a:lnTo>
                <a:lnTo>
                  <a:pt x="6545" y="20939"/>
                </a:lnTo>
                <a:lnTo>
                  <a:pt x="4800" y="19837"/>
                </a:lnTo>
                <a:lnTo>
                  <a:pt x="3273" y="18514"/>
                </a:lnTo>
                <a:lnTo>
                  <a:pt x="1964" y="16751"/>
                </a:lnTo>
                <a:lnTo>
                  <a:pt x="873" y="15208"/>
                </a:lnTo>
                <a:lnTo>
                  <a:pt x="218" y="13004"/>
                </a:lnTo>
                <a:lnTo>
                  <a:pt x="0" y="10800"/>
                </a:lnTo>
                <a:lnTo>
                  <a:pt x="218" y="8596"/>
                </a:lnTo>
                <a:lnTo>
                  <a:pt x="873" y="6392"/>
                </a:lnTo>
                <a:lnTo>
                  <a:pt x="1964" y="4849"/>
                </a:lnTo>
                <a:lnTo>
                  <a:pt x="3273" y="3306"/>
                </a:lnTo>
                <a:lnTo>
                  <a:pt x="4800" y="1763"/>
                </a:lnTo>
                <a:lnTo>
                  <a:pt x="6545" y="882"/>
                </a:lnTo>
                <a:lnTo>
                  <a:pt x="8727" y="220"/>
                </a:lnTo>
                <a:lnTo>
                  <a:pt x="10691" y="0"/>
                </a:lnTo>
                <a:lnTo>
                  <a:pt x="12873" y="220"/>
                </a:lnTo>
                <a:lnTo>
                  <a:pt x="15055" y="882"/>
                </a:lnTo>
                <a:lnTo>
                  <a:pt x="16800" y="1763"/>
                </a:lnTo>
                <a:lnTo>
                  <a:pt x="18327" y="3306"/>
                </a:lnTo>
                <a:lnTo>
                  <a:pt x="19636" y="4849"/>
                </a:lnTo>
                <a:lnTo>
                  <a:pt x="20727" y="6392"/>
                </a:lnTo>
                <a:lnTo>
                  <a:pt x="21382" y="8596"/>
                </a:lnTo>
                <a:lnTo>
                  <a:pt x="21600" y="10800"/>
                </a:lnTo>
                <a:lnTo>
                  <a:pt x="21382" y="13004"/>
                </a:lnTo>
                <a:lnTo>
                  <a:pt x="20727" y="15208"/>
                </a:lnTo>
                <a:lnTo>
                  <a:pt x="19636" y="16751"/>
                </a:lnTo>
                <a:lnTo>
                  <a:pt x="18327" y="18514"/>
                </a:lnTo>
                <a:lnTo>
                  <a:pt x="16800" y="19837"/>
                </a:lnTo>
                <a:lnTo>
                  <a:pt x="15055" y="20939"/>
                </a:lnTo>
                <a:lnTo>
                  <a:pt x="12873" y="21380"/>
                </a:lnTo>
                <a:lnTo>
                  <a:pt x="10691" y="21600"/>
                </a:lnTo>
                <a:close/>
                <a:moveTo>
                  <a:pt x="10691" y="2204"/>
                </a:moveTo>
                <a:lnTo>
                  <a:pt x="9164" y="2424"/>
                </a:lnTo>
                <a:lnTo>
                  <a:pt x="7636" y="2865"/>
                </a:lnTo>
                <a:lnTo>
                  <a:pt x="5891" y="3527"/>
                </a:lnTo>
                <a:lnTo>
                  <a:pt x="4582" y="4629"/>
                </a:lnTo>
                <a:lnTo>
                  <a:pt x="3491" y="5951"/>
                </a:lnTo>
                <a:lnTo>
                  <a:pt x="3055" y="7494"/>
                </a:lnTo>
                <a:lnTo>
                  <a:pt x="2400" y="9257"/>
                </a:lnTo>
                <a:lnTo>
                  <a:pt x="2182" y="10800"/>
                </a:lnTo>
                <a:lnTo>
                  <a:pt x="2400" y="12563"/>
                </a:lnTo>
                <a:lnTo>
                  <a:pt x="3055" y="14106"/>
                </a:lnTo>
                <a:lnTo>
                  <a:pt x="3491" y="15649"/>
                </a:lnTo>
                <a:lnTo>
                  <a:pt x="4582" y="16971"/>
                </a:lnTo>
                <a:lnTo>
                  <a:pt x="5891" y="18073"/>
                </a:lnTo>
                <a:lnTo>
                  <a:pt x="7636" y="18735"/>
                </a:lnTo>
                <a:lnTo>
                  <a:pt x="10691" y="19616"/>
                </a:lnTo>
                <a:lnTo>
                  <a:pt x="12436" y="19176"/>
                </a:lnTo>
                <a:lnTo>
                  <a:pt x="13964" y="18735"/>
                </a:lnTo>
                <a:lnTo>
                  <a:pt x="15709" y="18073"/>
                </a:lnTo>
                <a:lnTo>
                  <a:pt x="17018" y="16971"/>
                </a:lnTo>
                <a:lnTo>
                  <a:pt x="18109" y="15649"/>
                </a:lnTo>
                <a:lnTo>
                  <a:pt x="18545" y="14106"/>
                </a:lnTo>
                <a:lnTo>
                  <a:pt x="19200" y="12563"/>
                </a:lnTo>
                <a:lnTo>
                  <a:pt x="19418" y="10800"/>
                </a:lnTo>
                <a:lnTo>
                  <a:pt x="19200" y="9257"/>
                </a:lnTo>
                <a:lnTo>
                  <a:pt x="18545" y="7494"/>
                </a:lnTo>
                <a:lnTo>
                  <a:pt x="18109" y="5951"/>
                </a:lnTo>
                <a:lnTo>
                  <a:pt x="17018" y="4629"/>
                </a:lnTo>
                <a:lnTo>
                  <a:pt x="15709" y="3527"/>
                </a:lnTo>
                <a:lnTo>
                  <a:pt x="13964" y="2865"/>
                </a:lnTo>
                <a:lnTo>
                  <a:pt x="12436" y="2424"/>
                </a:lnTo>
                <a:lnTo>
                  <a:pt x="10691" y="2204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49"/>
          <p:cNvSpPr/>
          <p:nvPr/>
        </p:nvSpPr>
        <p:spPr>
          <a:xfrm>
            <a:off x="14541502" y="9334500"/>
            <a:ext cx="254016" cy="228582"/>
          </a:xfrm>
          <a:custGeom>
            <a:rect b="b" l="l" r="r" t="t"/>
            <a:pathLst>
              <a:path extrusionOk="0" h="21600" w="21600">
                <a:moveTo>
                  <a:pt x="10617" y="21600"/>
                </a:moveTo>
                <a:lnTo>
                  <a:pt x="9885" y="20815"/>
                </a:lnTo>
                <a:lnTo>
                  <a:pt x="8054" y="20029"/>
                </a:lnTo>
                <a:lnTo>
                  <a:pt x="4393" y="16495"/>
                </a:lnTo>
                <a:lnTo>
                  <a:pt x="2563" y="14531"/>
                </a:lnTo>
                <a:lnTo>
                  <a:pt x="1464" y="12960"/>
                </a:lnTo>
                <a:lnTo>
                  <a:pt x="366" y="10211"/>
                </a:lnTo>
                <a:lnTo>
                  <a:pt x="0" y="7855"/>
                </a:lnTo>
                <a:lnTo>
                  <a:pt x="0" y="6676"/>
                </a:lnTo>
                <a:lnTo>
                  <a:pt x="366" y="4713"/>
                </a:lnTo>
                <a:lnTo>
                  <a:pt x="1464" y="3535"/>
                </a:lnTo>
                <a:lnTo>
                  <a:pt x="1831" y="1964"/>
                </a:lnTo>
                <a:lnTo>
                  <a:pt x="3295" y="1571"/>
                </a:lnTo>
                <a:lnTo>
                  <a:pt x="4027" y="785"/>
                </a:lnTo>
                <a:lnTo>
                  <a:pt x="5858" y="0"/>
                </a:lnTo>
                <a:lnTo>
                  <a:pt x="7322" y="0"/>
                </a:lnTo>
                <a:lnTo>
                  <a:pt x="9153" y="785"/>
                </a:lnTo>
                <a:lnTo>
                  <a:pt x="10617" y="1571"/>
                </a:lnTo>
                <a:lnTo>
                  <a:pt x="14278" y="0"/>
                </a:lnTo>
                <a:lnTo>
                  <a:pt x="15742" y="0"/>
                </a:lnTo>
                <a:lnTo>
                  <a:pt x="17573" y="785"/>
                </a:lnTo>
                <a:lnTo>
                  <a:pt x="18305" y="1571"/>
                </a:lnTo>
                <a:lnTo>
                  <a:pt x="19769" y="1964"/>
                </a:lnTo>
                <a:lnTo>
                  <a:pt x="20136" y="3535"/>
                </a:lnTo>
                <a:lnTo>
                  <a:pt x="21234" y="4713"/>
                </a:lnTo>
                <a:lnTo>
                  <a:pt x="21600" y="6676"/>
                </a:lnTo>
                <a:lnTo>
                  <a:pt x="21600" y="7855"/>
                </a:lnTo>
                <a:lnTo>
                  <a:pt x="21234" y="10211"/>
                </a:lnTo>
                <a:lnTo>
                  <a:pt x="20136" y="12960"/>
                </a:lnTo>
                <a:lnTo>
                  <a:pt x="19037" y="14531"/>
                </a:lnTo>
                <a:lnTo>
                  <a:pt x="17207" y="16495"/>
                </a:lnTo>
                <a:lnTo>
                  <a:pt x="13546" y="20029"/>
                </a:lnTo>
                <a:lnTo>
                  <a:pt x="11715" y="20815"/>
                </a:lnTo>
                <a:lnTo>
                  <a:pt x="10617" y="21600"/>
                </a:lnTo>
                <a:close/>
                <a:moveTo>
                  <a:pt x="7322" y="3927"/>
                </a:moveTo>
                <a:lnTo>
                  <a:pt x="5492" y="4713"/>
                </a:lnTo>
                <a:lnTo>
                  <a:pt x="4027" y="5498"/>
                </a:lnTo>
                <a:lnTo>
                  <a:pt x="3661" y="7069"/>
                </a:lnTo>
                <a:lnTo>
                  <a:pt x="3661" y="9425"/>
                </a:lnTo>
                <a:lnTo>
                  <a:pt x="4393" y="10211"/>
                </a:lnTo>
                <a:lnTo>
                  <a:pt x="6224" y="13353"/>
                </a:lnTo>
                <a:lnTo>
                  <a:pt x="8420" y="15709"/>
                </a:lnTo>
                <a:lnTo>
                  <a:pt x="10617" y="17280"/>
                </a:lnTo>
                <a:lnTo>
                  <a:pt x="13180" y="15709"/>
                </a:lnTo>
                <a:lnTo>
                  <a:pt x="15376" y="13353"/>
                </a:lnTo>
                <a:lnTo>
                  <a:pt x="17207" y="10211"/>
                </a:lnTo>
                <a:lnTo>
                  <a:pt x="17939" y="9425"/>
                </a:lnTo>
                <a:lnTo>
                  <a:pt x="17939" y="7069"/>
                </a:lnTo>
                <a:lnTo>
                  <a:pt x="17573" y="5498"/>
                </a:lnTo>
                <a:lnTo>
                  <a:pt x="16108" y="4713"/>
                </a:lnTo>
                <a:lnTo>
                  <a:pt x="14278" y="3927"/>
                </a:lnTo>
                <a:lnTo>
                  <a:pt x="13180" y="4713"/>
                </a:lnTo>
                <a:lnTo>
                  <a:pt x="12447" y="5891"/>
                </a:lnTo>
                <a:lnTo>
                  <a:pt x="12447" y="7069"/>
                </a:lnTo>
                <a:lnTo>
                  <a:pt x="11715" y="7855"/>
                </a:lnTo>
                <a:lnTo>
                  <a:pt x="9885" y="7855"/>
                </a:lnTo>
                <a:lnTo>
                  <a:pt x="9153" y="7069"/>
                </a:lnTo>
                <a:lnTo>
                  <a:pt x="9153" y="5891"/>
                </a:lnTo>
                <a:lnTo>
                  <a:pt x="8420" y="4713"/>
                </a:lnTo>
                <a:lnTo>
                  <a:pt x="7322" y="3927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49"/>
          <p:cNvSpPr/>
          <p:nvPr/>
        </p:nvSpPr>
        <p:spPr>
          <a:xfrm>
            <a:off x="15422033" y="9347200"/>
            <a:ext cx="127008" cy="254016"/>
          </a:xfrm>
          <a:custGeom>
            <a:rect b="b" l="l" r="r" t="t"/>
            <a:pathLst>
              <a:path extrusionOk="0" h="21600" w="21600">
                <a:moveTo>
                  <a:pt x="18000" y="0"/>
                </a:moveTo>
                <a:lnTo>
                  <a:pt x="2160" y="0"/>
                </a:lnTo>
                <a:lnTo>
                  <a:pt x="0" y="1080"/>
                </a:lnTo>
                <a:lnTo>
                  <a:pt x="0" y="20520"/>
                </a:lnTo>
                <a:lnTo>
                  <a:pt x="2160" y="21600"/>
                </a:lnTo>
                <a:lnTo>
                  <a:pt x="19440" y="21600"/>
                </a:lnTo>
                <a:lnTo>
                  <a:pt x="20160" y="20880"/>
                </a:lnTo>
                <a:lnTo>
                  <a:pt x="21600" y="20520"/>
                </a:lnTo>
                <a:lnTo>
                  <a:pt x="21600" y="1080"/>
                </a:lnTo>
                <a:lnTo>
                  <a:pt x="20160" y="720"/>
                </a:lnTo>
                <a:lnTo>
                  <a:pt x="19440" y="0"/>
                </a:lnTo>
                <a:lnTo>
                  <a:pt x="180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49"/>
          <p:cNvSpPr/>
          <p:nvPr/>
        </p:nvSpPr>
        <p:spPr>
          <a:xfrm>
            <a:off x="15587133" y="9232900"/>
            <a:ext cx="317520" cy="368280"/>
          </a:xfrm>
          <a:custGeom>
            <a:rect b="b" l="l" r="r" t="t"/>
            <a:pathLst>
              <a:path extrusionOk="0" h="21600" w="21600">
                <a:moveTo>
                  <a:pt x="21016" y="6310"/>
                </a:moveTo>
                <a:lnTo>
                  <a:pt x="20724" y="5825"/>
                </a:lnTo>
                <a:lnTo>
                  <a:pt x="11384" y="5825"/>
                </a:lnTo>
                <a:lnTo>
                  <a:pt x="11384" y="485"/>
                </a:lnTo>
                <a:lnTo>
                  <a:pt x="10800" y="0"/>
                </a:lnTo>
                <a:lnTo>
                  <a:pt x="5546" y="0"/>
                </a:lnTo>
                <a:lnTo>
                  <a:pt x="4962" y="243"/>
                </a:lnTo>
                <a:lnTo>
                  <a:pt x="4086" y="485"/>
                </a:lnTo>
                <a:lnTo>
                  <a:pt x="0" y="8252"/>
                </a:lnTo>
                <a:lnTo>
                  <a:pt x="0" y="19658"/>
                </a:lnTo>
                <a:lnTo>
                  <a:pt x="5254" y="21600"/>
                </a:lnTo>
                <a:lnTo>
                  <a:pt x="17222" y="21600"/>
                </a:lnTo>
                <a:lnTo>
                  <a:pt x="18097" y="21115"/>
                </a:lnTo>
                <a:lnTo>
                  <a:pt x="18681" y="20629"/>
                </a:lnTo>
                <a:lnTo>
                  <a:pt x="21600" y="7524"/>
                </a:lnTo>
                <a:lnTo>
                  <a:pt x="21600" y="6796"/>
                </a:lnTo>
                <a:lnTo>
                  <a:pt x="21016" y="631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49"/>
          <p:cNvSpPr/>
          <p:nvPr/>
        </p:nvSpPr>
        <p:spPr>
          <a:xfrm>
            <a:off x="16806333" y="9232900"/>
            <a:ext cx="114318" cy="241326"/>
          </a:xfrm>
          <a:custGeom>
            <a:rect b="b" l="l" r="r" t="t"/>
            <a:pathLst>
              <a:path extrusionOk="0" h="21600" w="21600">
                <a:moveTo>
                  <a:pt x="3724" y="21600"/>
                </a:moveTo>
                <a:lnTo>
                  <a:pt x="20110" y="21600"/>
                </a:lnTo>
                <a:lnTo>
                  <a:pt x="21600" y="20868"/>
                </a:lnTo>
                <a:lnTo>
                  <a:pt x="21600" y="732"/>
                </a:lnTo>
                <a:lnTo>
                  <a:pt x="20110" y="0"/>
                </a:lnTo>
                <a:lnTo>
                  <a:pt x="1490" y="0"/>
                </a:lnTo>
                <a:lnTo>
                  <a:pt x="0" y="732"/>
                </a:lnTo>
                <a:lnTo>
                  <a:pt x="0" y="20868"/>
                </a:lnTo>
                <a:lnTo>
                  <a:pt x="1490" y="21600"/>
                </a:lnTo>
                <a:lnTo>
                  <a:pt x="3724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9"/>
          <p:cNvSpPr/>
          <p:nvPr/>
        </p:nvSpPr>
        <p:spPr>
          <a:xfrm>
            <a:off x="16450733" y="9232900"/>
            <a:ext cx="304776" cy="368280"/>
          </a:xfrm>
          <a:custGeom>
            <a:rect b="b" l="l" r="r" t="t"/>
            <a:pathLst>
              <a:path extrusionOk="0" h="21600" w="21600">
                <a:moveTo>
                  <a:pt x="292" y="15290"/>
                </a:moveTo>
                <a:lnTo>
                  <a:pt x="584" y="15533"/>
                </a:lnTo>
                <a:lnTo>
                  <a:pt x="9924" y="15533"/>
                </a:lnTo>
                <a:lnTo>
                  <a:pt x="9924" y="20872"/>
                </a:lnTo>
                <a:lnTo>
                  <a:pt x="10508" y="21115"/>
                </a:lnTo>
                <a:lnTo>
                  <a:pt x="10800" y="21600"/>
                </a:lnTo>
                <a:lnTo>
                  <a:pt x="15762" y="21600"/>
                </a:lnTo>
                <a:lnTo>
                  <a:pt x="16638" y="21115"/>
                </a:lnTo>
                <a:lnTo>
                  <a:pt x="17222" y="20872"/>
                </a:lnTo>
                <a:lnTo>
                  <a:pt x="21600" y="13106"/>
                </a:lnTo>
                <a:lnTo>
                  <a:pt x="21600" y="1699"/>
                </a:lnTo>
                <a:lnTo>
                  <a:pt x="16054" y="0"/>
                </a:lnTo>
                <a:lnTo>
                  <a:pt x="4378" y="0"/>
                </a:lnTo>
                <a:lnTo>
                  <a:pt x="3211" y="243"/>
                </a:lnTo>
                <a:lnTo>
                  <a:pt x="2919" y="971"/>
                </a:lnTo>
                <a:lnTo>
                  <a:pt x="0" y="14076"/>
                </a:lnTo>
                <a:lnTo>
                  <a:pt x="0" y="14562"/>
                </a:lnTo>
                <a:lnTo>
                  <a:pt x="292" y="1529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9"/>
          <p:cNvSpPr/>
          <p:nvPr/>
        </p:nvSpPr>
        <p:spPr>
          <a:xfrm>
            <a:off x="17530234" y="9232900"/>
            <a:ext cx="292086" cy="406404"/>
          </a:xfrm>
          <a:custGeom>
            <a:rect b="b" l="l" r="r" t="t"/>
            <a:pathLst>
              <a:path extrusionOk="0" h="21600" w="21600">
                <a:moveTo>
                  <a:pt x="18783" y="9698"/>
                </a:moveTo>
                <a:lnTo>
                  <a:pt x="18783" y="4408"/>
                </a:lnTo>
                <a:lnTo>
                  <a:pt x="17843" y="3306"/>
                </a:lnTo>
                <a:lnTo>
                  <a:pt x="17530" y="2424"/>
                </a:lnTo>
                <a:lnTo>
                  <a:pt x="16278" y="1543"/>
                </a:lnTo>
                <a:lnTo>
                  <a:pt x="15026" y="882"/>
                </a:lnTo>
                <a:lnTo>
                  <a:pt x="14087" y="441"/>
                </a:lnTo>
                <a:lnTo>
                  <a:pt x="12522" y="0"/>
                </a:lnTo>
                <a:lnTo>
                  <a:pt x="9391" y="0"/>
                </a:lnTo>
                <a:lnTo>
                  <a:pt x="7826" y="441"/>
                </a:lnTo>
                <a:lnTo>
                  <a:pt x="6574" y="882"/>
                </a:lnTo>
                <a:lnTo>
                  <a:pt x="4383" y="2424"/>
                </a:lnTo>
                <a:lnTo>
                  <a:pt x="4070" y="3306"/>
                </a:lnTo>
                <a:lnTo>
                  <a:pt x="3130" y="4408"/>
                </a:lnTo>
                <a:lnTo>
                  <a:pt x="3130" y="9698"/>
                </a:lnTo>
                <a:lnTo>
                  <a:pt x="1878" y="9918"/>
                </a:lnTo>
                <a:lnTo>
                  <a:pt x="939" y="10359"/>
                </a:lnTo>
                <a:lnTo>
                  <a:pt x="626" y="11020"/>
                </a:lnTo>
                <a:lnTo>
                  <a:pt x="0" y="11902"/>
                </a:lnTo>
                <a:lnTo>
                  <a:pt x="0" y="19616"/>
                </a:lnTo>
                <a:lnTo>
                  <a:pt x="626" y="20278"/>
                </a:lnTo>
                <a:lnTo>
                  <a:pt x="939" y="21159"/>
                </a:lnTo>
                <a:lnTo>
                  <a:pt x="1878" y="21380"/>
                </a:lnTo>
                <a:lnTo>
                  <a:pt x="3130" y="21600"/>
                </a:lnTo>
                <a:lnTo>
                  <a:pt x="18783" y="21600"/>
                </a:lnTo>
                <a:lnTo>
                  <a:pt x="19722" y="21380"/>
                </a:lnTo>
                <a:lnTo>
                  <a:pt x="20974" y="21159"/>
                </a:lnTo>
                <a:lnTo>
                  <a:pt x="21287" y="20278"/>
                </a:lnTo>
                <a:lnTo>
                  <a:pt x="21600" y="19616"/>
                </a:lnTo>
                <a:lnTo>
                  <a:pt x="21600" y="11902"/>
                </a:lnTo>
                <a:lnTo>
                  <a:pt x="21287" y="11020"/>
                </a:lnTo>
                <a:lnTo>
                  <a:pt x="20974" y="10359"/>
                </a:lnTo>
                <a:lnTo>
                  <a:pt x="19722" y="9918"/>
                </a:lnTo>
                <a:lnTo>
                  <a:pt x="18783" y="9698"/>
                </a:lnTo>
                <a:close/>
                <a:moveTo>
                  <a:pt x="10957" y="17412"/>
                </a:moveTo>
                <a:lnTo>
                  <a:pt x="10017" y="17412"/>
                </a:lnTo>
                <a:lnTo>
                  <a:pt x="9391" y="16751"/>
                </a:lnTo>
                <a:lnTo>
                  <a:pt x="8452" y="16310"/>
                </a:lnTo>
                <a:lnTo>
                  <a:pt x="8452" y="15208"/>
                </a:lnTo>
                <a:lnTo>
                  <a:pt x="10017" y="14106"/>
                </a:lnTo>
                <a:lnTo>
                  <a:pt x="11583" y="14106"/>
                </a:lnTo>
                <a:lnTo>
                  <a:pt x="12522" y="14547"/>
                </a:lnTo>
                <a:lnTo>
                  <a:pt x="13148" y="15208"/>
                </a:lnTo>
                <a:lnTo>
                  <a:pt x="13148" y="16310"/>
                </a:lnTo>
                <a:lnTo>
                  <a:pt x="11583" y="17412"/>
                </a:lnTo>
                <a:lnTo>
                  <a:pt x="10957" y="17412"/>
                </a:lnTo>
                <a:close/>
                <a:moveTo>
                  <a:pt x="15652" y="9698"/>
                </a:moveTo>
                <a:lnTo>
                  <a:pt x="6261" y="9698"/>
                </a:lnTo>
                <a:lnTo>
                  <a:pt x="6261" y="5290"/>
                </a:lnTo>
                <a:lnTo>
                  <a:pt x="6574" y="3967"/>
                </a:lnTo>
                <a:lnTo>
                  <a:pt x="7826" y="3306"/>
                </a:lnTo>
                <a:lnTo>
                  <a:pt x="9078" y="2424"/>
                </a:lnTo>
                <a:lnTo>
                  <a:pt x="10957" y="2204"/>
                </a:lnTo>
                <a:lnTo>
                  <a:pt x="12835" y="2424"/>
                </a:lnTo>
                <a:lnTo>
                  <a:pt x="15026" y="3967"/>
                </a:lnTo>
                <a:lnTo>
                  <a:pt x="15652" y="5290"/>
                </a:lnTo>
                <a:lnTo>
                  <a:pt x="15652" y="969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49"/>
          <p:cNvSpPr/>
          <p:nvPr/>
        </p:nvSpPr>
        <p:spPr>
          <a:xfrm>
            <a:off x="18533533" y="9232900"/>
            <a:ext cx="292086" cy="406404"/>
          </a:xfrm>
          <a:custGeom>
            <a:rect b="b" l="l" r="r" t="t"/>
            <a:pathLst>
              <a:path extrusionOk="0" h="21600" w="21600">
                <a:moveTo>
                  <a:pt x="18470" y="9698"/>
                </a:moveTo>
                <a:lnTo>
                  <a:pt x="6261" y="9698"/>
                </a:lnTo>
                <a:lnTo>
                  <a:pt x="6261" y="5290"/>
                </a:lnTo>
                <a:lnTo>
                  <a:pt x="6574" y="3967"/>
                </a:lnTo>
                <a:lnTo>
                  <a:pt x="7826" y="3306"/>
                </a:lnTo>
                <a:lnTo>
                  <a:pt x="8765" y="2424"/>
                </a:lnTo>
                <a:lnTo>
                  <a:pt x="10957" y="2204"/>
                </a:lnTo>
                <a:lnTo>
                  <a:pt x="12835" y="2424"/>
                </a:lnTo>
                <a:lnTo>
                  <a:pt x="15026" y="3967"/>
                </a:lnTo>
                <a:lnTo>
                  <a:pt x="15339" y="5290"/>
                </a:lnTo>
                <a:lnTo>
                  <a:pt x="15339" y="6392"/>
                </a:lnTo>
                <a:lnTo>
                  <a:pt x="18470" y="6392"/>
                </a:lnTo>
                <a:lnTo>
                  <a:pt x="18470" y="4408"/>
                </a:lnTo>
                <a:lnTo>
                  <a:pt x="17843" y="3306"/>
                </a:lnTo>
                <a:lnTo>
                  <a:pt x="17530" y="2424"/>
                </a:lnTo>
                <a:lnTo>
                  <a:pt x="16278" y="1543"/>
                </a:lnTo>
                <a:lnTo>
                  <a:pt x="15026" y="882"/>
                </a:lnTo>
                <a:lnTo>
                  <a:pt x="14087" y="441"/>
                </a:lnTo>
                <a:lnTo>
                  <a:pt x="12522" y="0"/>
                </a:lnTo>
                <a:lnTo>
                  <a:pt x="9391" y="0"/>
                </a:lnTo>
                <a:lnTo>
                  <a:pt x="7826" y="441"/>
                </a:lnTo>
                <a:lnTo>
                  <a:pt x="6574" y="882"/>
                </a:lnTo>
                <a:lnTo>
                  <a:pt x="5322" y="1543"/>
                </a:lnTo>
                <a:lnTo>
                  <a:pt x="4383" y="2424"/>
                </a:lnTo>
                <a:lnTo>
                  <a:pt x="3757" y="3306"/>
                </a:lnTo>
                <a:lnTo>
                  <a:pt x="3130" y="4408"/>
                </a:lnTo>
                <a:lnTo>
                  <a:pt x="3130" y="9698"/>
                </a:lnTo>
                <a:lnTo>
                  <a:pt x="1878" y="9918"/>
                </a:lnTo>
                <a:lnTo>
                  <a:pt x="939" y="10359"/>
                </a:lnTo>
                <a:lnTo>
                  <a:pt x="313" y="11020"/>
                </a:lnTo>
                <a:lnTo>
                  <a:pt x="0" y="11902"/>
                </a:lnTo>
                <a:lnTo>
                  <a:pt x="0" y="19616"/>
                </a:lnTo>
                <a:lnTo>
                  <a:pt x="313" y="20278"/>
                </a:lnTo>
                <a:lnTo>
                  <a:pt x="939" y="21159"/>
                </a:lnTo>
                <a:lnTo>
                  <a:pt x="1878" y="21380"/>
                </a:lnTo>
                <a:lnTo>
                  <a:pt x="3130" y="21600"/>
                </a:lnTo>
                <a:lnTo>
                  <a:pt x="18470" y="21600"/>
                </a:lnTo>
                <a:lnTo>
                  <a:pt x="20974" y="21159"/>
                </a:lnTo>
                <a:lnTo>
                  <a:pt x="21287" y="20278"/>
                </a:lnTo>
                <a:lnTo>
                  <a:pt x="21600" y="19616"/>
                </a:lnTo>
                <a:lnTo>
                  <a:pt x="21600" y="11902"/>
                </a:lnTo>
                <a:lnTo>
                  <a:pt x="21287" y="11020"/>
                </a:lnTo>
                <a:lnTo>
                  <a:pt x="20974" y="10359"/>
                </a:lnTo>
                <a:lnTo>
                  <a:pt x="19722" y="9918"/>
                </a:lnTo>
                <a:lnTo>
                  <a:pt x="18470" y="9698"/>
                </a:lnTo>
                <a:close/>
                <a:moveTo>
                  <a:pt x="10957" y="17412"/>
                </a:moveTo>
                <a:lnTo>
                  <a:pt x="10017" y="17412"/>
                </a:lnTo>
                <a:lnTo>
                  <a:pt x="9391" y="16751"/>
                </a:lnTo>
                <a:lnTo>
                  <a:pt x="8452" y="16310"/>
                </a:lnTo>
                <a:lnTo>
                  <a:pt x="8452" y="15208"/>
                </a:lnTo>
                <a:lnTo>
                  <a:pt x="10017" y="14106"/>
                </a:lnTo>
                <a:lnTo>
                  <a:pt x="11583" y="14106"/>
                </a:lnTo>
                <a:lnTo>
                  <a:pt x="12522" y="14547"/>
                </a:lnTo>
                <a:lnTo>
                  <a:pt x="13148" y="15208"/>
                </a:lnTo>
                <a:lnTo>
                  <a:pt x="13148" y="16310"/>
                </a:lnTo>
                <a:lnTo>
                  <a:pt x="11583" y="17412"/>
                </a:lnTo>
                <a:lnTo>
                  <a:pt x="10957" y="1741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49"/>
          <p:cNvSpPr/>
          <p:nvPr/>
        </p:nvSpPr>
        <p:spPr>
          <a:xfrm>
            <a:off x="20569769" y="9232900"/>
            <a:ext cx="330210" cy="317520"/>
          </a:xfrm>
          <a:custGeom>
            <a:rect b="b" l="l" r="r" t="t"/>
            <a:pathLst>
              <a:path extrusionOk="0" h="21600" w="21600">
                <a:moveTo>
                  <a:pt x="21046" y="15990"/>
                </a:moveTo>
                <a:lnTo>
                  <a:pt x="5815" y="281"/>
                </a:lnTo>
                <a:lnTo>
                  <a:pt x="4985" y="0"/>
                </a:lnTo>
                <a:lnTo>
                  <a:pt x="4154" y="0"/>
                </a:lnTo>
                <a:lnTo>
                  <a:pt x="3600" y="281"/>
                </a:lnTo>
                <a:lnTo>
                  <a:pt x="1938" y="2244"/>
                </a:lnTo>
                <a:lnTo>
                  <a:pt x="277" y="6732"/>
                </a:lnTo>
                <a:lnTo>
                  <a:pt x="0" y="9257"/>
                </a:lnTo>
                <a:lnTo>
                  <a:pt x="277" y="11782"/>
                </a:lnTo>
                <a:lnTo>
                  <a:pt x="1108" y="13745"/>
                </a:lnTo>
                <a:lnTo>
                  <a:pt x="1938" y="16270"/>
                </a:lnTo>
                <a:lnTo>
                  <a:pt x="3600" y="17953"/>
                </a:lnTo>
                <a:lnTo>
                  <a:pt x="5538" y="19636"/>
                </a:lnTo>
                <a:lnTo>
                  <a:pt x="7754" y="20758"/>
                </a:lnTo>
                <a:lnTo>
                  <a:pt x="9969" y="21319"/>
                </a:lnTo>
                <a:lnTo>
                  <a:pt x="12185" y="21600"/>
                </a:lnTo>
                <a:lnTo>
                  <a:pt x="14677" y="21319"/>
                </a:lnTo>
                <a:lnTo>
                  <a:pt x="17169" y="20758"/>
                </a:lnTo>
                <a:lnTo>
                  <a:pt x="19108" y="19636"/>
                </a:lnTo>
                <a:lnTo>
                  <a:pt x="21046" y="17953"/>
                </a:lnTo>
                <a:lnTo>
                  <a:pt x="21600" y="17673"/>
                </a:lnTo>
                <a:lnTo>
                  <a:pt x="21600" y="16551"/>
                </a:lnTo>
                <a:lnTo>
                  <a:pt x="21046" y="1599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9"/>
          <p:cNvSpPr/>
          <p:nvPr/>
        </p:nvSpPr>
        <p:spPr>
          <a:xfrm>
            <a:off x="20772969" y="9245600"/>
            <a:ext cx="101628" cy="101628"/>
          </a:xfrm>
          <a:custGeom>
            <a:rect b="b" l="l" r="r" t="t"/>
            <a:pathLst>
              <a:path extrusionOk="0" h="21600" w="21600">
                <a:moveTo>
                  <a:pt x="7200" y="21600"/>
                </a:moveTo>
                <a:lnTo>
                  <a:pt x="9900" y="17843"/>
                </a:lnTo>
                <a:lnTo>
                  <a:pt x="12600" y="17843"/>
                </a:lnTo>
                <a:lnTo>
                  <a:pt x="15300" y="16904"/>
                </a:lnTo>
                <a:lnTo>
                  <a:pt x="18900" y="15965"/>
                </a:lnTo>
                <a:lnTo>
                  <a:pt x="19800" y="12209"/>
                </a:lnTo>
                <a:lnTo>
                  <a:pt x="21600" y="9391"/>
                </a:lnTo>
                <a:lnTo>
                  <a:pt x="19800" y="5635"/>
                </a:lnTo>
                <a:lnTo>
                  <a:pt x="18900" y="1878"/>
                </a:lnTo>
                <a:lnTo>
                  <a:pt x="15300" y="939"/>
                </a:lnTo>
                <a:lnTo>
                  <a:pt x="12600" y="0"/>
                </a:lnTo>
                <a:lnTo>
                  <a:pt x="5400" y="1878"/>
                </a:lnTo>
                <a:lnTo>
                  <a:pt x="3600" y="9391"/>
                </a:lnTo>
                <a:lnTo>
                  <a:pt x="3600" y="11270"/>
                </a:lnTo>
                <a:lnTo>
                  <a:pt x="0" y="15026"/>
                </a:lnTo>
                <a:lnTo>
                  <a:pt x="72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9"/>
          <p:cNvSpPr/>
          <p:nvPr/>
        </p:nvSpPr>
        <p:spPr>
          <a:xfrm>
            <a:off x="20480866" y="9474200"/>
            <a:ext cx="228582" cy="165078"/>
          </a:xfrm>
          <a:custGeom>
            <a:rect b="b" l="l" r="r" t="t"/>
            <a:pathLst>
              <a:path extrusionOk="0" h="21600" w="21600">
                <a:moveTo>
                  <a:pt x="9200" y="554"/>
                </a:moveTo>
                <a:lnTo>
                  <a:pt x="8400" y="0"/>
                </a:lnTo>
                <a:lnTo>
                  <a:pt x="7200" y="0"/>
                </a:lnTo>
                <a:lnTo>
                  <a:pt x="6800" y="554"/>
                </a:lnTo>
                <a:lnTo>
                  <a:pt x="6000" y="1108"/>
                </a:lnTo>
                <a:lnTo>
                  <a:pt x="0" y="17723"/>
                </a:lnTo>
                <a:lnTo>
                  <a:pt x="0" y="19385"/>
                </a:lnTo>
                <a:lnTo>
                  <a:pt x="400" y="20492"/>
                </a:lnTo>
                <a:lnTo>
                  <a:pt x="800" y="21046"/>
                </a:lnTo>
                <a:lnTo>
                  <a:pt x="2000" y="21600"/>
                </a:lnTo>
                <a:lnTo>
                  <a:pt x="19600" y="21600"/>
                </a:lnTo>
                <a:lnTo>
                  <a:pt x="20800" y="21046"/>
                </a:lnTo>
                <a:lnTo>
                  <a:pt x="21600" y="20492"/>
                </a:lnTo>
                <a:lnTo>
                  <a:pt x="21600" y="18277"/>
                </a:lnTo>
                <a:lnTo>
                  <a:pt x="21200" y="17169"/>
                </a:lnTo>
                <a:lnTo>
                  <a:pt x="9200" y="55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9"/>
          <p:cNvSpPr/>
          <p:nvPr/>
        </p:nvSpPr>
        <p:spPr>
          <a:xfrm>
            <a:off x="21560369" y="9537700"/>
            <a:ext cx="254016" cy="152388"/>
          </a:xfrm>
          <a:custGeom>
            <a:rect b="b" l="l" r="r" t="t"/>
            <a:pathLst>
              <a:path extrusionOk="0" h="21600" w="21600">
                <a:moveTo>
                  <a:pt x="12600" y="0"/>
                </a:moveTo>
                <a:lnTo>
                  <a:pt x="7200" y="0"/>
                </a:lnTo>
                <a:lnTo>
                  <a:pt x="5400" y="1271"/>
                </a:lnTo>
                <a:lnTo>
                  <a:pt x="4320" y="1906"/>
                </a:lnTo>
                <a:lnTo>
                  <a:pt x="1440" y="6988"/>
                </a:lnTo>
                <a:lnTo>
                  <a:pt x="1080" y="9529"/>
                </a:lnTo>
                <a:lnTo>
                  <a:pt x="0" y="12706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2706"/>
                </a:lnTo>
                <a:lnTo>
                  <a:pt x="20520" y="9529"/>
                </a:lnTo>
                <a:lnTo>
                  <a:pt x="20160" y="6988"/>
                </a:lnTo>
                <a:lnTo>
                  <a:pt x="18720" y="4447"/>
                </a:lnTo>
                <a:lnTo>
                  <a:pt x="17640" y="1906"/>
                </a:lnTo>
                <a:lnTo>
                  <a:pt x="16200" y="1271"/>
                </a:lnTo>
                <a:lnTo>
                  <a:pt x="14400" y="0"/>
                </a:lnTo>
                <a:lnTo>
                  <a:pt x="126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49"/>
          <p:cNvSpPr/>
          <p:nvPr/>
        </p:nvSpPr>
        <p:spPr>
          <a:xfrm>
            <a:off x="21560369" y="9321800"/>
            <a:ext cx="266706" cy="203202"/>
          </a:xfrm>
          <a:custGeom>
            <a:rect b="b" l="l" r="r" t="t"/>
            <a:pathLst>
              <a:path extrusionOk="0" h="21600" w="21600">
                <a:moveTo>
                  <a:pt x="4725" y="19396"/>
                </a:moveTo>
                <a:lnTo>
                  <a:pt x="3713" y="16310"/>
                </a:lnTo>
                <a:lnTo>
                  <a:pt x="3375" y="13224"/>
                </a:lnTo>
                <a:lnTo>
                  <a:pt x="4050" y="9698"/>
                </a:lnTo>
                <a:lnTo>
                  <a:pt x="5400" y="7053"/>
                </a:lnTo>
                <a:lnTo>
                  <a:pt x="6750" y="6171"/>
                </a:lnTo>
                <a:lnTo>
                  <a:pt x="7763" y="4849"/>
                </a:lnTo>
                <a:lnTo>
                  <a:pt x="9450" y="4408"/>
                </a:lnTo>
                <a:lnTo>
                  <a:pt x="12150" y="4408"/>
                </a:lnTo>
                <a:lnTo>
                  <a:pt x="13837" y="4849"/>
                </a:lnTo>
                <a:lnTo>
                  <a:pt x="14850" y="6171"/>
                </a:lnTo>
                <a:lnTo>
                  <a:pt x="16200" y="7053"/>
                </a:lnTo>
                <a:lnTo>
                  <a:pt x="17550" y="9698"/>
                </a:lnTo>
                <a:lnTo>
                  <a:pt x="18225" y="13224"/>
                </a:lnTo>
                <a:lnTo>
                  <a:pt x="17887" y="16310"/>
                </a:lnTo>
                <a:lnTo>
                  <a:pt x="17212" y="19396"/>
                </a:lnTo>
                <a:lnTo>
                  <a:pt x="19912" y="21600"/>
                </a:lnTo>
                <a:lnTo>
                  <a:pt x="20925" y="19396"/>
                </a:lnTo>
                <a:lnTo>
                  <a:pt x="21262" y="17192"/>
                </a:lnTo>
                <a:lnTo>
                  <a:pt x="21600" y="15429"/>
                </a:lnTo>
                <a:lnTo>
                  <a:pt x="21600" y="12343"/>
                </a:lnTo>
                <a:lnTo>
                  <a:pt x="21262" y="10139"/>
                </a:lnTo>
                <a:lnTo>
                  <a:pt x="20925" y="8376"/>
                </a:lnTo>
                <a:lnTo>
                  <a:pt x="18225" y="3967"/>
                </a:lnTo>
                <a:lnTo>
                  <a:pt x="16537" y="2204"/>
                </a:lnTo>
                <a:lnTo>
                  <a:pt x="14850" y="882"/>
                </a:lnTo>
                <a:lnTo>
                  <a:pt x="12825" y="0"/>
                </a:lnTo>
                <a:lnTo>
                  <a:pt x="8775" y="0"/>
                </a:lnTo>
                <a:lnTo>
                  <a:pt x="6750" y="882"/>
                </a:lnTo>
                <a:lnTo>
                  <a:pt x="5063" y="2204"/>
                </a:lnTo>
                <a:lnTo>
                  <a:pt x="3375" y="3967"/>
                </a:lnTo>
                <a:lnTo>
                  <a:pt x="675" y="8376"/>
                </a:lnTo>
                <a:lnTo>
                  <a:pt x="338" y="10139"/>
                </a:lnTo>
                <a:lnTo>
                  <a:pt x="0" y="12343"/>
                </a:lnTo>
                <a:lnTo>
                  <a:pt x="0" y="15429"/>
                </a:lnTo>
                <a:lnTo>
                  <a:pt x="338" y="17192"/>
                </a:lnTo>
                <a:lnTo>
                  <a:pt x="675" y="19396"/>
                </a:lnTo>
                <a:lnTo>
                  <a:pt x="1688" y="21600"/>
                </a:lnTo>
                <a:lnTo>
                  <a:pt x="4725" y="1939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9"/>
          <p:cNvSpPr/>
          <p:nvPr/>
        </p:nvSpPr>
        <p:spPr>
          <a:xfrm>
            <a:off x="21484169" y="9245600"/>
            <a:ext cx="419094" cy="342900"/>
          </a:xfrm>
          <a:custGeom>
            <a:rect b="b" l="l" r="r" t="t"/>
            <a:pathLst>
              <a:path extrusionOk="0" h="21600" w="21600">
                <a:moveTo>
                  <a:pt x="3747" y="19200"/>
                </a:moveTo>
                <a:lnTo>
                  <a:pt x="2865" y="17600"/>
                </a:lnTo>
                <a:lnTo>
                  <a:pt x="2645" y="16267"/>
                </a:lnTo>
                <a:lnTo>
                  <a:pt x="2204" y="14667"/>
                </a:lnTo>
                <a:lnTo>
                  <a:pt x="2204" y="13067"/>
                </a:lnTo>
                <a:lnTo>
                  <a:pt x="2424" y="11200"/>
                </a:lnTo>
                <a:lnTo>
                  <a:pt x="2645" y="9067"/>
                </a:lnTo>
                <a:lnTo>
                  <a:pt x="3527" y="7200"/>
                </a:lnTo>
                <a:lnTo>
                  <a:pt x="4629" y="5600"/>
                </a:lnTo>
                <a:lnTo>
                  <a:pt x="5951" y="4267"/>
                </a:lnTo>
                <a:lnTo>
                  <a:pt x="7494" y="3200"/>
                </a:lnTo>
                <a:lnTo>
                  <a:pt x="9257" y="2933"/>
                </a:lnTo>
                <a:lnTo>
                  <a:pt x="10800" y="2667"/>
                </a:lnTo>
                <a:lnTo>
                  <a:pt x="12343" y="2933"/>
                </a:lnTo>
                <a:lnTo>
                  <a:pt x="14106" y="3200"/>
                </a:lnTo>
                <a:lnTo>
                  <a:pt x="15649" y="4267"/>
                </a:lnTo>
                <a:lnTo>
                  <a:pt x="16971" y="5600"/>
                </a:lnTo>
                <a:lnTo>
                  <a:pt x="18735" y="8800"/>
                </a:lnTo>
                <a:lnTo>
                  <a:pt x="19176" y="10400"/>
                </a:lnTo>
                <a:lnTo>
                  <a:pt x="19396" y="12533"/>
                </a:lnTo>
                <a:lnTo>
                  <a:pt x="19396" y="14133"/>
                </a:lnTo>
                <a:lnTo>
                  <a:pt x="19176" y="16000"/>
                </a:lnTo>
                <a:lnTo>
                  <a:pt x="18735" y="17600"/>
                </a:lnTo>
                <a:lnTo>
                  <a:pt x="17853" y="19200"/>
                </a:lnTo>
                <a:lnTo>
                  <a:pt x="18514" y="20267"/>
                </a:lnTo>
                <a:lnTo>
                  <a:pt x="18955" y="21600"/>
                </a:lnTo>
                <a:lnTo>
                  <a:pt x="20278" y="19733"/>
                </a:lnTo>
                <a:lnTo>
                  <a:pt x="21159" y="17333"/>
                </a:lnTo>
                <a:lnTo>
                  <a:pt x="21600" y="14933"/>
                </a:lnTo>
                <a:lnTo>
                  <a:pt x="21600" y="12800"/>
                </a:lnTo>
                <a:lnTo>
                  <a:pt x="21380" y="10133"/>
                </a:lnTo>
                <a:lnTo>
                  <a:pt x="20939" y="7733"/>
                </a:lnTo>
                <a:lnTo>
                  <a:pt x="19837" y="5867"/>
                </a:lnTo>
                <a:lnTo>
                  <a:pt x="18514" y="4000"/>
                </a:lnTo>
                <a:lnTo>
                  <a:pt x="16751" y="2133"/>
                </a:lnTo>
                <a:lnTo>
                  <a:pt x="14988" y="800"/>
                </a:lnTo>
                <a:lnTo>
                  <a:pt x="13004" y="267"/>
                </a:lnTo>
                <a:lnTo>
                  <a:pt x="10800" y="0"/>
                </a:lnTo>
                <a:lnTo>
                  <a:pt x="8596" y="267"/>
                </a:lnTo>
                <a:lnTo>
                  <a:pt x="6833" y="800"/>
                </a:lnTo>
                <a:lnTo>
                  <a:pt x="4849" y="2133"/>
                </a:lnTo>
                <a:lnTo>
                  <a:pt x="3086" y="4000"/>
                </a:lnTo>
                <a:lnTo>
                  <a:pt x="1763" y="5867"/>
                </a:lnTo>
                <a:lnTo>
                  <a:pt x="661" y="8267"/>
                </a:lnTo>
                <a:lnTo>
                  <a:pt x="220" y="10400"/>
                </a:lnTo>
                <a:lnTo>
                  <a:pt x="0" y="13067"/>
                </a:lnTo>
                <a:lnTo>
                  <a:pt x="220" y="15467"/>
                </a:lnTo>
                <a:lnTo>
                  <a:pt x="661" y="17600"/>
                </a:lnTo>
                <a:lnTo>
                  <a:pt x="1543" y="19733"/>
                </a:lnTo>
                <a:lnTo>
                  <a:pt x="2645" y="21600"/>
                </a:lnTo>
                <a:lnTo>
                  <a:pt x="3086" y="20267"/>
                </a:lnTo>
                <a:lnTo>
                  <a:pt x="3747" y="192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49"/>
          <p:cNvSpPr/>
          <p:nvPr/>
        </p:nvSpPr>
        <p:spPr>
          <a:xfrm>
            <a:off x="21623867" y="9398000"/>
            <a:ext cx="127008" cy="127008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1440"/>
                </a:lnTo>
                <a:lnTo>
                  <a:pt x="3600" y="2880"/>
                </a:lnTo>
                <a:lnTo>
                  <a:pt x="720" y="6480"/>
                </a:lnTo>
                <a:lnTo>
                  <a:pt x="0" y="10800"/>
                </a:lnTo>
                <a:lnTo>
                  <a:pt x="720" y="15120"/>
                </a:lnTo>
                <a:lnTo>
                  <a:pt x="6480" y="20880"/>
                </a:lnTo>
                <a:lnTo>
                  <a:pt x="10800" y="21600"/>
                </a:lnTo>
                <a:lnTo>
                  <a:pt x="15120" y="20880"/>
                </a:lnTo>
                <a:lnTo>
                  <a:pt x="20880" y="15120"/>
                </a:lnTo>
                <a:lnTo>
                  <a:pt x="21600" y="10800"/>
                </a:lnTo>
                <a:lnTo>
                  <a:pt x="20880" y="6480"/>
                </a:lnTo>
                <a:lnTo>
                  <a:pt x="18000" y="2880"/>
                </a:lnTo>
                <a:lnTo>
                  <a:pt x="15120" y="1440"/>
                </a:lnTo>
                <a:lnTo>
                  <a:pt x="108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49"/>
          <p:cNvSpPr/>
          <p:nvPr/>
        </p:nvSpPr>
        <p:spPr>
          <a:xfrm>
            <a:off x="19473333" y="9334500"/>
            <a:ext cx="38100" cy="1650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779" name="Google Shape;779;p49"/>
          <p:cNvSpPr/>
          <p:nvPr/>
        </p:nvSpPr>
        <p:spPr>
          <a:xfrm>
            <a:off x="19536834" y="9245600"/>
            <a:ext cx="359856" cy="355590"/>
          </a:xfrm>
          <a:custGeom>
            <a:rect b="b" l="l" r="r" t="t"/>
            <a:pathLst>
              <a:path extrusionOk="0" h="21600" w="21600">
                <a:moveTo>
                  <a:pt x="19029" y="0"/>
                </a:moveTo>
                <a:lnTo>
                  <a:pt x="19029" y="1543"/>
                </a:lnTo>
                <a:lnTo>
                  <a:pt x="0" y="5657"/>
                </a:lnTo>
                <a:lnTo>
                  <a:pt x="0" y="19029"/>
                </a:lnTo>
                <a:lnTo>
                  <a:pt x="257" y="19543"/>
                </a:lnTo>
                <a:lnTo>
                  <a:pt x="1029" y="20314"/>
                </a:lnTo>
                <a:lnTo>
                  <a:pt x="5914" y="21600"/>
                </a:lnTo>
                <a:lnTo>
                  <a:pt x="6943" y="21600"/>
                </a:lnTo>
                <a:lnTo>
                  <a:pt x="7200" y="20829"/>
                </a:lnTo>
                <a:lnTo>
                  <a:pt x="10543" y="16714"/>
                </a:lnTo>
                <a:lnTo>
                  <a:pt x="19029" y="18514"/>
                </a:lnTo>
                <a:lnTo>
                  <a:pt x="19029" y="20314"/>
                </a:lnTo>
                <a:lnTo>
                  <a:pt x="21600" y="20314"/>
                </a:lnTo>
                <a:lnTo>
                  <a:pt x="21600" y="0"/>
                </a:lnTo>
                <a:lnTo>
                  <a:pt x="19029" y="0"/>
                </a:lnTo>
                <a:close/>
                <a:moveTo>
                  <a:pt x="5657" y="18514"/>
                </a:moveTo>
                <a:lnTo>
                  <a:pt x="2571" y="18000"/>
                </a:lnTo>
                <a:lnTo>
                  <a:pt x="2571" y="15171"/>
                </a:lnTo>
                <a:lnTo>
                  <a:pt x="7971" y="16200"/>
                </a:lnTo>
                <a:lnTo>
                  <a:pt x="5657" y="1851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49"/>
          <p:cNvSpPr/>
          <p:nvPr/>
        </p:nvSpPr>
        <p:spPr>
          <a:xfrm>
            <a:off x="22589067" y="9398000"/>
            <a:ext cx="88800" cy="762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781" name="Google Shape;781;p49"/>
          <p:cNvSpPr/>
          <p:nvPr/>
        </p:nvSpPr>
        <p:spPr>
          <a:xfrm>
            <a:off x="22449369" y="9398000"/>
            <a:ext cx="101628" cy="76194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900" y="0"/>
                </a:lnTo>
                <a:lnTo>
                  <a:pt x="0" y="10800"/>
                </a:lnTo>
                <a:lnTo>
                  <a:pt x="90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49"/>
          <p:cNvSpPr/>
          <p:nvPr/>
        </p:nvSpPr>
        <p:spPr>
          <a:xfrm>
            <a:off x="22589067" y="9232900"/>
            <a:ext cx="88884" cy="114318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8640" y="0"/>
                </a:lnTo>
                <a:lnTo>
                  <a:pt x="0" y="1490"/>
                </a:lnTo>
                <a:lnTo>
                  <a:pt x="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49"/>
          <p:cNvSpPr/>
          <p:nvPr/>
        </p:nvSpPr>
        <p:spPr>
          <a:xfrm>
            <a:off x="22589067" y="9525000"/>
            <a:ext cx="88884" cy="11431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20110"/>
                </a:lnTo>
                <a:lnTo>
                  <a:pt x="864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49"/>
          <p:cNvSpPr/>
          <p:nvPr/>
        </p:nvSpPr>
        <p:spPr>
          <a:xfrm>
            <a:off x="22462067" y="9258300"/>
            <a:ext cx="88884" cy="88884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21600" y="0"/>
                </a:lnTo>
                <a:lnTo>
                  <a:pt x="9257" y="9391"/>
                </a:lnTo>
                <a:lnTo>
                  <a:pt x="4114" y="15026"/>
                </a:ln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49"/>
          <p:cNvSpPr/>
          <p:nvPr/>
        </p:nvSpPr>
        <p:spPr>
          <a:xfrm>
            <a:off x="22462067" y="9525000"/>
            <a:ext cx="88884" cy="88884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0"/>
                </a:lnTo>
                <a:lnTo>
                  <a:pt x="4114" y="6574"/>
                </a:lnTo>
                <a:lnTo>
                  <a:pt x="9257" y="12209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49"/>
          <p:cNvSpPr/>
          <p:nvPr/>
        </p:nvSpPr>
        <p:spPr>
          <a:xfrm>
            <a:off x="22741467" y="9232900"/>
            <a:ext cx="114318" cy="114318"/>
          </a:xfrm>
          <a:custGeom>
            <a:rect b="b" l="l" r="r" t="t"/>
            <a:pathLst>
              <a:path extrusionOk="0" h="21600" w="21600">
                <a:moveTo>
                  <a:pt x="21600" y="11172"/>
                </a:moveTo>
                <a:lnTo>
                  <a:pt x="20855" y="5959"/>
                </a:lnTo>
                <a:lnTo>
                  <a:pt x="17876" y="3724"/>
                </a:lnTo>
                <a:lnTo>
                  <a:pt x="15641" y="745"/>
                </a:lnTo>
                <a:lnTo>
                  <a:pt x="10428" y="0"/>
                </a:lnTo>
                <a:lnTo>
                  <a:pt x="5959" y="745"/>
                </a:lnTo>
                <a:lnTo>
                  <a:pt x="3724" y="3724"/>
                </a:lnTo>
                <a:lnTo>
                  <a:pt x="745" y="5959"/>
                </a:lnTo>
                <a:lnTo>
                  <a:pt x="0" y="11172"/>
                </a:lnTo>
                <a:lnTo>
                  <a:pt x="745" y="15641"/>
                </a:lnTo>
                <a:lnTo>
                  <a:pt x="3724" y="17876"/>
                </a:lnTo>
                <a:lnTo>
                  <a:pt x="5959" y="20855"/>
                </a:lnTo>
                <a:lnTo>
                  <a:pt x="10428" y="21600"/>
                </a:lnTo>
                <a:lnTo>
                  <a:pt x="15641" y="20855"/>
                </a:lnTo>
                <a:lnTo>
                  <a:pt x="17876" y="17876"/>
                </a:lnTo>
                <a:lnTo>
                  <a:pt x="20855" y="15641"/>
                </a:lnTo>
                <a:lnTo>
                  <a:pt x="21600" y="1117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49"/>
          <p:cNvSpPr/>
          <p:nvPr/>
        </p:nvSpPr>
        <p:spPr>
          <a:xfrm>
            <a:off x="22690667" y="9347200"/>
            <a:ext cx="215892" cy="292086"/>
          </a:xfrm>
          <a:custGeom>
            <a:rect b="b" l="l" r="r" t="t"/>
            <a:pathLst>
              <a:path extrusionOk="0" h="21600" w="21600">
                <a:moveTo>
                  <a:pt x="10580" y="0"/>
                </a:moveTo>
                <a:lnTo>
                  <a:pt x="8816" y="0"/>
                </a:lnTo>
                <a:lnTo>
                  <a:pt x="6612" y="939"/>
                </a:lnTo>
                <a:lnTo>
                  <a:pt x="4849" y="1252"/>
                </a:lnTo>
                <a:lnTo>
                  <a:pt x="3086" y="2504"/>
                </a:lnTo>
                <a:lnTo>
                  <a:pt x="1763" y="3757"/>
                </a:lnTo>
                <a:lnTo>
                  <a:pt x="882" y="4696"/>
                </a:lnTo>
                <a:lnTo>
                  <a:pt x="0" y="6261"/>
                </a:lnTo>
                <a:lnTo>
                  <a:pt x="0" y="13148"/>
                </a:lnTo>
                <a:lnTo>
                  <a:pt x="441" y="13774"/>
                </a:lnTo>
                <a:lnTo>
                  <a:pt x="882" y="14087"/>
                </a:lnTo>
                <a:lnTo>
                  <a:pt x="4408" y="14087"/>
                </a:lnTo>
                <a:lnTo>
                  <a:pt x="4408" y="20974"/>
                </a:lnTo>
                <a:lnTo>
                  <a:pt x="5290" y="21600"/>
                </a:lnTo>
                <a:lnTo>
                  <a:pt x="16310" y="21600"/>
                </a:lnTo>
                <a:lnTo>
                  <a:pt x="17192" y="20974"/>
                </a:lnTo>
                <a:lnTo>
                  <a:pt x="17192" y="14087"/>
                </a:lnTo>
                <a:lnTo>
                  <a:pt x="20718" y="14087"/>
                </a:lnTo>
                <a:lnTo>
                  <a:pt x="21159" y="13774"/>
                </a:lnTo>
                <a:lnTo>
                  <a:pt x="21600" y="13148"/>
                </a:lnTo>
                <a:lnTo>
                  <a:pt x="21600" y="6261"/>
                </a:lnTo>
                <a:lnTo>
                  <a:pt x="20718" y="4696"/>
                </a:lnTo>
                <a:lnTo>
                  <a:pt x="19837" y="3757"/>
                </a:lnTo>
                <a:lnTo>
                  <a:pt x="18514" y="2504"/>
                </a:lnTo>
                <a:lnTo>
                  <a:pt x="16751" y="1252"/>
                </a:lnTo>
                <a:lnTo>
                  <a:pt x="14988" y="939"/>
                </a:lnTo>
                <a:lnTo>
                  <a:pt x="12784" y="0"/>
                </a:lnTo>
                <a:lnTo>
                  <a:pt x="1058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49"/>
          <p:cNvSpPr/>
          <p:nvPr/>
        </p:nvSpPr>
        <p:spPr>
          <a:xfrm>
            <a:off x="17492133" y="10248900"/>
            <a:ext cx="368280" cy="381024"/>
          </a:xfrm>
          <a:custGeom>
            <a:rect b="b" l="l" r="r" t="t"/>
            <a:pathLst>
              <a:path extrusionOk="0" h="21600" w="21600">
                <a:moveTo>
                  <a:pt x="19173" y="0"/>
                </a:moveTo>
                <a:lnTo>
                  <a:pt x="2427" y="0"/>
                </a:lnTo>
                <a:lnTo>
                  <a:pt x="1699" y="485"/>
                </a:lnTo>
                <a:lnTo>
                  <a:pt x="728" y="728"/>
                </a:lnTo>
                <a:lnTo>
                  <a:pt x="485" y="1699"/>
                </a:lnTo>
                <a:lnTo>
                  <a:pt x="0" y="2427"/>
                </a:lnTo>
                <a:lnTo>
                  <a:pt x="0" y="19173"/>
                </a:lnTo>
                <a:lnTo>
                  <a:pt x="485" y="20144"/>
                </a:lnTo>
                <a:lnTo>
                  <a:pt x="728" y="21115"/>
                </a:lnTo>
                <a:lnTo>
                  <a:pt x="1699" y="21357"/>
                </a:lnTo>
                <a:lnTo>
                  <a:pt x="2427" y="21600"/>
                </a:lnTo>
                <a:lnTo>
                  <a:pt x="19173" y="21600"/>
                </a:lnTo>
                <a:lnTo>
                  <a:pt x="21115" y="21115"/>
                </a:lnTo>
                <a:lnTo>
                  <a:pt x="21600" y="19173"/>
                </a:lnTo>
                <a:lnTo>
                  <a:pt x="21600" y="2427"/>
                </a:lnTo>
                <a:lnTo>
                  <a:pt x="21357" y="1699"/>
                </a:lnTo>
                <a:lnTo>
                  <a:pt x="21115" y="728"/>
                </a:lnTo>
                <a:lnTo>
                  <a:pt x="20144" y="485"/>
                </a:lnTo>
                <a:lnTo>
                  <a:pt x="19173" y="0"/>
                </a:lnTo>
                <a:close/>
                <a:moveTo>
                  <a:pt x="14804" y="11892"/>
                </a:moveTo>
                <a:lnTo>
                  <a:pt x="12135" y="8980"/>
                </a:lnTo>
                <a:lnTo>
                  <a:pt x="12135" y="16746"/>
                </a:lnTo>
                <a:lnTo>
                  <a:pt x="9708" y="16746"/>
                </a:lnTo>
                <a:lnTo>
                  <a:pt x="9708" y="8980"/>
                </a:lnTo>
                <a:lnTo>
                  <a:pt x="7038" y="11892"/>
                </a:lnTo>
                <a:lnTo>
                  <a:pt x="5097" y="9951"/>
                </a:lnTo>
                <a:lnTo>
                  <a:pt x="10921" y="4369"/>
                </a:lnTo>
                <a:lnTo>
                  <a:pt x="16503" y="9951"/>
                </a:lnTo>
                <a:lnTo>
                  <a:pt x="14804" y="1189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49"/>
          <p:cNvSpPr/>
          <p:nvPr/>
        </p:nvSpPr>
        <p:spPr>
          <a:xfrm>
            <a:off x="16488833" y="10248900"/>
            <a:ext cx="368280" cy="381024"/>
          </a:xfrm>
          <a:custGeom>
            <a:rect b="b" l="l" r="r" t="t"/>
            <a:pathLst>
              <a:path extrusionOk="0" h="21600" w="21600">
                <a:moveTo>
                  <a:pt x="19391" y="0"/>
                </a:moveTo>
                <a:lnTo>
                  <a:pt x="2455" y="0"/>
                </a:lnTo>
                <a:lnTo>
                  <a:pt x="1473" y="485"/>
                </a:lnTo>
                <a:lnTo>
                  <a:pt x="491" y="728"/>
                </a:lnTo>
                <a:lnTo>
                  <a:pt x="245" y="1699"/>
                </a:lnTo>
                <a:lnTo>
                  <a:pt x="0" y="2427"/>
                </a:lnTo>
                <a:lnTo>
                  <a:pt x="0" y="19173"/>
                </a:lnTo>
                <a:lnTo>
                  <a:pt x="491" y="21115"/>
                </a:lnTo>
                <a:lnTo>
                  <a:pt x="2455" y="21600"/>
                </a:lnTo>
                <a:lnTo>
                  <a:pt x="19391" y="21600"/>
                </a:lnTo>
                <a:lnTo>
                  <a:pt x="20127" y="21357"/>
                </a:lnTo>
                <a:lnTo>
                  <a:pt x="21109" y="21115"/>
                </a:lnTo>
                <a:lnTo>
                  <a:pt x="21600" y="19173"/>
                </a:lnTo>
                <a:lnTo>
                  <a:pt x="21600" y="2427"/>
                </a:lnTo>
                <a:lnTo>
                  <a:pt x="21355" y="1699"/>
                </a:lnTo>
                <a:lnTo>
                  <a:pt x="21109" y="728"/>
                </a:lnTo>
                <a:lnTo>
                  <a:pt x="20127" y="485"/>
                </a:lnTo>
                <a:lnTo>
                  <a:pt x="19391" y="0"/>
                </a:lnTo>
                <a:close/>
                <a:moveTo>
                  <a:pt x="10800" y="17474"/>
                </a:moveTo>
                <a:lnTo>
                  <a:pt x="5155" y="11892"/>
                </a:lnTo>
                <a:lnTo>
                  <a:pt x="6873" y="9951"/>
                </a:lnTo>
                <a:lnTo>
                  <a:pt x="9573" y="12620"/>
                </a:lnTo>
                <a:lnTo>
                  <a:pt x="9573" y="4854"/>
                </a:lnTo>
                <a:lnTo>
                  <a:pt x="12027" y="4854"/>
                </a:lnTo>
                <a:lnTo>
                  <a:pt x="12027" y="12620"/>
                </a:lnTo>
                <a:lnTo>
                  <a:pt x="14727" y="9951"/>
                </a:lnTo>
                <a:lnTo>
                  <a:pt x="16445" y="11892"/>
                </a:lnTo>
                <a:lnTo>
                  <a:pt x="10800" y="1747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49"/>
          <p:cNvSpPr/>
          <p:nvPr/>
        </p:nvSpPr>
        <p:spPr>
          <a:xfrm>
            <a:off x="15485533" y="10350500"/>
            <a:ext cx="381024" cy="342900"/>
          </a:xfrm>
          <a:custGeom>
            <a:rect b="b" l="l" r="r" t="t"/>
            <a:pathLst>
              <a:path extrusionOk="0" h="21600" w="21600">
                <a:moveTo>
                  <a:pt x="19173" y="0"/>
                </a:moveTo>
                <a:lnTo>
                  <a:pt x="16746" y="0"/>
                </a:lnTo>
                <a:lnTo>
                  <a:pt x="16746" y="2734"/>
                </a:lnTo>
                <a:lnTo>
                  <a:pt x="19173" y="2734"/>
                </a:lnTo>
                <a:lnTo>
                  <a:pt x="19173" y="10937"/>
                </a:lnTo>
                <a:lnTo>
                  <a:pt x="2427" y="10937"/>
                </a:lnTo>
                <a:lnTo>
                  <a:pt x="2427" y="2734"/>
                </a:lnTo>
                <a:lnTo>
                  <a:pt x="4854" y="2734"/>
                </a:lnTo>
                <a:lnTo>
                  <a:pt x="4854" y="0"/>
                </a:lnTo>
                <a:lnTo>
                  <a:pt x="2427" y="0"/>
                </a:lnTo>
                <a:lnTo>
                  <a:pt x="1456" y="273"/>
                </a:lnTo>
                <a:lnTo>
                  <a:pt x="485" y="820"/>
                </a:lnTo>
                <a:lnTo>
                  <a:pt x="243" y="1641"/>
                </a:lnTo>
                <a:lnTo>
                  <a:pt x="0" y="2734"/>
                </a:lnTo>
                <a:lnTo>
                  <a:pt x="0" y="14765"/>
                </a:lnTo>
                <a:lnTo>
                  <a:pt x="485" y="16952"/>
                </a:lnTo>
                <a:lnTo>
                  <a:pt x="2427" y="17499"/>
                </a:lnTo>
                <a:lnTo>
                  <a:pt x="9465" y="17499"/>
                </a:lnTo>
                <a:lnTo>
                  <a:pt x="9465" y="18866"/>
                </a:lnTo>
                <a:lnTo>
                  <a:pt x="6067" y="18866"/>
                </a:lnTo>
                <a:lnTo>
                  <a:pt x="6067" y="21600"/>
                </a:lnTo>
                <a:lnTo>
                  <a:pt x="15533" y="21600"/>
                </a:lnTo>
                <a:lnTo>
                  <a:pt x="15533" y="18866"/>
                </a:lnTo>
                <a:lnTo>
                  <a:pt x="11892" y="18866"/>
                </a:lnTo>
                <a:lnTo>
                  <a:pt x="11892" y="17499"/>
                </a:lnTo>
                <a:lnTo>
                  <a:pt x="19173" y="17499"/>
                </a:lnTo>
                <a:lnTo>
                  <a:pt x="19901" y="17225"/>
                </a:lnTo>
                <a:lnTo>
                  <a:pt x="20872" y="16952"/>
                </a:lnTo>
                <a:lnTo>
                  <a:pt x="21115" y="15858"/>
                </a:lnTo>
                <a:lnTo>
                  <a:pt x="21600" y="14765"/>
                </a:lnTo>
                <a:lnTo>
                  <a:pt x="21600" y="2734"/>
                </a:lnTo>
                <a:lnTo>
                  <a:pt x="21115" y="1641"/>
                </a:lnTo>
                <a:lnTo>
                  <a:pt x="20872" y="820"/>
                </a:lnTo>
                <a:lnTo>
                  <a:pt x="19901" y="273"/>
                </a:lnTo>
                <a:lnTo>
                  <a:pt x="19173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49"/>
          <p:cNvSpPr/>
          <p:nvPr/>
        </p:nvSpPr>
        <p:spPr>
          <a:xfrm>
            <a:off x="15574433" y="10198100"/>
            <a:ext cx="203202" cy="266706"/>
          </a:xfrm>
          <a:custGeom>
            <a:rect b="b" l="l" r="r" t="t"/>
            <a:pathLst>
              <a:path extrusionOk="0" h="21600" w="21600">
                <a:moveTo>
                  <a:pt x="8272" y="6968"/>
                </a:moveTo>
                <a:lnTo>
                  <a:pt x="8272" y="21600"/>
                </a:lnTo>
                <a:lnTo>
                  <a:pt x="12868" y="21600"/>
                </a:lnTo>
                <a:lnTo>
                  <a:pt x="12868" y="6968"/>
                </a:lnTo>
                <a:lnTo>
                  <a:pt x="17923" y="10800"/>
                </a:lnTo>
                <a:lnTo>
                  <a:pt x="21600" y="8361"/>
                </a:lnTo>
                <a:lnTo>
                  <a:pt x="10570" y="0"/>
                </a:lnTo>
                <a:lnTo>
                  <a:pt x="0" y="8361"/>
                </a:lnTo>
                <a:lnTo>
                  <a:pt x="3217" y="10800"/>
                </a:lnTo>
                <a:lnTo>
                  <a:pt x="8272" y="696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49"/>
          <p:cNvSpPr/>
          <p:nvPr/>
        </p:nvSpPr>
        <p:spPr>
          <a:xfrm>
            <a:off x="14478000" y="10350500"/>
            <a:ext cx="381024" cy="342900"/>
          </a:xfrm>
          <a:custGeom>
            <a:rect b="b" l="l" r="r" t="t"/>
            <a:pathLst>
              <a:path extrusionOk="0" h="21600" w="21600">
                <a:moveTo>
                  <a:pt x="19173" y="0"/>
                </a:moveTo>
                <a:lnTo>
                  <a:pt x="17960" y="0"/>
                </a:lnTo>
                <a:lnTo>
                  <a:pt x="17960" y="2734"/>
                </a:lnTo>
                <a:lnTo>
                  <a:pt x="19173" y="2734"/>
                </a:lnTo>
                <a:lnTo>
                  <a:pt x="19173" y="10937"/>
                </a:lnTo>
                <a:lnTo>
                  <a:pt x="2427" y="10937"/>
                </a:lnTo>
                <a:lnTo>
                  <a:pt x="2427" y="2734"/>
                </a:lnTo>
                <a:lnTo>
                  <a:pt x="3640" y="2734"/>
                </a:lnTo>
                <a:lnTo>
                  <a:pt x="3640" y="0"/>
                </a:lnTo>
                <a:lnTo>
                  <a:pt x="2427" y="0"/>
                </a:lnTo>
                <a:lnTo>
                  <a:pt x="1456" y="273"/>
                </a:lnTo>
                <a:lnTo>
                  <a:pt x="728" y="820"/>
                </a:lnTo>
                <a:lnTo>
                  <a:pt x="243" y="1641"/>
                </a:lnTo>
                <a:lnTo>
                  <a:pt x="0" y="2734"/>
                </a:lnTo>
                <a:lnTo>
                  <a:pt x="0" y="14765"/>
                </a:lnTo>
                <a:lnTo>
                  <a:pt x="243" y="15858"/>
                </a:lnTo>
                <a:lnTo>
                  <a:pt x="728" y="16952"/>
                </a:lnTo>
                <a:lnTo>
                  <a:pt x="1456" y="17225"/>
                </a:lnTo>
                <a:lnTo>
                  <a:pt x="2427" y="17499"/>
                </a:lnTo>
                <a:lnTo>
                  <a:pt x="9708" y="17499"/>
                </a:lnTo>
                <a:lnTo>
                  <a:pt x="9708" y="18866"/>
                </a:lnTo>
                <a:lnTo>
                  <a:pt x="6067" y="18866"/>
                </a:lnTo>
                <a:lnTo>
                  <a:pt x="6067" y="21600"/>
                </a:lnTo>
                <a:lnTo>
                  <a:pt x="15533" y="21600"/>
                </a:lnTo>
                <a:lnTo>
                  <a:pt x="15533" y="18866"/>
                </a:lnTo>
                <a:lnTo>
                  <a:pt x="11892" y="18866"/>
                </a:lnTo>
                <a:lnTo>
                  <a:pt x="11892" y="17499"/>
                </a:lnTo>
                <a:lnTo>
                  <a:pt x="19173" y="17499"/>
                </a:lnTo>
                <a:lnTo>
                  <a:pt x="20144" y="17225"/>
                </a:lnTo>
                <a:lnTo>
                  <a:pt x="20872" y="16952"/>
                </a:lnTo>
                <a:lnTo>
                  <a:pt x="21357" y="15858"/>
                </a:lnTo>
                <a:lnTo>
                  <a:pt x="21600" y="14765"/>
                </a:lnTo>
                <a:lnTo>
                  <a:pt x="21600" y="2734"/>
                </a:lnTo>
                <a:lnTo>
                  <a:pt x="21357" y="1641"/>
                </a:lnTo>
                <a:lnTo>
                  <a:pt x="20872" y="820"/>
                </a:lnTo>
                <a:lnTo>
                  <a:pt x="20144" y="273"/>
                </a:lnTo>
                <a:lnTo>
                  <a:pt x="19173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49"/>
          <p:cNvSpPr/>
          <p:nvPr/>
        </p:nvSpPr>
        <p:spPr>
          <a:xfrm>
            <a:off x="14566902" y="10185400"/>
            <a:ext cx="203202" cy="266706"/>
          </a:xfrm>
          <a:custGeom>
            <a:rect b="b" l="l" r="r" t="t"/>
            <a:pathLst>
              <a:path extrusionOk="0" h="21600" w="21600">
                <a:moveTo>
                  <a:pt x="21600" y="13456"/>
                </a:moveTo>
                <a:lnTo>
                  <a:pt x="18383" y="10623"/>
                </a:lnTo>
                <a:lnTo>
                  <a:pt x="12868" y="14872"/>
                </a:lnTo>
                <a:lnTo>
                  <a:pt x="12868" y="0"/>
                </a:lnTo>
                <a:lnTo>
                  <a:pt x="8732" y="0"/>
                </a:lnTo>
                <a:lnTo>
                  <a:pt x="8732" y="14872"/>
                </a:lnTo>
                <a:lnTo>
                  <a:pt x="3217" y="10623"/>
                </a:lnTo>
                <a:lnTo>
                  <a:pt x="0" y="13456"/>
                </a:lnTo>
                <a:lnTo>
                  <a:pt x="10570" y="21600"/>
                </a:lnTo>
                <a:lnTo>
                  <a:pt x="21600" y="1345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49"/>
          <p:cNvSpPr/>
          <p:nvPr/>
        </p:nvSpPr>
        <p:spPr>
          <a:xfrm>
            <a:off x="13804902" y="10629900"/>
            <a:ext cx="50814" cy="3812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0" y="17280"/>
                </a:lnTo>
                <a:lnTo>
                  <a:pt x="2160" y="19440"/>
                </a:lnTo>
                <a:lnTo>
                  <a:pt x="6480" y="21600"/>
                </a:ln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2160"/>
                </a:lnTo>
                <a:lnTo>
                  <a:pt x="17280" y="0"/>
                </a:lnTo>
                <a:lnTo>
                  <a:pt x="6480" y="0"/>
                </a:lnTo>
                <a:lnTo>
                  <a:pt x="2160" y="2160"/>
                </a:lnTo>
                <a:lnTo>
                  <a:pt x="0" y="6480"/>
                </a:lnTo>
                <a:lnTo>
                  <a:pt x="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49"/>
          <p:cNvSpPr/>
          <p:nvPr/>
        </p:nvSpPr>
        <p:spPr>
          <a:xfrm>
            <a:off x="13474702" y="10629900"/>
            <a:ext cx="38124" cy="3812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0" y="17280"/>
                </a:lnTo>
                <a:lnTo>
                  <a:pt x="4320" y="19440"/>
                </a:lnTo>
                <a:lnTo>
                  <a:pt x="6480" y="21600"/>
                </a:ln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2160"/>
                </a:lnTo>
                <a:lnTo>
                  <a:pt x="17280" y="0"/>
                </a:lnTo>
                <a:lnTo>
                  <a:pt x="6480" y="0"/>
                </a:lnTo>
                <a:lnTo>
                  <a:pt x="0" y="6480"/>
                </a:lnTo>
                <a:lnTo>
                  <a:pt x="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49"/>
          <p:cNvSpPr/>
          <p:nvPr/>
        </p:nvSpPr>
        <p:spPr>
          <a:xfrm>
            <a:off x="13474702" y="10210800"/>
            <a:ext cx="381024" cy="203202"/>
          </a:xfrm>
          <a:custGeom>
            <a:rect b="b" l="l" r="r" t="t"/>
            <a:pathLst>
              <a:path extrusionOk="0" h="21600" w="21600">
                <a:moveTo>
                  <a:pt x="21600" y="2204"/>
                </a:moveTo>
                <a:lnTo>
                  <a:pt x="21600" y="882"/>
                </a:lnTo>
                <a:lnTo>
                  <a:pt x="21115" y="0"/>
                </a:lnTo>
                <a:lnTo>
                  <a:pt x="728" y="0"/>
                </a:lnTo>
                <a:lnTo>
                  <a:pt x="485" y="441"/>
                </a:lnTo>
                <a:lnTo>
                  <a:pt x="0" y="88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220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49"/>
          <p:cNvSpPr/>
          <p:nvPr/>
        </p:nvSpPr>
        <p:spPr>
          <a:xfrm>
            <a:off x="13436600" y="10439400"/>
            <a:ext cx="457218" cy="228582"/>
          </a:xfrm>
          <a:custGeom>
            <a:rect b="b" l="l" r="r" t="t"/>
            <a:pathLst>
              <a:path extrusionOk="0" h="21600" w="21600">
                <a:moveTo>
                  <a:pt x="21600" y="7200"/>
                </a:moveTo>
                <a:lnTo>
                  <a:pt x="19970" y="0"/>
                </a:lnTo>
                <a:lnTo>
                  <a:pt x="1426" y="0"/>
                </a:lnTo>
                <a:lnTo>
                  <a:pt x="0" y="7200"/>
                </a:lnTo>
                <a:lnTo>
                  <a:pt x="0" y="8800"/>
                </a:lnTo>
                <a:lnTo>
                  <a:pt x="204" y="10400"/>
                </a:lnTo>
                <a:lnTo>
                  <a:pt x="1019" y="11200"/>
                </a:lnTo>
                <a:lnTo>
                  <a:pt x="1630" y="11600"/>
                </a:lnTo>
                <a:lnTo>
                  <a:pt x="9781" y="11600"/>
                </a:lnTo>
                <a:lnTo>
                  <a:pt x="9781" y="17600"/>
                </a:lnTo>
                <a:lnTo>
                  <a:pt x="4687" y="17600"/>
                </a:lnTo>
                <a:lnTo>
                  <a:pt x="4687" y="21600"/>
                </a:lnTo>
                <a:lnTo>
                  <a:pt x="16709" y="21600"/>
                </a:lnTo>
                <a:lnTo>
                  <a:pt x="16709" y="17600"/>
                </a:lnTo>
                <a:lnTo>
                  <a:pt x="11819" y="17600"/>
                </a:lnTo>
                <a:lnTo>
                  <a:pt x="11819" y="11600"/>
                </a:lnTo>
                <a:lnTo>
                  <a:pt x="19766" y="11600"/>
                </a:lnTo>
                <a:lnTo>
                  <a:pt x="20581" y="11200"/>
                </a:lnTo>
                <a:lnTo>
                  <a:pt x="21192" y="10400"/>
                </a:lnTo>
                <a:lnTo>
                  <a:pt x="21600" y="8800"/>
                </a:lnTo>
                <a:lnTo>
                  <a:pt x="21600" y="7200"/>
                </a:lnTo>
                <a:close/>
                <a:moveTo>
                  <a:pt x="12838" y="8000"/>
                </a:moveTo>
                <a:lnTo>
                  <a:pt x="8762" y="8000"/>
                </a:lnTo>
                <a:lnTo>
                  <a:pt x="8762" y="4000"/>
                </a:lnTo>
                <a:lnTo>
                  <a:pt x="12838" y="4000"/>
                </a:lnTo>
                <a:lnTo>
                  <a:pt x="12838" y="80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49"/>
          <p:cNvSpPr/>
          <p:nvPr/>
        </p:nvSpPr>
        <p:spPr>
          <a:xfrm>
            <a:off x="18495434" y="8242301"/>
            <a:ext cx="368280" cy="381024"/>
          </a:xfrm>
          <a:custGeom>
            <a:rect b="b" l="l" r="r" t="t"/>
            <a:pathLst>
              <a:path extrusionOk="0" h="21600" w="21600">
                <a:moveTo>
                  <a:pt x="17960" y="0"/>
                </a:moveTo>
                <a:lnTo>
                  <a:pt x="3640" y="0"/>
                </a:lnTo>
                <a:lnTo>
                  <a:pt x="2184" y="243"/>
                </a:lnTo>
                <a:lnTo>
                  <a:pt x="243" y="2184"/>
                </a:lnTo>
                <a:lnTo>
                  <a:pt x="0" y="3640"/>
                </a:lnTo>
                <a:lnTo>
                  <a:pt x="0" y="19173"/>
                </a:lnTo>
                <a:lnTo>
                  <a:pt x="243" y="20144"/>
                </a:lnTo>
                <a:lnTo>
                  <a:pt x="728" y="20872"/>
                </a:lnTo>
                <a:lnTo>
                  <a:pt x="1456" y="21357"/>
                </a:lnTo>
                <a:lnTo>
                  <a:pt x="2427" y="21600"/>
                </a:lnTo>
                <a:lnTo>
                  <a:pt x="19173" y="21600"/>
                </a:lnTo>
                <a:lnTo>
                  <a:pt x="20144" y="21357"/>
                </a:lnTo>
                <a:lnTo>
                  <a:pt x="21115" y="20872"/>
                </a:lnTo>
                <a:lnTo>
                  <a:pt x="21357" y="20144"/>
                </a:lnTo>
                <a:lnTo>
                  <a:pt x="21600" y="19173"/>
                </a:lnTo>
                <a:lnTo>
                  <a:pt x="21600" y="3640"/>
                </a:lnTo>
                <a:lnTo>
                  <a:pt x="21357" y="2184"/>
                </a:lnTo>
                <a:lnTo>
                  <a:pt x="19416" y="243"/>
                </a:lnTo>
                <a:lnTo>
                  <a:pt x="17960" y="0"/>
                </a:lnTo>
                <a:close/>
                <a:moveTo>
                  <a:pt x="8494" y="2427"/>
                </a:moveTo>
                <a:lnTo>
                  <a:pt x="13348" y="2427"/>
                </a:lnTo>
                <a:lnTo>
                  <a:pt x="13348" y="4854"/>
                </a:lnTo>
                <a:lnTo>
                  <a:pt x="8494" y="4854"/>
                </a:lnTo>
                <a:lnTo>
                  <a:pt x="8494" y="2427"/>
                </a:lnTo>
                <a:close/>
                <a:moveTo>
                  <a:pt x="2427" y="3640"/>
                </a:moveTo>
                <a:lnTo>
                  <a:pt x="2427" y="2912"/>
                </a:lnTo>
                <a:lnTo>
                  <a:pt x="2670" y="2670"/>
                </a:lnTo>
                <a:lnTo>
                  <a:pt x="3155" y="2427"/>
                </a:lnTo>
                <a:lnTo>
                  <a:pt x="6067" y="2427"/>
                </a:lnTo>
                <a:lnTo>
                  <a:pt x="6067" y="4854"/>
                </a:lnTo>
                <a:lnTo>
                  <a:pt x="2427" y="4854"/>
                </a:lnTo>
                <a:lnTo>
                  <a:pt x="2427" y="3640"/>
                </a:lnTo>
                <a:close/>
                <a:moveTo>
                  <a:pt x="10921" y="14319"/>
                </a:moveTo>
                <a:lnTo>
                  <a:pt x="8494" y="14319"/>
                </a:lnTo>
                <a:lnTo>
                  <a:pt x="8494" y="16746"/>
                </a:lnTo>
                <a:lnTo>
                  <a:pt x="6067" y="16746"/>
                </a:lnTo>
                <a:lnTo>
                  <a:pt x="6067" y="14319"/>
                </a:lnTo>
                <a:lnTo>
                  <a:pt x="3640" y="14319"/>
                </a:lnTo>
                <a:lnTo>
                  <a:pt x="3640" y="11892"/>
                </a:lnTo>
                <a:lnTo>
                  <a:pt x="6067" y="11892"/>
                </a:lnTo>
                <a:lnTo>
                  <a:pt x="6067" y="9708"/>
                </a:lnTo>
                <a:lnTo>
                  <a:pt x="8494" y="9708"/>
                </a:lnTo>
                <a:lnTo>
                  <a:pt x="8494" y="11892"/>
                </a:lnTo>
                <a:lnTo>
                  <a:pt x="10921" y="11892"/>
                </a:lnTo>
                <a:lnTo>
                  <a:pt x="10921" y="14319"/>
                </a:lnTo>
                <a:close/>
                <a:moveTo>
                  <a:pt x="16746" y="17960"/>
                </a:moveTo>
                <a:lnTo>
                  <a:pt x="14319" y="17960"/>
                </a:lnTo>
                <a:lnTo>
                  <a:pt x="14319" y="11407"/>
                </a:lnTo>
                <a:lnTo>
                  <a:pt x="12620" y="12378"/>
                </a:lnTo>
                <a:lnTo>
                  <a:pt x="11649" y="10193"/>
                </a:lnTo>
                <a:lnTo>
                  <a:pt x="15047" y="8494"/>
                </a:lnTo>
                <a:lnTo>
                  <a:pt x="15533" y="8494"/>
                </a:lnTo>
                <a:lnTo>
                  <a:pt x="16261" y="8737"/>
                </a:lnTo>
                <a:lnTo>
                  <a:pt x="16503" y="8980"/>
                </a:lnTo>
                <a:lnTo>
                  <a:pt x="16746" y="9708"/>
                </a:lnTo>
                <a:lnTo>
                  <a:pt x="16746" y="17960"/>
                </a:lnTo>
                <a:close/>
                <a:moveTo>
                  <a:pt x="19173" y="4854"/>
                </a:moveTo>
                <a:lnTo>
                  <a:pt x="15533" y="4854"/>
                </a:lnTo>
                <a:lnTo>
                  <a:pt x="15533" y="2427"/>
                </a:lnTo>
                <a:lnTo>
                  <a:pt x="18688" y="2427"/>
                </a:lnTo>
                <a:lnTo>
                  <a:pt x="19173" y="2912"/>
                </a:lnTo>
                <a:lnTo>
                  <a:pt x="19173" y="485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49"/>
          <p:cNvSpPr/>
          <p:nvPr/>
        </p:nvSpPr>
        <p:spPr>
          <a:xfrm>
            <a:off x="13436600" y="8204200"/>
            <a:ext cx="457218" cy="457218"/>
          </a:xfrm>
          <a:custGeom>
            <a:rect b="b" l="l" r="r" t="t"/>
            <a:pathLst>
              <a:path extrusionOk="0" h="21600" w="21600">
                <a:moveTo>
                  <a:pt x="10899" y="0"/>
                </a:moveTo>
                <a:lnTo>
                  <a:pt x="8719" y="198"/>
                </a:lnTo>
                <a:lnTo>
                  <a:pt x="6738" y="793"/>
                </a:lnTo>
                <a:lnTo>
                  <a:pt x="4756" y="1982"/>
                </a:lnTo>
                <a:lnTo>
                  <a:pt x="3171" y="3171"/>
                </a:lnTo>
                <a:lnTo>
                  <a:pt x="1982" y="4756"/>
                </a:lnTo>
                <a:lnTo>
                  <a:pt x="793" y="6738"/>
                </a:lnTo>
                <a:lnTo>
                  <a:pt x="396" y="8521"/>
                </a:lnTo>
                <a:lnTo>
                  <a:pt x="0" y="10701"/>
                </a:lnTo>
                <a:lnTo>
                  <a:pt x="396" y="13079"/>
                </a:lnTo>
                <a:lnTo>
                  <a:pt x="793" y="14862"/>
                </a:lnTo>
                <a:lnTo>
                  <a:pt x="1982" y="16844"/>
                </a:lnTo>
                <a:lnTo>
                  <a:pt x="3171" y="18429"/>
                </a:lnTo>
                <a:lnTo>
                  <a:pt x="4756" y="19618"/>
                </a:lnTo>
                <a:lnTo>
                  <a:pt x="6738" y="20807"/>
                </a:lnTo>
                <a:lnTo>
                  <a:pt x="8719" y="21204"/>
                </a:lnTo>
                <a:lnTo>
                  <a:pt x="10899" y="21600"/>
                </a:lnTo>
                <a:lnTo>
                  <a:pt x="13079" y="21204"/>
                </a:lnTo>
                <a:lnTo>
                  <a:pt x="15061" y="20807"/>
                </a:lnTo>
                <a:lnTo>
                  <a:pt x="17042" y="19618"/>
                </a:lnTo>
                <a:lnTo>
                  <a:pt x="18429" y="18429"/>
                </a:lnTo>
                <a:lnTo>
                  <a:pt x="19618" y="16844"/>
                </a:lnTo>
                <a:lnTo>
                  <a:pt x="20807" y="14862"/>
                </a:lnTo>
                <a:lnTo>
                  <a:pt x="21402" y="13079"/>
                </a:lnTo>
                <a:lnTo>
                  <a:pt x="21600" y="10701"/>
                </a:lnTo>
                <a:lnTo>
                  <a:pt x="21402" y="8521"/>
                </a:lnTo>
                <a:lnTo>
                  <a:pt x="20807" y="6738"/>
                </a:lnTo>
                <a:lnTo>
                  <a:pt x="19618" y="4756"/>
                </a:lnTo>
                <a:lnTo>
                  <a:pt x="18429" y="3171"/>
                </a:lnTo>
                <a:lnTo>
                  <a:pt x="17042" y="1982"/>
                </a:lnTo>
                <a:lnTo>
                  <a:pt x="15061" y="793"/>
                </a:lnTo>
                <a:lnTo>
                  <a:pt x="13079" y="198"/>
                </a:lnTo>
                <a:lnTo>
                  <a:pt x="10899" y="0"/>
                </a:lnTo>
                <a:close/>
                <a:moveTo>
                  <a:pt x="12881" y="15655"/>
                </a:moveTo>
                <a:lnTo>
                  <a:pt x="11890" y="15655"/>
                </a:lnTo>
                <a:lnTo>
                  <a:pt x="11890" y="13673"/>
                </a:lnTo>
                <a:lnTo>
                  <a:pt x="12881" y="13673"/>
                </a:lnTo>
                <a:lnTo>
                  <a:pt x="13475" y="13475"/>
                </a:lnTo>
                <a:lnTo>
                  <a:pt x="14268" y="13277"/>
                </a:lnTo>
                <a:lnTo>
                  <a:pt x="14664" y="11692"/>
                </a:lnTo>
                <a:lnTo>
                  <a:pt x="14466" y="11097"/>
                </a:lnTo>
                <a:lnTo>
                  <a:pt x="14268" y="10305"/>
                </a:lnTo>
                <a:lnTo>
                  <a:pt x="13475" y="10106"/>
                </a:lnTo>
                <a:lnTo>
                  <a:pt x="12881" y="9908"/>
                </a:lnTo>
                <a:lnTo>
                  <a:pt x="7332" y="9908"/>
                </a:lnTo>
                <a:lnTo>
                  <a:pt x="9314" y="11692"/>
                </a:lnTo>
                <a:lnTo>
                  <a:pt x="7927" y="13277"/>
                </a:lnTo>
                <a:lnTo>
                  <a:pt x="3567" y="8917"/>
                </a:lnTo>
                <a:lnTo>
                  <a:pt x="7927" y="4360"/>
                </a:lnTo>
                <a:lnTo>
                  <a:pt x="9314" y="5945"/>
                </a:lnTo>
                <a:lnTo>
                  <a:pt x="7332" y="7927"/>
                </a:lnTo>
                <a:lnTo>
                  <a:pt x="13475" y="7927"/>
                </a:lnTo>
                <a:lnTo>
                  <a:pt x="14268" y="8125"/>
                </a:lnTo>
                <a:lnTo>
                  <a:pt x="15457" y="9116"/>
                </a:lnTo>
                <a:lnTo>
                  <a:pt x="16448" y="10305"/>
                </a:lnTo>
                <a:lnTo>
                  <a:pt x="16646" y="11097"/>
                </a:lnTo>
                <a:lnTo>
                  <a:pt x="16646" y="12484"/>
                </a:lnTo>
                <a:lnTo>
                  <a:pt x="16448" y="13277"/>
                </a:lnTo>
                <a:lnTo>
                  <a:pt x="15457" y="14466"/>
                </a:lnTo>
                <a:lnTo>
                  <a:pt x="14268" y="15457"/>
                </a:lnTo>
                <a:lnTo>
                  <a:pt x="13475" y="15655"/>
                </a:lnTo>
                <a:lnTo>
                  <a:pt x="12881" y="1565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49"/>
          <p:cNvSpPr/>
          <p:nvPr/>
        </p:nvSpPr>
        <p:spPr>
          <a:xfrm>
            <a:off x="14439902" y="8204200"/>
            <a:ext cx="457218" cy="457218"/>
          </a:xfrm>
          <a:custGeom>
            <a:rect b="b" l="l" r="r" t="t"/>
            <a:pathLst>
              <a:path extrusionOk="0" h="21600" w="21600">
                <a:moveTo>
                  <a:pt x="10701" y="0"/>
                </a:moveTo>
                <a:lnTo>
                  <a:pt x="8521" y="198"/>
                </a:lnTo>
                <a:lnTo>
                  <a:pt x="6738" y="793"/>
                </a:lnTo>
                <a:lnTo>
                  <a:pt x="4756" y="1982"/>
                </a:lnTo>
                <a:lnTo>
                  <a:pt x="3171" y="3171"/>
                </a:lnTo>
                <a:lnTo>
                  <a:pt x="1982" y="4756"/>
                </a:lnTo>
                <a:lnTo>
                  <a:pt x="793" y="6738"/>
                </a:lnTo>
                <a:lnTo>
                  <a:pt x="198" y="8521"/>
                </a:lnTo>
                <a:lnTo>
                  <a:pt x="0" y="10701"/>
                </a:lnTo>
                <a:lnTo>
                  <a:pt x="198" y="13079"/>
                </a:lnTo>
                <a:lnTo>
                  <a:pt x="793" y="14862"/>
                </a:lnTo>
                <a:lnTo>
                  <a:pt x="1982" y="16844"/>
                </a:lnTo>
                <a:lnTo>
                  <a:pt x="3171" y="18429"/>
                </a:lnTo>
                <a:lnTo>
                  <a:pt x="4756" y="19618"/>
                </a:lnTo>
                <a:lnTo>
                  <a:pt x="6738" y="20807"/>
                </a:lnTo>
                <a:lnTo>
                  <a:pt x="8521" y="21204"/>
                </a:lnTo>
                <a:lnTo>
                  <a:pt x="10701" y="21600"/>
                </a:lnTo>
                <a:lnTo>
                  <a:pt x="13079" y="21204"/>
                </a:lnTo>
                <a:lnTo>
                  <a:pt x="14862" y="20807"/>
                </a:lnTo>
                <a:lnTo>
                  <a:pt x="16844" y="19618"/>
                </a:lnTo>
                <a:lnTo>
                  <a:pt x="18429" y="18429"/>
                </a:lnTo>
                <a:lnTo>
                  <a:pt x="19618" y="16844"/>
                </a:lnTo>
                <a:lnTo>
                  <a:pt x="20807" y="14862"/>
                </a:lnTo>
                <a:lnTo>
                  <a:pt x="21402" y="13079"/>
                </a:lnTo>
                <a:lnTo>
                  <a:pt x="21600" y="10701"/>
                </a:lnTo>
                <a:lnTo>
                  <a:pt x="21402" y="8521"/>
                </a:lnTo>
                <a:lnTo>
                  <a:pt x="20807" y="6738"/>
                </a:lnTo>
                <a:lnTo>
                  <a:pt x="19618" y="4756"/>
                </a:lnTo>
                <a:lnTo>
                  <a:pt x="18429" y="3171"/>
                </a:lnTo>
                <a:lnTo>
                  <a:pt x="16844" y="1982"/>
                </a:lnTo>
                <a:lnTo>
                  <a:pt x="14862" y="793"/>
                </a:lnTo>
                <a:lnTo>
                  <a:pt x="13079" y="198"/>
                </a:lnTo>
                <a:lnTo>
                  <a:pt x="10701" y="0"/>
                </a:lnTo>
                <a:close/>
                <a:moveTo>
                  <a:pt x="13673" y="13277"/>
                </a:moveTo>
                <a:lnTo>
                  <a:pt x="12286" y="11692"/>
                </a:lnTo>
                <a:lnTo>
                  <a:pt x="14268" y="9908"/>
                </a:lnTo>
                <a:lnTo>
                  <a:pt x="8917" y="9908"/>
                </a:lnTo>
                <a:lnTo>
                  <a:pt x="7332" y="10305"/>
                </a:lnTo>
                <a:lnTo>
                  <a:pt x="7134" y="11097"/>
                </a:lnTo>
                <a:lnTo>
                  <a:pt x="6936" y="11692"/>
                </a:lnTo>
                <a:lnTo>
                  <a:pt x="7332" y="13277"/>
                </a:lnTo>
                <a:lnTo>
                  <a:pt x="8917" y="13673"/>
                </a:lnTo>
                <a:lnTo>
                  <a:pt x="9908" y="13673"/>
                </a:lnTo>
                <a:lnTo>
                  <a:pt x="9908" y="15655"/>
                </a:lnTo>
                <a:lnTo>
                  <a:pt x="8125" y="15655"/>
                </a:lnTo>
                <a:lnTo>
                  <a:pt x="7332" y="15457"/>
                </a:lnTo>
                <a:lnTo>
                  <a:pt x="6143" y="14466"/>
                </a:lnTo>
                <a:lnTo>
                  <a:pt x="5152" y="13277"/>
                </a:lnTo>
                <a:lnTo>
                  <a:pt x="4954" y="12484"/>
                </a:lnTo>
                <a:lnTo>
                  <a:pt x="4954" y="11097"/>
                </a:lnTo>
                <a:lnTo>
                  <a:pt x="5152" y="10305"/>
                </a:lnTo>
                <a:lnTo>
                  <a:pt x="6143" y="9116"/>
                </a:lnTo>
                <a:lnTo>
                  <a:pt x="7332" y="8125"/>
                </a:lnTo>
                <a:lnTo>
                  <a:pt x="8125" y="7927"/>
                </a:lnTo>
                <a:lnTo>
                  <a:pt x="14268" y="7927"/>
                </a:lnTo>
                <a:lnTo>
                  <a:pt x="12286" y="5945"/>
                </a:lnTo>
                <a:lnTo>
                  <a:pt x="13673" y="4360"/>
                </a:lnTo>
                <a:lnTo>
                  <a:pt x="18033" y="8917"/>
                </a:lnTo>
                <a:lnTo>
                  <a:pt x="13673" y="1327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49"/>
          <p:cNvSpPr/>
          <p:nvPr/>
        </p:nvSpPr>
        <p:spPr>
          <a:xfrm>
            <a:off x="18470034" y="10287000"/>
            <a:ext cx="419094" cy="292086"/>
          </a:xfrm>
          <a:custGeom>
            <a:rect b="b" l="l" r="r" t="t"/>
            <a:pathLst>
              <a:path extrusionOk="0" h="21600" w="21600">
                <a:moveTo>
                  <a:pt x="13964" y="0"/>
                </a:moveTo>
                <a:lnTo>
                  <a:pt x="12218" y="626"/>
                </a:lnTo>
                <a:lnTo>
                  <a:pt x="10255" y="1565"/>
                </a:lnTo>
                <a:lnTo>
                  <a:pt x="8945" y="3130"/>
                </a:lnTo>
                <a:lnTo>
                  <a:pt x="7636" y="5009"/>
                </a:lnTo>
                <a:lnTo>
                  <a:pt x="9164" y="6574"/>
                </a:lnTo>
                <a:lnTo>
                  <a:pt x="10909" y="9391"/>
                </a:lnTo>
                <a:lnTo>
                  <a:pt x="10036" y="10017"/>
                </a:lnTo>
                <a:lnTo>
                  <a:pt x="8727" y="8139"/>
                </a:lnTo>
                <a:lnTo>
                  <a:pt x="7636" y="6887"/>
                </a:lnTo>
                <a:lnTo>
                  <a:pt x="6545" y="6261"/>
                </a:lnTo>
                <a:lnTo>
                  <a:pt x="4364" y="6261"/>
                </a:lnTo>
                <a:lnTo>
                  <a:pt x="3273" y="6887"/>
                </a:lnTo>
                <a:lnTo>
                  <a:pt x="2400" y="7513"/>
                </a:lnTo>
                <a:lnTo>
                  <a:pt x="873" y="9704"/>
                </a:lnTo>
                <a:lnTo>
                  <a:pt x="655" y="10957"/>
                </a:lnTo>
                <a:lnTo>
                  <a:pt x="0" y="12522"/>
                </a:lnTo>
                <a:lnTo>
                  <a:pt x="0" y="15652"/>
                </a:lnTo>
                <a:lnTo>
                  <a:pt x="655" y="17217"/>
                </a:lnTo>
                <a:lnTo>
                  <a:pt x="873" y="18157"/>
                </a:lnTo>
                <a:lnTo>
                  <a:pt x="1745" y="19409"/>
                </a:lnTo>
                <a:lnTo>
                  <a:pt x="2400" y="20661"/>
                </a:lnTo>
                <a:lnTo>
                  <a:pt x="3273" y="20974"/>
                </a:lnTo>
                <a:lnTo>
                  <a:pt x="4364" y="21600"/>
                </a:lnTo>
                <a:lnTo>
                  <a:pt x="13964" y="21600"/>
                </a:lnTo>
                <a:lnTo>
                  <a:pt x="15709" y="21287"/>
                </a:lnTo>
                <a:lnTo>
                  <a:pt x="17018" y="20974"/>
                </a:lnTo>
                <a:lnTo>
                  <a:pt x="18327" y="19722"/>
                </a:lnTo>
                <a:lnTo>
                  <a:pt x="19418" y="18470"/>
                </a:lnTo>
                <a:lnTo>
                  <a:pt x="20291" y="17217"/>
                </a:lnTo>
                <a:lnTo>
                  <a:pt x="21164" y="15026"/>
                </a:lnTo>
                <a:lnTo>
                  <a:pt x="21382" y="13148"/>
                </a:lnTo>
                <a:lnTo>
                  <a:pt x="21600" y="10957"/>
                </a:lnTo>
                <a:lnTo>
                  <a:pt x="21382" y="8452"/>
                </a:lnTo>
                <a:lnTo>
                  <a:pt x="21164" y="6574"/>
                </a:lnTo>
                <a:lnTo>
                  <a:pt x="20291" y="4696"/>
                </a:lnTo>
                <a:lnTo>
                  <a:pt x="19418" y="3130"/>
                </a:lnTo>
                <a:lnTo>
                  <a:pt x="18327" y="1878"/>
                </a:lnTo>
                <a:lnTo>
                  <a:pt x="17018" y="939"/>
                </a:lnTo>
                <a:lnTo>
                  <a:pt x="15709" y="626"/>
                </a:lnTo>
                <a:lnTo>
                  <a:pt x="13964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49"/>
          <p:cNvSpPr/>
          <p:nvPr/>
        </p:nvSpPr>
        <p:spPr>
          <a:xfrm>
            <a:off x="19498733" y="10439400"/>
            <a:ext cx="368280" cy="101628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21600" y="9000"/>
                </a:lnTo>
                <a:lnTo>
                  <a:pt x="21357" y="5400"/>
                </a:lnTo>
                <a:lnTo>
                  <a:pt x="20872" y="1800"/>
                </a:lnTo>
                <a:lnTo>
                  <a:pt x="20144" y="900"/>
                </a:lnTo>
                <a:lnTo>
                  <a:pt x="19173" y="0"/>
                </a:lnTo>
                <a:lnTo>
                  <a:pt x="2427" y="0"/>
                </a:lnTo>
                <a:lnTo>
                  <a:pt x="485" y="1800"/>
                </a:lnTo>
                <a:lnTo>
                  <a:pt x="0" y="9000"/>
                </a:lnTo>
                <a:lnTo>
                  <a:pt x="0" y="21600"/>
                </a:lnTo>
                <a:lnTo>
                  <a:pt x="21600" y="21600"/>
                </a:lnTo>
                <a:close/>
                <a:moveTo>
                  <a:pt x="16261" y="6300"/>
                </a:moveTo>
                <a:lnTo>
                  <a:pt x="16746" y="6300"/>
                </a:lnTo>
                <a:lnTo>
                  <a:pt x="17474" y="9000"/>
                </a:lnTo>
                <a:lnTo>
                  <a:pt x="17474" y="13500"/>
                </a:lnTo>
                <a:lnTo>
                  <a:pt x="16989" y="14400"/>
                </a:lnTo>
                <a:lnTo>
                  <a:pt x="16746" y="15300"/>
                </a:lnTo>
                <a:lnTo>
                  <a:pt x="15533" y="15300"/>
                </a:lnTo>
                <a:lnTo>
                  <a:pt x="15047" y="13500"/>
                </a:lnTo>
                <a:lnTo>
                  <a:pt x="15047" y="9000"/>
                </a:lnTo>
                <a:lnTo>
                  <a:pt x="15290" y="7200"/>
                </a:lnTo>
                <a:lnTo>
                  <a:pt x="15533" y="6300"/>
                </a:lnTo>
                <a:lnTo>
                  <a:pt x="16261" y="6300"/>
                </a:lnTo>
                <a:close/>
                <a:moveTo>
                  <a:pt x="12620" y="6300"/>
                </a:moveTo>
                <a:lnTo>
                  <a:pt x="13106" y="6300"/>
                </a:lnTo>
                <a:lnTo>
                  <a:pt x="13591" y="7200"/>
                </a:lnTo>
                <a:lnTo>
                  <a:pt x="13834" y="9000"/>
                </a:lnTo>
                <a:lnTo>
                  <a:pt x="13834" y="13500"/>
                </a:lnTo>
                <a:lnTo>
                  <a:pt x="13591" y="14400"/>
                </a:lnTo>
                <a:lnTo>
                  <a:pt x="13106" y="15300"/>
                </a:lnTo>
                <a:lnTo>
                  <a:pt x="11892" y="15300"/>
                </a:lnTo>
                <a:lnTo>
                  <a:pt x="11407" y="13500"/>
                </a:lnTo>
                <a:lnTo>
                  <a:pt x="11407" y="9000"/>
                </a:lnTo>
                <a:lnTo>
                  <a:pt x="11649" y="7200"/>
                </a:lnTo>
                <a:lnTo>
                  <a:pt x="11892" y="6300"/>
                </a:lnTo>
                <a:lnTo>
                  <a:pt x="12620" y="63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49"/>
          <p:cNvSpPr/>
          <p:nvPr/>
        </p:nvSpPr>
        <p:spPr>
          <a:xfrm>
            <a:off x="19498733" y="10579100"/>
            <a:ext cx="368280" cy="114318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0"/>
                </a:lnTo>
                <a:lnTo>
                  <a:pt x="0" y="12960"/>
                </a:lnTo>
                <a:lnTo>
                  <a:pt x="485" y="19872"/>
                </a:lnTo>
                <a:lnTo>
                  <a:pt x="2427" y="21600"/>
                </a:lnTo>
                <a:lnTo>
                  <a:pt x="19173" y="21600"/>
                </a:lnTo>
                <a:lnTo>
                  <a:pt x="20144" y="20736"/>
                </a:lnTo>
                <a:lnTo>
                  <a:pt x="20872" y="19872"/>
                </a:lnTo>
                <a:lnTo>
                  <a:pt x="21357" y="16416"/>
                </a:lnTo>
                <a:lnTo>
                  <a:pt x="21600" y="12960"/>
                </a:lnTo>
                <a:lnTo>
                  <a:pt x="21600" y="0"/>
                </a:lnTo>
                <a:close/>
                <a:moveTo>
                  <a:pt x="12620" y="15552"/>
                </a:moveTo>
                <a:lnTo>
                  <a:pt x="11892" y="15552"/>
                </a:lnTo>
                <a:lnTo>
                  <a:pt x="11649" y="13824"/>
                </a:lnTo>
                <a:lnTo>
                  <a:pt x="11407" y="12960"/>
                </a:lnTo>
                <a:lnTo>
                  <a:pt x="11407" y="8640"/>
                </a:lnTo>
                <a:lnTo>
                  <a:pt x="11892" y="6912"/>
                </a:lnTo>
                <a:lnTo>
                  <a:pt x="13106" y="6912"/>
                </a:lnTo>
                <a:lnTo>
                  <a:pt x="13591" y="7776"/>
                </a:lnTo>
                <a:lnTo>
                  <a:pt x="13834" y="8640"/>
                </a:lnTo>
                <a:lnTo>
                  <a:pt x="13834" y="12960"/>
                </a:lnTo>
                <a:lnTo>
                  <a:pt x="13106" y="15552"/>
                </a:lnTo>
                <a:lnTo>
                  <a:pt x="12620" y="15552"/>
                </a:lnTo>
                <a:close/>
                <a:moveTo>
                  <a:pt x="16261" y="15552"/>
                </a:moveTo>
                <a:lnTo>
                  <a:pt x="15533" y="15552"/>
                </a:lnTo>
                <a:lnTo>
                  <a:pt x="15290" y="13824"/>
                </a:lnTo>
                <a:lnTo>
                  <a:pt x="15047" y="12960"/>
                </a:lnTo>
                <a:lnTo>
                  <a:pt x="15047" y="8640"/>
                </a:lnTo>
                <a:lnTo>
                  <a:pt x="15533" y="6912"/>
                </a:lnTo>
                <a:lnTo>
                  <a:pt x="16746" y="6912"/>
                </a:lnTo>
                <a:lnTo>
                  <a:pt x="16989" y="7776"/>
                </a:lnTo>
                <a:lnTo>
                  <a:pt x="17474" y="8640"/>
                </a:lnTo>
                <a:lnTo>
                  <a:pt x="17474" y="12960"/>
                </a:lnTo>
                <a:lnTo>
                  <a:pt x="16989" y="13824"/>
                </a:lnTo>
                <a:lnTo>
                  <a:pt x="16746" y="15552"/>
                </a:lnTo>
                <a:lnTo>
                  <a:pt x="16261" y="1555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49"/>
          <p:cNvSpPr/>
          <p:nvPr/>
        </p:nvSpPr>
        <p:spPr>
          <a:xfrm>
            <a:off x="19536834" y="10185400"/>
            <a:ext cx="292086" cy="215892"/>
          </a:xfrm>
          <a:custGeom>
            <a:rect b="b" l="l" r="r" t="t"/>
            <a:pathLst>
              <a:path extrusionOk="0" h="21600" w="21600">
                <a:moveTo>
                  <a:pt x="13774" y="0"/>
                </a:moveTo>
                <a:lnTo>
                  <a:pt x="12209" y="441"/>
                </a:lnTo>
                <a:lnTo>
                  <a:pt x="10330" y="882"/>
                </a:lnTo>
                <a:lnTo>
                  <a:pt x="7826" y="4408"/>
                </a:lnTo>
                <a:lnTo>
                  <a:pt x="9078" y="5290"/>
                </a:lnTo>
                <a:lnTo>
                  <a:pt x="10017" y="6171"/>
                </a:lnTo>
                <a:lnTo>
                  <a:pt x="11270" y="8376"/>
                </a:lnTo>
                <a:lnTo>
                  <a:pt x="10017" y="10139"/>
                </a:lnTo>
                <a:lnTo>
                  <a:pt x="8765" y="7935"/>
                </a:lnTo>
                <a:lnTo>
                  <a:pt x="7826" y="7053"/>
                </a:lnTo>
                <a:lnTo>
                  <a:pt x="6574" y="6171"/>
                </a:lnTo>
                <a:lnTo>
                  <a:pt x="5322" y="5731"/>
                </a:lnTo>
                <a:lnTo>
                  <a:pt x="1565" y="8376"/>
                </a:lnTo>
                <a:lnTo>
                  <a:pt x="313" y="10580"/>
                </a:lnTo>
                <a:lnTo>
                  <a:pt x="0" y="14106"/>
                </a:lnTo>
                <a:lnTo>
                  <a:pt x="313" y="16751"/>
                </a:lnTo>
                <a:lnTo>
                  <a:pt x="1565" y="19396"/>
                </a:lnTo>
                <a:lnTo>
                  <a:pt x="3443" y="21159"/>
                </a:lnTo>
                <a:lnTo>
                  <a:pt x="5322" y="21600"/>
                </a:lnTo>
                <a:lnTo>
                  <a:pt x="15339" y="21600"/>
                </a:lnTo>
                <a:lnTo>
                  <a:pt x="16904" y="20278"/>
                </a:lnTo>
                <a:lnTo>
                  <a:pt x="18157" y="19837"/>
                </a:lnTo>
                <a:lnTo>
                  <a:pt x="19409" y="18514"/>
                </a:lnTo>
                <a:lnTo>
                  <a:pt x="20348" y="16751"/>
                </a:lnTo>
                <a:lnTo>
                  <a:pt x="20661" y="14988"/>
                </a:lnTo>
                <a:lnTo>
                  <a:pt x="21600" y="12784"/>
                </a:lnTo>
                <a:lnTo>
                  <a:pt x="21600" y="8376"/>
                </a:lnTo>
                <a:lnTo>
                  <a:pt x="20661" y="6171"/>
                </a:lnTo>
                <a:lnTo>
                  <a:pt x="20348" y="4849"/>
                </a:lnTo>
                <a:lnTo>
                  <a:pt x="19409" y="3086"/>
                </a:lnTo>
                <a:lnTo>
                  <a:pt x="18157" y="1322"/>
                </a:lnTo>
                <a:lnTo>
                  <a:pt x="16904" y="882"/>
                </a:lnTo>
                <a:lnTo>
                  <a:pt x="15339" y="0"/>
                </a:lnTo>
                <a:lnTo>
                  <a:pt x="13774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49"/>
          <p:cNvSpPr/>
          <p:nvPr/>
        </p:nvSpPr>
        <p:spPr>
          <a:xfrm>
            <a:off x="20480866" y="10236200"/>
            <a:ext cx="419094" cy="406404"/>
          </a:xfrm>
          <a:custGeom>
            <a:rect b="b" l="l" r="r" t="t"/>
            <a:pathLst>
              <a:path extrusionOk="0" h="21600" w="21600">
                <a:moveTo>
                  <a:pt x="10691" y="0"/>
                </a:moveTo>
                <a:lnTo>
                  <a:pt x="8509" y="220"/>
                </a:lnTo>
                <a:lnTo>
                  <a:pt x="6764" y="661"/>
                </a:lnTo>
                <a:lnTo>
                  <a:pt x="4800" y="1763"/>
                </a:lnTo>
                <a:lnTo>
                  <a:pt x="3273" y="3086"/>
                </a:lnTo>
                <a:lnTo>
                  <a:pt x="1091" y="882"/>
                </a:lnTo>
                <a:lnTo>
                  <a:pt x="1091" y="7494"/>
                </a:lnTo>
                <a:lnTo>
                  <a:pt x="7418" y="7494"/>
                </a:lnTo>
                <a:lnTo>
                  <a:pt x="4582" y="4408"/>
                </a:lnTo>
                <a:lnTo>
                  <a:pt x="5891" y="3527"/>
                </a:lnTo>
                <a:lnTo>
                  <a:pt x="7418" y="2645"/>
                </a:lnTo>
                <a:lnTo>
                  <a:pt x="9164" y="2424"/>
                </a:lnTo>
                <a:lnTo>
                  <a:pt x="10691" y="1984"/>
                </a:lnTo>
                <a:lnTo>
                  <a:pt x="12436" y="2424"/>
                </a:lnTo>
                <a:lnTo>
                  <a:pt x="13964" y="2865"/>
                </a:lnTo>
                <a:lnTo>
                  <a:pt x="15491" y="3527"/>
                </a:lnTo>
                <a:lnTo>
                  <a:pt x="17018" y="4408"/>
                </a:lnTo>
                <a:lnTo>
                  <a:pt x="18109" y="5951"/>
                </a:lnTo>
                <a:lnTo>
                  <a:pt x="18982" y="9037"/>
                </a:lnTo>
                <a:lnTo>
                  <a:pt x="19418" y="10800"/>
                </a:lnTo>
                <a:lnTo>
                  <a:pt x="18982" y="12343"/>
                </a:lnTo>
                <a:lnTo>
                  <a:pt x="18545" y="14106"/>
                </a:lnTo>
                <a:lnTo>
                  <a:pt x="18109" y="15649"/>
                </a:lnTo>
                <a:lnTo>
                  <a:pt x="17018" y="16971"/>
                </a:lnTo>
                <a:lnTo>
                  <a:pt x="15491" y="18073"/>
                </a:lnTo>
                <a:lnTo>
                  <a:pt x="13964" y="18735"/>
                </a:lnTo>
                <a:lnTo>
                  <a:pt x="12436" y="19176"/>
                </a:lnTo>
                <a:lnTo>
                  <a:pt x="10691" y="19396"/>
                </a:lnTo>
                <a:lnTo>
                  <a:pt x="9164" y="19176"/>
                </a:lnTo>
                <a:lnTo>
                  <a:pt x="7418" y="18735"/>
                </a:lnTo>
                <a:lnTo>
                  <a:pt x="5891" y="18073"/>
                </a:lnTo>
                <a:lnTo>
                  <a:pt x="4582" y="16971"/>
                </a:lnTo>
                <a:lnTo>
                  <a:pt x="3491" y="15649"/>
                </a:lnTo>
                <a:lnTo>
                  <a:pt x="2836" y="14106"/>
                </a:lnTo>
                <a:lnTo>
                  <a:pt x="2400" y="12343"/>
                </a:lnTo>
                <a:lnTo>
                  <a:pt x="2182" y="10800"/>
                </a:lnTo>
                <a:lnTo>
                  <a:pt x="0" y="10800"/>
                </a:lnTo>
                <a:lnTo>
                  <a:pt x="218" y="13004"/>
                </a:lnTo>
                <a:lnTo>
                  <a:pt x="873" y="15208"/>
                </a:lnTo>
                <a:lnTo>
                  <a:pt x="1964" y="16751"/>
                </a:lnTo>
                <a:lnTo>
                  <a:pt x="3273" y="18294"/>
                </a:lnTo>
                <a:lnTo>
                  <a:pt x="4800" y="19837"/>
                </a:lnTo>
                <a:lnTo>
                  <a:pt x="6327" y="20718"/>
                </a:lnTo>
                <a:lnTo>
                  <a:pt x="8509" y="21380"/>
                </a:lnTo>
                <a:lnTo>
                  <a:pt x="10691" y="21600"/>
                </a:lnTo>
                <a:lnTo>
                  <a:pt x="12873" y="21380"/>
                </a:lnTo>
                <a:lnTo>
                  <a:pt x="15055" y="20718"/>
                </a:lnTo>
                <a:lnTo>
                  <a:pt x="16582" y="19837"/>
                </a:lnTo>
                <a:lnTo>
                  <a:pt x="18327" y="18294"/>
                </a:lnTo>
                <a:lnTo>
                  <a:pt x="19636" y="16751"/>
                </a:lnTo>
                <a:lnTo>
                  <a:pt x="20727" y="15208"/>
                </a:lnTo>
                <a:lnTo>
                  <a:pt x="21600" y="10800"/>
                </a:lnTo>
                <a:lnTo>
                  <a:pt x="20727" y="6392"/>
                </a:lnTo>
                <a:lnTo>
                  <a:pt x="19636" y="4849"/>
                </a:lnTo>
                <a:lnTo>
                  <a:pt x="18327" y="3086"/>
                </a:lnTo>
                <a:lnTo>
                  <a:pt x="16582" y="1763"/>
                </a:lnTo>
                <a:lnTo>
                  <a:pt x="15055" y="661"/>
                </a:lnTo>
                <a:lnTo>
                  <a:pt x="12873" y="220"/>
                </a:lnTo>
                <a:lnTo>
                  <a:pt x="10691" y="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49"/>
          <p:cNvSpPr/>
          <p:nvPr/>
        </p:nvSpPr>
        <p:spPr>
          <a:xfrm>
            <a:off x="21509569" y="10236200"/>
            <a:ext cx="393714" cy="203202"/>
          </a:xfrm>
          <a:custGeom>
            <a:rect b="b" l="l" r="r" t="t"/>
            <a:pathLst>
              <a:path extrusionOk="0" h="21600" w="21600">
                <a:moveTo>
                  <a:pt x="3716" y="8816"/>
                </a:moveTo>
                <a:lnTo>
                  <a:pt x="5110" y="7053"/>
                </a:lnTo>
                <a:lnTo>
                  <a:pt x="6735" y="5290"/>
                </a:lnTo>
                <a:lnTo>
                  <a:pt x="8594" y="4849"/>
                </a:lnTo>
                <a:lnTo>
                  <a:pt x="10219" y="3967"/>
                </a:lnTo>
                <a:lnTo>
                  <a:pt x="11845" y="4849"/>
                </a:lnTo>
                <a:lnTo>
                  <a:pt x="13703" y="5731"/>
                </a:lnTo>
                <a:lnTo>
                  <a:pt x="15329" y="7053"/>
                </a:lnTo>
                <a:lnTo>
                  <a:pt x="16723" y="8816"/>
                </a:lnTo>
                <a:lnTo>
                  <a:pt x="17884" y="11902"/>
                </a:lnTo>
                <a:lnTo>
                  <a:pt x="18581" y="14988"/>
                </a:lnTo>
                <a:lnTo>
                  <a:pt x="19045" y="18073"/>
                </a:lnTo>
                <a:lnTo>
                  <a:pt x="19277" y="21600"/>
                </a:lnTo>
                <a:lnTo>
                  <a:pt x="21600" y="21600"/>
                </a:lnTo>
                <a:lnTo>
                  <a:pt x="21368" y="17192"/>
                </a:lnTo>
                <a:lnTo>
                  <a:pt x="20903" y="12784"/>
                </a:lnTo>
                <a:lnTo>
                  <a:pt x="19742" y="9698"/>
                </a:lnTo>
                <a:lnTo>
                  <a:pt x="18348" y="6171"/>
                </a:lnTo>
                <a:lnTo>
                  <a:pt x="16490" y="3527"/>
                </a:lnTo>
                <a:lnTo>
                  <a:pt x="14865" y="1322"/>
                </a:lnTo>
                <a:lnTo>
                  <a:pt x="12542" y="441"/>
                </a:lnTo>
                <a:lnTo>
                  <a:pt x="10219" y="0"/>
                </a:lnTo>
                <a:lnTo>
                  <a:pt x="7897" y="441"/>
                </a:lnTo>
                <a:lnTo>
                  <a:pt x="6039" y="1322"/>
                </a:lnTo>
                <a:lnTo>
                  <a:pt x="3948" y="3527"/>
                </a:lnTo>
                <a:lnTo>
                  <a:pt x="2090" y="6171"/>
                </a:lnTo>
                <a:lnTo>
                  <a:pt x="0" y="1763"/>
                </a:lnTo>
                <a:lnTo>
                  <a:pt x="0" y="14988"/>
                </a:lnTo>
                <a:lnTo>
                  <a:pt x="6735" y="14988"/>
                </a:lnTo>
                <a:lnTo>
                  <a:pt x="3716" y="8816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49"/>
          <p:cNvSpPr/>
          <p:nvPr/>
        </p:nvSpPr>
        <p:spPr>
          <a:xfrm>
            <a:off x="21484169" y="10439400"/>
            <a:ext cx="393714" cy="203202"/>
          </a:xfrm>
          <a:custGeom>
            <a:rect b="b" l="l" r="r" t="t"/>
            <a:pathLst>
              <a:path extrusionOk="0" h="21600" w="21600">
                <a:moveTo>
                  <a:pt x="17884" y="12343"/>
                </a:moveTo>
                <a:lnTo>
                  <a:pt x="16490" y="14547"/>
                </a:lnTo>
                <a:lnTo>
                  <a:pt x="14865" y="16310"/>
                </a:lnTo>
                <a:lnTo>
                  <a:pt x="13006" y="16751"/>
                </a:lnTo>
                <a:lnTo>
                  <a:pt x="11381" y="17192"/>
                </a:lnTo>
                <a:lnTo>
                  <a:pt x="9755" y="16751"/>
                </a:lnTo>
                <a:lnTo>
                  <a:pt x="7897" y="15869"/>
                </a:lnTo>
                <a:lnTo>
                  <a:pt x="6271" y="14547"/>
                </a:lnTo>
                <a:lnTo>
                  <a:pt x="4877" y="12343"/>
                </a:lnTo>
                <a:lnTo>
                  <a:pt x="3716" y="9698"/>
                </a:lnTo>
                <a:lnTo>
                  <a:pt x="3019" y="6612"/>
                </a:lnTo>
                <a:lnTo>
                  <a:pt x="2555" y="3086"/>
                </a:lnTo>
                <a:lnTo>
                  <a:pt x="2323" y="0"/>
                </a:lnTo>
                <a:lnTo>
                  <a:pt x="0" y="0"/>
                </a:lnTo>
                <a:lnTo>
                  <a:pt x="232" y="4408"/>
                </a:lnTo>
                <a:lnTo>
                  <a:pt x="697" y="8816"/>
                </a:lnTo>
                <a:lnTo>
                  <a:pt x="1858" y="11902"/>
                </a:lnTo>
                <a:lnTo>
                  <a:pt x="3252" y="14988"/>
                </a:lnTo>
                <a:lnTo>
                  <a:pt x="5110" y="18073"/>
                </a:lnTo>
                <a:lnTo>
                  <a:pt x="6735" y="19837"/>
                </a:lnTo>
                <a:lnTo>
                  <a:pt x="9058" y="21159"/>
                </a:lnTo>
                <a:lnTo>
                  <a:pt x="11381" y="21600"/>
                </a:lnTo>
                <a:lnTo>
                  <a:pt x="13703" y="21159"/>
                </a:lnTo>
                <a:lnTo>
                  <a:pt x="15794" y="19837"/>
                </a:lnTo>
                <a:lnTo>
                  <a:pt x="17652" y="18073"/>
                </a:lnTo>
                <a:lnTo>
                  <a:pt x="19510" y="14988"/>
                </a:lnTo>
                <a:lnTo>
                  <a:pt x="21600" y="19396"/>
                </a:lnTo>
                <a:lnTo>
                  <a:pt x="21600" y="6612"/>
                </a:lnTo>
                <a:lnTo>
                  <a:pt x="14865" y="6612"/>
                </a:lnTo>
                <a:lnTo>
                  <a:pt x="17884" y="12343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49"/>
          <p:cNvSpPr/>
          <p:nvPr/>
        </p:nvSpPr>
        <p:spPr>
          <a:xfrm>
            <a:off x="21649267" y="10401300"/>
            <a:ext cx="88884" cy="7619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1080" y="15120"/>
                </a:lnTo>
                <a:lnTo>
                  <a:pt x="3240" y="18360"/>
                </a:lnTo>
                <a:lnTo>
                  <a:pt x="6480" y="19440"/>
                </a:lnTo>
                <a:lnTo>
                  <a:pt x="10800" y="21600"/>
                </a:lnTo>
                <a:lnTo>
                  <a:pt x="15120" y="19440"/>
                </a:lnTo>
                <a:lnTo>
                  <a:pt x="18360" y="18360"/>
                </a:lnTo>
                <a:lnTo>
                  <a:pt x="20520" y="15120"/>
                </a:lnTo>
                <a:lnTo>
                  <a:pt x="21600" y="10800"/>
                </a:lnTo>
                <a:lnTo>
                  <a:pt x="20520" y="6480"/>
                </a:lnTo>
                <a:lnTo>
                  <a:pt x="18360" y="2160"/>
                </a:lnTo>
                <a:lnTo>
                  <a:pt x="15120" y="1080"/>
                </a:lnTo>
                <a:lnTo>
                  <a:pt x="10800" y="0"/>
                </a:lnTo>
                <a:lnTo>
                  <a:pt x="6480" y="1080"/>
                </a:lnTo>
                <a:lnTo>
                  <a:pt x="3240" y="2160"/>
                </a:lnTo>
                <a:lnTo>
                  <a:pt x="1080" y="6480"/>
                </a:lnTo>
                <a:lnTo>
                  <a:pt x="0" y="1080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49"/>
          <p:cNvSpPr/>
          <p:nvPr/>
        </p:nvSpPr>
        <p:spPr>
          <a:xfrm>
            <a:off x="13474702" y="11345333"/>
            <a:ext cx="381024" cy="101628"/>
          </a:xfrm>
          <a:custGeom>
            <a:rect b="b" l="l" r="r" t="t"/>
            <a:pathLst>
              <a:path extrusionOk="0" h="21600" w="21600">
                <a:moveTo>
                  <a:pt x="10921" y="8640"/>
                </a:moveTo>
                <a:lnTo>
                  <a:pt x="7281" y="6912"/>
                </a:lnTo>
                <a:lnTo>
                  <a:pt x="4369" y="6048"/>
                </a:lnTo>
                <a:lnTo>
                  <a:pt x="1942" y="3456"/>
                </a:lnTo>
                <a:lnTo>
                  <a:pt x="0" y="0"/>
                </a:lnTo>
                <a:lnTo>
                  <a:pt x="0" y="9504"/>
                </a:lnTo>
                <a:lnTo>
                  <a:pt x="728" y="11232"/>
                </a:lnTo>
                <a:lnTo>
                  <a:pt x="1213" y="13824"/>
                </a:lnTo>
                <a:lnTo>
                  <a:pt x="2427" y="15552"/>
                </a:lnTo>
                <a:lnTo>
                  <a:pt x="3883" y="18144"/>
                </a:lnTo>
                <a:lnTo>
                  <a:pt x="5825" y="19872"/>
                </a:lnTo>
                <a:lnTo>
                  <a:pt x="8252" y="21600"/>
                </a:lnTo>
                <a:lnTo>
                  <a:pt x="13591" y="21600"/>
                </a:lnTo>
                <a:lnTo>
                  <a:pt x="16018" y="19872"/>
                </a:lnTo>
                <a:lnTo>
                  <a:pt x="17717" y="18144"/>
                </a:lnTo>
                <a:lnTo>
                  <a:pt x="19173" y="15552"/>
                </a:lnTo>
                <a:lnTo>
                  <a:pt x="20387" y="13824"/>
                </a:lnTo>
                <a:lnTo>
                  <a:pt x="21600" y="9504"/>
                </a:lnTo>
                <a:lnTo>
                  <a:pt x="21600" y="0"/>
                </a:lnTo>
                <a:lnTo>
                  <a:pt x="19901" y="3456"/>
                </a:lnTo>
                <a:lnTo>
                  <a:pt x="17474" y="6048"/>
                </a:lnTo>
                <a:lnTo>
                  <a:pt x="14319" y="6912"/>
                </a:lnTo>
                <a:lnTo>
                  <a:pt x="10921" y="864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49"/>
          <p:cNvSpPr/>
          <p:nvPr/>
        </p:nvSpPr>
        <p:spPr>
          <a:xfrm>
            <a:off x="13474702" y="11446933"/>
            <a:ext cx="381024" cy="101628"/>
          </a:xfrm>
          <a:custGeom>
            <a:rect b="b" l="l" r="r" t="t"/>
            <a:pathLst>
              <a:path extrusionOk="0" h="21600" w="21600">
                <a:moveTo>
                  <a:pt x="10921" y="21600"/>
                </a:moveTo>
                <a:lnTo>
                  <a:pt x="13591" y="21600"/>
                </a:lnTo>
                <a:lnTo>
                  <a:pt x="16018" y="20700"/>
                </a:lnTo>
                <a:lnTo>
                  <a:pt x="17717" y="18000"/>
                </a:lnTo>
                <a:lnTo>
                  <a:pt x="19173" y="16200"/>
                </a:lnTo>
                <a:lnTo>
                  <a:pt x="20387" y="14400"/>
                </a:lnTo>
                <a:lnTo>
                  <a:pt x="21600" y="9900"/>
                </a:lnTo>
                <a:lnTo>
                  <a:pt x="21600" y="0"/>
                </a:lnTo>
                <a:lnTo>
                  <a:pt x="19901" y="2700"/>
                </a:lnTo>
                <a:lnTo>
                  <a:pt x="17474" y="6300"/>
                </a:lnTo>
                <a:lnTo>
                  <a:pt x="14319" y="7200"/>
                </a:lnTo>
                <a:lnTo>
                  <a:pt x="10921" y="8100"/>
                </a:lnTo>
                <a:lnTo>
                  <a:pt x="7281" y="7200"/>
                </a:lnTo>
                <a:lnTo>
                  <a:pt x="4369" y="6300"/>
                </a:lnTo>
                <a:lnTo>
                  <a:pt x="1942" y="2700"/>
                </a:lnTo>
                <a:lnTo>
                  <a:pt x="0" y="0"/>
                </a:lnTo>
                <a:lnTo>
                  <a:pt x="0" y="9900"/>
                </a:lnTo>
                <a:lnTo>
                  <a:pt x="728" y="11700"/>
                </a:lnTo>
                <a:lnTo>
                  <a:pt x="1213" y="14400"/>
                </a:lnTo>
                <a:lnTo>
                  <a:pt x="2427" y="16200"/>
                </a:lnTo>
                <a:lnTo>
                  <a:pt x="3883" y="18000"/>
                </a:lnTo>
                <a:lnTo>
                  <a:pt x="5825" y="20700"/>
                </a:lnTo>
                <a:lnTo>
                  <a:pt x="8252" y="21600"/>
                </a:lnTo>
                <a:lnTo>
                  <a:pt x="10921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49"/>
          <p:cNvSpPr/>
          <p:nvPr/>
        </p:nvSpPr>
        <p:spPr>
          <a:xfrm>
            <a:off x="13487400" y="11226800"/>
            <a:ext cx="355590" cy="118530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5171" y="20736"/>
                </a:lnTo>
                <a:lnTo>
                  <a:pt x="18257" y="18144"/>
                </a:lnTo>
                <a:lnTo>
                  <a:pt x="20314" y="14688"/>
                </a:lnTo>
                <a:lnTo>
                  <a:pt x="21600" y="12096"/>
                </a:lnTo>
                <a:lnTo>
                  <a:pt x="20829" y="8640"/>
                </a:lnTo>
                <a:lnTo>
                  <a:pt x="19800" y="6912"/>
                </a:lnTo>
                <a:lnTo>
                  <a:pt x="17486" y="3456"/>
                </a:lnTo>
                <a:lnTo>
                  <a:pt x="14143" y="864"/>
                </a:lnTo>
                <a:lnTo>
                  <a:pt x="10800" y="0"/>
                </a:lnTo>
                <a:lnTo>
                  <a:pt x="7200" y="864"/>
                </a:lnTo>
                <a:lnTo>
                  <a:pt x="4114" y="3456"/>
                </a:lnTo>
                <a:lnTo>
                  <a:pt x="1543" y="6912"/>
                </a:lnTo>
                <a:lnTo>
                  <a:pt x="514" y="8640"/>
                </a:lnTo>
                <a:lnTo>
                  <a:pt x="0" y="12096"/>
                </a:lnTo>
                <a:lnTo>
                  <a:pt x="1286" y="14688"/>
                </a:lnTo>
                <a:lnTo>
                  <a:pt x="3086" y="18144"/>
                </a:lnTo>
                <a:lnTo>
                  <a:pt x="6171" y="20736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49"/>
          <p:cNvSpPr/>
          <p:nvPr/>
        </p:nvSpPr>
        <p:spPr>
          <a:xfrm>
            <a:off x="13474702" y="11548533"/>
            <a:ext cx="381024" cy="101628"/>
          </a:xfrm>
          <a:custGeom>
            <a:rect b="b" l="l" r="r" t="t"/>
            <a:pathLst>
              <a:path extrusionOk="0" h="21600" w="21600">
                <a:moveTo>
                  <a:pt x="10921" y="8640"/>
                </a:moveTo>
                <a:lnTo>
                  <a:pt x="7281" y="7776"/>
                </a:lnTo>
                <a:lnTo>
                  <a:pt x="4369" y="6912"/>
                </a:lnTo>
                <a:lnTo>
                  <a:pt x="1942" y="3456"/>
                </a:lnTo>
                <a:lnTo>
                  <a:pt x="0" y="0"/>
                </a:lnTo>
                <a:lnTo>
                  <a:pt x="0" y="4320"/>
                </a:lnTo>
                <a:lnTo>
                  <a:pt x="485" y="8640"/>
                </a:lnTo>
                <a:lnTo>
                  <a:pt x="971" y="12096"/>
                </a:lnTo>
                <a:lnTo>
                  <a:pt x="3398" y="17280"/>
                </a:lnTo>
                <a:lnTo>
                  <a:pt x="5097" y="19008"/>
                </a:lnTo>
                <a:lnTo>
                  <a:pt x="7038" y="20736"/>
                </a:lnTo>
                <a:lnTo>
                  <a:pt x="10921" y="21600"/>
                </a:lnTo>
                <a:lnTo>
                  <a:pt x="14804" y="20736"/>
                </a:lnTo>
                <a:lnTo>
                  <a:pt x="16503" y="19008"/>
                </a:lnTo>
                <a:lnTo>
                  <a:pt x="18445" y="17280"/>
                </a:lnTo>
                <a:lnTo>
                  <a:pt x="19416" y="14688"/>
                </a:lnTo>
                <a:lnTo>
                  <a:pt x="20629" y="12096"/>
                </a:lnTo>
                <a:lnTo>
                  <a:pt x="21357" y="8640"/>
                </a:lnTo>
                <a:lnTo>
                  <a:pt x="21600" y="4320"/>
                </a:lnTo>
                <a:lnTo>
                  <a:pt x="21600" y="0"/>
                </a:lnTo>
                <a:lnTo>
                  <a:pt x="19901" y="3456"/>
                </a:lnTo>
                <a:lnTo>
                  <a:pt x="17474" y="6912"/>
                </a:lnTo>
                <a:lnTo>
                  <a:pt x="14319" y="7776"/>
                </a:lnTo>
                <a:lnTo>
                  <a:pt x="10921" y="864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49"/>
          <p:cNvSpPr/>
          <p:nvPr/>
        </p:nvSpPr>
        <p:spPr>
          <a:xfrm>
            <a:off x="14414502" y="11408834"/>
            <a:ext cx="266706" cy="101628"/>
          </a:xfrm>
          <a:custGeom>
            <a:rect b="b" l="l" r="r" t="t"/>
            <a:pathLst>
              <a:path extrusionOk="0" h="21600" w="21600">
                <a:moveTo>
                  <a:pt x="15187" y="21600"/>
                </a:moveTo>
                <a:lnTo>
                  <a:pt x="18900" y="21600"/>
                </a:lnTo>
                <a:lnTo>
                  <a:pt x="21600" y="20700"/>
                </a:lnTo>
                <a:lnTo>
                  <a:pt x="21600" y="7200"/>
                </a:lnTo>
                <a:lnTo>
                  <a:pt x="18562" y="9000"/>
                </a:lnTo>
                <a:lnTo>
                  <a:pt x="15187" y="9000"/>
                </a:lnTo>
                <a:lnTo>
                  <a:pt x="10125" y="7200"/>
                </a:lnTo>
                <a:lnTo>
                  <a:pt x="6075" y="6300"/>
                </a:lnTo>
                <a:lnTo>
                  <a:pt x="2700" y="2700"/>
                </a:lnTo>
                <a:lnTo>
                  <a:pt x="0" y="0"/>
                </a:lnTo>
                <a:lnTo>
                  <a:pt x="0" y="9900"/>
                </a:lnTo>
                <a:lnTo>
                  <a:pt x="1013" y="11700"/>
                </a:lnTo>
                <a:lnTo>
                  <a:pt x="1688" y="14400"/>
                </a:lnTo>
                <a:lnTo>
                  <a:pt x="3375" y="16200"/>
                </a:lnTo>
                <a:lnTo>
                  <a:pt x="5400" y="18900"/>
                </a:lnTo>
                <a:lnTo>
                  <a:pt x="8100" y="20700"/>
                </a:lnTo>
                <a:lnTo>
                  <a:pt x="11475" y="21600"/>
                </a:lnTo>
                <a:lnTo>
                  <a:pt x="15187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49"/>
          <p:cNvSpPr/>
          <p:nvPr/>
        </p:nvSpPr>
        <p:spPr>
          <a:xfrm>
            <a:off x="14414502" y="11290301"/>
            <a:ext cx="381024" cy="118530"/>
          </a:xfrm>
          <a:custGeom>
            <a:rect b="b" l="l" r="r" t="t"/>
            <a:pathLst>
              <a:path extrusionOk="0" h="21600" w="21600">
                <a:moveTo>
                  <a:pt x="10921" y="21600"/>
                </a:moveTo>
                <a:lnTo>
                  <a:pt x="13591" y="21600"/>
                </a:lnTo>
                <a:lnTo>
                  <a:pt x="16018" y="19872"/>
                </a:lnTo>
                <a:lnTo>
                  <a:pt x="17717" y="18144"/>
                </a:lnTo>
                <a:lnTo>
                  <a:pt x="19173" y="15552"/>
                </a:lnTo>
                <a:lnTo>
                  <a:pt x="20387" y="13824"/>
                </a:lnTo>
                <a:lnTo>
                  <a:pt x="21115" y="12096"/>
                </a:lnTo>
                <a:lnTo>
                  <a:pt x="21600" y="9504"/>
                </a:lnTo>
                <a:lnTo>
                  <a:pt x="21600" y="0"/>
                </a:lnTo>
                <a:lnTo>
                  <a:pt x="19901" y="3456"/>
                </a:lnTo>
                <a:lnTo>
                  <a:pt x="17474" y="6048"/>
                </a:lnTo>
                <a:lnTo>
                  <a:pt x="14319" y="7776"/>
                </a:lnTo>
                <a:lnTo>
                  <a:pt x="10921" y="8640"/>
                </a:lnTo>
                <a:lnTo>
                  <a:pt x="7281" y="7776"/>
                </a:lnTo>
                <a:lnTo>
                  <a:pt x="4369" y="6048"/>
                </a:lnTo>
                <a:lnTo>
                  <a:pt x="1942" y="3456"/>
                </a:lnTo>
                <a:lnTo>
                  <a:pt x="0" y="0"/>
                </a:lnTo>
                <a:lnTo>
                  <a:pt x="0" y="9504"/>
                </a:lnTo>
                <a:lnTo>
                  <a:pt x="1213" y="13824"/>
                </a:lnTo>
                <a:lnTo>
                  <a:pt x="2427" y="15552"/>
                </a:lnTo>
                <a:lnTo>
                  <a:pt x="3883" y="18144"/>
                </a:lnTo>
                <a:lnTo>
                  <a:pt x="5825" y="19872"/>
                </a:lnTo>
                <a:lnTo>
                  <a:pt x="8252" y="21600"/>
                </a:lnTo>
                <a:lnTo>
                  <a:pt x="10921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49"/>
          <p:cNvSpPr/>
          <p:nvPr/>
        </p:nvSpPr>
        <p:spPr>
          <a:xfrm>
            <a:off x="14414502" y="11510434"/>
            <a:ext cx="228582" cy="101628"/>
          </a:xfrm>
          <a:custGeom>
            <a:rect b="b" l="l" r="r" t="t"/>
            <a:pathLst>
              <a:path extrusionOk="0" h="21600" w="21600">
                <a:moveTo>
                  <a:pt x="21600" y="8640"/>
                </a:moveTo>
                <a:lnTo>
                  <a:pt x="17673" y="8640"/>
                </a:lnTo>
                <a:lnTo>
                  <a:pt x="11782" y="7776"/>
                </a:lnTo>
                <a:lnTo>
                  <a:pt x="7069" y="6912"/>
                </a:lnTo>
                <a:lnTo>
                  <a:pt x="3142" y="3456"/>
                </a:lnTo>
                <a:lnTo>
                  <a:pt x="0" y="0"/>
                </a:lnTo>
                <a:lnTo>
                  <a:pt x="0" y="4320"/>
                </a:lnTo>
                <a:lnTo>
                  <a:pt x="785" y="8640"/>
                </a:lnTo>
                <a:lnTo>
                  <a:pt x="1571" y="12096"/>
                </a:lnTo>
                <a:lnTo>
                  <a:pt x="3535" y="15552"/>
                </a:lnTo>
                <a:lnTo>
                  <a:pt x="5498" y="17280"/>
                </a:lnTo>
                <a:lnTo>
                  <a:pt x="8247" y="19008"/>
                </a:lnTo>
                <a:lnTo>
                  <a:pt x="11389" y="20736"/>
                </a:lnTo>
                <a:lnTo>
                  <a:pt x="17673" y="21600"/>
                </a:lnTo>
                <a:lnTo>
                  <a:pt x="21600" y="21600"/>
                </a:lnTo>
                <a:lnTo>
                  <a:pt x="21600" y="864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49"/>
          <p:cNvSpPr/>
          <p:nvPr/>
        </p:nvSpPr>
        <p:spPr>
          <a:xfrm>
            <a:off x="14427200" y="11188700"/>
            <a:ext cx="355590" cy="101628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5171" y="20736"/>
                </a:lnTo>
                <a:lnTo>
                  <a:pt x="18257" y="18144"/>
                </a:lnTo>
                <a:lnTo>
                  <a:pt x="20314" y="15552"/>
                </a:lnTo>
                <a:lnTo>
                  <a:pt x="21600" y="12096"/>
                </a:lnTo>
                <a:lnTo>
                  <a:pt x="20829" y="8640"/>
                </a:lnTo>
                <a:lnTo>
                  <a:pt x="19800" y="6912"/>
                </a:lnTo>
                <a:lnTo>
                  <a:pt x="17486" y="3456"/>
                </a:lnTo>
                <a:lnTo>
                  <a:pt x="10800" y="0"/>
                </a:lnTo>
                <a:lnTo>
                  <a:pt x="7200" y="1728"/>
                </a:lnTo>
                <a:lnTo>
                  <a:pt x="4114" y="3456"/>
                </a:lnTo>
                <a:lnTo>
                  <a:pt x="1543" y="6912"/>
                </a:lnTo>
                <a:lnTo>
                  <a:pt x="514" y="8640"/>
                </a:lnTo>
                <a:lnTo>
                  <a:pt x="0" y="12096"/>
                </a:lnTo>
                <a:lnTo>
                  <a:pt x="1286" y="15552"/>
                </a:lnTo>
                <a:lnTo>
                  <a:pt x="3086" y="18144"/>
                </a:lnTo>
                <a:lnTo>
                  <a:pt x="6171" y="20736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49"/>
          <p:cNvSpPr/>
          <p:nvPr/>
        </p:nvSpPr>
        <p:spPr>
          <a:xfrm>
            <a:off x="14668502" y="11523133"/>
            <a:ext cx="254016" cy="177822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0" y="0"/>
                </a:lnTo>
                <a:lnTo>
                  <a:pt x="0" y="5400"/>
                </a:lnTo>
                <a:lnTo>
                  <a:pt x="3600" y="5400"/>
                </a:lnTo>
                <a:lnTo>
                  <a:pt x="3600" y="8100"/>
                </a:lnTo>
                <a:lnTo>
                  <a:pt x="0" y="8100"/>
                </a:lnTo>
                <a:lnTo>
                  <a:pt x="0" y="13500"/>
                </a:lnTo>
                <a:lnTo>
                  <a:pt x="3600" y="13500"/>
                </a:lnTo>
                <a:lnTo>
                  <a:pt x="3600" y="14580"/>
                </a:lnTo>
                <a:lnTo>
                  <a:pt x="4680" y="15660"/>
                </a:lnTo>
                <a:lnTo>
                  <a:pt x="10080" y="20520"/>
                </a:lnTo>
                <a:lnTo>
                  <a:pt x="10800" y="21600"/>
                </a:lnTo>
                <a:lnTo>
                  <a:pt x="11880" y="20520"/>
                </a:lnTo>
                <a:lnTo>
                  <a:pt x="16920" y="15660"/>
                </a:lnTo>
                <a:lnTo>
                  <a:pt x="18000" y="14580"/>
                </a:lnTo>
                <a:lnTo>
                  <a:pt x="18000" y="13500"/>
                </a:lnTo>
                <a:lnTo>
                  <a:pt x="21600" y="13500"/>
                </a:lnTo>
                <a:lnTo>
                  <a:pt x="21600" y="8100"/>
                </a:lnTo>
                <a:lnTo>
                  <a:pt x="18000" y="8100"/>
                </a:lnTo>
                <a:lnTo>
                  <a:pt x="18000" y="5400"/>
                </a:lnTo>
                <a:lnTo>
                  <a:pt x="21600" y="5400"/>
                </a:lnTo>
                <a:lnTo>
                  <a:pt x="21600" y="0"/>
                </a:lnTo>
                <a:lnTo>
                  <a:pt x="162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49"/>
          <p:cNvSpPr/>
          <p:nvPr/>
        </p:nvSpPr>
        <p:spPr>
          <a:xfrm>
            <a:off x="14706600" y="11421533"/>
            <a:ext cx="165078" cy="8888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0" y="18189"/>
                </a:lnTo>
                <a:lnTo>
                  <a:pt x="1080" y="13642"/>
                </a:lnTo>
                <a:lnTo>
                  <a:pt x="3780" y="6821"/>
                </a:lnTo>
                <a:lnTo>
                  <a:pt x="7020" y="1137"/>
                </a:lnTo>
                <a:lnTo>
                  <a:pt x="8640" y="0"/>
                </a:lnTo>
                <a:lnTo>
                  <a:pt x="12960" y="0"/>
                </a:lnTo>
                <a:lnTo>
                  <a:pt x="14580" y="1137"/>
                </a:lnTo>
                <a:lnTo>
                  <a:pt x="18360" y="6821"/>
                </a:lnTo>
                <a:lnTo>
                  <a:pt x="21060" y="13642"/>
                </a:lnTo>
                <a:lnTo>
                  <a:pt x="21600" y="18189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49"/>
          <p:cNvSpPr/>
          <p:nvPr/>
        </p:nvSpPr>
        <p:spPr>
          <a:xfrm>
            <a:off x="15422033" y="11408834"/>
            <a:ext cx="381024" cy="101628"/>
          </a:xfrm>
          <a:custGeom>
            <a:rect b="b" l="l" r="r" t="t"/>
            <a:pathLst>
              <a:path extrusionOk="0" h="21600" w="21600">
                <a:moveTo>
                  <a:pt x="10679" y="21600"/>
                </a:moveTo>
                <a:lnTo>
                  <a:pt x="13591" y="21600"/>
                </a:lnTo>
                <a:lnTo>
                  <a:pt x="15775" y="20700"/>
                </a:lnTo>
                <a:lnTo>
                  <a:pt x="17717" y="18900"/>
                </a:lnTo>
                <a:lnTo>
                  <a:pt x="19173" y="16200"/>
                </a:lnTo>
                <a:lnTo>
                  <a:pt x="20387" y="14400"/>
                </a:lnTo>
                <a:lnTo>
                  <a:pt x="20872" y="11700"/>
                </a:lnTo>
                <a:lnTo>
                  <a:pt x="21600" y="9900"/>
                </a:lnTo>
                <a:lnTo>
                  <a:pt x="21600" y="0"/>
                </a:lnTo>
                <a:lnTo>
                  <a:pt x="19658" y="2700"/>
                </a:lnTo>
                <a:lnTo>
                  <a:pt x="17474" y="6300"/>
                </a:lnTo>
                <a:lnTo>
                  <a:pt x="14319" y="7200"/>
                </a:lnTo>
                <a:lnTo>
                  <a:pt x="10679" y="9000"/>
                </a:lnTo>
                <a:lnTo>
                  <a:pt x="7281" y="7200"/>
                </a:lnTo>
                <a:lnTo>
                  <a:pt x="4126" y="6300"/>
                </a:lnTo>
                <a:lnTo>
                  <a:pt x="1699" y="2700"/>
                </a:lnTo>
                <a:lnTo>
                  <a:pt x="0" y="0"/>
                </a:lnTo>
                <a:lnTo>
                  <a:pt x="0" y="9900"/>
                </a:lnTo>
                <a:lnTo>
                  <a:pt x="728" y="11700"/>
                </a:lnTo>
                <a:lnTo>
                  <a:pt x="1213" y="14400"/>
                </a:lnTo>
                <a:lnTo>
                  <a:pt x="2427" y="16200"/>
                </a:lnTo>
                <a:lnTo>
                  <a:pt x="3883" y="18900"/>
                </a:lnTo>
                <a:lnTo>
                  <a:pt x="5825" y="20700"/>
                </a:lnTo>
                <a:lnTo>
                  <a:pt x="8009" y="21600"/>
                </a:lnTo>
                <a:lnTo>
                  <a:pt x="10679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49"/>
          <p:cNvSpPr/>
          <p:nvPr/>
        </p:nvSpPr>
        <p:spPr>
          <a:xfrm>
            <a:off x="15422033" y="11290301"/>
            <a:ext cx="381024" cy="118530"/>
          </a:xfrm>
          <a:custGeom>
            <a:rect b="b" l="l" r="r" t="t"/>
            <a:pathLst>
              <a:path extrusionOk="0" h="21600" w="21600">
                <a:moveTo>
                  <a:pt x="10679" y="21600"/>
                </a:moveTo>
                <a:lnTo>
                  <a:pt x="13591" y="21600"/>
                </a:lnTo>
                <a:lnTo>
                  <a:pt x="15775" y="19872"/>
                </a:lnTo>
                <a:lnTo>
                  <a:pt x="17717" y="18144"/>
                </a:lnTo>
                <a:lnTo>
                  <a:pt x="19173" y="15552"/>
                </a:lnTo>
                <a:lnTo>
                  <a:pt x="20387" y="13824"/>
                </a:lnTo>
                <a:lnTo>
                  <a:pt x="21600" y="9504"/>
                </a:lnTo>
                <a:lnTo>
                  <a:pt x="21600" y="0"/>
                </a:lnTo>
                <a:lnTo>
                  <a:pt x="19658" y="3456"/>
                </a:lnTo>
                <a:lnTo>
                  <a:pt x="17474" y="6048"/>
                </a:lnTo>
                <a:lnTo>
                  <a:pt x="14319" y="7776"/>
                </a:lnTo>
                <a:lnTo>
                  <a:pt x="10679" y="8640"/>
                </a:lnTo>
                <a:lnTo>
                  <a:pt x="7281" y="7776"/>
                </a:lnTo>
                <a:lnTo>
                  <a:pt x="4126" y="6048"/>
                </a:lnTo>
                <a:lnTo>
                  <a:pt x="1699" y="3456"/>
                </a:lnTo>
                <a:lnTo>
                  <a:pt x="0" y="0"/>
                </a:lnTo>
                <a:lnTo>
                  <a:pt x="0" y="9504"/>
                </a:lnTo>
                <a:lnTo>
                  <a:pt x="1213" y="13824"/>
                </a:lnTo>
                <a:lnTo>
                  <a:pt x="2427" y="15552"/>
                </a:lnTo>
                <a:lnTo>
                  <a:pt x="3883" y="18144"/>
                </a:lnTo>
                <a:lnTo>
                  <a:pt x="5825" y="19872"/>
                </a:lnTo>
                <a:lnTo>
                  <a:pt x="8009" y="21600"/>
                </a:lnTo>
                <a:lnTo>
                  <a:pt x="10679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49"/>
          <p:cNvSpPr/>
          <p:nvPr/>
        </p:nvSpPr>
        <p:spPr>
          <a:xfrm>
            <a:off x="15422033" y="11510434"/>
            <a:ext cx="330210" cy="101628"/>
          </a:xfrm>
          <a:custGeom>
            <a:rect b="b" l="l" r="r" t="t"/>
            <a:pathLst>
              <a:path extrusionOk="0" h="21600" w="21600">
                <a:moveTo>
                  <a:pt x="21600" y="5184"/>
                </a:moveTo>
                <a:lnTo>
                  <a:pt x="17392" y="7776"/>
                </a:lnTo>
                <a:lnTo>
                  <a:pt x="12343" y="8640"/>
                </a:lnTo>
                <a:lnTo>
                  <a:pt x="8416" y="7776"/>
                </a:lnTo>
                <a:lnTo>
                  <a:pt x="4769" y="6912"/>
                </a:lnTo>
                <a:lnTo>
                  <a:pt x="1964" y="3456"/>
                </a:lnTo>
                <a:lnTo>
                  <a:pt x="0" y="0"/>
                </a:lnTo>
                <a:lnTo>
                  <a:pt x="0" y="4320"/>
                </a:lnTo>
                <a:lnTo>
                  <a:pt x="281" y="8640"/>
                </a:lnTo>
                <a:lnTo>
                  <a:pt x="1122" y="12096"/>
                </a:lnTo>
                <a:lnTo>
                  <a:pt x="2525" y="15552"/>
                </a:lnTo>
                <a:lnTo>
                  <a:pt x="3927" y="17280"/>
                </a:lnTo>
                <a:lnTo>
                  <a:pt x="7855" y="20736"/>
                </a:lnTo>
                <a:lnTo>
                  <a:pt x="12343" y="21600"/>
                </a:lnTo>
                <a:lnTo>
                  <a:pt x="15990" y="20736"/>
                </a:lnTo>
                <a:lnTo>
                  <a:pt x="19356" y="18144"/>
                </a:lnTo>
                <a:lnTo>
                  <a:pt x="20197" y="12096"/>
                </a:lnTo>
                <a:lnTo>
                  <a:pt x="21600" y="518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49"/>
          <p:cNvSpPr/>
          <p:nvPr/>
        </p:nvSpPr>
        <p:spPr>
          <a:xfrm>
            <a:off x="15434733" y="11188700"/>
            <a:ext cx="355590" cy="101628"/>
          </a:xfrm>
          <a:custGeom>
            <a:rect b="b" l="l" r="r" t="t"/>
            <a:pathLst>
              <a:path extrusionOk="0" h="21600" w="21600">
                <a:moveTo>
                  <a:pt x="10670" y="21600"/>
                </a:moveTo>
                <a:lnTo>
                  <a:pt x="15354" y="20736"/>
                </a:lnTo>
                <a:lnTo>
                  <a:pt x="18477" y="18144"/>
                </a:lnTo>
                <a:lnTo>
                  <a:pt x="20299" y="15552"/>
                </a:lnTo>
                <a:lnTo>
                  <a:pt x="21600" y="12096"/>
                </a:lnTo>
                <a:lnTo>
                  <a:pt x="21080" y="8640"/>
                </a:lnTo>
                <a:lnTo>
                  <a:pt x="20039" y="6912"/>
                </a:lnTo>
                <a:lnTo>
                  <a:pt x="17436" y="3456"/>
                </a:lnTo>
                <a:lnTo>
                  <a:pt x="14313" y="1728"/>
                </a:lnTo>
                <a:lnTo>
                  <a:pt x="10670" y="0"/>
                </a:lnTo>
                <a:lnTo>
                  <a:pt x="7287" y="1728"/>
                </a:lnTo>
                <a:lnTo>
                  <a:pt x="4164" y="3456"/>
                </a:lnTo>
                <a:lnTo>
                  <a:pt x="1561" y="6912"/>
                </a:lnTo>
                <a:lnTo>
                  <a:pt x="520" y="8640"/>
                </a:lnTo>
                <a:lnTo>
                  <a:pt x="0" y="12096"/>
                </a:lnTo>
                <a:lnTo>
                  <a:pt x="1041" y="15552"/>
                </a:lnTo>
                <a:lnTo>
                  <a:pt x="3123" y="18144"/>
                </a:lnTo>
                <a:lnTo>
                  <a:pt x="6246" y="20736"/>
                </a:lnTo>
                <a:lnTo>
                  <a:pt x="1067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49"/>
          <p:cNvSpPr/>
          <p:nvPr/>
        </p:nvSpPr>
        <p:spPr>
          <a:xfrm>
            <a:off x="15752233" y="11523133"/>
            <a:ext cx="165078" cy="177822"/>
          </a:xfrm>
          <a:custGeom>
            <a:rect b="b" l="l" r="r" t="t"/>
            <a:pathLst>
              <a:path extrusionOk="0" h="21600" w="21600">
                <a:moveTo>
                  <a:pt x="21600" y="8100"/>
                </a:moveTo>
                <a:lnTo>
                  <a:pt x="13846" y="8100"/>
                </a:lnTo>
                <a:lnTo>
                  <a:pt x="13846" y="0"/>
                </a:lnTo>
                <a:lnTo>
                  <a:pt x="8308" y="0"/>
                </a:lnTo>
                <a:lnTo>
                  <a:pt x="8308" y="8100"/>
                </a:lnTo>
                <a:lnTo>
                  <a:pt x="0" y="8100"/>
                </a:lnTo>
                <a:lnTo>
                  <a:pt x="0" y="13500"/>
                </a:lnTo>
                <a:lnTo>
                  <a:pt x="8308" y="13500"/>
                </a:lnTo>
                <a:lnTo>
                  <a:pt x="8308" y="21600"/>
                </a:lnTo>
                <a:lnTo>
                  <a:pt x="13846" y="21600"/>
                </a:lnTo>
                <a:lnTo>
                  <a:pt x="13846" y="13500"/>
                </a:lnTo>
                <a:lnTo>
                  <a:pt x="21600" y="13500"/>
                </a:lnTo>
                <a:lnTo>
                  <a:pt x="21600" y="81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49"/>
          <p:cNvSpPr/>
          <p:nvPr/>
        </p:nvSpPr>
        <p:spPr>
          <a:xfrm>
            <a:off x="16425333" y="11290301"/>
            <a:ext cx="381024" cy="118530"/>
          </a:xfrm>
          <a:custGeom>
            <a:rect b="b" l="l" r="r" t="t"/>
            <a:pathLst>
              <a:path extrusionOk="0" h="21600" w="21600">
                <a:moveTo>
                  <a:pt x="10679" y="21600"/>
                </a:moveTo>
                <a:lnTo>
                  <a:pt x="13348" y="21600"/>
                </a:lnTo>
                <a:lnTo>
                  <a:pt x="15775" y="19872"/>
                </a:lnTo>
                <a:lnTo>
                  <a:pt x="17717" y="18144"/>
                </a:lnTo>
                <a:lnTo>
                  <a:pt x="19173" y="15552"/>
                </a:lnTo>
                <a:lnTo>
                  <a:pt x="20387" y="13824"/>
                </a:lnTo>
                <a:lnTo>
                  <a:pt x="21600" y="9504"/>
                </a:lnTo>
                <a:lnTo>
                  <a:pt x="21600" y="0"/>
                </a:lnTo>
                <a:lnTo>
                  <a:pt x="19658" y="3456"/>
                </a:lnTo>
                <a:lnTo>
                  <a:pt x="17231" y="6048"/>
                </a:lnTo>
                <a:lnTo>
                  <a:pt x="14319" y="7776"/>
                </a:lnTo>
                <a:lnTo>
                  <a:pt x="10679" y="8640"/>
                </a:lnTo>
                <a:lnTo>
                  <a:pt x="7038" y="7776"/>
                </a:lnTo>
                <a:lnTo>
                  <a:pt x="4126" y="6048"/>
                </a:lnTo>
                <a:lnTo>
                  <a:pt x="1699" y="3456"/>
                </a:lnTo>
                <a:lnTo>
                  <a:pt x="0" y="0"/>
                </a:lnTo>
                <a:lnTo>
                  <a:pt x="0" y="9504"/>
                </a:lnTo>
                <a:lnTo>
                  <a:pt x="485" y="12096"/>
                </a:lnTo>
                <a:lnTo>
                  <a:pt x="1213" y="13824"/>
                </a:lnTo>
                <a:lnTo>
                  <a:pt x="2427" y="15552"/>
                </a:lnTo>
                <a:lnTo>
                  <a:pt x="3883" y="18144"/>
                </a:lnTo>
                <a:lnTo>
                  <a:pt x="5582" y="19872"/>
                </a:lnTo>
                <a:lnTo>
                  <a:pt x="8009" y="21600"/>
                </a:lnTo>
                <a:lnTo>
                  <a:pt x="10679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49"/>
          <p:cNvSpPr/>
          <p:nvPr/>
        </p:nvSpPr>
        <p:spPr>
          <a:xfrm>
            <a:off x="16425333" y="11408834"/>
            <a:ext cx="381024" cy="101628"/>
          </a:xfrm>
          <a:custGeom>
            <a:rect b="b" l="l" r="r" t="t"/>
            <a:pathLst>
              <a:path extrusionOk="0" h="21600" w="21600">
                <a:moveTo>
                  <a:pt x="10679" y="21600"/>
                </a:moveTo>
                <a:lnTo>
                  <a:pt x="13348" y="21600"/>
                </a:lnTo>
                <a:lnTo>
                  <a:pt x="15775" y="20700"/>
                </a:lnTo>
                <a:lnTo>
                  <a:pt x="17717" y="18900"/>
                </a:lnTo>
                <a:lnTo>
                  <a:pt x="19173" y="16200"/>
                </a:lnTo>
                <a:lnTo>
                  <a:pt x="20387" y="14400"/>
                </a:lnTo>
                <a:lnTo>
                  <a:pt x="20872" y="11700"/>
                </a:lnTo>
                <a:lnTo>
                  <a:pt x="21600" y="9900"/>
                </a:lnTo>
                <a:lnTo>
                  <a:pt x="21600" y="0"/>
                </a:lnTo>
                <a:lnTo>
                  <a:pt x="19658" y="2700"/>
                </a:lnTo>
                <a:lnTo>
                  <a:pt x="17231" y="6300"/>
                </a:lnTo>
                <a:lnTo>
                  <a:pt x="14319" y="7200"/>
                </a:lnTo>
                <a:lnTo>
                  <a:pt x="10679" y="9000"/>
                </a:lnTo>
                <a:lnTo>
                  <a:pt x="7038" y="7200"/>
                </a:lnTo>
                <a:lnTo>
                  <a:pt x="4126" y="6300"/>
                </a:lnTo>
                <a:lnTo>
                  <a:pt x="1699" y="2700"/>
                </a:lnTo>
                <a:lnTo>
                  <a:pt x="0" y="0"/>
                </a:lnTo>
                <a:lnTo>
                  <a:pt x="0" y="9900"/>
                </a:lnTo>
                <a:lnTo>
                  <a:pt x="1213" y="14400"/>
                </a:lnTo>
                <a:lnTo>
                  <a:pt x="2427" y="16200"/>
                </a:lnTo>
                <a:lnTo>
                  <a:pt x="3883" y="18900"/>
                </a:lnTo>
                <a:lnTo>
                  <a:pt x="5582" y="20700"/>
                </a:lnTo>
                <a:lnTo>
                  <a:pt x="8009" y="21600"/>
                </a:lnTo>
                <a:lnTo>
                  <a:pt x="10679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49"/>
          <p:cNvSpPr/>
          <p:nvPr/>
        </p:nvSpPr>
        <p:spPr>
          <a:xfrm>
            <a:off x="16425333" y="11510434"/>
            <a:ext cx="381024" cy="101628"/>
          </a:xfrm>
          <a:custGeom>
            <a:rect b="b" l="l" r="r" t="t"/>
            <a:pathLst>
              <a:path extrusionOk="0" h="21600" w="21600">
                <a:moveTo>
                  <a:pt x="21600" y="2592"/>
                </a:moveTo>
                <a:lnTo>
                  <a:pt x="21600" y="0"/>
                </a:lnTo>
                <a:lnTo>
                  <a:pt x="19658" y="3456"/>
                </a:lnTo>
                <a:lnTo>
                  <a:pt x="17231" y="6912"/>
                </a:lnTo>
                <a:lnTo>
                  <a:pt x="14319" y="7776"/>
                </a:lnTo>
                <a:lnTo>
                  <a:pt x="10679" y="8640"/>
                </a:lnTo>
                <a:lnTo>
                  <a:pt x="7038" y="7776"/>
                </a:lnTo>
                <a:lnTo>
                  <a:pt x="4126" y="6912"/>
                </a:lnTo>
                <a:lnTo>
                  <a:pt x="1699" y="3456"/>
                </a:lnTo>
                <a:lnTo>
                  <a:pt x="0" y="0"/>
                </a:lnTo>
                <a:lnTo>
                  <a:pt x="0" y="4320"/>
                </a:lnTo>
                <a:lnTo>
                  <a:pt x="243" y="8640"/>
                </a:lnTo>
                <a:lnTo>
                  <a:pt x="971" y="12096"/>
                </a:lnTo>
                <a:lnTo>
                  <a:pt x="1942" y="15552"/>
                </a:lnTo>
                <a:lnTo>
                  <a:pt x="3155" y="17280"/>
                </a:lnTo>
                <a:lnTo>
                  <a:pt x="5097" y="19008"/>
                </a:lnTo>
                <a:lnTo>
                  <a:pt x="6796" y="20736"/>
                </a:lnTo>
                <a:lnTo>
                  <a:pt x="10679" y="21600"/>
                </a:lnTo>
                <a:lnTo>
                  <a:pt x="14562" y="20736"/>
                </a:lnTo>
                <a:lnTo>
                  <a:pt x="16503" y="19008"/>
                </a:lnTo>
                <a:lnTo>
                  <a:pt x="17960" y="17280"/>
                </a:lnTo>
                <a:lnTo>
                  <a:pt x="18445" y="12096"/>
                </a:lnTo>
                <a:lnTo>
                  <a:pt x="19173" y="7776"/>
                </a:lnTo>
                <a:lnTo>
                  <a:pt x="20387" y="4320"/>
                </a:lnTo>
                <a:lnTo>
                  <a:pt x="21600" y="259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49"/>
          <p:cNvSpPr/>
          <p:nvPr/>
        </p:nvSpPr>
        <p:spPr>
          <a:xfrm>
            <a:off x="16438033" y="11188700"/>
            <a:ext cx="355590" cy="101628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5429" y="20736"/>
                </a:lnTo>
                <a:lnTo>
                  <a:pt x="18514" y="18144"/>
                </a:lnTo>
                <a:lnTo>
                  <a:pt x="20314" y="15552"/>
                </a:lnTo>
                <a:lnTo>
                  <a:pt x="21600" y="12096"/>
                </a:lnTo>
                <a:lnTo>
                  <a:pt x="21086" y="8640"/>
                </a:lnTo>
                <a:lnTo>
                  <a:pt x="20057" y="6912"/>
                </a:lnTo>
                <a:lnTo>
                  <a:pt x="17486" y="3456"/>
                </a:lnTo>
                <a:lnTo>
                  <a:pt x="14400" y="1728"/>
                </a:lnTo>
                <a:lnTo>
                  <a:pt x="10800" y="0"/>
                </a:lnTo>
                <a:lnTo>
                  <a:pt x="4114" y="3456"/>
                </a:lnTo>
                <a:lnTo>
                  <a:pt x="1543" y="6912"/>
                </a:lnTo>
                <a:lnTo>
                  <a:pt x="771" y="8640"/>
                </a:lnTo>
                <a:lnTo>
                  <a:pt x="0" y="12096"/>
                </a:lnTo>
                <a:lnTo>
                  <a:pt x="1286" y="15552"/>
                </a:lnTo>
                <a:lnTo>
                  <a:pt x="3343" y="18144"/>
                </a:lnTo>
                <a:lnTo>
                  <a:pt x="6429" y="20736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49"/>
          <p:cNvSpPr/>
          <p:nvPr/>
        </p:nvSpPr>
        <p:spPr>
          <a:xfrm>
            <a:off x="16780933" y="11586634"/>
            <a:ext cx="126900" cy="507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29" name="Google Shape;829;p49"/>
          <p:cNvSpPr/>
          <p:nvPr/>
        </p:nvSpPr>
        <p:spPr>
          <a:xfrm>
            <a:off x="17428634" y="11408834"/>
            <a:ext cx="368280" cy="101628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3500" y="21600"/>
                </a:lnTo>
                <a:lnTo>
                  <a:pt x="15955" y="20700"/>
                </a:lnTo>
                <a:lnTo>
                  <a:pt x="17673" y="18900"/>
                </a:lnTo>
                <a:lnTo>
                  <a:pt x="19391" y="16200"/>
                </a:lnTo>
                <a:lnTo>
                  <a:pt x="20618" y="14400"/>
                </a:lnTo>
                <a:lnTo>
                  <a:pt x="21109" y="11700"/>
                </a:lnTo>
                <a:lnTo>
                  <a:pt x="21600" y="9900"/>
                </a:lnTo>
                <a:lnTo>
                  <a:pt x="21600" y="0"/>
                </a:lnTo>
                <a:lnTo>
                  <a:pt x="19882" y="2700"/>
                </a:lnTo>
                <a:lnTo>
                  <a:pt x="17427" y="6300"/>
                </a:lnTo>
                <a:lnTo>
                  <a:pt x="14482" y="7200"/>
                </a:lnTo>
                <a:lnTo>
                  <a:pt x="10800" y="9000"/>
                </a:lnTo>
                <a:lnTo>
                  <a:pt x="7118" y="7200"/>
                </a:lnTo>
                <a:lnTo>
                  <a:pt x="4173" y="6300"/>
                </a:lnTo>
                <a:lnTo>
                  <a:pt x="1718" y="2700"/>
                </a:lnTo>
                <a:lnTo>
                  <a:pt x="0" y="0"/>
                </a:lnTo>
                <a:lnTo>
                  <a:pt x="0" y="9900"/>
                </a:lnTo>
                <a:lnTo>
                  <a:pt x="1227" y="14400"/>
                </a:lnTo>
                <a:lnTo>
                  <a:pt x="2455" y="16200"/>
                </a:lnTo>
                <a:lnTo>
                  <a:pt x="3927" y="18900"/>
                </a:lnTo>
                <a:lnTo>
                  <a:pt x="5645" y="20700"/>
                </a:lnTo>
                <a:lnTo>
                  <a:pt x="810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49"/>
          <p:cNvSpPr/>
          <p:nvPr/>
        </p:nvSpPr>
        <p:spPr>
          <a:xfrm>
            <a:off x="17428634" y="11290301"/>
            <a:ext cx="368280" cy="118530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3500" y="21600"/>
                </a:lnTo>
                <a:lnTo>
                  <a:pt x="15955" y="19872"/>
                </a:lnTo>
                <a:lnTo>
                  <a:pt x="17673" y="18144"/>
                </a:lnTo>
                <a:lnTo>
                  <a:pt x="19391" y="15552"/>
                </a:lnTo>
                <a:lnTo>
                  <a:pt x="20618" y="13824"/>
                </a:lnTo>
                <a:lnTo>
                  <a:pt x="21109" y="12096"/>
                </a:lnTo>
                <a:lnTo>
                  <a:pt x="21600" y="9504"/>
                </a:lnTo>
                <a:lnTo>
                  <a:pt x="21600" y="0"/>
                </a:lnTo>
                <a:lnTo>
                  <a:pt x="19882" y="3456"/>
                </a:lnTo>
                <a:lnTo>
                  <a:pt x="17427" y="6048"/>
                </a:lnTo>
                <a:lnTo>
                  <a:pt x="14482" y="7776"/>
                </a:lnTo>
                <a:lnTo>
                  <a:pt x="10800" y="8640"/>
                </a:lnTo>
                <a:lnTo>
                  <a:pt x="7118" y="7776"/>
                </a:lnTo>
                <a:lnTo>
                  <a:pt x="4173" y="6048"/>
                </a:lnTo>
                <a:lnTo>
                  <a:pt x="1718" y="3456"/>
                </a:lnTo>
                <a:lnTo>
                  <a:pt x="0" y="0"/>
                </a:lnTo>
                <a:lnTo>
                  <a:pt x="0" y="9504"/>
                </a:lnTo>
                <a:lnTo>
                  <a:pt x="491" y="12096"/>
                </a:lnTo>
                <a:lnTo>
                  <a:pt x="1227" y="13824"/>
                </a:lnTo>
                <a:lnTo>
                  <a:pt x="2455" y="15552"/>
                </a:lnTo>
                <a:lnTo>
                  <a:pt x="3927" y="18144"/>
                </a:lnTo>
                <a:lnTo>
                  <a:pt x="5645" y="19872"/>
                </a:lnTo>
                <a:lnTo>
                  <a:pt x="810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49"/>
          <p:cNvSpPr/>
          <p:nvPr/>
        </p:nvSpPr>
        <p:spPr>
          <a:xfrm>
            <a:off x="17441333" y="11188700"/>
            <a:ext cx="355590" cy="101628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5171" y="20736"/>
                </a:lnTo>
                <a:lnTo>
                  <a:pt x="18514" y="18144"/>
                </a:lnTo>
                <a:lnTo>
                  <a:pt x="20314" y="15552"/>
                </a:lnTo>
                <a:lnTo>
                  <a:pt x="21600" y="12096"/>
                </a:lnTo>
                <a:lnTo>
                  <a:pt x="21086" y="8640"/>
                </a:lnTo>
                <a:lnTo>
                  <a:pt x="20057" y="6912"/>
                </a:lnTo>
                <a:lnTo>
                  <a:pt x="17486" y="3456"/>
                </a:lnTo>
                <a:lnTo>
                  <a:pt x="14400" y="1728"/>
                </a:lnTo>
                <a:lnTo>
                  <a:pt x="10800" y="0"/>
                </a:lnTo>
                <a:lnTo>
                  <a:pt x="7200" y="1728"/>
                </a:lnTo>
                <a:lnTo>
                  <a:pt x="4114" y="3456"/>
                </a:lnTo>
                <a:lnTo>
                  <a:pt x="1543" y="6912"/>
                </a:lnTo>
                <a:lnTo>
                  <a:pt x="771" y="8640"/>
                </a:lnTo>
                <a:lnTo>
                  <a:pt x="0" y="12096"/>
                </a:lnTo>
                <a:lnTo>
                  <a:pt x="1286" y="15552"/>
                </a:lnTo>
                <a:lnTo>
                  <a:pt x="3086" y="18144"/>
                </a:lnTo>
                <a:lnTo>
                  <a:pt x="6429" y="20736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49"/>
          <p:cNvSpPr/>
          <p:nvPr/>
        </p:nvSpPr>
        <p:spPr>
          <a:xfrm>
            <a:off x="17428634" y="11510434"/>
            <a:ext cx="292086" cy="101628"/>
          </a:xfrm>
          <a:custGeom>
            <a:rect b="b" l="l" r="r" t="t"/>
            <a:pathLst>
              <a:path extrusionOk="0" h="21600" w="21600">
                <a:moveTo>
                  <a:pt x="21600" y="6912"/>
                </a:moveTo>
                <a:lnTo>
                  <a:pt x="17897" y="7776"/>
                </a:lnTo>
                <a:lnTo>
                  <a:pt x="13577" y="8640"/>
                </a:lnTo>
                <a:lnTo>
                  <a:pt x="8949" y="7776"/>
                </a:lnTo>
                <a:lnTo>
                  <a:pt x="5246" y="6912"/>
                </a:lnTo>
                <a:lnTo>
                  <a:pt x="2160" y="3456"/>
                </a:lnTo>
                <a:lnTo>
                  <a:pt x="0" y="0"/>
                </a:lnTo>
                <a:lnTo>
                  <a:pt x="0" y="4320"/>
                </a:lnTo>
                <a:lnTo>
                  <a:pt x="309" y="8640"/>
                </a:lnTo>
                <a:lnTo>
                  <a:pt x="926" y="12096"/>
                </a:lnTo>
                <a:lnTo>
                  <a:pt x="2469" y="15552"/>
                </a:lnTo>
                <a:lnTo>
                  <a:pt x="4011" y="17280"/>
                </a:lnTo>
                <a:lnTo>
                  <a:pt x="6480" y="19008"/>
                </a:lnTo>
                <a:lnTo>
                  <a:pt x="8640" y="20736"/>
                </a:lnTo>
                <a:lnTo>
                  <a:pt x="13577" y="21600"/>
                </a:lnTo>
                <a:lnTo>
                  <a:pt x="16663" y="21600"/>
                </a:lnTo>
                <a:lnTo>
                  <a:pt x="19749" y="19008"/>
                </a:lnTo>
                <a:lnTo>
                  <a:pt x="20057" y="12960"/>
                </a:lnTo>
                <a:lnTo>
                  <a:pt x="21600" y="691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49"/>
          <p:cNvSpPr/>
          <p:nvPr/>
        </p:nvSpPr>
        <p:spPr>
          <a:xfrm>
            <a:off x="17720733" y="11535834"/>
            <a:ext cx="203202" cy="152388"/>
          </a:xfrm>
          <a:custGeom>
            <a:rect b="b" l="l" r="r" t="t"/>
            <a:pathLst>
              <a:path extrusionOk="0" h="21600" w="21600">
                <a:moveTo>
                  <a:pt x="8272" y="21600"/>
                </a:moveTo>
                <a:lnTo>
                  <a:pt x="0" y="10800"/>
                </a:lnTo>
                <a:lnTo>
                  <a:pt x="3217" y="6000"/>
                </a:lnTo>
                <a:lnTo>
                  <a:pt x="8272" y="12600"/>
                </a:lnTo>
                <a:lnTo>
                  <a:pt x="17923" y="0"/>
                </a:lnTo>
                <a:lnTo>
                  <a:pt x="21600" y="4800"/>
                </a:lnTo>
                <a:lnTo>
                  <a:pt x="8272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49"/>
          <p:cNvSpPr/>
          <p:nvPr/>
        </p:nvSpPr>
        <p:spPr>
          <a:xfrm>
            <a:off x="18431933" y="11408834"/>
            <a:ext cx="368280" cy="101628"/>
          </a:xfrm>
          <a:custGeom>
            <a:rect b="b" l="l" r="r" t="t"/>
            <a:pathLst>
              <a:path extrusionOk="0" h="21600" w="21600">
                <a:moveTo>
                  <a:pt x="10921" y="21600"/>
                </a:moveTo>
                <a:lnTo>
                  <a:pt x="13591" y="21600"/>
                </a:lnTo>
                <a:lnTo>
                  <a:pt x="16018" y="20700"/>
                </a:lnTo>
                <a:lnTo>
                  <a:pt x="17717" y="18900"/>
                </a:lnTo>
                <a:lnTo>
                  <a:pt x="19173" y="16200"/>
                </a:lnTo>
                <a:lnTo>
                  <a:pt x="20387" y="14400"/>
                </a:lnTo>
                <a:lnTo>
                  <a:pt x="21600" y="9900"/>
                </a:lnTo>
                <a:lnTo>
                  <a:pt x="21600" y="0"/>
                </a:lnTo>
                <a:lnTo>
                  <a:pt x="19901" y="2700"/>
                </a:lnTo>
                <a:lnTo>
                  <a:pt x="17474" y="6300"/>
                </a:lnTo>
                <a:lnTo>
                  <a:pt x="14562" y="7200"/>
                </a:lnTo>
                <a:lnTo>
                  <a:pt x="10921" y="9000"/>
                </a:lnTo>
                <a:lnTo>
                  <a:pt x="7281" y="7200"/>
                </a:lnTo>
                <a:lnTo>
                  <a:pt x="4369" y="6300"/>
                </a:lnTo>
                <a:lnTo>
                  <a:pt x="1942" y="2700"/>
                </a:lnTo>
                <a:lnTo>
                  <a:pt x="0" y="0"/>
                </a:lnTo>
                <a:lnTo>
                  <a:pt x="0" y="9900"/>
                </a:lnTo>
                <a:lnTo>
                  <a:pt x="728" y="11700"/>
                </a:lnTo>
                <a:lnTo>
                  <a:pt x="1213" y="14400"/>
                </a:lnTo>
                <a:lnTo>
                  <a:pt x="2427" y="16200"/>
                </a:lnTo>
                <a:lnTo>
                  <a:pt x="3883" y="18900"/>
                </a:lnTo>
                <a:lnTo>
                  <a:pt x="5825" y="20700"/>
                </a:lnTo>
                <a:lnTo>
                  <a:pt x="8252" y="21600"/>
                </a:lnTo>
                <a:lnTo>
                  <a:pt x="10921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49"/>
          <p:cNvSpPr/>
          <p:nvPr/>
        </p:nvSpPr>
        <p:spPr>
          <a:xfrm>
            <a:off x="18431933" y="11290301"/>
            <a:ext cx="368280" cy="118530"/>
          </a:xfrm>
          <a:custGeom>
            <a:rect b="b" l="l" r="r" t="t"/>
            <a:pathLst>
              <a:path extrusionOk="0" h="21600" w="21600">
                <a:moveTo>
                  <a:pt x="10921" y="21600"/>
                </a:moveTo>
                <a:lnTo>
                  <a:pt x="13591" y="21600"/>
                </a:lnTo>
                <a:lnTo>
                  <a:pt x="16018" y="19872"/>
                </a:lnTo>
                <a:lnTo>
                  <a:pt x="17717" y="18144"/>
                </a:lnTo>
                <a:lnTo>
                  <a:pt x="19173" y="15552"/>
                </a:lnTo>
                <a:lnTo>
                  <a:pt x="20387" y="13824"/>
                </a:lnTo>
                <a:lnTo>
                  <a:pt x="21115" y="12096"/>
                </a:lnTo>
                <a:lnTo>
                  <a:pt x="21600" y="9504"/>
                </a:lnTo>
                <a:lnTo>
                  <a:pt x="21600" y="0"/>
                </a:lnTo>
                <a:lnTo>
                  <a:pt x="19901" y="3456"/>
                </a:lnTo>
                <a:lnTo>
                  <a:pt x="17474" y="6048"/>
                </a:lnTo>
                <a:lnTo>
                  <a:pt x="14562" y="7776"/>
                </a:lnTo>
                <a:lnTo>
                  <a:pt x="10921" y="8640"/>
                </a:lnTo>
                <a:lnTo>
                  <a:pt x="7281" y="7776"/>
                </a:lnTo>
                <a:lnTo>
                  <a:pt x="4369" y="6048"/>
                </a:lnTo>
                <a:lnTo>
                  <a:pt x="1942" y="3456"/>
                </a:lnTo>
                <a:lnTo>
                  <a:pt x="0" y="0"/>
                </a:lnTo>
                <a:lnTo>
                  <a:pt x="0" y="9504"/>
                </a:lnTo>
                <a:lnTo>
                  <a:pt x="1213" y="13824"/>
                </a:lnTo>
                <a:lnTo>
                  <a:pt x="2427" y="15552"/>
                </a:lnTo>
                <a:lnTo>
                  <a:pt x="3883" y="18144"/>
                </a:lnTo>
                <a:lnTo>
                  <a:pt x="5825" y="19872"/>
                </a:lnTo>
                <a:lnTo>
                  <a:pt x="8252" y="21600"/>
                </a:lnTo>
                <a:lnTo>
                  <a:pt x="10921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49"/>
          <p:cNvSpPr/>
          <p:nvPr/>
        </p:nvSpPr>
        <p:spPr>
          <a:xfrm>
            <a:off x="18444634" y="11188700"/>
            <a:ext cx="355590" cy="101628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5171" y="20736"/>
                </a:lnTo>
                <a:lnTo>
                  <a:pt x="18257" y="18144"/>
                </a:lnTo>
                <a:lnTo>
                  <a:pt x="20314" y="15552"/>
                </a:lnTo>
                <a:lnTo>
                  <a:pt x="21600" y="12096"/>
                </a:lnTo>
                <a:lnTo>
                  <a:pt x="20829" y="8640"/>
                </a:lnTo>
                <a:lnTo>
                  <a:pt x="20057" y="6912"/>
                </a:lnTo>
                <a:lnTo>
                  <a:pt x="17486" y="3456"/>
                </a:lnTo>
                <a:lnTo>
                  <a:pt x="10800" y="0"/>
                </a:lnTo>
                <a:lnTo>
                  <a:pt x="7200" y="1728"/>
                </a:lnTo>
                <a:lnTo>
                  <a:pt x="4114" y="3456"/>
                </a:lnTo>
                <a:lnTo>
                  <a:pt x="1543" y="6912"/>
                </a:lnTo>
                <a:lnTo>
                  <a:pt x="514" y="8640"/>
                </a:lnTo>
                <a:lnTo>
                  <a:pt x="0" y="12096"/>
                </a:lnTo>
                <a:lnTo>
                  <a:pt x="1286" y="15552"/>
                </a:lnTo>
                <a:lnTo>
                  <a:pt x="3086" y="18144"/>
                </a:lnTo>
                <a:lnTo>
                  <a:pt x="6429" y="20736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49"/>
          <p:cNvSpPr/>
          <p:nvPr/>
        </p:nvSpPr>
        <p:spPr>
          <a:xfrm>
            <a:off x="18431933" y="11510434"/>
            <a:ext cx="317520" cy="101628"/>
          </a:xfrm>
          <a:custGeom>
            <a:rect b="b" l="l" r="r" t="t"/>
            <a:pathLst>
              <a:path extrusionOk="0" h="21600" w="21600">
                <a:moveTo>
                  <a:pt x="21600" y="5184"/>
                </a:moveTo>
                <a:lnTo>
                  <a:pt x="17392" y="7776"/>
                </a:lnTo>
                <a:lnTo>
                  <a:pt x="12623" y="8640"/>
                </a:lnTo>
                <a:lnTo>
                  <a:pt x="8416" y="7776"/>
                </a:lnTo>
                <a:lnTo>
                  <a:pt x="5049" y="6912"/>
                </a:lnTo>
                <a:lnTo>
                  <a:pt x="2244" y="3456"/>
                </a:lnTo>
                <a:lnTo>
                  <a:pt x="0" y="0"/>
                </a:lnTo>
                <a:lnTo>
                  <a:pt x="0" y="4320"/>
                </a:lnTo>
                <a:lnTo>
                  <a:pt x="561" y="8640"/>
                </a:lnTo>
                <a:lnTo>
                  <a:pt x="1122" y="12096"/>
                </a:lnTo>
                <a:lnTo>
                  <a:pt x="2525" y="15552"/>
                </a:lnTo>
                <a:lnTo>
                  <a:pt x="3927" y="17280"/>
                </a:lnTo>
                <a:lnTo>
                  <a:pt x="5891" y="19008"/>
                </a:lnTo>
                <a:lnTo>
                  <a:pt x="8135" y="20736"/>
                </a:lnTo>
                <a:lnTo>
                  <a:pt x="12623" y="21600"/>
                </a:lnTo>
                <a:lnTo>
                  <a:pt x="15990" y="20736"/>
                </a:lnTo>
                <a:lnTo>
                  <a:pt x="19636" y="18144"/>
                </a:lnTo>
                <a:lnTo>
                  <a:pt x="20197" y="12096"/>
                </a:lnTo>
                <a:lnTo>
                  <a:pt x="21600" y="518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49"/>
          <p:cNvSpPr/>
          <p:nvPr/>
        </p:nvSpPr>
        <p:spPr>
          <a:xfrm>
            <a:off x="18774834" y="11535834"/>
            <a:ext cx="152388" cy="152388"/>
          </a:xfrm>
          <a:custGeom>
            <a:rect b="b" l="l" r="r" t="t"/>
            <a:pathLst>
              <a:path extrusionOk="0" h="21600" w="21600">
                <a:moveTo>
                  <a:pt x="21600" y="4670"/>
                </a:moveTo>
                <a:lnTo>
                  <a:pt x="16930" y="0"/>
                </a:lnTo>
                <a:lnTo>
                  <a:pt x="10508" y="7005"/>
                </a:lnTo>
                <a:lnTo>
                  <a:pt x="4086" y="0"/>
                </a:lnTo>
                <a:lnTo>
                  <a:pt x="0" y="4670"/>
                </a:lnTo>
                <a:lnTo>
                  <a:pt x="6422" y="11092"/>
                </a:lnTo>
                <a:lnTo>
                  <a:pt x="0" y="17514"/>
                </a:lnTo>
                <a:lnTo>
                  <a:pt x="4086" y="21600"/>
                </a:lnTo>
                <a:lnTo>
                  <a:pt x="10508" y="15178"/>
                </a:lnTo>
                <a:lnTo>
                  <a:pt x="16930" y="21600"/>
                </a:lnTo>
                <a:lnTo>
                  <a:pt x="21600" y="17514"/>
                </a:lnTo>
                <a:lnTo>
                  <a:pt x="15178" y="11092"/>
                </a:lnTo>
                <a:lnTo>
                  <a:pt x="21600" y="467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49"/>
          <p:cNvSpPr/>
          <p:nvPr/>
        </p:nvSpPr>
        <p:spPr>
          <a:xfrm>
            <a:off x="22843067" y="10604500"/>
            <a:ext cx="38124" cy="3812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0" y="17280"/>
                </a:lnTo>
                <a:lnTo>
                  <a:pt x="4320" y="19440"/>
                </a:lnTo>
                <a:lnTo>
                  <a:pt x="6480" y="21600"/>
                </a:ln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4320"/>
                </a:lnTo>
                <a:lnTo>
                  <a:pt x="17280" y="0"/>
                </a:lnTo>
                <a:lnTo>
                  <a:pt x="6480" y="0"/>
                </a:lnTo>
                <a:lnTo>
                  <a:pt x="4320" y="4320"/>
                </a:lnTo>
                <a:lnTo>
                  <a:pt x="0" y="6480"/>
                </a:lnTo>
                <a:lnTo>
                  <a:pt x="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49"/>
          <p:cNvSpPr/>
          <p:nvPr/>
        </p:nvSpPr>
        <p:spPr>
          <a:xfrm>
            <a:off x="22500169" y="10604500"/>
            <a:ext cx="50814" cy="3812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0" y="17280"/>
                </a:lnTo>
                <a:lnTo>
                  <a:pt x="4320" y="19440"/>
                </a:lnTo>
                <a:lnTo>
                  <a:pt x="6480" y="21600"/>
                </a:ln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4320"/>
                </a:lnTo>
                <a:lnTo>
                  <a:pt x="17280" y="0"/>
                </a:lnTo>
                <a:lnTo>
                  <a:pt x="6480" y="0"/>
                </a:lnTo>
                <a:lnTo>
                  <a:pt x="4320" y="4320"/>
                </a:lnTo>
                <a:lnTo>
                  <a:pt x="0" y="6480"/>
                </a:lnTo>
                <a:lnTo>
                  <a:pt x="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49"/>
          <p:cNvSpPr/>
          <p:nvPr/>
        </p:nvSpPr>
        <p:spPr>
          <a:xfrm>
            <a:off x="22487467" y="10401300"/>
            <a:ext cx="419094" cy="241326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7322"/>
                </a:lnTo>
                <a:lnTo>
                  <a:pt x="436" y="8420"/>
                </a:lnTo>
                <a:lnTo>
                  <a:pt x="655" y="9885"/>
                </a:lnTo>
                <a:lnTo>
                  <a:pt x="1527" y="10251"/>
                </a:lnTo>
                <a:lnTo>
                  <a:pt x="2182" y="10983"/>
                </a:lnTo>
                <a:lnTo>
                  <a:pt x="9818" y="10983"/>
                </a:lnTo>
                <a:lnTo>
                  <a:pt x="9818" y="17939"/>
                </a:lnTo>
                <a:lnTo>
                  <a:pt x="4364" y="17939"/>
                </a:lnTo>
                <a:lnTo>
                  <a:pt x="4364" y="21600"/>
                </a:lnTo>
                <a:lnTo>
                  <a:pt x="17236" y="21600"/>
                </a:lnTo>
                <a:lnTo>
                  <a:pt x="17236" y="17939"/>
                </a:lnTo>
                <a:lnTo>
                  <a:pt x="12000" y="17939"/>
                </a:lnTo>
                <a:lnTo>
                  <a:pt x="12000" y="10983"/>
                </a:lnTo>
                <a:lnTo>
                  <a:pt x="19418" y="10983"/>
                </a:lnTo>
                <a:lnTo>
                  <a:pt x="20291" y="10251"/>
                </a:lnTo>
                <a:lnTo>
                  <a:pt x="21164" y="9885"/>
                </a:lnTo>
                <a:lnTo>
                  <a:pt x="21382" y="8420"/>
                </a:lnTo>
                <a:lnTo>
                  <a:pt x="21600" y="7322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8727" y="7322"/>
                </a:moveTo>
                <a:lnTo>
                  <a:pt x="3273" y="7322"/>
                </a:lnTo>
                <a:lnTo>
                  <a:pt x="3273" y="3661"/>
                </a:lnTo>
                <a:lnTo>
                  <a:pt x="8727" y="3661"/>
                </a:lnTo>
                <a:lnTo>
                  <a:pt x="8727" y="7322"/>
                </a:lnTo>
                <a:close/>
                <a:moveTo>
                  <a:pt x="14182" y="7322"/>
                </a:moveTo>
                <a:lnTo>
                  <a:pt x="13527" y="7322"/>
                </a:lnTo>
                <a:lnTo>
                  <a:pt x="13309" y="6590"/>
                </a:lnTo>
                <a:lnTo>
                  <a:pt x="13091" y="6224"/>
                </a:lnTo>
                <a:lnTo>
                  <a:pt x="13091" y="4393"/>
                </a:lnTo>
                <a:lnTo>
                  <a:pt x="13527" y="3661"/>
                </a:lnTo>
                <a:lnTo>
                  <a:pt x="14618" y="3661"/>
                </a:lnTo>
                <a:lnTo>
                  <a:pt x="14836" y="4027"/>
                </a:lnTo>
                <a:lnTo>
                  <a:pt x="15273" y="4393"/>
                </a:lnTo>
                <a:lnTo>
                  <a:pt x="15273" y="6224"/>
                </a:lnTo>
                <a:lnTo>
                  <a:pt x="14836" y="6590"/>
                </a:lnTo>
                <a:lnTo>
                  <a:pt x="14618" y="7322"/>
                </a:lnTo>
                <a:lnTo>
                  <a:pt x="14182" y="7322"/>
                </a:lnTo>
                <a:close/>
                <a:moveTo>
                  <a:pt x="17236" y="7322"/>
                </a:moveTo>
                <a:lnTo>
                  <a:pt x="16800" y="7322"/>
                </a:lnTo>
                <a:lnTo>
                  <a:pt x="16582" y="6590"/>
                </a:lnTo>
                <a:lnTo>
                  <a:pt x="16145" y="6224"/>
                </a:lnTo>
                <a:lnTo>
                  <a:pt x="16145" y="4393"/>
                </a:lnTo>
                <a:lnTo>
                  <a:pt x="16582" y="4027"/>
                </a:lnTo>
                <a:lnTo>
                  <a:pt x="16800" y="3661"/>
                </a:lnTo>
                <a:lnTo>
                  <a:pt x="17891" y="3661"/>
                </a:lnTo>
                <a:lnTo>
                  <a:pt x="18327" y="4393"/>
                </a:lnTo>
                <a:lnTo>
                  <a:pt x="18327" y="6224"/>
                </a:lnTo>
                <a:lnTo>
                  <a:pt x="18109" y="6590"/>
                </a:lnTo>
                <a:lnTo>
                  <a:pt x="17891" y="7322"/>
                </a:lnTo>
                <a:lnTo>
                  <a:pt x="17236" y="732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49"/>
          <p:cNvSpPr/>
          <p:nvPr/>
        </p:nvSpPr>
        <p:spPr>
          <a:xfrm>
            <a:off x="22487467" y="10236200"/>
            <a:ext cx="419094" cy="114318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21600" y="6703"/>
                </a:lnTo>
                <a:lnTo>
                  <a:pt x="21382" y="4469"/>
                </a:lnTo>
                <a:lnTo>
                  <a:pt x="21164" y="1490"/>
                </a:lnTo>
                <a:lnTo>
                  <a:pt x="19418" y="0"/>
                </a:lnTo>
                <a:lnTo>
                  <a:pt x="2182" y="0"/>
                </a:lnTo>
                <a:lnTo>
                  <a:pt x="1527" y="745"/>
                </a:lnTo>
                <a:lnTo>
                  <a:pt x="655" y="1490"/>
                </a:lnTo>
                <a:lnTo>
                  <a:pt x="436" y="4469"/>
                </a:lnTo>
                <a:lnTo>
                  <a:pt x="0" y="6703"/>
                </a:lnTo>
                <a:lnTo>
                  <a:pt x="0" y="21600"/>
                </a:lnTo>
                <a:lnTo>
                  <a:pt x="21600" y="21600"/>
                </a:lnTo>
                <a:close/>
                <a:moveTo>
                  <a:pt x="17236" y="6703"/>
                </a:moveTo>
                <a:lnTo>
                  <a:pt x="17891" y="6703"/>
                </a:lnTo>
                <a:lnTo>
                  <a:pt x="18109" y="8193"/>
                </a:lnTo>
                <a:lnTo>
                  <a:pt x="18327" y="8938"/>
                </a:lnTo>
                <a:lnTo>
                  <a:pt x="18327" y="12662"/>
                </a:lnTo>
                <a:lnTo>
                  <a:pt x="17891" y="14152"/>
                </a:lnTo>
                <a:lnTo>
                  <a:pt x="16800" y="14152"/>
                </a:lnTo>
                <a:lnTo>
                  <a:pt x="16582" y="13407"/>
                </a:lnTo>
                <a:lnTo>
                  <a:pt x="16145" y="12662"/>
                </a:lnTo>
                <a:lnTo>
                  <a:pt x="16145" y="8938"/>
                </a:lnTo>
                <a:lnTo>
                  <a:pt x="16582" y="8193"/>
                </a:lnTo>
                <a:lnTo>
                  <a:pt x="16800" y="6703"/>
                </a:lnTo>
                <a:lnTo>
                  <a:pt x="17236" y="6703"/>
                </a:lnTo>
                <a:close/>
                <a:moveTo>
                  <a:pt x="14182" y="6703"/>
                </a:moveTo>
                <a:lnTo>
                  <a:pt x="14618" y="6703"/>
                </a:lnTo>
                <a:lnTo>
                  <a:pt x="14836" y="8193"/>
                </a:lnTo>
                <a:lnTo>
                  <a:pt x="15273" y="8938"/>
                </a:lnTo>
                <a:lnTo>
                  <a:pt x="15273" y="12662"/>
                </a:lnTo>
                <a:lnTo>
                  <a:pt x="14836" y="13407"/>
                </a:lnTo>
                <a:lnTo>
                  <a:pt x="14618" y="14152"/>
                </a:lnTo>
                <a:lnTo>
                  <a:pt x="13527" y="14152"/>
                </a:lnTo>
                <a:lnTo>
                  <a:pt x="13091" y="12662"/>
                </a:lnTo>
                <a:lnTo>
                  <a:pt x="13091" y="8938"/>
                </a:lnTo>
                <a:lnTo>
                  <a:pt x="13309" y="8193"/>
                </a:lnTo>
                <a:lnTo>
                  <a:pt x="13527" y="6703"/>
                </a:lnTo>
                <a:lnTo>
                  <a:pt x="14182" y="6703"/>
                </a:lnTo>
                <a:close/>
                <a:moveTo>
                  <a:pt x="3273" y="6703"/>
                </a:moveTo>
                <a:lnTo>
                  <a:pt x="8727" y="6703"/>
                </a:lnTo>
                <a:lnTo>
                  <a:pt x="8727" y="14152"/>
                </a:lnTo>
                <a:lnTo>
                  <a:pt x="3273" y="14152"/>
                </a:lnTo>
                <a:lnTo>
                  <a:pt x="3273" y="670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49"/>
          <p:cNvSpPr/>
          <p:nvPr/>
        </p:nvSpPr>
        <p:spPr>
          <a:xfrm>
            <a:off x="19473333" y="11226800"/>
            <a:ext cx="423360" cy="423360"/>
          </a:xfrm>
          <a:custGeom>
            <a:rect b="b" l="l" r="r" t="t"/>
            <a:pathLst>
              <a:path extrusionOk="0" h="21600" w="21600">
                <a:moveTo>
                  <a:pt x="10691" y="0"/>
                </a:moveTo>
                <a:lnTo>
                  <a:pt x="8727" y="218"/>
                </a:lnTo>
                <a:lnTo>
                  <a:pt x="6545" y="873"/>
                </a:lnTo>
                <a:lnTo>
                  <a:pt x="4800" y="1964"/>
                </a:lnTo>
                <a:lnTo>
                  <a:pt x="3273" y="3273"/>
                </a:lnTo>
                <a:lnTo>
                  <a:pt x="1964" y="4800"/>
                </a:lnTo>
                <a:lnTo>
                  <a:pt x="873" y="6545"/>
                </a:lnTo>
                <a:lnTo>
                  <a:pt x="218" y="8727"/>
                </a:lnTo>
                <a:lnTo>
                  <a:pt x="0" y="10909"/>
                </a:lnTo>
                <a:lnTo>
                  <a:pt x="218" y="12873"/>
                </a:lnTo>
                <a:lnTo>
                  <a:pt x="873" y="15055"/>
                </a:lnTo>
                <a:lnTo>
                  <a:pt x="1964" y="16800"/>
                </a:lnTo>
                <a:lnTo>
                  <a:pt x="3273" y="18327"/>
                </a:lnTo>
                <a:lnTo>
                  <a:pt x="4800" y="19636"/>
                </a:lnTo>
                <a:lnTo>
                  <a:pt x="6545" y="20727"/>
                </a:lnTo>
                <a:lnTo>
                  <a:pt x="8727" y="21382"/>
                </a:lnTo>
                <a:lnTo>
                  <a:pt x="10691" y="21600"/>
                </a:lnTo>
                <a:lnTo>
                  <a:pt x="12873" y="21382"/>
                </a:lnTo>
                <a:lnTo>
                  <a:pt x="15055" y="20727"/>
                </a:lnTo>
                <a:lnTo>
                  <a:pt x="16800" y="19636"/>
                </a:lnTo>
                <a:lnTo>
                  <a:pt x="18327" y="18327"/>
                </a:lnTo>
                <a:lnTo>
                  <a:pt x="19636" y="16800"/>
                </a:lnTo>
                <a:lnTo>
                  <a:pt x="20727" y="15055"/>
                </a:lnTo>
                <a:lnTo>
                  <a:pt x="21382" y="12873"/>
                </a:lnTo>
                <a:lnTo>
                  <a:pt x="21600" y="10909"/>
                </a:lnTo>
                <a:lnTo>
                  <a:pt x="21382" y="8727"/>
                </a:lnTo>
                <a:lnTo>
                  <a:pt x="20727" y="6545"/>
                </a:lnTo>
                <a:lnTo>
                  <a:pt x="19636" y="4800"/>
                </a:lnTo>
                <a:lnTo>
                  <a:pt x="18327" y="3273"/>
                </a:lnTo>
                <a:lnTo>
                  <a:pt x="16800" y="1964"/>
                </a:lnTo>
                <a:lnTo>
                  <a:pt x="15055" y="873"/>
                </a:lnTo>
                <a:lnTo>
                  <a:pt x="12873" y="218"/>
                </a:lnTo>
                <a:lnTo>
                  <a:pt x="10691" y="0"/>
                </a:lnTo>
                <a:close/>
                <a:moveTo>
                  <a:pt x="16145" y="11782"/>
                </a:moveTo>
                <a:lnTo>
                  <a:pt x="11782" y="11782"/>
                </a:lnTo>
                <a:lnTo>
                  <a:pt x="11782" y="16145"/>
                </a:lnTo>
                <a:lnTo>
                  <a:pt x="9600" y="16145"/>
                </a:lnTo>
                <a:lnTo>
                  <a:pt x="9600" y="11782"/>
                </a:lnTo>
                <a:lnTo>
                  <a:pt x="5455" y="11782"/>
                </a:lnTo>
                <a:lnTo>
                  <a:pt x="5455" y="9818"/>
                </a:lnTo>
                <a:lnTo>
                  <a:pt x="9600" y="9818"/>
                </a:lnTo>
                <a:lnTo>
                  <a:pt x="9600" y="5455"/>
                </a:lnTo>
                <a:lnTo>
                  <a:pt x="11782" y="5455"/>
                </a:lnTo>
                <a:lnTo>
                  <a:pt x="11782" y="9818"/>
                </a:lnTo>
                <a:lnTo>
                  <a:pt x="16145" y="9818"/>
                </a:lnTo>
                <a:lnTo>
                  <a:pt x="16145" y="1178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9"/>
          <p:cNvSpPr/>
          <p:nvPr/>
        </p:nvSpPr>
        <p:spPr>
          <a:xfrm>
            <a:off x="20480866" y="11226800"/>
            <a:ext cx="419094" cy="423360"/>
          </a:xfrm>
          <a:custGeom>
            <a:rect b="b" l="l" r="r" t="t"/>
            <a:pathLst>
              <a:path extrusionOk="0" h="21600" w="21600">
                <a:moveTo>
                  <a:pt x="10691" y="0"/>
                </a:moveTo>
                <a:lnTo>
                  <a:pt x="8509" y="218"/>
                </a:lnTo>
                <a:lnTo>
                  <a:pt x="6327" y="873"/>
                </a:lnTo>
                <a:lnTo>
                  <a:pt x="4800" y="1964"/>
                </a:lnTo>
                <a:lnTo>
                  <a:pt x="3273" y="3273"/>
                </a:lnTo>
                <a:lnTo>
                  <a:pt x="1964" y="4800"/>
                </a:lnTo>
                <a:lnTo>
                  <a:pt x="873" y="6545"/>
                </a:lnTo>
                <a:lnTo>
                  <a:pt x="218" y="8727"/>
                </a:lnTo>
                <a:lnTo>
                  <a:pt x="0" y="10909"/>
                </a:lnTo>
                <a:lnTo>
                  <a:pt x="218" y="12873"/>
                </a:lnTo>
                <a:lnTo>
                  <a:pt x="873" y="15055"/>
                </a:lnTo>
                <a:lnTo>
                  <a:pt x="1964" y="16800"/>
                </a:lnTo>
                <a:lnTo>
                  <a:pt x="3273" y="18327"/>
                </a:lnTo>
                <a:lnTo>
                  <a:pt x="4800" y="19636"/>
                </a:lnTo>
                <a:lnTo>
                  <a:pt x="6327" y="20727"/>
                </a:lnTo>
                <a:lnTo>
                  <a:pt x="8509" y="21382"/>
                </a:lnTo>
                <a:lnTo>
                  <a:pt x="10691" y="21600"/>
                </a:lnTo>
                <a:lnTo>
                  <a:pt x="12873" y="21382"/>
                </a:lnTo>
                <a:lnTo>
                  <a:pt x="15055" y="20727"/>
                </a:lnTo>
                <a:lnTo>
                  <a:pt x="16582" y="19636"/>
                </a:lnTo>
                <a:lnTo>
                  <a:pt x="18327" y="18327"/>
                </a:lnTo>
                <a:lnTo>
                  <a:pt x="19636" y="16800"/>
                </a:lnTo>
                <a:lnTo>
                  <a:pt x="20727" y="15055"/>
                </a:lnTo>
                <a:lnTo>
                  <a:pt x="21164" y="12873"/>
                </a:lnTo>
                <a:lnTo>
                  <a:pt x="21600" y="10909"/>
                </a:lnTo>
                <a:lnTo>
                  <a:pt x="20727" y="6545"/>
                </a:lnTo>
                <a:lnTo>
                  <a:pt x="19636" y="4800"/>
                </a:lnTo>
                <a:lnTo>
                  <a:pt x="18327" y="3273"/>
                </a:lnTo>
                <a:lnTo>
                  <a:pt x="16582" y="1964"/>
                </a:lnTo>
                <a:lnTo>
                  <a:pt x="15055" y="873"/>
                </a:lnTo>
                <a:lnTo>
                  <a:pt x="12873" y="218"/>
                </a:lnTo>
                <a:lnTo>
                  <a:pt x="10691" y="0"/>
                </a:lnTo>
                <a:close/>
                <a:moveTo>
                  <a:pt x="16145" y="11782"/>
                </a:moveTo>
                <a:lnTo>
                  <a:pt x="5455" y="11782"/>
                </a:lnTo>
                <a:lnTo>
                  <a:pt x="5455" y="9818"/>
                </a:lnTo>
                <a:lnTo>
                  <a:pt x="16145" y="9818"/>
                </a:lnTo>
                <a:lnTo>
                  <a:pt x="16145" y="1178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9"/>
          <p:cNvSpPr/>
          <p:nvPr/>
        </p:nvSpPr>
        <p:spPr>
          <a:xfrm>
            <a:off x="21484169" y="11226800"/>
            <a:ext cx="419094" cy="423360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596" y="218"/>
                </a:lnTo>
                <a:lnTo>
                  <a:pt x="6392" y="873"/>
                </a:lnTo>
                <a:lnTo>
                  <a:pt x="4849" y="1964"/>
                </a:lnTo>
                <a:lnTo>
                  <a:pt x="3086" y="3273"/>
                </a:lnTo>
                <a:lnTo>
                  <a:pt x="1763" y="4800"/>
                </a:lnTo>
                <a:lnTo>
                  <a:pt x="661" y="6545"/>
                </a:lnTo>
                <a:lnTo>
                  <a:pt x="220" y="8727"/>
                </a:lnTo>
                <a:lnTo>
                  <a:pt x="0" y="10909"/>
                </a:lnTo>
                <a:lnTo>
                  <a:pt x="220" y="12873"/>
                </a:lnTo>
                <a:lnTo>
                  <a:pt x="661" y="15055"/>
                </a:lnTo>
                <a:lnTo>
                  <a:pt x="1763" y="16800"/>
                </a:lnTo>
                <a:lnTo>
                  <a:pt x="3086" y="18327"/>
                </a:lnTo>
                <a:lnTo>
                  <a:pt x="4849" y="19636"/>
                </a:lnTo>
                <a:lnTo>
                  <a:pt x="6392" y="20727"/>
                </a:lnTo>
                <a:lnTo>
                  <a:pt x="8596" y="21382"/>
                </a:lnTo>
                <a:lnTo>
                  <a:pt x="10800" y="21600"/>
                </a:lnTo>
                <a:lnTo>
                  <a:pt x="13004" y="21382"/>
                </a:lnTo>
                <a:lnTo>
                  <a:pt x="15208" y="20727"/>
                </a:lnTo>
                <a:lnTo>
                  <a:pt x="16751" y="19636"/>
                </a:lnTo>
                <a:lnTo>
                  <a:pt x="18514" y="18327"/>
                </a:lnTo>
                <a:lnTo>
                  <a:pt x="19837" y="16800"/>
                </a:lnTo>
                <a:lnTo>
                  <a:pt x="20939" y="15055"/>
                </a:lnTo>
                <a:lnTo>
                  <a:pt x="21380" y="12873"/>
                </a:lnTo>
                <a:lnTo>
                  <a:pt x="21600" y="10909"/>
                </a:lnTo>
                <a:lnTo>
                  <a:pt x="21380" y="8727"/>
                </a:lnTo>
                <a:lnTo>
                  <a:pt x="20939" y="6545"/>
                </a:lnTo>
                <a:lnTo>
                  <a:pt x="19837" y="4800"/>
                </a:lnTo>
                <a:lnTo>
                  <a:pt x="18514" y="3273"/>
                </a:lnTo>
                <a:lnTo>
                  <a:pt x="16751" y="1964"/>
                </a:lnTo>
                <a:lnTo>
                  <a:pt x="15208" y="873"/>
                </a:lnTo>
                <a:lnTo>
                  <a:pt x="13004" y="218"/>
                </a:lnTo>
                <a:lnTo>
                  <a:pt x="10800" y="0"/>
                </a:lnTo>
                <a:close/>
                <a:moveTo>
                  <a:pt x="15869" y="14400"/>
                </a:moveTo>
                <a:lnTo>
                  <a:pt x="14327" y="15927"/>
                </a:lnTo>
                <a:lnTo>
                  <a:pt x="10800" y="12436"/>
                </a:lnTo>
                <a:lnTo>
                  <a:pt x="7273" y="15927"/>
                </a:lnTo>
                <a:lnTo>
                  <a:pt x="5731" y="14400"/>
                </a:lnTo>
                <a:lnTo>
                  <a:pt x="9257" y="10909"/>
                </a:lnTo>
                <a:lnTo>
                  <a:pt x="5731" y="7200"/>
                </a:lnTo>
                <a:lnTo>
                  <a:pt x="7273" y="5673"/>
                </a:lnTo>
                <a:lnTo>
                  <a:pt x="10800" y="9164"/>
                </a:lnTo>
                <a:lnTo>
                  <a:pt x="14327" y="5673"/>
                </a:lnTo>
                <a:lnTo>
                  <a:pt x="15869" y="7200"/>
                </a:lnTo>
                <a:lnTo>
                  <a:pt x="12343" y="10909"/>
                </a:lnTo>
                <a:lnTo>
                  <a:pt x="15869" y="144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49"/>
          <p:cNvSpPr/>
          <p:nvPr/>
        </p:nvSpPr>
        <p:spPr>
          <a:xfrm>
            <a:off x="22487467" y="11226800"/>
            <a:ext cx="419094" cy="423360"/>
          </a:xfrm>
          <a:custGeom>
            <a:rect b="b" l="l" r="r" t="t"/>
            <a:pathLst>
              <a:path extrusionOk="0" h="21600" w="21600">
                <a:moveTo>
                  <a:pt x="20509" y="13964"/>
                </a:moveTo>
                <a:lnTo>
                  <a:pt x="18327" y="13964"/>
                </a:lnTo>
                <a:lnTo>
                  <a:pt x="18327" y="12873"/>
                </a:lnTo>
                <a:lnTo>
                  <a:pt x="18109" y="11564"/>
                </a:lnTo>
                <a:lnTo>
                  <a:pt x="17236" y="10909"/>
                </a:lnTo>
                <a:lnTo>
                  <a:pt x="16582" y="10036"/>
                </a:lnTo>
                <a:lnTo>
                  <a:pt x="15273" y="9818"/>
                </a:lnTo>
                <a:lnTo>
                  <a:pt x="12000" y="9818"/>
                </a:lnTo>
                <a:lnTo>
                  <a:pt x="12000" y="7636"/>
                </a:lnTo>
                <a:lnTo>
                  <a:pt x="14618" y="7636"/>
                </a:lnTo>
                <a:lnTo>
                  <a:pt x="14836" y="7200"/>
                </a:lnTo>
                <a:lnTo>
                  <a:pt x="15273" y="6982"/>
                </a:lnTo>
                <a:lnTo>
                  <a:pt x="15273" y="655"/>
                </a:lnTo>
                <a:lnTo>
                  <a:pt x="14618" y="0"/>
                </a:lnTo>
                <a:lnTo>
                  <a:pt x="7200" y="0"/>
                </a:lnTo>
                <a:lnTo>
                  <a:pt x="6764" y="218"/>
                </a:lnTo>
                <a:lnTo>
                  <a:pt x="6545" y="655"/>
                </a:lnTo>
                <a:lnTo>
                  <a:pt x="6545" y="6982"/>
                </a:lnTo>
                <a:lnTo>
                  <a:pt x="7200" y="7636"/>
                </a:lnTo>
                <a:lnTo>
                  <a:pt x="9818" y="7636"/>
                </a:lnTo>
                <a:lnTo>
                  <a:pt x="9818" y="9818"/>
                </a:lnTo>
                <a:lnTo>
                  <a:pt x="6545" y="9818"/>
                </a:lnTo>
                <a:lnTo>
                  <a:pt x="5236" y="10036"/>
                </a:lnTo>
                <a:lnTo>
                  <a:pt x="3709" y="11564"/>
                </a:lnTo>
                <a:lnTo>
                  <a:pt x="3273" y="12873"/>
                </a:lnTo>
                <a:lnTo>
                  <a:pt x="3273" y="13964"/>
                </a:lnTo>
                <a:lnTo>
                  <a:pt x="655" y="13964"/>
                </a:lnTo>
                <a:lnTo>
                  <a:pt x="436" y="14400"/>
                </a:lnTo>
                <a:lnTo>
                  <a:pt x="0" y="14618"/>
                </a:lnTo>
                <a:lnTo>
                  <a:pt x="0" y="20945"/>
                </a:lnTo>
                <a:lnTo>
                  <a:pt x="655" y="21600"/>
                </a:lnTo>
                <a:lnTo>
                  <a:pt x="8073" y="21600"/>
                </a:lnTo>
                <a:lnTo>
                  <a:pt x="8509" y="21382"/>
                </a:lnTo>
                <a:lnTo>
                  <a:pt x="8727" y="20945"/>
                </a:lnTo>
                <a:lnTo>
                  <a:pt x="8727" y="14618"/>
                </a:lnTo>
                <a:lnTo>
                  <a:pt x="8073" y="13964"/>
                </a:lnTo>
                <a:lnTo>
                  <a:pt x="5455" y="13964"/>
                </a:lnTo>
                <a:lnTo>
                  <a:pt x="5455" y="12436"/>
                </a:lnTo>
                <a:lnTo>
                  <a:pt x="6109" y="11782"/>
                </a:lnTo>
                <a:lnTo>
                  <a:pt x="15709" y="11782"/>
                </a:lnTo>
                <a:lnTo>
                  <a:pt x="15927" y="12218"/>
                </a:lnTo>
                <a:lnTo>
                  <a:pt x="16145" y="12436"/>
                </a:lnTo>
                <a:lnTo>
                  <a:pt x="16145" y="13964"/>
                </a:lnTo>
                <a:lnTo>
                  <a:pt x="13527" y="13964"/>
                </a:lnTo>
                <a:lnTo>
                  <a:pt x="13309" y="14400"/>
                </a:lnTo>
                <a:lnTo>
                  <a:pt x="13091" y="14618"/>
                </a:lnTo>
                <a:lnTo>
                  <a:pt x="13091" y="20945"/>
                </a:lnTo>
                <a:lnTo>
                  <a:pt x="13309" y="21382"/>
                </a:lnTo>
                <a:lnTo>
                  <a:pt x="13527" y="21600"/>
                </a:lnTo>
                <a:lnTo>
                  <a:pt x="21164" y="21600"/>
                </a:lnTo>
                <a:lnTo>
                  <a:pt x="21382" y="21382"/>
                </a:lnTo>
                <a:lnTo>
                  <a:pt x="21600" y="20945"/>
                </a:lnTo>
                <a:lnTo>
                  <a:pt x="21600" y="14618"/>
                </a:lnTo>
                <a:lnTo>
                  <a:pt x="21382" y="14400"/>
                </a:lnTo>
                <a:lnTo>
                  <a:pt x="21164" y="13964"/>
                </a:lnTo>
                <a:lnTo>
                  <a:pt x="20509" y="1396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49"/>
          <p:cNvSpPr/>
          <p:nvPr/>
        </p:nvSpPr>
        <p:spPr>
          <a:xfrm>
            <a:off x="14516102" y="12259733"/>
            <a:ext cx="63504" cy="38124"/>
          </a:xfrm>
          <a:custGeom>
            <a:rect b="b" l="l" r="r" t="t"/>
            <a:pathLst>
              <a:path extrusionOk="0" h="21600" w="21600">
                <a:moveTo>
                  <a:pt x="21600" y="15120"/>
                </a:moveTo>
                <a:lnTo>
                  <a:pt x="21600" y="10800"/>
                </a:lnTo>
                <a:lnTo>
                  <a:pt x="14400" y="0"/>
                </a:lnTo>
                <a:lnTo>
                  <a:pt x="7200" y="0"/>
                </a:lnTo>
                <a:lnTo>
                  <a:pt x="2880" y="4320"/>
                </a:lnTo>
                <a:lnTo>
                  <a:pt x="0" y="1080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512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9"/>
          <p:cNvSpPr/>
          <p:nvPr/>
        </p:nvSpPr>
        <p:spPr>
          <a:xfrm>
            <a:off x="14516102" y="12323234"/>
            <a:ext cx="63504" cy="254016"/>
          </a:xfrm>
          <a:custGeom>
            <a:rect b="b" l="l" r="r" t="t"/>
            <a:pathLst>
              <a:path extrusionOk="0" h="21600" w="21600">
                <a:moveTo>
                  <a:pt x="21600" y="16108"/>
                </a:moveTo>
                <a:lnTo>
                  <a:pt x="21600" y="0"/>
                </a:lnTo>
                <a:lnTo>
                  <a:pt x="0" y="0"/>
                </a:lnTo>
                <a:lnTo>
                  <a:pt x="0" y="16108"/>
                </a:lnTo>
                <a:lnTo>
                  <a:pt x="10080" y="21600"/>
                </a:lnTo>
                <a:lnTo>
                  <a:pt x="21600" y="1610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49"/>
          <p:cNvSpPr/>
          <p:nvPr/>
        </p:nvSpPr>
        <p:spPr>
          <a:xfrm>
            <a:off x="14439902" y="12348634"/>
            <a:ext cx="457218" cy="292086"/>
          </a:xfrm>
          <a:custGeom>
            <a:rect b="b" l="l" r="r" t="t"/>
            <a:pathLst>
              <a:path extrusionOk="0" h="21600" w="21600">
                <a:moveTo>
                  <a:pt x="19618" y="0"/>
                </a:moveTo>
                <a:lnTo>
                  <a:pt x="8917" y="0"/>
                </a:lnTo>
                <a:lnTo>
                  <a:pt x="8917" y="2817"/>
                </a:lnTo>
                <a:lnTo>
                  <a:pt x="13673" y="2817"/>
                </a:lnTo>
                <a:lnTo>
                  <a:pt x="13673" y="18470"/>
                </a:lnTo>
                <a:lnTo>
                  <a:pt x="1982" y="18470"/>
                </a:lnTo>
                <a:lnTo>
                  <a:pt x="1982" y="0"/>
                </a:lnTo>
                <a:lnTo>
                  <a:pt x="1189" y="313"/>
                </a:lnTo>
                <a:lnTo>
                  <a:pt x="594" y="626"/>
                </a:lnTo>
                <a:lnTo>
                  <a:pt x="198" y="1878"/>
                </a:lnTo>
                <a:lnTo>
                  <a:pt x="0" y="2817"/>
                </a:lnTo>
                <a:lnTo>
                  <a:pt x="0" y="18470"/>
                </a:lnTo>
                <a:lnTo>
                  <a:pt x="198" y="19409"/>
                </a:lnTo>
                <a:lnTo>
                  <a:pt x="594" y="20661"/>
                </a:lnTo>
                <a:lnTo>
                  <a:pt x="1189" y="20974"/>
                </a:lnTo>
                <a:lnTo>
                  <a:pt x="1982" y="21600"/>
                </a:lnTo>
                <a:lnTo>
                  <a:pt x="19618" y="21600"/>
                </a:lnTo>
                <a:lnTo>
                  <a:pt x="20411" y="20974"/>
                </a:lnTo>
                <a:lnTo>
                  <a:pt x="21006" y="20661"/>
                </a:lnTo>
                <a:lnTo>
                  <a:pt x="21402" y="19409"/>
                </a:lnTo>
                <a:lnTo>
                  <a:pt x="21600" y="18470"/>
                </a:lnTo>
                <a:lnTo>
                  <a:pt x="21600" y="2817"/>
                </a:lnTo>
                <a:lnTo>
                  <a:pt x="21402" y="1878"/>
                </a:lnTo>
                <a:lnTo>
                  <a:pt x="21006" y="626"/>
                </a:lnTo>
                <a:lnTo>
                  <a:pt x="20411" y="313"/>
                </a:lnTo>
                <a:lnTo>
                  <a:pt x="19618" y="0"/>
                </a:lnTo>
                <a:close/>
                <a:moveTo>
                  <a:pt x="19618" y="12209"/>
                </a:moveTo>
                <a:lnTo>
                  <a:pt x="15655" y="12209"/>
                </a:lnTo>
                <a:lnTo>
                  <a:pt x="15655" y="9078"/>
                </a:lnTo>
                <a:lnTo>
                  <a:pt x="19618" y="9078"/>
                </a:lnTo>
                <a:lnTo>
                  <a:pt x="19618" y="12209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49"/>
          <p:cNvSpPr/>
          <p:nvPr/>
        </p:nvSpPr>
        <p:spPr>
          <a:xfrm>
            <a:off x="15574433" y="12259733"/>
            <a:ext cx="292086" cy="292086"/>
          </a:xfrm>
          <a:custGeom>
            <a:rect b="b" l="l" r="r" t="t"/>
            <a:pathLst>
              <a:path extrusionOk="0" h="21600" w="21600">
                <a:moveTo>
                  <a:pt x="20035" y="1565"/>
                </a:moveTo>
                <a:lnTo>
                  <a:pt x="18470" y="313"/>
                </a:lnTo>
                <a:lnTo>
                  <a:pt x="16904" y="0"/>
                </a:lnTo>
                <a:lnTo>
                  <a:pt x="15026" y="313"/>
                </a:lnTo>
                <a:lnTo>
                  <a:pt x="13461" y="1565"/>
                </a:lnTo>
                <a:lnTo>
                  <a:pt x="0" y="15026"/>
                </a:lnTo>
                <a:lnTo>
                  <a:pt x="2504" y="15026"/>
                </a:lnTo>
                <a:lnTo>
                  <a:pt x="3757" y="15652"/>
                </a:lnTo>
                <a:lnTo>
                  <a:pt x="4696" y="16591"/>
                </a:lnTo>
                <a:lnTo>
                  <a:pt x="5635" y="17843"/>
                </a:lnTo>
                <a:lnTo>
                  <a:pt x="6261" y="18783"/>
                </a:lnTo>
                <a:lnTo>
                  <a:pt x="6574" y="20035"/>
                </a:lnTo>
                <a:lnTo>
                  <a:pt x="6574" y="21600"/>
                </a:lnTo>
                <a:lnTo>
                  <a:pt x="20035" y="7513"/>
                </a:lnTo>
                <a:lnTo>
                  <a:pt x="21287" y="6574"/>
                </a:lnTo>
                <a:lnTo>
                  <a:pt x="21600" y="4696"/>
                </a:lnTo>
                <a:lnTo>
                  <a:pt x="21287" y="2504"/>
                </a:lnTo>
                <a:lnTo>
                  <a:pt x="20035" y="156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49"/>
          <p:cNvSpPr/>
          <p:nvPr/>
        </p:nvSpPr>
        <p:spPr>
          <a:xfrm>
            <a:off x="15447433" y="12488333"/>
            <a:ext cx="177822" cy="177822"/>
          </a:xfrm>
          <a:custGeom>
            <a:rect b="b" l="l" r="r" t="t"/>
            <a:pathLst>
              <a:path extrusionOk="0" h="21600" w="21600">
                <a:moveTo>
                  <a:pt x="6873" y="3086"/>
                </a:moveTo>
                <a:lnTo>
                  <a:pt x="4909" y="5657"/>
                </a:lnTo>
                <a:lnTo>
                  <a:pt x="3436" y="7714"/>
                </a:lnTo>
                <a:lnTo>
                  <a:pt x="3436" y="13886"/>
                </a:lnTo>
                <a:lnTo>
                  <a:pt x="2455" y="19029"/>
                </a:lnTo>
                <a:lnTo>
                  <a:pt x="0" y="21600"/>
                </a:lnTo>
                <a:lnTo>
                  <a:pt x="7364" y="21600"/>
                </a:lnTo>
                <a:lnTo>
                  <a:pt x="10309" y="21086"/>
                </a:lnTo>
                <a:lnTo>
                  <a:pt x="13255" y="20057"/>
                </a:lnTo>
                <a:lnTo>
                  <a:pt x="16200" y="18514"/>
                </a:lnTo>
                <a:lnTo>
                  <a:pt x="19145" y="16457"/>
                </a:lnTo>
                <a:lnTo>
                  <a:pt x="20618" y="14400"/>
                </a:lnTo>
                <a:lnTo>
                  <a:pt x="21109" y="13371"/>
                </a:lnTo>
                <a:lnTo>
                  <a:pt x="21600" y="9771"/>
                </a:lnTo>
                <a:lnTo>
                  <a:pt x="21109" y="6171"/>
                </a:lnTo>
                <a:lnTo>
                  <a:pt x="20618" y="4629"/>
                </a:lnTo>
                <a:lnTo>
                  <a:pt x="19145" y="3086"/>
                </a:lnTo>
                <a:lnTo>
                  <a:pt x="17673" y="2057"/>
                </a:lnTo>
                <a:lnTo>
                  <a:pt x="16200" y="1543"/>
                </a:lnTo>
                <a:lnTo>
                  <a:pt x="12764" y="0"/>
                </a:lnTo>
                <a:lnTo>
                  <a:pt x="9818" y="1543"/>
                </a:lnTo>
                <a:lnTo>
                  <a:pt x="7855" y="2057"/>
                </a:lnTo>
                <a:lnTo>
                  <a:pt x="6873" y="308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49"/>
          <p:cNvSpPr/>
          <p:nvPr/>
        </p:nvSpPr>
        <p:spPr>
          <a:xfrm>
            <a:off x="17492133" y="12361333"/>
            <a:ext cx="38100" cy="1650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53" name="Google Shape;853;p49"/>
          <p:cNvSpPr/>
          <p:nvPr/>
        </p:nvSpPr>
        <p:spPr>
          <a:xfrm>
            <a:off x="17593733" y="12259733"/>
            <a:ext cx="1650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54" name="Google Shape;854;p49"/>
          <p:cNvSpPr/>
          <p:nvPr/>
        </p:nvSpPr>
        <p:spPr>
          <a:xfrm>
            <a:off x="17593733" y="12589933"/>
            <a:ext cx="165000" cy="507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55" name="Google Shape;855;p49"/>
          <p:cNvSpPr/>
          <p:nvPr/>
        </p:nvSpPr>
        <p:spPr>
          <a:xfrm>
            <a:off x="17822333" y="12361333"/>
            <a:ext cx="38100" cy="1650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56" name="Google Shape;856;p49"/>
          <p:cNvSpPr/>
          <p:nvPr/>
        </p:nvSpPr>
        <p:spPr>
          <a:xfrm>
            <a:off x="17796933" y="12234333"/>
            <a:ext cx="88884" cy="8888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5120" y="19440"/>
                </a:lnTo>
                <a:lnTo>
                  <a:pt x="19440" y="18360"/>
                </a:lnTo>
                <a:lnTo>
                  <a:pt x="20520" y="14040"/>
                </a:lnTo>
                <a:lnTo>
                  <a:pt x="21600" y="10800"/>
                </a:lnTo>
                <a:lnTo>
                  <a:pt x="19440" y="2160"/>
                </a:lnTo>
                <a:lnTo>
                  <a:pt x="10800" y="0"/>
                </a:lnTo>
                <a:lnTo>
                  <a:pt x="7560" y="1080"/>
                </a:lnTo>
                <a:lnTo>
                  <a:pt x="3240" y="2160"/>
                </a:lnTo>
                <a:lnTo>
                  <a:pt x="2160" y="6480"/>
                </a:lnTo>
                <a:lnTo>
                  <a:pt x="0" y="10800"/>
                </a:lnTo>
                <a:lnTo>
                  <a:pt x="2160" y="14040"/>
                </a:lnTo>
                <a:lnTo>
                  <a:pt x="3240" y="18360"/>
                </a:lnTo>
                <a:lnTo>
                  <a:pt x="7560" y="1944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49"/>
          <p:cNvSpPr/>
          <p:nvPr/>
        </p:nvSpPr>
        <p:spPr>
          <a:xfrm>
            <a:off x="17466733" y="12234333"/>
            <a:ext cx="88884" cy="88884"/>
          </a:xfrm>
          <a:custGeom>
            <a:rect b="b" l="l" r="r" t="t"/>
            <a:pathLst>
              <a:path extrusionOk="0" h="21600" w="21600">
                <a:moveTo>
                  <a:pt x="10232" y="0"/>
                </a:moveTo>
                <a:lnTo>
                  <a:pt x="6821" y="1080"/>
                </a:lnTo>
                <a:lnTo>
                  <a:pt x="2274" y="2160"/>
                </a:lnTo>
                <a:lnTo>
                  <a:pt x="0" y="10800"/>
                </a:lnTo>
                <a:lnTo>
                  <a:pt x="1137" y="14040"/>
                </a:lnTo>
                <a:lnTo>
                  <a:pt x="2274" y="18360"/>
                </a:lnTo>
                <a:lnTo>
                  <a:pt x="6821" y="19440"/>
                </a:lnTo>
                <a:lnTo>
                  <a:pt x="10232" y="21600"/>
                </a:lnTo>
                <a:lnTo>
                  <a:pt x="14779" y="19440"/>
                </a:lnTo>
                <a:lnTo>
                  <a:pt x="19326" y="18360"/>
                </a:lnTo>
                <a:lnTo>
                  <a:pt x="20463" y="14040"/>
                </a:lnTo>
                <a:lnTo>
                  <a:pt x="21600" y="10800"/>
                </a:lnTo>
                <a:lnTo>
                  <a:pt x="19326" y="2160"/>
                </a:lnTo>
                <a:lnTo>
                  <a:pt x="10232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49"/>
          <p:cNvSpPr/>
          <p:nvPr/>
        </p:nvSpPr>
        <p:spPr>
          <a:xfrm>
            <a:off x="17796933" y="12577234"/>
            <a:ext cx="88884" cy="7619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7560" y="1137"/>
                </a:lnTo>
                <a:lnTo>
                  <a:pt x="3240" y="2274"/>
                </a:lnTo>
                <a:lnTo>
                  <a:pt x="2160" y="6821"/>
                </a:lnTo>
                <a:lnTo>
                  <a:pt x="0" y="11368"/>
                </a:lnTo>
                <a:lnTo>
                  <a:pt x="2160" y="14779"/>
                </a:lnTo>
                <a:lnTo>
                  <a:pt x="3240" y="19326"/>
                </a:lnTo>
                <a:lnTo>
                  <a:pt x="7560" y="20463"/>
                </a:lnTo>
                <a:lnTo>
                  <a:pt x="10800" y="21600"/>
                </a:lnTo>
                <a:lnTo>
                  <a:pt x="19440" y="19326"/>
                </a:lnTo>
                <a:lnTo>
                  <a:pt x="20520" y="14779"/>
                </a:lnTo>
                <a:lnTo>
                  <a:pt x="21600" y="11368"/>
                </a:lnTo>
                <a:lnTo>
                  <a:pt x="19440" y="2274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49"/>
          <p:cNvSpPr/>
          <p:nvPr/>
        </p:nvSpPr>
        <p:spPr>
          <a:xfrm>
            <a:off x="17466733" y="12577234"/>
            <a:ext cx="88884" cy="76194"/>
          </a:xfrm>
          <a:custGeom>
            <a:rect b="b" l="l" r="r" t="t"/>
            <a:pathLst>
              <a:path extrusionOk="0" h="21600" w="21600">
                <a:moveTo>
                  <a:pt x="10232" y="0"/>
                </a:moveTo>
                <a:lnTo>
                  <a:pt x="6821" y="1137"/>
                </a:lnTo>
                <a:lnTo>
                  <a:pt x="2274" y="2274"/>
                </a:lnTo>
                <a:lnTo>
                  <a:pt x="0" y="11368"/>
                </a:lnTo>
                <a:lnTo>
                  <a:pt x="1137" y="14779"/>
                </a:lnTo>
                <a:lnTo>
                  <a:pt x="2274" y="19326"/>
                </a:lnTo>
                <a:lnTo>
                  <a:pt x="6821" y="20463"/>
                </a:lnTo>
                <a:lnTo>
                  <a:pt x="10232" y="21600"/>
                </a:lnTo>
                <a:lnTo>
                  <a:pt x="19326" y="19326"/>
                </a:lnTo>
                <a:lnTo>
                  <a:pt x="20463" y="14779"/>
                </a:lnTo>
                <a:lnTo>
                  <a:pt x="21600" y="11368"/>
                </a:lnTo>
                <a:lnTo>
                  <a:pt x="19326" y="2274"/>
                </a:lnTo>
                <a:lnTo>
                  <a:pt x="10232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49"/>
          <p:cNvSpPr/>
          <p:nvPr/>
        </p:nvSpPr>
        <p:spPr>
          <a:xfrm>
            <a:off x="20836466" y="12399434"/>
            <a:ext cx="76194" cy="88884"/>
          </a:xfrm>
          <a:custGeom>
            <a:rect b="b" l="l" r="r" t="t"/>
            <a:pathLst>
              <a:path extrusionOk="0" h="21600" w="21600">
                <a:moveTo>
                  <a:pt x="17053" y="0"/>
                </a:moveTo>
                <a:lnTo>
                  <a:pt x="2274" y="0"/>
                </a:lnTo>
                <a:lnTo>
                  <a:pt x="1137" y="2160"/>
                </a:lnTo>
                <a:lnTo>
                  <a:pt x="0" y="3240"/>
                </a:lnTo>
                <a:lnTo>
                  <a:pt x="0" y="19440"/>
                </a:lnTo>
                <a:lnTo>
                  <a:pt x="2274" y="21600"/>
                </a:lnTo>
                <a:lnTo>
                  <a:pt x="19326" y="21600"/>
                </a:lnTo>
                <a:lnTo>
                  <a:pt x="21600" y="19440"/>
                </a:lnTo>
                <a:lnTo>
                  <a:pt x="21600" y="3240"/>
                </a:lnTo>
                <a:lnTo>
                  <a:pt x="20463" y="2160"/>
                </a:lnTo>
                <a:lnTo>
                  <a:pt x="19326" y="0"/>
                </a:lnTo>
                <a:lnTo>
                  <a:pt x="17053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49"/>
          <p:cNvSpPr/>
          <p:nvPr/>
        </p:nvSpPr>
        <p:spPr>
          <a:xfrm>
            <a:off x="20455466" y="12399434"/>
            <a:ext cx="88884" cy="88884"/>
          </a:xfrm>
          <a:custGeom>
            <a:rect b="b" l="l" r="r" t="t"/>
            <a:pathLst>
              <a:path extrusionOk="0" h="21600" w="21600">
                <a:moveTo>
                  <a:pt x="21600" y="16200"/>
                </a:moveTo>
                <a:lnTo>
                  <a:pt x="21600" y="3240"/>
                </a:lnTo>
                <a:lnTo>
                  <a:pt x="19440" y="2160"/>
                </a:lnTo>
                <a:lnTo>
                  <a:pt x="18360" y="0"/>
                </a:lnTo>
                <a:lnTo>
                  <a:pt x="2160" y="0"/>
                </a:lnTo>
                <a:lnTo>
                  <a:pt x="1080" y="2160"/>
                </a:lnTo>
                <a:lnTo>
                  <a:pt x="0" y="3240"/>
                </a:lnTo>
                <a:lnTo>
                  <a:pt x="0" y="19440"/>
                </a:lnTo>
                <a:lnTo>
                  <a:pt x="2160" y="21600"/>
                </a:lnTo>
                <a:lnTo>
                  <a:pt x="18360" y="21600"/>
                </a:lnTo>
                <a:lnTo>
                  <a:pt x="19440" y="20520"/>
                </a:lnTo>
                <a:lnTo>
                  <a:pt x="21600" y="19440"/>
                </a:lnTo>
                <a:lnTo>
                  <a:pt x="21600" y="162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49"/>
          <p:cNvSpPr/>
          <p:nvPr/>
        </p:nvSpPr>
        <p:spPr>
          <a:xfrm>
            <a:off x="20645969" y="12221634"/>
            <a:ext cx="88884" cy="76194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3240" y="0"/>
                </a:lnTo>
                <a:lnTo>
                  <a:pt x="2160" y="1080"/>
                </a:lnTo>
                <a:lnTo>
                  <a:pt x="0" y="2160"/>
                </a:lnTo>
                <a:lnTo>
                  <a:pt x="0" y="18360"/>
                </a:lnTo>
                <a:lnTo>
                  <a:pt x="2160" y="19440"/>
                </a:lnTo>
                <a:lnTo>
                  <a:pt x="3240" y="21600"/>
                </a:lnTo>
                <a:lnTo>
                  <a:pt x="19440" y="21600"/>
                </a:lnTo>
                <a:lnTo>
                  <a:pt x="20520" y="19440"/>
                </a:lnTo>
                <a:lnTo>
                  <a:pt x="21600" y="18360"/>
                </a:lnTo>
                <a:lnTo>
                  <a:pt x="21600" y="2160"/>
                </a:lnTo>
                <a:lnTo>
                  <a:pt x="19440" y="0"/>
                </a:lnTo>
                <a:lnTo>
                  <a:pt x="162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49"/>
          <p:cNvSpPr/>
          <p:nvPr/>
        </p:nvSpPr>
        <p:spPr>
          <a:xfrm>
            <a:off x="20645969" y="12589933"/>
            <a:ext cx="88884" cy="88884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3240" y="0"/>
                </a:lnTo>
                <a:lnTo>
                  <a:pt x="2160" y="1137"/>
                </a:lnTo>
                <a:lnTo>
                  <a:pt x="0" y="2274"/>
                </a:lnTo>
                <a:lnTo>
                  <a:pt x="0" y="19326"/>
                </a:lnTo>
                <a:lnTo>
                  <a:pt x="2160" y="20463"/>
                </a:lnTo>
                <a:lnTo>
                  <a:pt x="3240" y="21600"/>
                </a:lnTo>
                <a:lnTo>
                  <a:pt x="19440" y="21600"/>
                </a:lnTo>
                <a:lnTo>
                  <a:pt x="21600" y="19326"/>
                </a:lnTo>
                <a:lnTo>
                  <a:pt x="21600" y="2274"/>
                </a:lnTo>
                <a:lnTo>
                  <a:pt x="19440" y="0"/>
                </a:lnTo>
                <a:lnTo>
                  <a:pt x="162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49"/>
          <p:cNvSpPr/>
          <p:nvPr/>
        </p:nvSpPr>
        <p:spPr>
          <a:xfrm>
            <a:off x="20772969" y="12259733"/>
            <a:ext cx="114318" cy="101628"/>
          </a:xfrm>
          <a:custGeom>
            <a:rect b="b" l="l" r="r" t="t"/>
            <a:pathLst>
              <a:path extrusionOk="0" h="21600" w="21600">
                <a:moveTo>
                  <a:pt x="12462" y="21600"/>
                </a:moveTo>
                <a:lnTo>
                  <a:pt x="21600" y="21600"/>
                </a:lnTo>
                <a:lnTo>
                  <a:pt x="17446" y="14688"/>
                </a:lnTo>
                <a:lnTo>
                  <a:pt x="7477" y="4320"/>
                </a:lnTo>
                <a:lnTo>
                  <a:pt x="0" y="0"/>
                </a:lnTo>
                <a:lnTo>
                  <a:pt x="0" y="9504"/>
                </a:lnTo>
                <a:lnTo>
                  <a:pt x="7477" y="14688"/>
                </a:lnTo>
                <a:lnTo>
                  <a:pt x="12462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49"/>
          <p:cNvSpPr/>
          <p:nvPr/>
        </p:nvSpPr>
        <p:spPr>
          <a:xfrm>
            <a:off x="20493569" y="12259733"/>
            <a:ext cx="114318" cy="101628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9504" y="21600"/>
                </a:lnTo>
                <a:lnTo>
                  <a:pt x="14688" y="14688"/>
                </a:lnTo>
                <a:lnTo>
                  <a:pt x="21600" y="9504"/>
                </a:lnTo>
                <a:lnTo>
                  <a:pt x="21600" y="0"/>
                </a:lnTo>
                <a:lnTo>
                  <a:pt x="14688" y="4320"/>
                </a:lnTo>
                <a:lnTo>
                  <a:pt x="4320" y="14688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49"/>
          <p:cNvSpPr/>
          <p:nvPr/>
        </p:nvSpPr>
        <p:spPr>
          <a:xfrm>
            <a:off x="20772969" y="12526434"/>
            <a:ext cx="114318" cy="114318"/>
          </a:xfrm>
          <a:custGeom>
            <a:rect b="b" l="l" r="r" t="t"/>
            <a:pathLst>
              <a:path extrusionOk="0" h="21600" w="21600">
                <a:moveTo>
                  <a:pt x="0" y="12462"/>
                </a:moveTo>
                <a:lnTo>
                  <a:pt x="0" y="21600"/>
                </a:lnTo>
                <a:lnTo>
                  <a:pt x="7477" y="17446"/>
                </a:lnTo>
                <a:lnTo>
                  <a:pt x="17446" y="7477"/>
                </a:lnTo>
                <a:lnTo>
                  <a:pt x="21600" y="0"/>
                </a:lnTo>
                <a:lnTo>
                  <a:pt x="12462" y="0"/>
                </a:lnTo>
                <a:lnTo>
                  <a:pt x="7477" y="7477"/>
                </a:lnTo>
                <a:lnTo>
                  <a:pt x="0" y="1246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49"/>
          <p:cNvSpPr/>
          <p:nvPr/>
        </p:nvSpPr>
        <p:spPr>
          <a:xfrm>
            <a:off x="20493569" y="12526434"/>
            <a:ext cx="114318" cy="114318"/>
          </a:xfrm>
          <a:custGeom>
            <a:rect b="b" l="l" r="r" t="t"/>
            <a:pathLst>
              <a:path extrusionOk="0" h="21600" w="21600">
                <a:moveTo>
                  <a:pt x="9504" y="0"/>
                </a:moveTo>
                <a:lnTo>
                  <a:pt x="0" y="0"/>
                </a:lnTo>
                <a:lnTo>
                  <a:pt x="4320" y="7477"/>
                </a:lnTo>
                <a:lnTo>
                  <a:pt x="14688" y="17446"/>
                </a:lnTo>
                <a:lnTo>
                  <a:pt x="21600" y="21600"/>
                </a:lnTo>
                <a:lnTo>
                  <a:pt x="21600" y="12462"/>
                </a:lnTo>
                <a:lnTo>
                  <a:pt x="14688" y="7477"/>
                </a:lnTo>
                <a:lnTo>
                  <a:pt x="9504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49"/>
          <p:cNvSpPr/>
          <p:nvPr/>
        </p:nvSpPr>
        <p:spPr>
          <a:xfrm>
            <a:off x="18470034" y="12488333"/>
            <a:ext cx="165078" cy="165078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5400" y="0"/>
                </a:lnTo>
                <a:lnTo>
                  <a:pt x="3240" y="554"/>
                </a:lnTo>
                <a:lnTo>
                  <a:pt x="1620" y="1662"/>
                </a:lnTo>
                <a:lnTo>
                  <a:pt x="1080" y="3323"/>
                </a:lnTo>
                <a:lnTo>
                  <a:pt x="0" y="5538"/>
                </a:lnTo>
                <a:lnTo>
                  <a:pt x="0" y="16615"/>
                </a:lnTo>
                <a:lnTo>
                  <a:pt x="1080" y="18277"/>
                </a:lnTo>
                <a:lnTo>
                  <a:pt x="1620" y="20492"/>
                </a:lnTo>
                <a:lnTo>
                  <a:pt x="3240" y="21046"/>
                </a:lnTo>
                <a:lnTo>
                  <a:pt x="5400" y="21600"/>
                </a:lnTo>
                <a:lnTo>
                  <a:pt x="16200" y="21600"/>
                </a:lnTo>
                <a:lnTo>
                  <a:pt x="18360" y="21046"/>
                </a:lnTo>
                <a:lnTo>
                  <a:pt x="19980" y="20492"/>
                </a:lnTo>
                <a:lnTo>
                  <a:pt x="21060" y="18277"/>
                </a:lnTo>
                <a:lnTo>
                  <a:pt x="21600" y="16615"/>
                </a:lnTo>
                <a:lnTo>
                  <a:pt x="21600" y="5538"/>
                </a:lnTo>
                <a:lnTo>
                  <a:pt x="21060" y="3323"/>
                </a:lnTo>
                <a:lnTo>
                  <a:pt x="19980" y="1662"/>
                </a:lnTo>
                <a:lnTo>
                  <a:pt x="18360" y="554"/>
                </a:lnTo>
                <a:lnTo>
                  <a:pt x="162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49"/>
          <p:cNvSpPr/>
          <p:nvPr/>
        </p:nvSpPr>
        <p:spPr>
          <a:xfrm>
            <a:off x="18724034" y="12234333"/>
            <a:ext cx="165078" cy="165078"/>
          </a:xfrm>
          <a:custGeom>
            <a:rect b="b" l="l" r="r" t="t"/>
            <a:pathLst>
              <a:path extrusionOk="0" h="21600" w="21600">
                <a:moveTo>
                  <a:pt x="16062" y="0"/>
                </a:moveTo>
                <a:lnTo>
                  <a:pt x="4985" y="0"/>
                </a:lnTo>
                <a:lnTo>
                  <a:pt x="3323" y="554"/>
                </a:lnTo>
                <a:lnTo>
                  <a:pt x="1108" y="1108"/>
                </a:lnTo>
                <a:lnTo>
                  <a:pt x="0" y="5538"/>
                </a:lnTo>
                <a:lnTo>
                  <a:pt x="0" y="16062"/>
                </a:lnTo>
                <a:lnTo>
                  <a:pt x="1108" y="20492"/>
                </a:lnTo>
                <a:lnTo>
                  <a:pt x="3323" y="21046"/>
                </a:lnTo>
                <a:lnTo>
                  <a:pt x="4985" y="21600"/>
                </a:lnTo>
                <a:lnTo>
                  <a:pt x="16062" y="21600"/>
                </a:lnTo>
                <a:lnTo>
                  <a:pt x="20492" y="20492"/>
                </a:lnTo>
                <a:lnTo>
                  <a:pt x="21600" y="16062"/>
                </a:lnTo>
                <a:lnTo>
                  <a:pt x="21600" y="5538"/>
                </a:lnTo>
                <a:lnTo>
                  <a:pt x="20492" y="1108"/>
                </a:lnTo>
                <a:lnTo>
                  <a:pt x="16062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49"/>
          <p:cNvSpPr/>
          <p:nvPr/>
        </p:nvSpPr>
        <p:spPr>
          <a:xfrm>
            <a:off x="18635133" y="12399434"/>
            <a:ext cx="88884" cy="88884"/>
          </a:xfrm>
          <a:custGeom>
            <a:rect b="b" l="l" r="r" t="t"/>
            <a:pathLst>
              <a:path extrusionOk="0" h="21600" w="21600">
                <a:moveTo>
                  <a:pt x="0" y="14727"/>
                </a:moveTo>
                <a:lnTo>
                  <a:pt x="6873" y="21600"/>
                </a:lnTo>
                <a:lnTo>
                  <a:pt x="21600" y="6873"/>
                </a:lnTo>
                <a:lnTo>
                  <a:pt x="13745" y="0"/>
                </a:lnTo>
                <a:lnTo>
                  <a:pt x="0" y="1472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49"/>
          <p:cNvSpPr/>
          <p:nvPr/>
        </p:nvSpPr>
        <p:spPr>
          <a:xfrm>
            <a:off x="19625733" y="12234333"/>
            <a:ext cx="114318" cy="127008"/>
          </a:xfrm>
          <a:custGeom>
            <a:rect b="b" l="l" r="r" t="t"/>
            <a:pathLst>
              <a:path extrusionOk="0" h="21600" w="21600">
                <a:moveTo>
                  <a:pt x="5959" y="21600"/>
                </a:moveTo>
                <a:lnTo>
                  <a:pt x="15641" y="21600"/>
                </a:lnTo>
                <a:lnTo>
                  <a:pt x="20110" y="20110"/>
                </a:lnTo>
                <a:lnTo>
                  <a:pt x="20855" y="18621"/>
                </a:lnTo>
                <a:lnTo>
                  <a:pt x="21600" y="15641"/>
                </a:lnTo>
                <a:lnTo>
                  <a:pt x="21600" y="6703"/>
                </a:lnTo>
                <a:lnTo>
                  <a:pt x="20855" y="3724"/>
                </a:lnTo>
                <a:lnTo>
                  <a:pt x="20110" y="1490"/>
                </a:lnTo>
                <a:lnTo>
                  <a:pt x="15641" y="0"/>
                </a:lnTo>
                <a:lnTo>
                  <a:pt x="5959" y="0"/>
                </a:lnTo>
                <a:lnTo>
                  <a:pt x="1490" y="1490"/>
                </a:lnTo>
                <a:lnTo>
                  <a:pt x="745" y="3724"/>
                </a:lnTo>
                <a:lnTo>
                  <a:pt x="0" y="6703"/>
                </a:lnTo>
                <a:lnTo>
                  <a:pt x="0" y="15641"/>
                </a:lnTo>
                <a:lnTo>
                  <a:pt x="745" y="18621"/>
                </a:lnTo>
                <a:lnTo>
                  <a:pt x="1490" y="20110"/>
                </a:lnTo>
                <a:lnTo>
                  <a:pt x="5959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49"/>
          <p:cNvSpPr/>
          <p:nvPr/>
        </p:nvSpPr>
        <p:spPr>
          <a:xfrm>
            <a:off x="19473333" y="12526434"/>
            <a:ext cx="127008" cy="127008"/>
          </a:xfrm>
          <a:custGeom>
            <a:rect b="b" l="l" r="r" t="t"/>
            <a:pathLst>
              <a:path extrusionOk="0" h="21600" w="21600">
                <a:moveTo>
                  <a:pt x="15120" y="0"/>
                </a:moveTo>
                <a:lnTo>
                  <a:pt x="6480" y="0"/>
                </a:lnTo>
                <a:lnTo>
                  <a:pt x="3600" y="745"/>
                </a:lnTo>
                <a:lnTo>
                  <a:pt x="2160" y="1490"/>
                </a:lnTo>
                <a:lnTo>
                  <a:pt x="720" y="3724"/>
                </a:lnTo>
                <a:lnTo>
                  <a:pt x="0" y="6703"/>
                </a:lnTo>
                <a:lnTo>
                  <a:pt x="0" y="15641"/>
                </a:lnTo>
                <a:lnTo>
                  <a:pt x="720" y="18621"/>
                </a:lnTo>
                <a:lnTo>
                  <a:pt x="2160" y="20110"/>
                </a:lnTo>
                <a:lnTo>
                  <a:pt x="3600" y="20855"/>
                </a:lnTo>
                <a:lnTo>
                  <a:pt x="6480" y="21600"/>
                </a:lnTo>
                <a:lnTo>
                  <a:pt x="15120" y="21600"/>
                </a:lnTo>
                <a:lnTo>
                  <a:pt x="18000" y="20855"/>
                </a:lnTo>
                <a:lnTo>
                  <a:pt x="19440" y="20110"/>
                </a:lnTo>
                <a:lnTo>
                  <a:pt x="21600" y="15641"/>
                </a:lnTo>
                <a:lnTo>
                  <a:pt x="21600" y="6703"/>
                </a:lnTo>
                <a:lnTo>
                  <a:pt x="20160" y="3724"/>
                </a:lnTo>
                <a:lnTo>
                  <a:pt x="19440" y="1490"/>
                </a:lnTo>
                <a:lnTo>
                  <a:pt x="18000" y="745"/>
                </a:lnTo>
                <a:lnTo>
                  <a:pt x="1512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49"/>
          <p:cNvSpPr/>
          <p:nvPr/>
        </p:nvSpPr>
        <p:spPr>
          <a:xfrm>
            <a:off x="19765434" y="12526434"/>
            <a:ext cx="131220" cy="127008"/>
          </a:xfrm>
          <a:custGeom>
            <a:rect b="b" l="l" r="r" t="t"/>
            <a:pathLst>
              <a:path extrusionOk="0" h="21600" w="21600">
                <a:moveTo>
                  <a:pt x="15120" y="0"/>
                </a:moveTo>
                <a:lnTo>
                  <a:pt x="6480" y="0"/>
                </a:lnTo>
                <a:lnTo>
                  <a:pt x="3600" y="745"/>
                </a:lnTo>
                <a:lnTo>
                  <a:pt x="2160" y="1490"/>
                </a:lnTo>
                <a:lnTo>
                  <a:pt x="720" y="3724"/>
                </a:lnTo>
                <a:lnTo>
                  <a:pt x="0" y="6703"/>
                </a:lnTo>
                <a:lnTo>
                  <a:pt x="0" y="15641"/>
                </a:lnTo>
                <a:lnTo>
                  <a:pt x="720" y="18621"/>
                </a:lnTo>
                <a:lnTo>
                  <a:pt x="2160" y="20110"/>
                </a:lnTo>
                <a:lnTo>
                  <a:pt x="3600" y="20855"/>
                </a:lnTo>
                <a:lnTo>
                  <a:pt x="6480" y="21600"/>
                </a:lnTo>
                <a:lnTo>
                  <a:pt x="15120" y="21600"/>
                </a:lnTo>
                <a:lnTo>
                  <a:pt x="18000" y="20855"/>
                </a:lnTo>
                <a:lnTo>
                  <a:pt x="19440" y="20110"/>
                </a:lnTo>
                <a:lnTo>
                  <a:pt x="20880" y="18621"/>
                </a:lnTo>
                <a:lnTo>
                  <a:pt x="21600" y="15641"/>
                </a:lnTo>
                <a:lnTo>
                  <a:pt x="21600" y="6703"/>
                </a:lnTo>
                <a:lnTo>
                  <a:pt x="20880" y="3724"/>
                </a:lnTo>
                <a:lnTo>
                  <a:pt x="19440" y="1490"/>
                </a:lnTo>
                <a:lnTo>
                  <a:pt x="18000" y="745"/>
                </a:lnTo>
                <a:lnTo>
                  <a:pt x="1512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49"/>
          <p:cNvSpPr/>
          <p:nvPr/>
        </p:nvSpPr>
        <p:spPr>
          <a:xfrm>
            <a:off x="19562234" y="12374034"/>
            <a:ext cx="101628" cy="139698"/>
          </a:xfrm>
          <a:custGeom>
            <a:rect b="b" l="l" r="r" t="t"/>
            <a:pathLst>
              <a:path extrusionOk="0" h="21600" w="21600">
                <a:moveTo>
                  <a:pt x="21600" y="3176"/>
                </a:moveTo>
                <a:lnTo>
                  <a:pt x="13500" y="0"/>
                </a:lnTo>
                <a:lnTo>
                  <a:pt x="0" y="19059"/>
                </a:lnTo>
                <a:lnTo>
                  <a:pt x="9000" y="21600"/>
                </a:lnTo>
                <a:lnTo>
                  <a:pt x="21600" y="317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49"/>
          <p:cNvSpPr/>
          <p:nvPr/>
        </p:nvSpPr>
        <p:spPr>
          <a:xfrm>
            <a:off x="19701933" y="12374034"/>
            <a:ext cx="101628" cy="139698"/>
          </a:xfrm>
          <a:custGeom>
            <a:rect b="b" l="l" r="r" t="t"/>
            <a:pathLst>
              <a:path extrusionOk="0" h="21600" w="21600">
                <a:moveTo>
                  <a:pt x="0" y="3176"/>
                </a:moveTo>
                <a:lnTo>
                  <a:pt x="12960" y="21600"/>
                </a:lnTo>
                <a:lnTo>
                  <a:pt x="21600" y="19059"/>
                </a:lnTo>
                <a:lnTo>
                  <a:pt x="8640" y="0"/>
                </a:lnTo>
                <a:lnTo>
                  <a:pt x="0" y="317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49"/>
          <p:cNvSpPr/>
          <p:nvPr/>
        </p:nvSpPr>
        <p:spPr>
          <a:xfrm>
            <a:off x="19638434" y="12577234"/>
            <a:ext cx="888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77" name="Google Shape;877;p49"/>
          <p:cNvSpPr/>
          <p:nvPr/>
        </p:nvSpPr>
        <p:spPr>
          <a:xfrm>
            <a:off x="22487467" y="12234333"/>
            <a:ext cx="292086" cy="292086"/>
          </a:xfrm>
          <a:custGeom>
            <a:rect b="b" l="l" r="r" t="t"/>
            <a:pathLst>
              <a:path extrusionOk="0" h="21600" w="21600">
                <a:moveTo>
                  <a:pt x="21600" y="18470"/>
                </a:moveTo>
                <a:lnTo>
                  <a:pt x="21600" y="3130"/>
                </a:lnTo>
                <a:lnTo>
                  <a:pt x="20983" y="1878"/>
                </a:lnTo>
                <a:lnTo>
                  <a:pt x="20674" y="626"/>
                </a:lnTo>
                <a:lnTo>
                  <a:pt x="19440" y="313"/>
                </a:lnTo>
                <a:lnTo>
                  <a:pt x="18514" y="0"/>
                </a:lnTo>
                <a:lnTo>
                  <a:pt x="3086" y="0"/>
                </a:lnTo>
                <a:lnTo>
                  <a:pt x="2160" y="313"/>
                </a:lnTo>
                <a:lnTo>
                  <a:pt x="926" y="626"/>
                </a:lnTo>
                <a:lnTo>
                  <a:pt x="617" y="1878"/>
                </a:lnTo>
                <a:lnTo>
                  <a:pt x="0" y="3130"/>
                </a:lnTo>
                <a:lnTo>
                  <a:pt x="0" y="18470"/>
                </a:lnTo>
                <a:lnTo>
                  <a:pt x="617" y="19722"/>
                </a:lnTo>
                <a:lnTo>
                  <a:pt x="926" y="20661"/>
                </a:lnTo>
                <a:lnTo>
                  <a:pt x="2160" y="21287"/>
                </a:lnTo>
                <a:lnTo>
                  <a:pt x="3086" y="21600"/>
                </a:lnTo>
                <a:lnTo>
                  <a:pt x="18514" y="21600"/>
                </a:lnTo>
                <a:lnTo>
                  <a:pt x="19440" y="21287"/>
                </a:lnTo>
                <a:lnTo>
                  <a:pt x="20674" y="20661"/>
                </a:lnTo>
                <a:lnTo>
                  <a:pt x="20983" y="19722"/>
                </a:lnTo>
                <a:lnTo>
                  <a:pt x="21600" y="1847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49"/>
          <p:cNvSpPr/>
          <p:nvPr/>
        </p:nvSpPr>
        <p:spPr>
          <a:xfrm>
            <a:off x="22614467" y="12361333"/>
            <a:ext cx="292086" cy="292086"/>
          </a:xfrm>
          <a:custGeom>
            <a:rect b="b" l="l" r="r" t="t"/>
            <a:pathLst>
              <a:path extrusionOk="0" h="21600" w="21600">
                <a:moveTo>
                  <a:pt x="18470" y="0"/>
                </a:moveTo>
                <a:lnTo>
                  <a:pt x="13774" y="0"/>
                </a:lnTo>
                <a:lnTo>
                  <a:pt x="13774" y="3130"/>
                </a:lnTo>
                <a:lnTo>
                  <a:pt x="18470" y="3130"/>
                </a:lnTo>
                <a:lnTo>
                  <a:pt x="18470" y="18783"/>
                </a:lnTo>
                <a:lnTo>
                  <a:pt x="3130" y="18783"/>
                </a:lnTo>
                <a:lnTo>
                  <a:pt x="3130" y="14087"/>
                </a:lnTo>
                <a:lnTo>
                  <a:pt x="0" y="14087"/>
                </a:lnTo>
                <a:lnTo>
                  <a:pt x="0" y="18783"/>
                </a:lnTo>
                <a:lnTo>
                  <a:pt x="313" y="19722"/>
                </a:lnTo>
                <a:lnTo>
                  <a:pt x="939" y="20974"/>
                </a:lnTo>
                <a:lnTo>
                  <a:pt x="1878" y="21287"/>
                </a:lnTo>
                <a:lnTo>
                  <a:pt x="3130" y="21600"/>
                </a:lnTo>
                <a:lnTo>
                  <a:pt x="18470" y="21600"/>
                </a:lnTo>
                <a:lnTo>
                  <a:pt x="20974" y="20974"/>
                </a:lnTo>
                <a:lnTo>
                  <a:pt x="21287" y="19722"/>
                </a:lnTo>
                <a:lnTo>
                  <a:pt x="21600" y="18783"/>
                </a:lnTo>
                <a:lnTo>
                  <a:pt x="21600" y="3130"/>
                </a:lnTo>
                <a:lnTo>
                  <a:pt x="21287" y="2191"/>
                </a:lnTo>
                <a:lnTo>
                  <a:pt x="20974" y="939"/>
                </a:lnTo>
                <a:lnTo>
                  <a:pt x="19722" y="626"/>
                </a:lnTo>
                <a:lnTo>
                  <a:pt x="1847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49"/>
          <p:cNvSpPr/>
          <p:nvPr/>
        </p:nvSpPr>
        <p:spPr>
          <a:xfrm>
            <a:off x="21611169" y="12361333"/>
            <a:ext cx="292086" cy="292086"/>
          </a:xfrm>
          <a:custGeom>
            <a:rect b="b" l="l" r="r" t="t"/>
            <a:pathLst>
              <a:path extrusionOk="0" h="21600" w="21600">
                <a:moveTo>
                  <a:pt x="18470" y="0"/>
                </a:moveTo>
                <a:lnTo>
                  <a:pt x="3130" y="0"/>
                </a:lnTo>
                <a:lnTo>
                  <a:pt x="1878" y="626"/>
                </a:lnTo>
                <a:lnTo>
                  <a:pt x="939" y="939"/>
                </a:lnTo>
                <a:lnTo>
                  <a:pt x="626" y="2191"/>
                </a:lnTo>
                <a:lnTo>
                  <a:pt x="0" y="3130"/>
                </a:lnTo>
                <a:lnTo>
                  <a:pt x="0" y="18783"/>
                </a:lnTo>
                <a:lnTo>
                  <a:pt x="626" y="19722"/>
                </a:lnTo>
                <a:lnTo>
                  <a:pt x="939" y="20974"/>
                </a:lnTo>
                <a:lnTo>
                  <a:pt x="1878" y="21287"/>
                </a:lnTo>
                <a:lnTo>
                  <a:pt x="3130" y="21600"/>
                </a:lnTo>
                <a:lnTo>
                  <a:pt x="18470" y="21600"/>
                </a:lnTo>
                <a:lnTo>
                  <a:pt x="20974" y="20974"/>
                </a:lnTo>
                <a:lnTo>
                  <a:pt x="21287" y="19722"/>
                </a:lnTo>
                <a:lnTo>
                  <a:pt x="21600" y="18783"/>
                </a:lnTo>
                <a:lnTo>
                  <a:pt x="21600" y="3130"/>
                </a:lnTo>
                <a:lnTo>
                  <a:pt x="21287" y="2191"/>
                </a:lnTo>
                <a:lnTo>
                  <a:pt x="20974" y="939"/>
                </a:lnTo>
                <a:lnTo>
                  <a:pt x="19722" y="626"/>
                </a:lnTo>
                <a:lnTo>
                  <a:pt x="1847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49"/>
          <p:cNvSpPr/>
          <p:nvPr/>
        </p:nvSpPr>
        <p:spPr>
          <a:xfrm>
            <a:off x="21484169" y="12234333"/>
            <a:ext cx="292086" cy="292086"/>
          </a:xfrm>
          <a:custGeom>
            <a:rect b="b" l="l" r="r" t="t"/>
            <a:pathLst>
              <a:path extrusionOk="0" h="21600" w="21600">
                <a:moveTo>
                  <a:pt x="3130" y="3130"/>
                </a:moveTo>
                <a:lnTo>
                  <a:pt x="18470" y="3130"/>
                </a:lnTo>
                <a:lnTo>
                  <a:pt x="18470" y="7826"/>
                </a:lnTo>
                <a:lnTo>
                  <a:pt x="21600" y="7826"/>
                </a:lnTo>
                <a:lnTo>
                  <a:pt x="21600" y="3130"/>
                </a:lnTo>
                <a:lnTo>
                  <a:pt x="21287" y="1878"/>
                </a:lnTo>
                <a:lnTo>
                  <a:pt x="20661" y="626"/>
                </a:lnTo>
                <a:lnTo>
                  <a:pt x="19722" y="313"/>
                </a:lnTo>
                <a:lnTo>
                  <a:pt x="18470" y="0"/>
                </a:lnTo>
                <a:lnTo>
                  <a:pt x="3130" y="0"/>
                </a:lnTo>
                <a:lnTo>
                  <a:pt x="626" y="626"/>
                </a:lnTo>
                <a:lnTo>
                  <a:pt x="0" y="3130"/>
                </a:lnTo>
                <a:lnTo>
                  <a:pt x="0" y="18470"/>
                </a:lnTo>
                <a:lnTo>
                  <a:pt x="313" y="19722"/>
                </a:lnTo>
                <a:lnTo>
                  <a:pt x="626" y="20661"/>
                </a:lnTo>
                <a:lnTo>
                  <a:pt x="1878" y="21287"/>
                </a:lnTo>
                <a:lnTo>
                  <a:pt x="3130" y="21600"/>
                </a:lnTo>
                <a:lnTo>
                  <a:pt x="7513" y="21600"/>
                </a:lnTo>
                <a:lnTo>
                  <a:pt x="7513" y="18470"/>
                </a:lnTo>
                <a:lnTo>
                  <a:pt x="3130" y="18470"/>
                </a:lnTo>
                <a:lnTo>
                  <a:pt x="3130" y="313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49"/>
          <p:cNvSpPr/>
          <p:nvPr/>
        </p:nvSpPr>
        <p:spPr>
          <a:xfrm>
            <a:off x="13703302" y="12234333"/>
            <a:ext cx="177822" cy="304776"/>
          </a:xfrm>
          <a:custGeom>
            <a:rect b="b" l="l" r="r" t="t"/>
            <a:pathLst>
              <a:path extrusionOk="0" h="21600" w="21600">
                <a:moveTo>
                  <a:pt x="6849" y="0"/>
                </a:moveTo>
                <a:lnTo>
                  <a:pt x="0" y="3955"/>
                </a:lnTo>
                <a:lnTo>
                  <a:pt x="0" y="21600"/>
                </a:lnTo>
                <a:lnTo>
                  <a:pt x="21600" y="8214"/>
                </a:lnTo>
                <a:lnTo>
                  <a:pt x="6849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49"/>
          <p:cNvSpPr/>
          <p:nvPr/>
        </p:nvSpPr>
        <p:spPr>
          <a:xfrm>
            <a:off x="13449302" y="12234333"/>
            <a:ext cx="215892" cy="419094"/>
          </a:xfrm>
          <a:custGeom>
            <a:rect b="b" l="l" r="r" t="t"/>
            <a:pathLst>
              <a:path extrusionOk="0" h="21600" w="21600">
                <a:moveTo>
                  <a:pt x="17280" y="0"/>
                </a:moveTo>
                <a:lnTo>
                  <a:pt x="4320" y="0"/>
                </a:lnTo>
                <a:lnTo>
                  <a:pt x="3024" y="220"/>
                </a:lnTo>
                <a:lnTo>
                  <a:pt x="1296" y="441"/>
                </a:lnTo>
                <a:lnTo>
                  <a:pt x="864" y="1322"/>
                </a:lnTo>
                <a:lnTo>
                  <a:pt x="0" y="2204"/>
                </a:lnTo>
                <a:lnTo>
                  <a:pt x="0" y="19616"/>
                </a:lnTo>
                <a:lnTo>
                  <a:pt x="864" y="20278"/>
                </a:lnTo>
                <a:lnTo>
                  <a:pt x="1296" y="21159"/>
                </a:lnTo>
                <a:lnTo>
                  <a:pt x="3024" y="21380"/>
                </a:lnTo>
                <a:lnTo>
                  <a:pt x="4320" y="21600"/>
                </a:lnTo>
                <a:lnTo>
                  <a:pt x="17280" y="21600"/>
                </a:lnTo>
                <a:lnTo>
                  <a:pt x="19008" y="21380"/>
                </a:lnTo>
                <a:lnTo>
                  <a:pt x="20304" y="21159"/>
                </a:lnTo>
                <a:lnTo>
                  <a:pt x="20736" y="20278"/>
                </a:lnTo>
                <a:lnTo>
                  <a:pt x="21600" y="19616"/>
                </a:lnTo>
                <a:lnTo>
                  <a:pt x="21600" y="2204"/>
                </a:lnTo>
                <a:lnTo>
                  <a:pt x="20736" y="1322"/>
                </a:lnTo>
                <a:lnTo>
                  <a:pt x="20304" y="441"/>
                </a:lnTo>
                <a:lnTo>
                  <a:pt x="19008" y="220"/>
                </a:lnTo>
                <a:lnTo>
                  <a:pt x="17280" y="0"/>
                </a:lnTo>
                <a:close/>
                <a:moveTo>
                  <a:pt x="4320" y="19616"/>
                </a:moveTo>
                <a:lnTo>
                  <a:pt x="4320" y="2204"/>
                </a:lnTo>
                <a:lnTo>
                  <a:pt x="17280" y="2204"/>
                </a:lnTo>
                <a:lnTo>
                  <a:pt x="17280" y="19616"/>
                </a:lnTo>
                <a:lnTo>
                  <a:pt x="4320" y="1961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49"/>
          <p:cNvSpPr/>
          <p:nvPr/>
        </p:nvSpPr>
        <p:spPr>
          <a:xfrm>
            <a:off x="13512800" y="12323234"/>
            <a:ext cx="88800" cy="762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84" name="Google Shape;884;p49"/>
          <p:cNvSpPr/>
          <p:nvPr/>
        </p:nvSpPr>
        <p:spPr>
          <a:xfrm>
            <a:off x="13512800" y="12450234"/>
            <a:ext cx="88800" cy="762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85" name="Google Shape;885;p49"/>
          <p:cNvSpPr/>
          <p:nvPr/>
        </p:nvSpPr>
        <p:spPr>
          <a:xfrm>
            <a:off x="13538200" y="12551834"/>
            <a:ext cx="38124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2160" y="2160"/>
                </a:lnTo>
                <a:lnTo>
                  <a:pt x="0" y="4320"/>
                </a:lnTo>
                <a:lnTo>
                  <a:pt x="0" y="15120"/>
                </a:lnTo>
                <a:lnTo>
                  <a:pt x="6480" y="21600"/>
                </a:lnTo>
                <a:lnTo>
                  <a:pt x="15120" y="21600"/>
                </a:lnTo>
                <a:lnTo>
                  <a:pt x="21600" y="15120"/>
                </a:lnTo>
                <a:lnTo>
                  <a:pt x="21600" y="4320"/>
                </a:lnTo>
                <a:lnTo>
                  <a:pt x="19440" y="216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49"/>
          <p:cNvSpPr/>
          <p:nvPr/>
        </p:nvSpPr>
        <p:spPr>
          <a:xfrm>
            <a:off x="13703302" y="12462933"/>
            <a:ext cx="190512" cy="177822"/>
          </a:xfrm>
          <a:custGeom>
            <a:rect b="b" l="l" r="r" t="t"/>
            <a:pathLst>
              <a:path extrusionOk="0" h="21600" w="21600">
                <a:moveTo>
                  <a:pt x="19680" y="0"/>
                </a:moveTo>
                <a:lnTo>
                  <a:pt x="10080" y="1620"/>
                </a:lnTo>
                <a:lnTo>
                  <a:pt x="0" y="13500"/>
                </a:lnTo>
                <a:lnTo>
                  <a:pt x="0" y="21600"/>
                </a:lnTo>
                <a:lnTo>
                  <a:pt x="21600" y="18900"/>
                </a:lnTo>
                <a:lnTo>
                  <a:pt x="1968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49"/>
          <p:cNvSpPr/>
          <p:nvPr/>
        </p:nvSpPr>
        <p:spPr>
          <a:xfrm>
            <a:off x="16514233" y="12615333"/>
            <a:ext cx="76194" cy="63504"/>
          </a:xfrm>
          <a:custGeom>
            <a:rect b="b" l="l" r="r" t="t"/>
            <a:pathLst>
              <a:path extrusionOk="0" h="21600" w="21600">
                <a:moveTo>
                  <a:pt x="10232" y="21600"/>
                </a:moveTo>
                <a:lnTo>
                  <a:pt x="21600" y="0"/>
                </a:lnTo>
                <a:lnTo>
                  <a:pt x="0" y="0"/>
                </a:lnTo>
                <a:lnTo>
                  <a:pt x="10232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49"/>
          <p:cNvSpPr/>
          <p:nvPr/>
        </p:nvSpPr>
        <p:spPr>
          <a:xfrm>
            <a:off x="16514233" y="12386733"/>
            <a:ext cx="76200" cy="203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89" name="Google Shape;889;p49"/>
          <p:cNvSpPr/>
          <p:nvPr/>
        </p:nvSpPr>
        <p:spPr>
          <a:xfrm>
            <a:off x="16514233" y="12297834"/>
            <a:ext cx="76194" cy="63504"/>
          </a:xfrm>
          <a:custGeom>
            <a:rect b="b" l="l" r="r" t="t"/>
            <a:pathLst>
              <a:path extrusionOk="0" h="21600" w="21600">
                <a:moveTo>
                  <a:pt x="10232" y="0"/>
                </a:moveTo>
                <a:lnTo>
                  <a:pt x="6821" y="1543"/>
                </a:lnTo>
                <a:lnTo>
                  <a:pt x="2274" y="4629"/>
                </a:lnTo>
                <a:lnTo>
                  <a:pt x="1137" y="9257"/>
                </a:lnTo>
                <a:lnTo>
                  <a:pt x="0" y="16971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6971"/>
                </a:lnTo>
                <a:lnTo>
                  <a:pt x="20463" y="9257"/>
                </a:lnTo>
                <a:lnTo>
                  <a:pt x="19326" y="4629"/>
                </a:lnTo>
                <a:lnTo>
                  <a:pt x="14779" y="1543"/>
                </a:lnTo>
                <a:lnTo>
                  <a:pt x="10232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49"/>
          <p:cNvSpPr/>
          <p:nvPr/>
        </p:nvSpPr>
        <p:spPr>
          <a:xfrm>
            <a:off x="16653933" y="12234333"/>
            <a:ext cx="165078" cy="44452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2097"/>
                </a:lnTo>
                <a:lnTo>
                  <a:pt x="8100" y="2097"/>
                </a:lnTo>
                <a:lnTo>
                  <a:pt x="8100" y="4194"/>
                </a:lnTo>
                <a:lnTo>
                  <a:pt x="0" y="4194"/>
                </a:lnTo>
                <a:lnTo>
                  <a:pt x="0" y="7130"/>
                </a:lnTo>
                <a:lnTo>
                  <a:pt x="8100" y="7130"/>
                </a:lnTo>
                <a:lnTo>
                  <a:pt x="8100" y="9227"/>
                </a:lnTo>
                <a:lnTo>
                  <a:pt x="0" y="9227"/>
                </a:lnTo>
                <a:lnTo>
                  <a:pt x="0" y="12373"/>
                </a:lnTo>
                <a:lnTo>
                  <a:pt x="8100" y="12373"/>
                </a:lnTo>
                <a:lnTo>
                  <a:pt x="8100" y="14470"/>
                </a:lnTo>
                <a:lnTo>
                  <a:pt x="0" y="14470"/>
                </a:lnTo>
                <a:lnTo>
                  <a:pt x="0" y="17616"/>
                </a:lnTo>
                <a:lnTo>
                  <a:pt x="8100" y="17616"/>
                </a:lnTo>
                <a:lnTo>
                  <a:pt x="8100" y="19713"/>
                </a:lnTo>
                <a:lnTo>
                  <a:pt x="0" y="19713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49"/>
          <p:cNvSpPr/>
          <p:nvPr/>
        </p:nvSpPr>
        <p:spPr>
          <a:xfrm>
            <a:off x="6434666" y="12234333"/>
            <a:ext cx="419094" cy="419094"/>
          </a:xfrm>
          <a:custGeom>
            <a:rect b="b" l="l" r="r" t="t"/>
            <a:pathLst>
              <a:path extrusionOk="0" h="21600" w="21600">
                <a:moveTo>
                  <a:pt x="19616" y="0"/>
                </a:moveTo>
                <a:lnTo>
                  <a:pt x="15208" y="0"/>
                </a:lnTo>
                <a:lnTo>
                  <a:pt x="13445" y="441"/>
                </a:lnTo>
                <a:lnTo>
                  <a:pt x="13004" y="2204"/>
                </a:lnTo>
                <a:lnTo>
                  <a:pt x="13004" y="7053"/>
                </a:lnTo>
                <a:lnTo>
                  <a:pt x="7053" y="13004"/>
                </a:lnTo>
                <a:lnTo>
                  <a:pt x="2204" y="13004"/>
                </a:lnTo>
                <a:lnTo>
                  <a:pt x="1322" y="13224"/>
                </a:lnTo>
                <a:lnTo>
                  <a:pt x="441" y="13665"/>
                </a:lnTo>
                <a:lnTo>
                  <a:pt x="220" y="14327"/>
                </a:lnTo>
                <a:lnTo>
                  <a:pt x="0" y="15208"/>
                </a:lnTo>
                <a:lnTo>
                  <a:pt x="0" y="19616"/>
                </a:lnTo>
                <a:lnTo>
                  <a:pt x="220" y="20278"/>
                </a:lnTo>
                <a:lnTo>
                  <a:pt x="441" y="21159"/>
                </a:lnTo>
                <a:lnTo>
                  <a:pt x="2204" y="21600"/>
                </a:lnTo>
                <a:lnTo>
                  <a:pt x="6392" y="21600"/>
                </a:lnTo>
                <a:lnTo>
                  <a:pt x="8155" y="21159"/>
                </a:lnTo>
                <a:lnTo>
                  <a:pt x="8376" y="20278"/>
                </a:lnTo>
                <a:lnTo>
                  <a:pt x="8596" y="19616"/>
                </a:lnTo>
                <a:lnTo>
                  <a:pt x="8596" y="14547"/>
                </a:lnTo>
                <a:lnTo>
                  <a:pt x="14547" y="8596"/>
                </a:lnTo>
                <a:lnTo>
                  <a:pt x="19616" y="8596"/>
                </a:lnTo>
                <a:lnTo>
                  <a:pt x="20278" y="8376"/>
                </a:lnTo>
                <a:lnTo>
                  <a:pt x="21159" y="8155"/>
                </a:lnTo>
                <a:lnTo>
                  <a:pt x="21600" y="6392"/>
                </a:lnTo>
                <a:lnTo>
                  <a:pt x="21600" y="2204"/>
                </a:lnTo>
                <a:lnTo>
                  <a:pt x="21159" y="441"/>
                </a:lnTo>
                <a:lnTo>
                  <a:pt x="20278" y="220"/>
                </a:lnTo>
                <a:lnTo>
                  <a:pt x="19616" y="0"/>
                </a:lnTo>
                <a:close/>
                <a:moveTo>
                  <a:pt x="2204" y="19616"/>
                </a:moveTo>
                <a:lnTo>
                  <a:pt x="2204" y="15208"/>
                </a:lnTo>
                <a:lnTo>
                  <a:pt x="6392" y="15208"/>
                </a:lnTo>
                <a:lnTo>
                  <a:pt x="6392" y="19616"/>
                </a:lnTo>
                <a:lnTo>
                  <a:pt x="2204" y="19616"/>
                </a:lnTo>
                <a:close/>
                <a:moveTo>
                  <a:pt x="15208" y="6392"/>
                </a:moveTo>
                <a:lnTo>
                  <a:pt x="15208" y="2204"/>
                </a:lnTo>
                <a:lnTo>
                  <a:pt x="19616" y="2204"/>
                </a:lnTo>
                <a:lnTo>
                  <a:pt x="19616" y="6392"/>
                </a:lnTo>
                <a:lnTo>
                  <a:pt x="15208" y="639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49"/>
          <p:cNvSpPr/>
          <p:nvPr/>
        </p:nvSpPr>
        <p:spPr>
          <a:xfrm>
            <a:off x="7437967" y="12234333"/>
            <a:ext cx="419094" cy="419094"/>
          </a:xfrm>
          <a:custGeom>
            <a:rect b="b" l="l" r="r" t="t"/>
            <a:pathLst>
              <a:path extrusionOk="0" h="21600" w="21600">
                <a:moveTo>
                  <a:pt x="19837" y="15208"/>
                </a:moveTo>
                <a:lnTo>
                  <a:pt x="18955" y="15208"/>
                </a:lnTo>
                <a:lnTo>
                  <a:pt x="12784" y="6392"/>
                </a:lnTo>
                <a:lnTo>
                  <a:pt x="13224" y="6171"/>
                </a:lnTo>
                <a:lnTo>
                  <a:pt x="13886" y="5731"/>
                </a:lnTo>
                <a:lnTo>
                  <a:pt x="14106" y="5069"/>
                </a:lnTo>
                <a:lnTo>
                  <a:pt x="14106" y="1984"/>
                </a:lnTo>
                <a:lnTo>
                  <a:pt x="13886" y="1102"/>
                </a:lnTo>
                <a:lnTo>
                  <a:pt x="13445" y="441"/>
                </a:lnTo>
                <a:lnTo>
                  <a:pt x="13004" y="220"/>
                </a:lnTo>
                <a:lnTo>
                  <a:pt x="12122" y="0"/>
                </a:lnTo>
                <a:lnTo>
                  <a:pt x="9478" y="0"/>
                </a:lnTo>
                <a:lnTo>
                  <a:pt x="8596" y="220"/>
                </a:lnTo>
                <a:lnTo>
                  <a:pt x="8155" y="441"/>
                </a:lnTo>
                <a:lnTo>
                  <a:pt x="7714" y="1102"/>
                </a:lnTo>
                <a:lnTo>
                  <a:pt x="7494" y="1984"/>
                </a:lnTo>
                <a:lnTo>
                  <a:pt x="7494" y="5069"/>
                </a:lnTo>
                <a:lnTo>
                  <a:pt x="7714" y="5731"/>
                </a:lnTo>
                <a:lnTo>
                  <a:pt x="8376" y="6171"/>
                </a:lnTo>
                <a:lnTo>
                  <a:pt x="8816" y="6392"/>
                </a:lnTo>
                <a:lnTo>
                  <a:pt x="2645" y="15208"/>
                </a:lnTo>
                <a:lnTo>
                  <a:pt x="1763" y="15208"/>
                </a:lnTo>
                <a:lnTo>
                  <a:pt x="441" y="15649"/>
                </a:lnTo>
                <a:lnTo>
                  <a:pt x="220" y="16310"/>
                </a:lnTo>
                <a:lnTo>
                  <a:pt x="0" y="17192"/>
                </a:lnTo>
                <a:lnTo>
                  <a:pt x="0" y="19837"/>
                </a:lnTo>
                <a:lnTo>
                  <a:pt x="220" y="20718"/>
                </a:lnTo>
                <a:lnTo>
                  <a:pt x="441" y="21159"/>
                </a:lnTo>
                <a:lnTo>
                  <a:pt x="1763" y="21600"/>
                </a:lnTo>
                <a:lnTo>
                  <a:pt x="4629" y="21600"/>
                </a:lnTo>
                <a:lnTo>
                  <a:pt x="5951" y="21159"/>
                </a:lnTo>
                <a:lnTo>
                  <a:pt x="6171" y="20718"/>
                </a:lnTo>
                <a:lnTo>
                  <a:pt x="6392" y="19837"/>
                </a:lnTo>
                <a:lnTo>
                  <a:pt x="6392" y="19616"/>
                </a:lnTo>
                <a:lnTo>
                  <a:pt x="15208" y="19616"/>
                </a:lnTo>
                <a:lnTo>
                  <a:pt x="15208" y="19837"/>
                </a:lnTo>
                <a:lnTo>
                  <a:pt x="15429" y="20718"/>
                </a:lnTo>
                <a:lnTo>
                  <a:pt x="15649" y="21159"/>
                </a:lnTo>
                <a:lnTo>
                  <a:pt x="16971" y="21600"/>
                </a:lnTo>
                <a:lnTo>
                  <a:pt x="19837" y="21600"/>
                </a:lnTo>
                <a:lnTo>
                  <a:pt x="21159" y="21159"/>
                </a:lnTo>
                <a:lnTo>
                  <a:pt x="21380" y="20718"/>
                </a:lnTo>
                <a:lnTo>
                  <a:pt x="21600" y="19837"/>
                </a:lnTo>
                <a:lnTo>
                  <a:pt x="21600" y="17192"/>
                </a:lnTo>
                <a:lnTo>
                  <a:pt x="21380" y="16310"/>
                </a:lnTo>
                <a:lnTo>
                  <a:pt x="21159" y="15649"/>
                </a:lnTo>
                <a:lnTo>
                  <a:pt x="19837" y="15208"/>
                </a:lnTo>
                <a:close/>
                <a:moveTo>
                  <a:pt x="9698" y="2204"/>
                </a:moveTo>
                <a:lnTo>
                  <a:pt x="11902" y="2204"/>
                </a:lnTo>
                <a:lnTo>
                  <a:pt x="11902" y="4408"/>
                </a:lnTo>
                <a:lnTo>
                  <a:pt x="9698" y="4408"/>
                </a:lnTo>
                <a:lnTo>
                  <a:pt x="9698" y="2204"/>
                </a:lnTo>
                <a:close/>
                <a:moveTo>
                  <a:pt x="4188" y="19616"/>
                </a:moveTo>
                <a:lnTo>
                  <a:pt x="1984" y="19616"/>
                </a:lnTo>
                <a:lnTo>
                  <a:pt x="1984" y="17412"/>
                </a:lnTo>
                <a:lnTo>
                  <a:pt x="4188" y="17412"/>
                </a:lnTo>
                <a:lnTo>
                  <a:pt x="4188" y="19616"/>
                </a:lnTo>
                <a:close/>
                <a:moveTo>
                  <a:pt x="6392" y="17412"/>
                </a:moveTo>
                <a:lnTo>
                  <a:pt x="6392" y="16531"/>
                </a:lnTo>
                <a:lnTo>
                  <a:pt x="6171" y="16090"/>
                </a:lnTo>
                <a:lnTo>
                  <a:pt x="5731" y="15429"/>
                </a:lnTo>
                <a:lnTo>
                  <a:pt x="5069" y="15208"/>
                </a:lnTo>
                <a:lnTo>
                  <a:pt x="10800" y="7273"/>
                </a:lnTo>
                <a:lnTo>
                  <a:pt x="16531" y="15208"/>
                </a:lnTo>
                <a:lnTo>
                  <a:pt x="15869" y="15429"/>
                </a:lnTo>
                <a:lnTo>
                  <a:pt x="15429" y="16090"/>
                </a:lnTo>
                <a:lnTo>
                  <a:pt x="15208" y="16531"/>
                </a:lnTo>
                <a:lnTo>
                  <a:pt x="15208" y="17412"/>
                </a:lnTo>
                <a:lnTo>
                  <a:pt x="6392" y="17412"/>
                </a:lnTo>
                <a:close/>
                <a:moveTo>
                  <a:pt x="19396" y="19616"/>
                </a:moveTo>
                <a:lnTo>
                  <a:pt x="17412" y="19616"/>
                </a:lnTo>
                <a:lnTo>
                  <a:pt x="17412" y="17412"/>
                </a:lnTo>
                <a:lnTo>
                  <a:pt x="19396" y="17412"/>
                </a:lnTo>
                <a:lnTo>
                  <a:pt x="19396" y="1961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49"/>
          <p:cNvSpPr/>
          <p:nvPr/>
        </p:nvSpPr>
        <p:spPr>
          <a:xfrm>
            <a:off x="9444567" y="12234333"/>
            <a:ext cx="419094" cy="419094"/>
          </a:xfrm>
          <a:custGeom>
            <a:rect b="b" l="l" r="r" t="t"/>
            <a:pathLst>
              <a:path extrusionOk="0" h="21600" w="21600">
                <a:moveTo>
                  <a:pt x="19418" y="6392"/>
                </a:moveTo>
                <a:lnTo>
                  <a:pt x="15055" y="6392"/>
                </a:lnTo>
                <a:lnTo>
                  <a:pt x="15055" y="2204"/>
                </a:lnTo>
                <a:lnTo>
                  <a:pt x="14618" y="441"/>
                </a:lnTo>
                <a:lnTo>
                  <a:pt x="12873" y="0"/>
                </a:lnTo>
                <a:lnTo>
                  <a:pt x="2182" y="0"/>
                </a:lnTo>
                <a:lnTo>
                  <a:pt x="1309" y="220"/>
                </a:lnTo>
                <a:lnTo>
                  <a:pt x="655" y="441"/>
                </a:lnTo>
                <a:lnTo>
                  <a:pt x="218" y="1322"/>
                </a:lnTo>
                <a:lnTo>
                  <a:pt x="0" y="2204"/>
                </a:lnTo>
                <a:lnTo>
                  <a:pt x="0" y="13004"/>
                </a:lnTo>
                <a:lnTo>
                  <a:pt x="218" y="13886"/>
                </a:lnTo>
                <a:lnTo>
                  <a:pt x="655" y="14547"/>
                </a:lnTo>
                <a:lnTo>
                  <a:pt x="1309" y="14988"/>
                </a:lnTo>
                <a:lnTo>
                  <a:pt x="2182" y="15208"/>
                </a:lnTo>
                <a:lnTo>
                  <a:pt x="6545" y="15208"/>
                </a:lnTo>
                <a:lnTo>
                  <a:pt x="6545" y="19616"/>
                </a:lnTo>
                <a:lnTo>
                  <a:pt x="6764" y="20278"/>
                </a:lnTo>
                <a:lnTo>
                  <a:pt x="6982" y="21159"/>
                </a:lnTo>
                <a:lnTo>
                  <a:pt x="8727" y="21600"/>
                </a:lnTo>
                <a:lnTo>
                  <a:pt x="19418" y="21600"/>
                </a:lnTo>
                <a:lnTo>
                  <a:pt x="20291" y="21380"/>
                </a:lnTo>
                <a:lnTo>
                  <a:pt x="20945" y="21159"/>
                </a:lnTo>
                <a:lnTo>
                  <a:pt x="21382" y="20278"/>
                </a:lnTo>
                <a:lnTo>
                  <a:pt x="21600" y="19616"/>
                </a:lnTo>
                <a:lnTo>
                  <a:pt x="21600" y="8596"/>
                </a:lnTo>
                <a:lnTo>
                  <a:pt x="21382" y="7935"/>
                </a:lnTo>
                <a:lnTo>
                  <a:pt x="20945" y="7053"/>
                </a:lnTo>
                <a:lnTo>
                  <a:pt x="20291" y="6833"/>
                </a:lnTo>
                <a:lnTo>
                  <a:pt x="19418" y="6392"/>
                </a:lnTo>
                <a:close/>
                <a:moveTo>
                  <a:pt x="6545" y="8596"/>
                </a:moveTo>
                <a:lnTo>
                  <a:pt x="6545" y="13004"/>
                </a:lnTo>
                <a:lnTo>
                  <a:pt x="2182" y="13004"/>
                </a:lnTo>
                <a:lnTo>
                  <a:pt x="2182" y="2204"/>
                </a:lnTo>
                <a:lnTo>
                  <a:pt x="12873" y="2204"/>
                </a:lnTo>
                <a:lnTo>
                  <a:pt x="12873" y="6392"/>
                </a:lnTo>
                <a:lnTo>
                  <a:pt x="8727" y="6392"/>
                </a:lnTo>
                <a:lnTo>
                  <a:pt x="7855" y="6833"/>
                </a:lnTo>
                <a:lnTo>
                  <a:pt x="6982" y="7053"/>
                </a:lnTo>
                <a:lnTo>
                  <a:pt x="6764" y="7935"/>
                </a:lnTo>
                <a:lnTo>
                  <a:pt x="6545" y="8596"/>
                </a:lnTo>
                <a:close/>
                <a:moveTo>
                  <a:pt x="8727" y="19616"/>
                </a:moveTo>
                <a:lnTo>
                  <a:pt x="8727" y="8596"/>
                </a:lnTo>
                <a:lnTo>
                  <a:pt x="19418" y="8596"/>
                </a:lnTo>
                <a:lnTo>
                  <a:pt x="19418" y="19616"/>
                </a:lnTo>
                <a:lnTo>
                  <a:pt x="8727" y="1961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49"/>
          <p:cNvSpPr/>
          <p:nvPr/>
        </p:nvSpPr>
        <p:spPr>
          <a:xfrm>
            <a:off x="10447866" y="12234333"/>
            <a:ext cx="423360" cy="419094"/>
          </a:xfrm>
          <a:custGeom>
            <a:rect b="b" l="l" r="r" t="t"/>
            <a:pathLst>
              <a:path extrusionOk="0" h="21600" w="21600">
                <a:moveTo>
                  <a:pt x="19418" y="6392"/>
                </a:moveTo>
                <a:lnTo>
                  <a:pt x="15055" y="6392"/>
                </a:lnTo>
                <a:lnTo>
                  <a:pt x="15055" y="2204"/>
                </a:lnTo>
                <a:lnTo>
                  <a:pt x="14618" y="441"/>
                </a:lnTo>
                <a:lnTo>
                  <a:pt x="12873" y="0"/>
                </a:lnTo>
                <a:lnTo>
                  <a:pt x="2182" y="0"/>
                </a:lnTo>
                <a:lnTo>
                  <a:pt x="436" y="441"/>
                </a:lnTo>
                <a:lnTo>
                  <a:pt x="0" y="2204"/>
                </a:lnTo>
                <a:lnTo>
                  <a:pt x="0" y="13004"/>
                </a:lnTo>
                <a:lnTo>
                  <a:pt x="218" y="13886"/>
                </a:lnTo>
                <a:lnTo>
                  <a:pt x="436" y="14547"/>
                </a:lnTo>
                <a:lnTo>
                  <a:pt x="1309" y="14988"/>
                </a:lnTo>
                <a:lnTo>
                  <a:pt x="2182" y="15208"/>
                </a:lnTo>
                <a:lnTo>
                  <a:pt x="6545" y="15208"/>
                </a:lnTo>
                <a:lnTo>
                  <a:pt x="6545" y="19616"/>
                </a:lnTo>
                <a:lnTo>
                  <a:pt x="6764" y="20278"/>
                </a:lnTo>
                <a:lnTo>
                  <a:pt x="6982" y="21159"/>
                </a:lnTo>
                <a:lnTo>
                  <a:pt x="7855" y="21380"/>
                </a:lnTo>
                <a:lnTo>
                  <a:pt x="8509" y="21600"/>
                </a:lnTo>
                <a:lnTo>
                  <a:pt x="19418" y="21600"/>
                </a:lnTo>
                <a:lnTo>
                  <a:pt x="20073" y="21380"/>
                </a:lnTo>
                <a:lnTo>
                  <a:pt x="20945" y="21159"/>
                </a:lnTo>
                <a:lnTo>
                  <a:pt x="21164" y="20278"/>
                </a:lnTo>
                <a:lnTo>
                  <a:pt x="21600" y="19616"/>
                </a:lnTo>
                <a:lnTo>
                  <a:pt x="21600" y="8596"/>
                </a:lnTo>
                <a:lnTo>
                  <a:pt x="21164" y="7935"/>
                </a:lnTo>
                <a:lnTo>
                  <a:pt x="20945" y="7053"/>
                </a:lnTo>
                <a:lnTo>
                  <a:pt x="20073" y="6833"/>
                </a:lnTo>
                <a:lnTo>
                  <a:pt x="19418" y="6392"/>
                </a:lnTo>
                <a:close/>
                <a:moveTo>
                  <a:pt x="2182" y="2204"/>
                </a:moveTo>
                <a:lnTo>
                  <a:pt x="12873" y="2204"/>
                </a:lnTo>
                <a:lnTo>
                  <a:pt x="12873" y="13004"/>
                </a:lnTo>
                <a:lnTo>
                  <a:pt x="2182" y="13004"/>
                </a:lnTo>
                <a:lnTo>
                  <a:pt x="2182" y="2204"/>
                </a:lnTo>
                <a:close/>
                <a:moveTo>
                  <a:pt x="19418" y="19616"/>
                </a:moveTo>
                <a:lnTo>
                  <a:pt x="8509" y="19616"/>
                </a:lnTo>
                <a:lnTo>
                  <a:pt x="8509" y="15208"/>
                </a:lnTo>
                <a:lnTo>
                  <a:pt x="12873" y="15208"/>
                </a:lnTo>
                <a:lnTo>
                  <a:pt x="13745" y="14988"/>
                </a:lnTo>
                <a:lnTo>
                  <a:pt x="14618" y="14547"/>
                </a:lnTo>
                <a:lnTo>
                  <a:pt x="14836" y="13886"/>
                </a:lnTo>
                <a:lnTo>
                  <a:pt x="15055" y="13004"/>
                </a:lnTo>
                <a:lnTo>
                  <a:pt x="15055" y="8596"/>
                </a:lnTo>
                <a:lnTo>
                  <a:pt x="19418" y="8596"/>
                </a:lnTo>
                <a:lnTo>
                  <a:pt x="19418" y="1961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5" name="Google Shape;895;p49"/>
          <p:cNvGrpSpPr/>
          <p:nvPr/>
        </p:nvGrpSpPr>
        <p:grpSpPr>
          <a:xfrm>
            <a:off x="2404533" y="12259733"/>
            <a:ext cx="457218" cy="380982"/>
            <a:chOff x="0" y="0"/>
            <a:chExt cx="457218" cy="380982"/>
          </a:xfrm>
        </p:grpSpPr>
        <p:sp>
          <p:nvSpPr>
            <p:cNvPr id="896" name="Google Shape;896;p49"/>
            <p:cNvSpPr/>
            <p:nvPr/>
          </p:nvSpPr>
          <p:spPr>
            <a:xfrm>
              <a:off x="76200" y="0"/>
              <a:ext cx="63504" cy="38124"/>
            </a:xfrm>
            <a:custGeom>
              <a:rect b="b" l="l" r="r" t="t"/>
              <a:pathLst>
                <a:path extrusionOk="0" h="21600" w="21600">
                  <a:moveTo>
                    <a:pt x="21600" y="15120"/>
                  </a:moveTo>
                  <a:lnTo>
                    <a:pt x="21600" y="10800"/>
                  </a:lnTo>
                  <a:lnTo>
                    <a:pt x="18720" y="4320"/>
                  </a:lnTo>
                  <a:lnTo>
                    <a:pt x="14400" y="0"/>
                  </a:lnTo>
                  <a:lnTo>
                    <a:pt x="7200" y="0"/>
                  </a:lnTo>
                  <a:lnTo>
                    <a:pt x="0" y="1080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512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49"/>
            <p:cNvSpPr/>
            <p:nvPr/>
          </p:nvSpPr>
          <p:spPr>
            <a:xfrm>
              <a:off x="76200" y="63495"/>
              <a:ext cx="63504" cy="254016"/>
            </a:xfrm>
            <a:custGeom>
              <a:rect b="b" l="l" r="r" t="t"/>
              <a:pathLst>
                <a:path extrusionOk="0" h="21600" w="21600">
                  <a:moveTo>
                    <a:pt x="21600" y="16108"/>
                  </a:moveTo>
                  <a:lnTo>
                    <a:pt x="21600" y="0"/>
                  </a:lnTo>
                  <a:lnTo>
                    <a:pt x="0" y="0"/>
                  </a:lnTo>
                  <a:lnTo>
                    <a:pt x="0" y="16108"/>
                  </a:lnTo>
                  <a:lnTo>
                    <a:pt x="11520" y="21600"/>
                  </a:lnTo>
                  <a:lnTo>
                    <a:pt x="21600" y="16108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49"/>
            <p:cNvSpPr/>
            <p:nvPr/>
          </p:nvSpPr>
          <p:spPr>
            <a:xfrm>
              <a:off x="0" y="88896"/>
              <a:ext cx="457218" cy="292086"/>
            </a:xfrm>
            <a:custGeom>
              <a:rect b="b" l="l" r="r" t="t"/>
              <a:pathLst>
                <a:path extrusionOk="0" h="21600" w="21600">
                  <a:moveTo>
                    <a:pt x="19600" y="0"/>
                  </a:moveTo>
                  <a:lnTo>
                    <a:pt x="8800" y="0"/>
                  </a:lnTo>
                  <a:lnTo>
                    <a:pt x="8800" y="2817"/>
                  </a:lnTo>
                  <a:lnTo>
                    <a:pt x="13800" y="2817"/>
                  </a:lnTo>
                  <a:lnTo>
                    <a:pt x="13800" y="18470"/>
                  </a:lnTo>
                  <a:lnTo>
                    <a:pt x="2000" y="18470"/>
                  </a:lnTo>
                  <a:lnTo>
                    <a:pt x="2000" y="0"/>
                  </a:lnTo>
                  <a:lnTo>
                    <a:pt x="400" y="626"/>
                  </a:lnTo>
                  <a:lnTo>
                    <a:pt x="200" y="1878"/>
                  </a:lnTo>
                  <a:lnTo>
                    <a:pt x="0" y="2817"/>
                  </a:lnTo>
                  <a:lnTo>
                    <a:pt x="0" y="18470"/>
                  </a:lnTo>
                  <a:lnTo>
                    <a:pt x="200" y="19409"/>
                  </a:lnTo>
                  <a:lnTo>
                    <a:pt x="400" y="20661"/>
                  </a:lnTo>
                  <a:lnTo>
                    <a:pt x="1200" y="20974"/>
                  </a:lnTo>
                  <a:lnTo>
                    <a:pt x="2000" y="21600"/>
                  </a:lnTo>
                  <a:lnTo>
                    <a:pt x="19600" y="21600"/>
                  </a:lnTo>
                  <a:lnTo>
                    <a:pt x="20400" y="20974"/>
                  </a:lnTo>
                  <a:lnTo>
                    <a:pt x="21200" y="20661"/>
                  </a:lnTo>
                  <a:lnTo>
                    <a:pt x="21400" y="19409"/>
                  </a:lnTo>
                  <a:lnTo>
                    <a:pt x="21600" y="18470"/>
                  </a:lnTo>
                  <a:lnTo>
                    <a:pt x="21600" y="2817"/>
                  </a:lnTo>
                  <a:lnTo>
                    <a:pt x="21400" y="1878"/>
                  </a:lnTo>
                  <a:lnTo>
                    <a:pt x="21200" y="626"/>
                  </a:lnTo>
                  <a:lnTo>
                    <a:pt x="19600" y="0"/>
                  </a:lnTo>
                  <a:close/>
                  <a:moveTo>
                    <a:pt x="15800" y="2817"/>
                  </a:moveTo>
                  <a:lnTo>
                    <a:pt x="19600" y="2817"/>
                  </a:lnTo>
                  <a:lnTo>
                    <a:pt x="19600" y="9078"/>
                  </a:lnTo>
                  <a:lnTo>
                    <a:pt x="15800" y="9078"/>
                  </a:lnTo>
                  <a:lnTo>
                    <a:pt x="15800" y="2817"/>
                  </a:lnTo>
                  <a:close/>
                  <a:moveTo>
                    <a:pt x="15800" y="18470"/>
                  </a:moveTo>
                  <a:lnTo>
                    <a:pt x="15800" y="12209"/>
                  </a:lnTo>
                  <a:lnTo>
                    <a:pt x="19600" y="12209"/>
                  </a:lnTo>
                  <a:lnTo>
                    <a:pt x="19600" y="18470"/>
                  </a:lnTo>
                  <a:lnTo>
                    <a:pt x="15800" y="1847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9" name="Google Shape;899;p49"/>
          <p:cNvSpPr/>
          <p:nvPr/>
        </p:nvSpPr>
        <p:spPr>
          <a:xfrm>
            <a:off x="3395133" y="12234333"/>
            <a:ext cx="444528" cy="419094"/>
          </a:xfrm>
          <a:custGeom>
            <a:rect b="b" l="l" r="r" t="t"/>
            <a:pathLst>
              <a:path extrusionOk="0" h="21600" w="21600">
                <a:moveTo>
                  <a:pt x="21600" y="3306"/>
                </a:moveTo>
                <a:lnTo>
                  <a:pt x="21396" y="2204"/>
                </a:lnTo>
                <a:lnTo>
                  <a:pt x="20581" y="1102"/>
                </a:lnTo>
                <a:lnTo>
                  <a:pt x="19766" y="220"/>
                </a:lnTo>
                <a:lnTo>
                  <a:pt x="18543" y="0"/>
                </a:lnTo>
                <a:lnTo>
                  <a:pt x="17321" y="220"/>
                </a:lnTo>
                <a:lnTo>
                  <a:pt x="6317" y="12122"/>
                </a:lnTo>
                <a:lnTo>
                  <a:pt x="4687" y="12563"/>
                </a:lnTo>
                <a:lnTo>
                  <a:pt x="3872" y="13224"/>
                </a:lnTo>
                <a:lnTo>
                  <a:pt x="2853" y="14327"/>
                </a:lnTo>
                <a:lnTo>
                  <a:pt x="2445" y="15429"/>
                </a:lnTo>
                <a:lnTo>
                  <a:pt x="2242" y="16310"/>
                </a:lnTo>
                <a:lnTo>
                  <a:pt x="2242" y="18514"/>
                </a:lnTo>
                <a:lnTo>
                  <a:pt x="2038" y="18955"/>
                </a:lnTo>
                <a:lnTo>
                  <a:pt x="1426" y="19837"/>
                </a:lnTo>
                <a:lnTo>
                  <a:pt x="0" y="21380"/>
                </a:lnTo>
                <a:lnTo>
                  <a:pt x="3260" y="21600"/>
                </a:lnTo>
                <a:lnTo>
                  <a:pt x="4483" y="21600"/>
                </a:lnTo>
                <a:lnTo>
                  <a:pt x="6317" y="21380"/>
                </a:lnTo>
                <a:lnTo>
                  <a:pt x="7743" y="20718"/>
                </a:lnTo>
                <a:lnTo>
                  <a:pt x="8558" y="20057"/>
                </a:lnTo>
                <a:lnTo>
                  <a:pt x="9374" y="19616"/>
                </a:lnTo>
                <a:lnTo>
                  <a:pt x="10596" y="16531"/>
                </a:lnTo>
                <a:lnTo>
                  <a:pt x="20581" y="5731"/>
                </a:lnTo>
                <a:lnTo>
                  <a:pt x="21396" y="4629"/>
                </a:lnTo>
                <a:lnTo>
                  <a:pt x="21600" y="3306"/>
                </a:lnTo>
                <a:close/>
                <a:moveTo>
                  <a:pt x="8151" y="17853"/>
                </a:moveTo>
                <a:lnTo>
                  <a:pt x="7132" y="18735"/>
                </a:lnTo>
                <a:lnTo>
                  <a:pt x="6113" y="18955"/>
                </a:lnTo>
                <a:lnTo>
                  <a:pt x="4075" y="19616"/>
                </a:lnTo>
                <a:lnTo>
                  <a:pt x="4279" y="18073"/>
                </a:lnTo>
                <a:lnTo>
                  <a:pt x="4279" y="17192"/>
                </a:lnTo>
                <a:lnTo>
                  <a:pt x="4483" y="15649"/>
                </a:lnTo>
                <a:lnTo>
                  <a:pt x="5706" y="14327"/>
                </a:lnTo>
                <a:lnTo>
                  <a:pt x="6521" y="14106"/>
                </a:lnTo>
                <a:lnTo>
                  <a:pt x="7336" y="14327"/>
                </a:lnTo>
                <a:lnTo>
                  <a:pt x="8151" y="14988"/>
                </a:lnTo>
                <a:lnTo>
                  <a:pt x="8355" y="15429"/>
                </a:lnTo>
                <a:lnTo>
                  <a:pt x="8558" y="16310"/>
                </a:lnTo>
                <a:lnTo>
                  <a:pt x="8355" y="17192"/>
                </a:lnTo>
                <a:lnTo>
                  <a:pt x="8151" y="17853"/>
                </a:lnTo>
                <a:close/>
                <a:moveTo>
                  <a:pt x="19358" y="3967"/>
                </a:moveTo>
                <a:lnTo>
                  <a:pt x="9985" y="14106"/>
                </a:lnTo>
                <a:lnTo>
                  <a:pt x="9374" y="13224"/>
                </a:lnTo>
                <a:lnTo>
                  <a:pt x="8558" y="12784"/>
                </a:lnTo>
                <a:lnTo>
                  <a:pt x="17932" y="2424"/>
                </a:lnTo>
                <a:lnTo>
                  <a:pt x="18136" y="2424"/>
                </a:lnTo>
                <a:lnTo>
                  <a:pt x="18543" y="2204"/>
                </a:lnTo>
                <a:lnTo>
                  <a:pt x="19155" y="2424"/>
                </a:lnTo>
                <a:lnTo>
                  <a:pt x="19358" y="2424"/>
                </a:lnTo>
                <a:lnTo>
                  <a:pt x="19562" y="2865"/>
                </a:lnTo>
                <a:lnTo>
                  <a:pt x="19562" y="3747"/>
                </a:lnTo>
                <a:lnTo>
                  <a:pt x="19358" y="396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49"/>
          <p:cNvSpPr/>
          <p:nvPr/>
        </p:nvSpPr>
        <p:spPr>
          <a:xfrm>
            <a:off x="8403168" y="12196234"/>
            <a:ext cx="495288" cy="495288"/>
          </a:xfrm>
          <a:custGeom>
            <a:rect b="b" l="l" r="r" t="t"/>
            <a:pathLst>
              <a:path extrusionOk="0" h="21600" w="21600">
                <a:moveTo>
                  <a:pt x="20685" y="8054"/>
                </a:moveTo>
                <a:lnTo>
                  <a:pt x="19403" y="8054"/>
                </a:lnTo>
                <a:lnTo>
                  <a:pt x="18488" y="6041"/>
                </a:lnTo>
                <a:lnTo>
                  <a:pt x="15559" y="3112"/>
                </a:lnTo>
                <a:lnTo>
                  <a:pt x="13546" y="2197"/>
                </a:lnTo>
                <a:lnTo>
                  <a:pt x="13546" y="366"/>
                </a:lnTo>
                <a:lnTo>
                  <a:pt x="13180" y="183"/>
                </a:lnTo>
                <a:lnTo>
                  <a:pt x="12997" y="0"/>
                </a:lnTo>
                <a:lnTo>
                  <a:pt x="8420" y="0"/>
                </a:lnTo>
                <a:lnTo>
                  <a:pt x="8054" y="366"/>
                </a:lnTo>
                <a:lnTo>
                  <a:pt x="8054" y="2197"/>
                </a:lnTo>
                <a:lnTo>
                  <a:pt x="6041" y="3112"/>
                </a:lnTo>
                <a:lnTo>
                  <a:pt x="4393" y="4576"/>
                </a:lnTo>
                <a:lnTo>
                  <a:pt x="3112" y="6041"/>
                </a:lnTo>
                <a:lnTo>
                  <a:pt x="2197" y="8054"/>
                </a:lnTo>
                <a:lnTo>
                  <a:pt x="366" y="8054"/>
                </a:lnTo>
                <a:lnTo>
                  <a:pt x="183" y="8420"/>
                </a:lnTo>
                <a:lnTo>
                  <a:pt x="0" y="8603"/>
                </a:lnTo>
                <a:lnTo>
                  <a:pt x="0" y="13180"/>
                </a:lnTo>
                <a:lnTo>
                  <a:pt x="366" y="13546"/>
                </a:lnTo>
                <a:lnTo>
                  <a:pt x="2197" y="13546"/>
                </a:lnTo>
                <a:lnTo>
                  <a:pt x="3112" y="15559"/>
                </a:lnTo>
                <a:lnTo>
                  <a:pt x="4393" y="17207"/>
                </a:lnTo>
                <a:lnTo>
                  <a:pt x="6041" y="18488"/>
                </a:lnTo>
                <a:lnTo>
                  <a:pt x="8054" y="19403"/>
                </a:lnTo>
                <a:lnTo>
                  <a:pt x="8054" y="21234"/>
                </a:lnTo>
                <a:lnTo>
                  <a:pt x="8420" y="21600"/>
                </a:lnTo>
                <a:lnTo>
                  <a:pt x="12997" y="21600"/>
                </a:lnTo>
                <a:lnTo>
                  <a:pt x="13180" y="21417"/>
                </a:lnTo>
                <a:lnTo>
                  <a:pt x="13546" y="21234"/>
                </a:lnTo>
                <a:lnTo>
                  <a:pt x="13546" y="19403"/>
                </a:lnTo>
                <a:lnTo>
                  <a:pt x="15559" y="18488"/>
                </a:lnTo>
                <a:lnTo>
                  <a:pt x="17024" y="17207"/>
                </a:lnTo>
                <a:lnTo>
                  <a:pt x="18488" y="15559"/>
                </a:lnTo>
                <a:lnTo>
                  <a:pt x="19403" y="13546"/>
                </a:lnTo>
                <a:lnTo>
                  <a:pt x="21051" y="13546"/>
                </a:lnTo>
                <a:lnTo>
                  <a:pt x="21417" y="13363"/>
                </a:lnTo>
                <a:lnTo>
                  <a:pt x="21600" y="13180"/>
                </a:lnTo>
                <a:lnTo>
                  <a:pt x="21600" y="8603"/>
                </a:lnTo>
                <a:lnTo>
                  <a:pt x="21051" y="8054"/>
                </a:lnTo>
                <a:lnTo>
                  <a:pt x="20685" y="8054"/>
                </a:lnTo>
                <a:close/>
                <a:moveTo>
                  <a:pt x="9885" y="1831"/>
                </a:moveTo>
                <a:lnTo>
                  <a:pt x="11715" y="1831"/>
                </a:lnTo>
                <a:lnTo>
                  <a:pt x="11715" y="3661"/>
                </a:lnTo>
                <a:lnTo>
                  <a:pt x="9885" y="3661"/>
                </a:lnTo>
                <a:lnTo>
                  <a:pt x="9885" y="1831"/>
                </a:lnTo>
                <a:close/>
                <a:moveTo>
                  <a:pt x="1647" y="9885"/>
                </a:moveTo>
                <a:lnTo>
                  <a:pt x="3478" y="9885"/>
                </a:lnTo>
                <a:lnTo>
                  <a:pt x="3478" y="11715"/>
                </a:lnTo>
                <a:lnTo>
                  <a:pt x="1647" y="11715"/>
                </a:lnTo>
                <a:lnTo>
                  <a:pt x="1647" y="9885"/>
                </a:lnTo>
                <a:close/>
                <a:moveTo>
                  <a:pt x="11715" y="19769"/>
                </a:moveTo>
                <a:lnTo>
                  <a:pt x="9885" y="19769"/>
                </a:lnTo>
                <a:lnTo>
                  <a:pt x="9885" y="18122"/>
                </a:lnTo>
                <a:lnTo>
                  <a:pt x="11715" y="18122"/>
                </a:lnTo>
                <a:lnTo>
                  <a:pt x="11715" y="19769"/>
                </a:lnTo>
                <a:close/>
                <a:moveTo>
                  <a:pt x="13546" y="17573"/>
                </a:moveTo>
                <a:lnTo>
                  <a:pt x="13546" y="16658"/>
                </a:lnTo>
                <a:lnTo>
                  <a:pt x="13180" y="16475"/>
                </a:lnTo>
                <a:lnTo>
                  <a:pt x="12997" y="16292"/>
                </a:lnTo>
                <a:lnTo>
                  <a:pt x="8420" y="16292"/>
                </a:lnTo>
                <a:lnTo>
                  <a:pt x="8054" y="16658"/>
                </a:lnTo>
                <a:lnTo>
                  <a:pt x="8054" y="17573"/>
                </a:lnTo>
                <a:lnTo>
                  <a:pt x="5492" y="16108"/>
                </a:lnTo>
                <a:lnTo>
                  <a:pt x="4576" y="14827"/>
                </a:lnTo>
                <a:lnTo>
                  <a:pt x="4027" y="13546"/>
                </a:lnTo>
                <a:lnTo>
                  <a:pt x="4942" y="13546"/>
                </a:lnTo>
                <a:lnTo>
                  <a:pt x="5308" y="13180"/>
                </a:lnTo>
                <a:lnTo>
                  <a:pt x="5308" y="8603"/>
                </a:lnTo>
                <a:lnTo>
                  <a:pt x="5125" y="8420"/>
                </a:lnTo>
                <a:lnTo>
                  <a:pt x="4942" y="8054"/>
                </a:lnTo>
                <a:lnTo>
                  <a:pt x="4027" y="8054"/>
                </a:lnTo>
                <a:lnTo>
                  <a:pt x="4576" y="6773"/>
                </a:lnTo>
                <a:lnTo>
                  <a:pt x="5492" y="5675"/>
                </a:lnTo>
                <a:lnTo>
                  <a:pt x="6773" y="4759"/>
                </a:lnTo>
                <a:lnTo>
                  <a:pt x="8054" y="4027"/>
                </a:lnTo>
                <a:lnTo>
                  <a:pt x="8054" y="4942"/>
                </a:lnTo>
                <a:lnTo>
                  <a:pt x="8237" y="5125"/>
                </a:lnTo>
                <a:lnTo>
                  <a:pt x="8420" y="5492"/>
                </a:lnTo>
                <a:lnTo>
                  <a:pt x="12997" y="5492"/>
                </a:lnTo>
                <a:lnTo>
                  <a:pt x="13180" y="5125"/>
                </a:lnTo>
                <a:lnTo>
                  <a:pt x="13546" y="4942"/>
                </a:lnTo>
                <a:lnTo>
                  <a:pt x="13546" y="4027"/>
                </a:lnTo>
                <a:lnTo>
                  <a:pt x="14827" y="4759"/>
                </a:lnTo>
                <a:lnTo>
                  <a:pt x="15925" y="5675"/>
                </a:lnTo>
                <a:lnTo>
                  <a:pt x="16841" y="6773"/>
                </a:lnTo>
                <a:lnTo>
                  <a:pt x="17573" y="8054"/>
                </a:lnTo>
                <a:lnTo>
                  <a:pt x="16658" y="8054"/>
                </a:lnTo>
                <a:lnTo>
                  <a:pt x="16475" y="8420"/>
                </a:lnTo>
                <a:lnTo>
                  <a:pt x="16108" y="8603"/>
                </a:lnTo>
                <a:lnTo>
                  <a:pt x="16108" y="13180"/>
                </a:lnTo>
                <a:lnTo>
                  <a:pt x="16475" y="13363"/>
                </a:lnTo>
                <a:lnTo>
                  <a:pt x="16658" y="13546"/>
                </a:lnTo>
                <a:lnTo>
                  <a:pt x="17573" y="13546"/>
                </a:lnTo>
                <a:lnTo>
                  <a:pt x="16841" y="14827"/>
                </a:lnTo>
                <a:lnTo>
                  <a:pt x="15925" y="16108"/>
                </a:lnTo>
                <a:lnTo>
                  <a:pt x="14827" y="16841"/>
                </a:lnTo>
                <a:lnTo>
                  <a:pt x="13546" y="17573"/>
                </a:lnTo>
                <a:close/>
                <a:moveTo>
                  <a:pt x="19769" y="11715"/>
                </a:moveTo>
                <a:lnTo>
                  <a:pt x="17939" y="11715"/>
                </a:lnTo>
                <a:lnTo>
                  <a:pt x="17939" y="9885"/>
                </a:lnTo>
                <a:lnTo>
                  <a:pt x="19769" y="9885"/>
                </a:lnTo>
                <a:lnTo>
                  <a:pt x="19769" y="1171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1" name="Google Shape;901;p49"/>
          <p:cNvGrpSpPr/>
          <p:nvPr/>
        </p:nvGrpSpPr>
        <p:grpSpPr>
          <a:xfrm>
            <a:off x="1413932" y="12234332"/>
            <a:ext cx="444490" cy="419094"/>
            <a:chOff x="0" y="-1"/>
            <a:chExt cx="444490" cy="419094"/>
          </a:xfrm>
        </p:grpSpPr>
        <p:sp>
          <p:nvSpPr>
            <p:cNvPr id="902" name="Google Shape;902;p49"/>
            <p:cNvSpPr/>
            <p:nvPr/>
          </p:nvSpPr>
          <p:spPr>
            <a:xfrm>
              <a:off x="228598" y="25401"/>
              <a:ext cx="190512" cy="292086"/>
            </a:xfrm>
            <a:custGeom>
              <a:rect b="b" l="l" r="r" t="t"/>
              <a:pathLst>
                <a:path extrusionOk="0" h="21600" w="21600">
                  <a:moveTo>
                    <a:pt x="21600" y="6261"/>
                  </a:moveTo>
                  <a:lnTo>
                    <a:pt x="21098" y="5009"/>
                  </a:lnTo>
                  <a:lnTo>
                    <a:pt x="20093" y="3757"/>
                  </a:lnTo>
                  <a:lnTo>
                    <a:pt x="14065" y="626"/>
                  </a:lnTo>
                  <a:lnTo>
                    <a:pt x="12558" y="0"/>
                  </a:lnTo>
                  <a:lnTo>
                    <a:pt x="8540" y="0"/>
                  </a:lnTo>
                  <a:lnTo>
                    <a:pt x="0" y="5322"/>
                  </a:lnTo>
                  <a:lnTo>
                    <a:pt x="0" y="10017"/>
                  </a:lnTo>
                  <a:lnTo>
                    <a:pt x="10549" y="2504"/>
                  </a:lnTo>
                  <a:lnTo>
                    <a:pt x="16577" y="6261"/>
                  </a:lnTo>
                  <a:lnTo>
                    <a:pt x="0" y="16904"/>
                  </a:lnTo>
                  <a:lnTo>
                    <a:pt x="0" y="21600"/>
                  </a:lnTo>
                  <a:lnTo>
                    <a:pt x="20093" y="8452"/>
                  </a:lnTo>
                  <a:lnTo>
                    <a:pt x="21098" y="7200"/>
                  </a:lnTo>
                  <a:lnTo>
                    <a:pt x="21600" y="6261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49"/>
            <p:cNvSpPr/>
            <p:nvPr/>
          </p:nvSpPr>
          <p:spPr>
            <a:xfrm>
              <a:off x="0" y="-1"/>
              <a:ext cx="215892" cy="419094"/>
            </a:xfrm>
            <a:custGeom>
              <a:rect b="b" l="l" r="r" t="t"/>
              <a:pathLst>
                <a:path extrusionOk="0" h="21600" w="21600">
                  <a:moveTo>
                    <a:pt x="17192" y="0"/>
                  </a:moveTo>
                  <a:lnTo>
                    <a:pt x="4408" y="0"/>
                  </a:lnTo>
                  <a:lnTo>
                    <a:pt x="882" y="441"/>
                  </a:lnTo>
                  <a:lnTo>
                    <a:pt x="0" y="2204"/>
                  </a:lnTo>
                  <a:lnTo>
                    <a:pt x="0" y="19616"/>
                  </a:lnTo>
                  <a:lnTo>
                    <a:pt x="441" y="20278"/>
                  </a:lnTo>
                  <a:lnTo>
                    <a:pt x="882" y="21159"/>
                  </a:lnTo>
                  <a:lnTo>
                    <a:pt x="4408" y="21600"/>
                  </a:lnTo>
                  <a:lnTo>
                    <a:pt x="17192" y="21600"/>
                  </a:lnTo>
                  <a:lnTo>
                    <a:pt x="20718" y="21159"/>
                  </a:lnTo>
                  <a:lnTo>
                    <a:pt x="21159" y="20278"/>
                  </a:lnTo>
                  <a:lnTo>
                    <a:pt x="21600" y="19616"/>
                  </a:lnTo>
                  <a:lnTo>
                    <a:pt x="21600" y="2204"/>
                  </a:lnTo>
                  <a:lnTo>
                    <a:pt x="20718" y="441"/>
                  </a:lnTo>
                  <a:lnTo>
                    <a:pt x="17192" y="0"/>
                  </a:lnTo>
                  <a:close/>
                  <a:moveTo>
                    <a:pt x="4408" y="19616"/>
                  </a:moveTo>
                  <a:lnTo>
                    <a:pt x="4408" y="2204"/>
                  </a:lnTo>
                  <a:lnTo>
                    <a:pt x="17192" y="2204"/>
                  </a:lnTo>
                  <a:lnTo>
                    <a:pt x="17192" y="19616"/>
                  </a:lnTo>
                  <a:lnTo>
                    <a:pt x="4408" y="19616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49"/>
            <p:cNvSpPr/>
            <p:nvPr/>
          </p:nvSpPr>
          <p:spPr>
            <a:xfrm>
              <a:off x="63494" y="88895"/>
              <a:ext cx="88800" cy="76200"/>
            </a:xfrm>
            <a:prstGeom prst="rect">
              <a:avLst/>
            </a:pr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905" name="Google Shape;905;p49"/>
            <p:cNvSpPr/>
            <p:nvPr/>
          </p:nvSpPr>
          <p:spPr>
            <a:xfrm>
              <a:off x="63494" y="215895"/>
              <a:ext cx="88800" cy="76200"/>
            </a:xfrm>
            <a:prstGeom prst="rect">
              <a:avLst/>
            </a:pr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906" name="Google Shape;906;p49"/>
            <p:cNvSpPr/>
            <p:nvPr/>
          </p:nvSpPr>
          <p:spPr>
            <a:xfrm>
              <a:off x="88895" y="317494"/>
              <a:ext cx="38124" cy="38124"/>
            </a:xfrm>
            <a:custGeom>
              <a:rect b="b" l="l" r="r" t="t"/>
              <a:pathLst>
                <a:path extrusionOk="0" h="21600" w="21600">
                  <a:moveTo>
                    <a:pt x="12000" y="0"/>
                  </a:moveTo>
                  <a:lnTo>
                    <a:pt x="4800" y="0"/>
                  </a:lnTo>
                  <a:lnTo>
                    <a:pt x="0" y="4320"/>
                  </a:lnTo>
                  <a:lnTo>
                    <a:pt x="0" y="15120"/>
                  </a:lnTo>
                  <a:lnTo>
                    <a:pt x="2400" y="17280"/>
                  </a:lnTo>
                  <a:lnTo>
                    <a:pt x="4800" y="21600"/>
                  </a:lnTo>
                  <a:lnTo>
                    <a:pt x="16800" y="21600"/>
                  </a:lnTo>
                  <a:lnTo>
                    <a:pt x="19200" y="17280"/>
                  </a:lnTo>
                  <a:lnTo>
                    <a:pt x="21600" y="15120"/>
                  </a:lnTo>
                  <a:lnTo>
                    <a:pt x="21600" y="4320"/>
                  </a:lnTo>
                  <a:lnTo>
                    <a:pt x="16800" y="0"/>
                  </a:lnTo>
                  <a:lnTo>
                    <a:pt x="12000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49"/>
            <p:cNvSpPr/>
            <p:nvPr/>
          </p:nvSpPr>
          <p:spPr>
            <a:xfrm>
              <a:off x="228598" y="228598"/>
              <a:ext cx="215892" cy="177822"/>
            </a:xfrm>
            <a:custGeom>
              <a:rect b="b" l="l" r="r" t="t"/>
              <a:pathLst>
                <a:path extrusionOk="0" h="21600" w="21600">
                  <a:moveTo>
                    <a:pt x="21600" y="13500"/>
                  </a:moveTo>
                  <a:lnTo>
                    <a:pt x="20718" y="4860"/>
                  </a:lnTo>
                  <a:lnTo>
                    <a:pt x="20278" y="2700"/>
                  </a:lnTo>
                  <a:lnTo>
                    <a:pt x="18955" y="1620"/>
                  </a:lnTo>
                  <a:lnTo>
                    <a:pt x="17633" y="0"/>
                  </a:lnTo>
                  <a:lnTo>
                    <a:pt x="15869" y="0"/>
                  </a:lnTo>
                  <a:lnTo>
                    <a:pt x="11020" y="540"/>
                  </a:lnTo>
                  <a:lnTo>
                    <a:pt x="11461" y="5940"/>
                  </a:lnTo>
                  <a:lnTo>
                    <a:pt x="16310" y="5400"/>
                  </a:lnTo>
                  <a:lnTo>
                    <a:pt x="17633" y="14040"/>
                  </a:lnTo>
                  <a:lnTo>
                    <a:pt x="0" y="16200"/>
                  </a:lnTo>
                  <a:lnTo>
                    <a:pt x="0" y="21600"/>
                  </a:lnTo>
                  <a:lnTo>
                    <a:pt x="18073" y="19440"/>
                  </a:lnTo>
                  <a:lnTo>
                    <a:pt x="19837" y="18900"/>
                  </a:lnTo>
                  <a:lnTo>
                    <a:pt x="20718" y="17280"/>
                  </a:lnTo>
                  <a:lnTo>
                    <a:pt x="21159" y="15120"/>
                  </a:lnTo>
                  <a:lnTo>
                    <a:pt x="21600" y="1350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8" name="Google Shape;908;p49"/>
          <p:cNvSpPr/>
          <p:nvPr/>
        </p:nvSpPr>
        <p:spPr>
          <a:xfrm>
            <a:off x="5427133" y="12234333"/>
            <a:ext cx="423360" cy="419094"/>
          </a:xfrm>
          <a:custGeom>
            <a:rect b="b" l="l" r="r" t="t"/>
            <a:pathLst>
              <a:path extrusionOk="0" h="21600" w="21600">
                <a:moveTo>
                  <a:pt x="19418" y="15429"/>
                </a:moveTo>
                <a:lnTo>
                  <a:pt x="19418" y="6171"/>
                </a:lnTo>
                <a:lnTo>
                  <a:pt x="20291" y="5951"/>
                </a:lnTo>
                <a:lnTo>
                  <a:pt x="20945" y="5069"/>
                </a:lnTo>
                <a:lnTo>
                  <a:pt x="21164" y="4408"/>
                </a:lnTo>
                <a:lnTo>
                  <a:pt x="21600" y="3306"/>
                </a:lnTo>
                <a:lnTo>
                  <a:pt x="21164" y="1984"/>
                </a:lnTo>
                <a:lnTo>
                  <a:pt x="20509" y="1102"/>
                </a:lnTo>
                <a:lnTo>
                  <a:pt x="19636" y="220"/>
                </a:lnTo>
                <a:lnTo>
                  <a:pt x="18327" y="0"/>
                </a:lnTo>
                <a:lnTo>
                  <a:pt x="17236" y="220"/>
                </a:lnTo>
                <a:lnTo>
                  <a:pt x="16364" y="441"/>
                </a:lnTo>
                <a:lnTo>
                  <a:pt x="15709" y="1322"/>
                </a:lnTo>
                <a:lnTo>
                  <a:pt x="15273" y="2204"/>
                </a:lnTo>
                <a:lnTo>
                  <a:pt x="6109" y="2204"/>
                </a:lnTo>
                <a:lnTo>
                  <a:pt x="5891" y="1322"/>
                </a:lnTo>
                <a:lnTo>
                  <a:pt x="5018" y="441"/>
                </a:lnTo>
                <a:lnTo>
                  <a:pt x="4364" y="220"/>
                </a:lnTo>
                <a:lnTo>
                  <a:pt x="3273" y="0"/>
                </a:lnTo>
                <a:lnTo>
                  <a:pt x="1964" y="220"/>
                </a:lnTo>
                <a:lnTo>
                  <a:pt x="218" y="1984"/>
                </a:lnTo>
                <a:lnTo>
                  <a:pt x="0" y="3306"/>
                </a:lnTo>
                <a:lnTo>
                  <a:pt x="218" y="4408"/>
                </a:lnTo>
                <a:lnTo>
                  <a:pt x="436" y="5069"/>
                </a:lnTo>
                <a:lnTo>
                  <a:pt x="1309" y="5951"/>
                </a:lnTo>
                <a:lnTo>
                  <a:pt x="2182" y="6171"/>
                </a:lnTo>
                <a:lnTo>
                  <a:pt x="2182" y="15429"/>
                </a:lnTo>
                <a:lnTo>
                  <a:pt x="1309" y="15649"/>
                </a:lnTo>
                <a:lnTo>
                  <a:pt x="436" y="16531"/>
                </a:lnTo>
                <a:lnTo>
                  <a:pt x="218" y="17412"/>
                </a:lnTo>
                <a:lnTo>
                  <a:pt x="0" y="18514"/>
                </a:lnTo>
                <a:lnTo>
                  <a:pt x="218" y="19837"/>
                </a:lnTo>
                <a:lnTo>
                  <a:pt x="1091" y="20718"/>
                </a:lnTo>
                <a:lnTo>
                  <a:pt x="1964" y="21380"/>
                </a:lnTo>
                <a:lnTo>
                  <a:pt x="3273" y="21600"/>
                </a:lnTo>
                <a:lnTo>
                  <a:pt x="4364" y="21380"/>
                </a:lnTo>
                <a:lnTo>
                  <a:pt x="5018" y="21159"/>
                </a:lnTo>
                <a:lnTo>
                  <a:pt x="5891" y="20278"/>
                </a:lnTo>
                <a:lnTo>
                  <a:pt x="6109" y="19616"/>
                </a:lnTo>
                <a:lnTo>
                  <a:pt x="15273" y="19616"/>
                </a:lnTo>
                <a:lnTo>
                  <a:pt x="15709" y="20278"/>
                </a:lnTo>
                <a:lnTo>
                  <a:pt x="16364" y="21159"/>
                </a:lnTo>
                <a:lnTo>
                  <a:pt x="17236" y="21380"/>
                </a:lnTo>
                <a:lnTo>
                  <a:pt x="18327" y="21600"/>
                </a:lnTo>
                <a:lnTo>
                  <a:pt x="19636" y="21380"/>
                </a:lnTo>
                <a:lnTo>
                  <a:pt x="20509" y="20718"/>
                </a:lnTo>
                <a:lnTo>
                  <a:pt x="21164" y="19837"/>
                </a:lnTo>
                <a:lnTo>
                  <a:pt x="21600" y="18514"/>
                </a:lnTo>
                <a:lnTo>
                  <a:pt x="21164" y="17412"/>
                </a:lnTo>
                <a:lnTo>
                  <a:pt x="20945" y="16531"/>
                </a:lnTo>
                <a:lnTo>
                  <a:pt x="20291" y="15649"/>
                </a:lnTo>
                <a:lnTo>
                  <a:pt x="19418" y="15429"/>
                </a:lnTo>
                <a:close/>
                <a:moveTo>
                  <a:pt x="18327" y="2204"/>
                </a:moveTo>
                <a:lnTo>
                  <a:pt x="18764" y="2204"/>
                </a:lnTo>
                <a:lnTo>
                  <a:pt x="19200" y="2424"/>
                </a:lnTo>
                <a:lnTo>
                  <a:pt x="19418" y="2645"/>
                </a:lnTo>
                <a:lnTo>
                  <a:pt x="19418" y="3747"/>
                </a:lnTo>
                <a:lnTo>
                  <a:pt x="18764" y="4408"/>
                </a:lnTo>
                <a:lnTo>
                  <a:pt x="17673" y="4408"/>
                </a:lnTo>
                <a:lnTo>
                  <a:pt x="17455" y="3967"/>
                </a:lnTo>
                <a:lnTo>
                  <a:pt x="17236" y="3747"/>
                </a:lnTo>
                <a:lnTo>
                  <a:pt x="17236" y="2645"/>
                </a:lnTo>
                <a:lnTo>
                  <a:pt x="17673" y="2204"/>
                </a:lnTo>
                <a:lnTo>
                  <a:pt x="18327" y="2204"/>
                </a:lnTo>
                <a:close/>
                <a:moveTo>
                  <a:pt x="3273" y="2204"/>
                </a:moveTo>
                <a:lnTo>
                  <a:pt x="3709" y="2204"/>
                </a:lnTo>
                <a:lnTo>
                  <a:pt x="4145" y="2424"/>
                </a:lnTo>
                <a:lnTo>
                  <a:pt x="4364" y="2645"/>
                </a:lnTo>
                <a:lnTo>
                  <a:pt x="4364" y="3747"/>
                </a:lnTo>
                <a:lnTo>
                  <a:pt x="3709" y="4408"/>
                </a:lnTo>
                <a:lnTo>
                  <a:pt x="2618" y="4408"/>
                </a:lnTo>
                <a:lnTo>
                  <a:pt x="2400" y="3967"/>
                </a:lnTo>
                <a:lnTo>
                  <a:pt x="2182" y="3747"/>
                </a:lnTo>
                <a:lnTo>
                  <a:pt x="2182" y="2645"/>
                </a:lnTo>
                <a:lnTo>
                  <a:pt x="2618" y="2204"/>
                </a:lnTo>
                <a:lnTo>
                  <a:pt x="3273" y="2204"/>
                </a:lnTo>
                <a:close/>
                <a:moveTo>
                  <a:pt x="3273" y="19616"/>
                </a:moveTo>
                <a:lnTo>
                  <a:pt x="2618" y="19616"/>
                </a:lnTo>
                <a:lnTo>
                  <a:pt x="2400" y="19176"/>
                </a:lnTo>
                <a:lnTo>
                  <a:pt x="2182" y="18955"/>
                </a:lnTo>
                <a:lnTo>
                  <a:pt x="2182" y="17853"/>
                </a:lnTo>
                <a:lnTo>
                  <a:pt x="2618" y="17412"/>
                </a:lnTo>
                <a:lnTo>
                  <a:pt x="3709" y="17412"/>
                </a:lnTo>
                <a:lnTo>
                  <a:pt x="4145" y="17633"/>
                </a:lnTo>
                <a:lnTo>
                  <a:pt x="4364" y="17853"/>
                </a:lnTo>
                <a:lnTo>
                  <a:pt x="4364" y="18955"/>
                </a:lnTo>
                <a:lnTo>
                  <a:pt x="3709" y="19616"/>
                </a:lnTo>
                <a:lnTo>
                  <a:pt x="3273" y="19616"/>
                </a:lnTo>
                <a:close/>
                <a:moveTo>
                  <a:pt x="15273" y="17412"/>
                </a:moveTo>
                <a:lnTo>
                  <a:pt x="6109" y="17412"/>
                </a:lnTo>
                <a:lnTo>
                  <a:pt x="5455" y="16310"/>
                </a:lnTo>
                <a:lnTo>
                  <a:pt x="4364" y="15429"/>
                </a:lnTo>
                <a:lnTo>
                  <a:pt x="4364" y="6171"/>
                </a:lnTo>
                <a:lnTo>
                  <a:pt x="5455" y="5510"/>
                </a:lnTo>
                <a:lnTo>
                  <a:pt x="6109" y="4408"/>
                </a:lnTo>
                <a:lnTo>
                  <a:pt x="15273" y="4408"/>
                </a:lnTo>
                <a:lnTo>
                  <a:pt x="16145" y="5510"/>
                </a:lnTo>
                <a:lnTo>
                  <a:pt x="17236" y="6171"/>
                </a:lnTo>
                <a:lnTo>
                  <a:pt x="17236" y="15429"/>
                </a:lnTo>
                <a:lnTo>
                  <a:pt x="16145" y="16310"/>
                </a:lnTo>
                <a:lnTo>
                  <a:pt x="15273" y="17412"/>
                </a:lnTo>
                <a:close/>
                <a:moveTo>
                  <a:pt x="18327" y="19616"/>
                </a:moveTo>
                <a:lnTo>
                  <a:pt x="17673" y="19616"/>
                </a:lnTo>
                <a:lnTo>
                  <a:pt x="17455" y="19176"/>
                </a:lnTo>
                <a:lnTo>
                  <a:pt x="17236" y="18955"/>
                </a:lnTo>
                <a:lnTo>
                  <a:pt x="17236" y="17853"/>
                </a:lnTo>
                <a:lnTo>
                  <a:pt x="17673" y="17412"/>
                </a:lnTo>
                <a:lnTo>
                  <a:pt x="18764" y="17412"/>
                </a:lnTo>
                <a:lnTo>
                  <a:pt x="19200" y="17633"/>
                </a:lnTo>
                <a:lnTo>
                  <a:pt x="19418" y="17853"/>
                </a:lnTo>
                <a:lnTo>
                  <a:pt x="19418" y="18955"/>
                </a:lnTo>
                <a:lnTo>
                  <a:pt x="18764" y="19616"/>
                </a:lnTo>
                <a:lnTo>
                  <a:pt x="18327" y="1961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49"/>
          <p:cNvSpPr/>
          <p:nvPr/>
        </p:nvSpPr>
        <p:spPr>
          <a:xfrm>
            <a:off x="7437967" y="9245600"/>
            <a:ext cx="419094" cy="355590"/>
          </a:xfrm>
          <a:custGeom>
            <a:rect b="b" l="l" r="r" t="t"/>
            <a:pathLst>
              <a:path extrusionOk="0" h="21600" w="21600">
                <a:moveTo>
                  <a:pt x="19396" y="0"/>
                </a:moveTo>
                <a:lnTo>
                  <a:pt x="19396" y="1543"/>
                </a:lnTo>
                <a:lnTo>
                  <a:pt x="1984" y="5914"/>
                </a:lnTo>
                <a:lnTo>
                  <a:pt x="1984" y="4886"/>
                </a:lnTo>
                <a:lnTo>
                  <a:pt x="0" y="4886"/>
                </a:lnTo>
                <a:lnTo>
                  <a:pt x="0" y="15171"/>
                </a:lnTo>
                <a:lnTo>
                  <a:pt x="1984" y="15171"/>
                </a:lnTo>
                <a:lnTo>
                  <a:pt x="1984" y="14143"/>
                </a:lnTo>
                <a:lnTo>
                  <a:pt x="3086" y="14400"/>
                </a:lnTo>
                <a:lnTo>
                  <a:pt x="3086" y="19029"/>
                </a:lnTo>
                <a:lnTo>
                  <a:pt x="3527" y="19543"/>
                </a:lnTo>
                <a:lnTo>
                  <a:pt x="3967" y="20314"/>
                </a:lnTo>
                <a:lnTo>
                  <a:pt x="8376" y="21600"/>
                </a:lnTo>
                <a:lnTo>
                  <a:pt x="9257" y="21600"/>
                </a:lnTo>
                <a:lnTo>
                  <a:pt x="9478" y="20829"/>
                </a:lnTo>
                <a:lnTo>
                  <a:pt x="12122" y="16714"/>
                </a:lnTo>
                <a:lnTo>
                  <a:pt x="19396" y="18514"/>
                </a:lnTo>
                <a:lnTo>
                  <a:pt x="19396" y="20314"/>
                </a:lnTo>
                <a:lnTo>
                  <a:pt x="21600" y="20314"/>
                </a:lnTo>
                <a:lnTo>
                  <a:pt x="21600" y="0"/>
                </a:lnTo>
                <a:lnTo>
                  <a:pt x="19396" y="0"/>
                </a:lnTo>
                <a:close/>
                <a:moveTo>
                  <a:pt x="8155" y="18514"/>
                </a:moveTo>
                <a:lnTo>
                  <a:pt x="5290" y="18000"/>
                </a:lnTo>
                <a:lnTo>
                  <a:pt x="5290" y="15171"/>
                </a:lnTo>
                <a:lnTo>
                  <a:pt x="9918" y="16200"/>
                </a:lnTo>
                <a:lnTo>
                  <a:pt x="8155" y="18514"/>
                </a:lnTo>
                <a:close/>
                <a:moveTo>
                  <a:pt x="1984" y="11571"/>
                </a:moveTo>
                <a:lnTo>
                  <a:pt x="1984" y="8486"/>
                </a:lnTo>
                <a:lnTo>
                  <a:pt x="19396" y="4114"/>
                </a:lnTo>
                <a:lnTo>
                  <a:pt x="19396" y="16200"/>
                </a:lnTo>
                <a:lnTo>
                  <a:pt x="1984" y="1157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49"/>
          <p:cNvSpPr/>
          <p:nvPr/>
        </p:nvSpPr>
        <p:spPr>
          <a:xfrm>
            <a:off x="8530168" y="9232900"/>
            <a:ext cx="330210" cy="317520"/>
          </a:xfrm>
          <a:custGeom>
            <a:rect b="b" l="l" r="r" t="t"/>
            <a:pathLst>
              <a:path extrusionOk="0" h="21600" w="21600">
                <a:moveTo>
                  <a:pt x="21323" y="15990"/>
                </a:moveTo>
                <a:lnTo>
                  <a:pt x="14400" y="9257"/>
                </a:lnTo>
                <a:lnTo>
                  <a:pt x="16892" y="6732"/>
                </a:lnTo>
                <a:lnTo>
                  <a:pt x="17446" y="6732"/>
                </a:lnTo>
                <a:lnTo>
                  <a:pt x="19662" y="6171"/>
                </a:lnTo>
                <a:lnTo>
                  <a:pt x="19938" y="5049"/>
                </a:lnTo>
                <a:lnTo>
                  <a:pt x="20215" y="4208"/>
                </a:lnTo>
                <a:lnTo>
                  <a:pt x="19662" y="1964"/>
                </a:lnTo>
                <a:lnTo>
                  <a:pt x="17446" y="1403"/>
                </a:lnTo>
                <a:lnTo>
                  <a:pt x="16615" y="1683"/>
                </a:lnTo>
                <a:lnTo>
                  <a:pt x="15508" y="1964"/>
                </a:lnTo>
                <a:lnTo>
                  <a:pt x="15231" y="3086"/>
                </a:lnTo>
                <a:lnTo>
                  <a:pt x="14677" y="4208"/>
                </a:lnTo>
                <a:lnTo>
                  <a:pt x="14677" y="4769"/>
                </a:lnTo>
                <a:lnTo>
                  <a:pt x="12462" y="7294"/>
                </a:lnTo>
                <a:lnTo>
                  <a:pt x="5815" y="281"/>
                </a:lnTo>
                <a:lnTo>
                  <a:pt x="5262" y="0"/>
                </a:lnTo>
                <a:lnTo>
                  <a:pt x="4154" y="0"/>
                </a:lnTo>
                <a:lnTo>
                  <a:pt x="3877" y="281"/>
                </a:lnTo>
                <a:lnTo>
                  <a:pt x="2215" y="2244"/>
                </a:lnTo>
                <a:lnTo>
                  <a:pt x="1108" y="4488"/>
                </a:lnTo>
                <a:lnTo>
                  <a:pt x="554" y="6732"/>
                </a:lnTo>
                <a:lnTo>
                  <a:pt x="0" y="9257"/>
                </a:lnTo>
                <a:lnTo>
                  <a:pt x="554" y="11782"/>
                </a:lnTo>
                <a:lnTo>
                  <a:pt x="1108" y="13745"/>
                </a:lnTo>
                <a:lnTo>
                  <a:pt x="2215" y="16270"/>
                </a:lnTo>
                <a:lnTo>
                  <a:pt x="5538" y="19636"/>
                </a:lnTo>
                <a:lnTo>
                  <a:pt x="8031" y="20758"/>
                </a:lnTo>
                <a:lnTo>
                  <a:pt x="9969" y="21319"/>
                </a:lnTo>
                <a:lnTo>
                  <a:pt x="12462" y="21600"/>
                </a:lnTo>
                <a:lnTo>
                  <a:pt x="14677" y="21319"/>
                </a:lnTo>
                <a:lnTo>
                  <a:pt x="17169" y="20758"/>
                </a:lnTo>
                <a:lnTo>
                  <a:pt x="19108" y="19636"/>
                </a:lnTo>
                <a:lnTo>
                  <a:pt x="21323" y="17953"/>
                </a:lnTo>
                <a:lnTo>
                  <a:pt x="21600" y="17673"/>
                </a:lnTo>
                <a:lnTo>
                  <a:pt x="21600" y="16551"/>
                </a:lnTo>
                <a:lnTo>
                  <a:pt x="21323" y="15990"/>
                </a:lnTo>
                <a:close/>
                <a:moveTo>
                  <a:pt x="12462" y="19075"/>
                </a:moveTo>
                <a:lnTo>
                  <a:pt x="10800" y="18514"/>
                </a:lnTo>
                <a:lnTo>
                  <a:pt x="8862" y="18234"/>
                </a:lnTo>
                <a:lnTo>
                  <a:pt x="7200" y="17112"/>
                </a:lnTo>
                <a:lnTo>
                  <a:pt x="5815" y="15990"/>
                </a:lnTo>
                <a:lnTo>
                  <a:pt x="4431" y="14587"/>
                </a:lnTo>
                <a:lnTo>
                  <a:pt x="3600" y="12623"/>
                </a:lnTo>
                <a:lnTo>
                  <a:pt x="3046" y="10940"/>
                </a:lnTo>
                <a:lnTo>
                  <a:pt x="2769" y="9257"/>
                </a:lnTo>
                <a:lnTo>
                  <a:pt x="3046" y="7574"/>
                </a:lnTo>
                <a:lnTo>
                  <a:pt x="4154" y="4769"/>
                </a:lnTo>
                <a:lnTo>
                  <a:pt x="4985" y="3366"/>
                </a:lnTo>
                <a:lnTo>
                  <a:pt x="18277" y="16831"/>
                </a:lnTo>
                <a:lnTo>
                  <a:pt x="16892" y="17673"/>
                </a:lnTo>
                <a:lnTo>
                  <a:pt x="15508" y="18234"/>
                </a:lnTo>
                <a:lnTo>
                  <a:pt x="14123" y="18514"/>
                </a:lnTo>
                <a:lnTo>
                  <a:pt x="12462" y="1907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49"/>
          <p:cNvSpPr/>
          <p:nvPr/>
        </p:nvSpPr>
        <p:spPr>
          <a:xfrm>
            <a:off x="8441266" y="9474200"/>
            <a:ext cx="228582" cy="165078"/>
          </a:xfrm>
          <a:custGeom>
            <a:rect b="b" l="l" r="r" t="t"/>
            <a:pathLst>
              <a:path extrusionOk="0" h="21600" w="21600">
                <a:moveTo>
                  <a:pt x="9425" y="554"/>
                </a:moveTo>
                <a:lnTo>
                  <a:pt x="8247" y="0"/>
                </a:lnTo>
                <a:lnTo>
                  <a:pt x="7462" y="0"/>
                </a:lnTo>
                <a:lnTo>
                  <a:pt x="7069" y="554"/>
                </a:lnTo>
                <a:lnTo>
                  <a:pt x="5891" y="1108"/>
                </a:lnTo>
                <a:lnTo>
                  <a:pt x="0" y="17723"/>
                </a:lnTo>
                <a:lnTo>
                  <a:pt x="0" y="19385"/>
                </a:lnTo>
                <a:lnTo>
                  <a:pt x="1178" y="21046"/>
                </a:lnTo>
                <a:lnTo>
                  <a:pt x="1964" y="21600"/>
                </a:lnTo>
                <a:lnTo>
                  <a:pt x="19636" y="21600"/>
                </a:lnTo>
                <a:lnTo>
                  <a:pt x="20422" y="21046"/>
                </a:lnTo>
                <a:lnTo>
                  <a:pt x="21600" y="20492"/>
                </a:lnTo>
                <a:lnTo>
                  <a:pt x="21600" y="18277"/>
                </a:lnTo>
                <a:lnTo>
                  <a:pt x="20815" y="17169"/>
                </a:lnTo>
                <a:lnTo>
                  <a:pt x="9425" y="554"/>
                </a:lnTo>
                <a:close/>
                <a:moveTo>
                  <a:pt x="5105" y="16615"/>
                </a:moveTo>
                <a:lnTo>
                  <a:pt x="8247" y="7754"/>
                </a:lnTo>
                <a:lnTo>
                  <a:pt x="14531" y="16615"/>
                </a:lnTo>
                <a:lnTo>
                  <a:pt x="5105" y="1661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49"/>
          <p:cNvSpPr/>
          <p:nvPr/>
        </p:nvSpPr>
        <p:spPr>
          <a:xfrm>
            <a:off x="9520767" y="9537700"/>
            <a:ext cx="254016" cy="152388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0" y="21600"/>
                </a:lnTo>
                <a:lnTo>
                  <a:pt x="0" y="15247"/>
                </a:lnTo>
                <a:lnTo>
                  <a:pt x="366" y="12706"/>
                </a:lnTo>
                <a:lnTo>
                  <a:pt x="732" y="9529"/>
                </a:lnTo>
                <a:lnTo>
                  <a:pt x="1831" y="6988"/>
                </a:lnTo>
                <a:lnTo>
                  <a:pt x="3295" y="4447"/>
                </a:lnTo>
                <a:lnTo>
                  <a:pt x="4393" y="1906"/>
                </a:lnTo>
                <a:lnTo>
                  <a:pt x="6590" y="1271"/>
                </a:lnTo>
                <a:lnTo>
                  <a:pt x="8420" y="0"/>
                </a:lnTo>
                <a:lnTo>
                  <a:pt x="13180" y="0"/>
                </a:lnTo>
                <a:lnTo>
                  <a:pt x="15376" y="1271"/>
                </a:lnTo>
                <a:lnTo>
                  <a:pt x="17207" y="1906"/>
                </a:lnTo>
                <a:lnTo>
                  <a:pt x="18305" y="4447"/>
                </a:lnTo>
                <a:lnTo>
                  <a:pt x="19769" y="6988"/>
                </a:lnTo>
                <a:lnTo>
                  <a:pt x="20868" y="9529"/>
                </a:lnTo>
                <a:lnTo>
                  <a:pt x="21600" y="12706"/>
                </a:lnTo>
                <a:lnTo>
                  <a:pt x="21600" y="21600"/>
                </a:lnTo>
                <a:close/>
                <a:moveTo>
                  <a:pt x="3661" y="15247"/>
                </a:moveTo>
                <a:lnTo>
                  <a:pt x="17939" y="15247"/>
                </a:lnTo>
                <a:lnTo>
                  <a:pt x="17939" y="13341"/>
                </a:lnTo>
                <a:lnTo>
                  <a:pt x="17573" y="11435"/>
                </a:lnTo>
                <a:lnTo>
                  <a:pt x="16108" y="8259"/>
                </a:lnTo>
                <a:lnTo>
                  <a:pt x="13546" y="6988"/>
                </a:lnTo>
                <a:lnTo>
                  <a:pt x="10983" y="6353"/>
                </a:lnTo>
                <a:lnTo>
                  <a:pt x="8054" y="6988"/>
                </a:lnTo>
                <a:lnTo>
                  <a:pt x="5858" y="8259"/>
                </a:lnTo>
                <a:lnTo>
                  <a:pt x="4027" y="11435"/>
                </a:lnTo>
                <a:lnTo>
                  <a:pt x="3661" y="13341"/>
                </a:lnTo>
                <a:lnTo>
                  <a:pt x="3661" y="1524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49"/>
          <p:cNvSpPr/>
          <p:nvPr/>
        </p:nvSpPr>
        <p:spPr>
          <a:xfrm>
            <a:off x="9508066" y="9321800"/>
            <a:ext cx="279396" cy="215892"/>
          </a:xfrm>
          <a:custGeom>
            <a:rect b="b" l="l" r="r" t="t"/>
            <a:pathLst>
              <a:path extrusionOk="0" h="21600" w="21600">
                <a:moveTo>
                  <a:pt x="4985" y="19482"/>
                </a:moveTo>
                <a:lnTo>
                  <a:pt x="4320" y="17788"/>
                </a:lnTo>
                <a:lnTo>
                  <a:pt x="3988" y="16094"/>
                </a:lnTo>
                <a:lnTo>
                  <a:pt x="3323" y="13129"/>
                </a:lnTo>
                <a:lnTo>
                  <a:pt x="4320" y="9318"/>
                </a:lnTo>
                <a:lnTo>
                  <a:pt x="5317" y="6776"/>
                </a:lnTo>
                <a:lnTo>
                  <a:pt x="6646" y="5929"/>
                </a:lnTo>
                <a:lnTo>
                  <a:pt x="7975" y="4659"/>
                </a:lnTo>
                <a:lnTo>
                  <a:pt x="9637" y="4235"/>
                </a:lnTo>
                <a:lnTo>
                  <a:pt x="12295" y="4235"/>
                </a:lnTo>
                <a:lnTo>
                  <a:pt x="13625" y="4659"/>
                </a:lnTo>
                <a:lnTo>
                  <a:pt x="14954" y="5929"/>
                </a:lnTo>
                <a:lnTo>
                  <a:pt x="16283" y="6776"/>
                </a:lnTo>
                <a:lnTo>
                  <a:pt x="17280" y="9318"/>
                </a:lnTo>
                <a:lnTo>
                  <a:pt x="18277" y="13129"/>
                </a:lnTo>
                <a:lnTo>
                  <a:pt x="17612" y="16094"/>
                </a:lnTo>
                <a:lnTo>
                  <a:pt x="17280" y="17788"/>
                </a:lnTo>
                <a:lnTo>
                  <a:pt x="16615" y="19482"/>
                </a:lnTo>
                <a:lnTo>
                  <a:pt x="19274" y="21600"/>
                </a:lnTo>
                <a:lnTo>
                  <a:pt x="20603" y="19482"/>
                </a:lnTo>
                <a:lnTo>
                  <a:pt x="20935" y="16518"/>
                </a:lnTo>
                <a:lnTo>
                  <a:pt x="21600" y="14824"/>
                </a:lnTo>
                <a:lnTo>
                  <a:pt x="21600" y="12706"/>
                </a:lnTo>
                <a:lnTo>
                  <a:pt x="20935" y="9741"/>
                </a:lnTo>
                <a:lnTo>
                  <a:pt x="20603" y="8047"/>
                </a:lnTo>
                <a:lnTo>
                  <a:pt x="19274" y="5929"/>
                </a:lnTo>
                <a:lnTo>
                  <a:pt x="18277" y="3812"/>
                </a:lnTo>
                <a:lnTo>
                  <a:pt x="16615" y="2118"/>
                </a:lnTo>
                <a:lnTo>
                  <a:pt x="14954" y="847"/>
                </a:lnTo>
                <a:lnTo>
                  <a:pt x="12960" y="0"/>
                </a:lnTo>
                <a:lnTo>
                  <a:pt x="8640" y="0"/>
                </a:lnTo>
                <a:lnTo>
                  <a:pt x="6646" y="847"/>
                </a:lnTo>
                <a:lnTo>
                  <a:pt x="4985" y="2118"/>
                </a:lnTo>
                <a:lnTo>
                  <a:pt x="3323" y="3812"/>
                </a:lnTo>
                <a:lnTo>
                  <a:pt x="2326" y="5929"/>
                </a:lnTo>
                <a:lnTo>
                  <a:pt x="997" y="8047"/>
                </a:lnTo>
                <a:lnTo>
                  <a:pt x="665" y="9741"/>
                </a:lnTo>
                <a:lnTo>
                  <a:pt x="0" y="12706"/>
                </a:lnTo>
                <a:lnTo>
                  <a:pt x="0" y="14824"/>
                </a:lnTo>
                <a:lnTo>
                  <a:pt x="665" y="16518"/>
                </a:lnTo>
                <a:lnTo>
                  <a:pt x="1329" y="19482"/>
                </a:lnTo>
                <a:lnTo>
                  <a:pt x="2326" y="21600"/>
                </a:lnTo>
                <a:lnTo>
                  <a:pt x="4985" y="1948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49"/>
          <p:cNvSpPr/>
          <p:nvPr/>
        </p:nvSpPr>
        <p:spPr>
          <a:xfrm>
            <a:off x="9444567" y="9245600"/>
            <a:ext cx="419094" cy="342900"/>
          </a:xfrm>
          <a:custGeom>
            <a:rect b="b" l="l" r="r" t="t"/>
            <a:pathLst>
              <a:path extrusionOk="0" h="21600" w="21600">
                <a:moveTo>
                  <a:pt x="3709" y="19200"/>
                </a:moveTo>
                <a:lnTo>
                  <a:pt x="2400" y="16000"/>
                </a:lnTo>
                <a:lnTo>
                  <a:pt x="2182" y="14133"/>
                </a:lnTo>
                <a:lnTo>
                  <a:pt x="2182" y="12533"/>
                </a:lnTo>
                <a:lnTo>
                  <a:pt x="2400" y="10400"/>
                </a:lnTo>
                <a:lnTo>
                  <a:pt x="3709" y="7200"/>
                </a:lnTo>
                <a:lnTo>
                  <a:pt x="4582" y="5600"/>
                </a:lnTo>
                <a:lnTo>
                  <a:pt x="5891" y="4267"/>
                </a:lnTo>
                <a:lnTo>
                  <a:pt x="7636" y="3200"/>
                </a:lnTo>
                <a:lnTo>
                  <a:pt x="9164" y="2933"/>
                </a:lnTo>
                <a:lnTo>
                  <a:pt x="10909" y="2667"/>
                </a:lnTo>
                <a:lnTo>
                  <a:pt x="13964" y="3200"/>
                </a:lnTo>
                <a:lnTo>
                  <a:pt x="15709" y="4267"/>
                </a:lnTo>
                <a:lnTo>
                  <a:pt x="17018" y="5600"/>
                </a:lnTo>
                <a:lnTo>
                  <a:pt x="17891" y="7200"/>
                </a:lnTo>
                <a:lnTo>
                  <a:pt x="19200" y="10400"/>
                </a:lnTo>
                <a:lnTo>
                  <a:pt x="19418" y="12533"/>
                </a:lnTo>
                <a:lnTo>
                  <a:pt x="19418" y="14133"/>
                </a:lnTo>
                <a:lnTo>
                  <a:pt x="19200" y="16000"/>
                </a:lnTo>
                <a:lnTo>
                  <a:pt x="17891" y="19200"/>
                </a:lnTo>
                <a:lnTo>
                  <a:pt x="18327" y="20267"/>
                </a:lnTo>
                <a:lnTo>
                  <a:pt x="18982" y="21600"/>
                </a:lnTo>
                <a:lnTo>
                  <a:pt x="20291" y="19733"/>
                </a:lnTo>
                <a:lnTo>
                  <a:pt x="21600" y="14933"/>
                </a:lnTo>
                <a:lnTo>
                  <a:pt x="21600" y="12800"/>
                </a:lnTo>
                <a:lnTo>
                  <a:pt x="21382" y="10133"/>
                </a:lnTo>
                <a:lnTo>
                  <a:pt x="20727" y="7733"/>
                </a:lnTo>
                <a:lnTo>
                  <a:pt x="19636" y="5867"/>
                </a:lnTo>
                <a:lnTo>
                  <a:pt x="18327" y="4000"/>
                </a:lnTo>
                <a:lnTo>
                  <a:pt x="16800" y="2133"/>
                </a:lnTo>
                <a:lnTo>
                  <a:pt x="14836" y="800"/>
                </a:lnTo>
                <a:lnTo>
                  <a:pt x="12873" y="267"/>
                </a:lnTo>
                <a:lnTo>
                  <a:pt x="10909" y="0"/>
                </a:lnTo>
                <a:lnTo>
                  <a:pt x="8727" y="267"/>
                </a:lnTo>
                <a:lnTo>
                  <a:pt x="6764" y="800"/>
                </a:lnTo>
                <a:lnTo>
                  <a:pt x="4800" y="2133"/>
                </a:lnTo>
                <a:lnTo>
                  <a:pt x="3273" y="4000"/>
                </a:lnTo>
                <a:lnTo>
                  <a:pt x="1964" y="5867"/>
                </a:lnTo>
                <a:lnTo>
                  <a:pt x="873" y="7733"/>
                </a:lnTo>
                <a:lnTo>
                  <a:pt x="218" y="10133"/>
                </a:lnTo>
                <a:lnTo>
                  <a:pt x="0" y="12800"/>
                </a:lnTo>
                <a:lnTo>
                  <a:pt x="218" y="14933"/>
                </a:lnTo>
                <a:lnTo>
                  <a:pt x="655" y="17333"/>
                </a:lnTo>
                <a:lnTo>
                  <a:pt x="1309" y="19733"/>
                </a:lnTo>
                <a:lnTo>
                  <a:pt x="2836" y="21600"/>
                </a:lnTo>
                <a:lnTo>
                  <a:pt x="3273" y="20267"/>
                </a:lnTo>
                <a:lnTo>
                  <a:pt x="3709" y="192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49"/>
          <p:cNvSpPr/>
          <p:nvPr/>
        </p:nvSpPr>
        <p:spPr>
          <a:xfrm>
            <a:off x="9584266" y="9398000"/>
            <a:ext cx="127008" cy="127008"/>
          </a:xfrm>
          <a:custGeom>
            <a:rect b="b" l="l" r="r" t="t"/>
            <a:pathLst>
              <a:path extrusionOk="0" h="21600" w="21600">
                <a:moveTo>
                  <a:pt x="11172" y="21600"/>
                </a:moveTo>
                <a:lnTo>
                  <a:pt x="5959" y="20880"/>
                </a:lnTo>
                <a:lnTo>
                  <a:pt x="3724" y="18000"/>
                </a:lnTo>
                <a:lnTo>
                  <a:pt x="745" y="15120"/>
                </a:lnTo>
                <a:lnTo>
                  <a:pt x="0" y="10800"/>
                </a:lnTo>
                <a:lnTo>
                  <a:pt x="745" y="6480"/>
                </a:lnTo>
                <a:lnTo>
                  <a:pt x="5959" y="1440"/>
                </a:lnTo>
                <a:lnTo>
                  <a:pt x="11172" y="0"/>
                </a:lnTo>
                <a:lnTo>
                  <a:pt x="15641" y="1440"/>
                </a:lnTo>
                <a:lnTo>
                  <a:pt x="19366" y="3600"/>
                </a:lnTo>
                <a:lnTo>
                  <a:pt x="20855" y="6480"/>
                </a:lnTo>
                <a:lnTo>
                  <a:pt x="21600" y="10800"/>
                </a:lnTo>
                <a:lnTo>
                  <a:pt x="20855" y="15120"/>
                </a:lnTo>
                <a:lnTo>
                  <a:pt x="19366" y="18000"/>
                </a:lnTo>
                <a:lnTo>
                  <a:pt x="15641" y="20880"/>
                </a:lnTo>
                <a:lnTo>
                  <a:pt x="11172" y="21600"/>
                </a:lnTo>
                <a:close/>
                <a:moveTo>
                  <a:pt x="11172" y="7200"/>
                </a:moveTo>
                <a:lnTo>
                  <a:pt x="8938" y="7200"/>
                </a:lnTo>
                <a:lnTo>
                  <a:pt x="8193" y="7920"/>
                </a:lnTo>
                <a:lnTo>
                  <a:pt x="7448" y="9360"/>
                </a:lnTo>
                <a:lnTo>
                  <a:pt x="7448" y="12960"/>
                </a:lnTo>
                <a:lnTo>
                  <a:pt x="8938" y="14400"/>
                </a:lnTo>
                <a:lnTo>
                  <a:pt x="12662" y="14400"/>
                </a:lnTo>
                <a:lnTo>
                  <a:pt x="14152" y="12960"/>
                </a:lnTo>
                <a:lnTo>
                  <a:pt x="14152" y="9360"/>
                </a:lnTo>
                <a:lnTo>
                  <a:pt x="13407" y="7920"/>
                </a:lnTo>
                <a:lnTo>
                  <a:pt x="12662" y="7200"/>
                </a:lnTo>
                <a:lnTo>
                  <a:pt x="11172" y="72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49"/>
          <p:cNvSpPr/>
          <p:nvPr/>
        </p:nvSpPr>
        <p:spPr>
          <a:xfrm>
            <a:off x="2442634" y="10350500"/>
            <a:ext cx="368280" cy="342900"/>
          </a:xfrm>
          <a:custGeom>
            <a:rect b="b" l="l" r="r" t="t"/>
            <a:pathLst>
              <a:path extrusionOk="0" h="21600" w="21600">
                <a:moveTo>
                  <a:pt x="19391" y="0"/>
                </a:moveTo>
                <a:lnTo>
                  <a:pt x="18164" y="0"/>
                </a:lnTo>
                <a:lnTo>
                  <a:pt x="18164" y="2734"/>
                </a:lnTo>
                <a:lnTo>
                  <a:pt x="19391" y="2734"/>
                </a:lnTo>
                <a:lnTo>
                  <a:pt x="19391" y="9570"/>
                </a:lnTo>
                <a:lnTo>
                  <a:pt x="2209" y="9570"/>
                </a:lnTo>
                <a:lnTo>
                  <a:pt x="2209" y="2734"/>
                </a:lnTo>
                <a:lnTo>
                  <a:pt x="3436" y="2734"/>
                </a:lnTo>
                <a:lnTo>
                  <a:pt x="3436" y="0"/>
                </a:lnTo>
                <a:lnTo>
                  <a:pt x="2209" y="0"/>
                </a:lnTo>
                <a:lnTo>
                  <a:pt x="1473" y="273"/>
                </a:lnTo>
                <a:lnTo>
                  <a:pt x="491" y="820"/>
                </a:lnTo>
                <a:lnTo>
                  <a:pt x="245" y="1641"/>
                </a:lnTo>
                <a:lnTo>
                  <a:pt x="0" y="2734"/>
                </a:lnTo>
                <a:lnTo>
                  <a:pt x="0" y="14765"/>
                </a:lnTo>
                <a:lnTo>
                  <a:pt x="491" y="16952"/>
                </a:lnTo>
                <a:lnTo>
                  <a:pt x="1473" y="17225"/>
                </a:lnTo>
                <a:lnTo>
                  <a:pt x="2209" y="17499"/>
                </a:lnTo>
                <a:lnTo>
                  <a:pt x="9573" y="17499"/>
                </a:lnTo>
                <a:lnTo>
                  <a:pt x="9573" y="18866"/>
                </a:lnTo>
                <a:lnTo>
                  <a:pt x="5891" y="18866"/>
                </a:lnTo>
                <a:lnTo>
                  <a:pt x="5891" y="21600"/>
                </a:lnTo>
                <a:lnTo>
                  <a:pt x="15709" y="21600"/>
                </a:lnTo>
                <a:lnTo>
                  <a:pt x="15709" y="18866"/>
                </a:lnTo>
                <a:lnTo>
                  <a:pt x="12027" y="18866"/>
                </a:lnTo>
                <a:lnTo>
                  <a:pt x="12027" y="17499"/>
                </a:lnTo>
                <a:lnTo>
                  <a:pt x="19391" y="17499"/>
                </a:lnTo>
                <a:lnTo>
                  <a:pt x="20127" y="17225"/>
                </a:lnTo>
                <a:lnTo>
                  <a:pt x="21109" y="16952"/>
                </a:lnTo>
                <a:lnTo>
                  <a:pt x="21600" y="14765"/>
                </a:lnTo>
                <a:lnTo>
                  <a:pt x="21600" y="2734"/>
                </a:lnTo>
                <a:lnTo>
                  <a:pt x="21355" y="1641"/>
                </a:lnTo>
                <a:lnTo>
                  <a:pt x="21109" y="820"/>
                </a:lnTo>
                <a:lnTo>
                  <a:pt x="20127" y="273"/>
                </a:lnTo>
                <a:lnTo>
                  <a:pt x="19391" y="0"/>
                </a:lnTo>
                <a:close/>
                <a:moveTo>
                  <a:pt x="2209" y="14765"/>
                </a:moveTo>
                <a:lnTo>
                  <a:pt x="2209" y="12030"/>
                </a:lnTo>
                <a:lnTo>
                  <a:pt x="19391" y="12030"/>
                </a:lnTo>
                <a:lnTo>
                  <a:pt x="19391" y="14765"/>
                </a:lnTo>
                <a:lnTo>
                  <a:pt x="2209" y="1476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49"/>
          <p:cNvSpPr/>
          <p:nvPr/>
        </p:nvSpPr>
        <p:spPr>
          <a:xfrm>
            <a:off x="2531533" y="10185400"/>
            <a:ext cx="190512" cy="266706"/>
          </a:xfrm>
          <a:custGeom>
            <a:rect b="b" l="l" r="r" t="t"/>
            <a:pathLst>
              <a:path extrusionOk="0" h="21600" w="21600">
                <a:moveTo>
                  <a:pt x="21600" y="13456"/>
                </a:moveTo>
                <a:lnTo>
                  <a:pt x="18313" y="10623"/>
                </a:lnTo>
                <a:lnTo>
                  <a:pt x="13148" y="14872"/>
                </a:lnTo>
                <a:lnTo>
                  <a:pt x="13148" y="0"/>
                </a:lnTo>
                <a:lnTo>
                  <a:pt x="8452" y="0"/>
                </a:lnTo>
                <a:lnTo>
                  <a:pt x="8452" y="14872"/>
                </a:lnTo>
                <a:lnTo>
                  <a:pt x="3287" y="10623"/>
                </a:lnTo>
                <a:lnTo>
                  <a:pt x="0" y="13456"/>
                </a:lnTo>
                <a:lnTo>
                  <a:pt x="10800" y="21600"/>
                </a:lnTo>
                <a:lnTo>
                  <a:pt x="21600" y="1345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49"/>
          <p:cNvSpPr/>
          <p:nvPr/>
        </p:nvSpPr>
        <p:spPr>
          <a:xfrm>
            <a:off x="3445933" y="10350500"/>
            <a:ext cx="368280" cy="342900"/>
          </a:xfrm>
          <a:custGeom>
            <a:rect b="b" l="l" r="r" t="t"/>
            <a:pathLst>
              <a:path extrusionOk="0" h="21600" w="21600">
                <a:moveTo>
                  <a:pt x="19173" y="0"/>
                </a:moveTo>
                <a:lnTo>
                  <a:pt x="16746" y="0"/>
                </a:lnTo>
                <a:lnTo>
                  <a:pt x="16746" y="2734"/>
                </a:lnTo>
                <a:lnTo>
                  <a:pt x="19173" y="2734"/>
                </a:lnTo>
                <a:lnTo>
                  <a:pt x="19173" y="9570"/>
                </a:lnTo>
                <a:lnTo>
                  <a:pt x="2427" y="9570"/>
                </a:lnTo>
                <a:lnTo>
                  <a:pt x="2427" y="2734"/>
                </a:lnTo>
                <a:lnTo>
                  <a:pt x="4854" y="2734"/>
                </a:lnTo>
                <a:lnTo>
                  <a:pt x="4854" y="0"/>
                </a:lnTo>
                <a:lnTo>
                  <a:pt x="2427" y="0"/>
                </a:lnTo>
                <a:lnTo>
                  <a:pt x="1699" y="273"/>
                </a:lnTo>
                <a:lnTo>
                  <a:pt x="728" y="820"/>
                </a:lnTo>
                <a:lnTo>
                  <a:pt x="485" y="1641"/>
                </a:lnTo>
                <a:lnTo>
                  <a:pt x="0" y="2734"/>
                </a:lnTo>
                <a:lnTo>
                  <a:pt x="0" y="14765"/>
                </a:lnTo>
                <a:lnTo>
                  <a:pt x="485" y="15858"/>
                </a:lnTo>
                <a:lnTo>
                  <a:pt x="728" y="16952"/>
                </a:lnTo>
                <a:lnTo>
                  <a:pt x="1699" y="17225"/>
                </a:lnTo>
                <a:lnTo>
                  <a:pt x="2427" y="17499"/>
                </a:lnTo>
                <a:lnTo>
                  <a:pt x="9708" y="17499"/>
                </a:lnTo>
                <a:lnTo>
                  <a:pt x="9708" y="18866"/>
                </a:lnTo>
                <a:lnTo>
                  <a:pt x="6067" y="18866"/>
                </a:lnTo>
                <a:lnTo>
                  <a:pt x="6067" y="21600"/>
                </a:lnTo>
                <a:lnTo>
                  <a:pt x="15775" y="21600"/>
                </a:lnTo>
                <a:lnTo>
                  <a:pt x="15775" y="18866"/>
                </a:lnTo>
                <a:lnTo>
                  <a:pt x="12135" y="18866"/>
                </a:lnTo>
                <a:lnTo>
                  <a:pt x="12135" y="17499"/>
                </a:lnTo>
                <a:lnTo>
                  <a:pt x="19173" y="17499"/>
                </a:lnTo>
                <a:lnTo>
                  <a:pt x="21115" y="16952"/>
                </a:lnTo>
                <a:lnTo>
                  <a:pt x="21600" y="14765"/>
                </a:lnTo>
                <a:lnTo>
                  <a:pt x="21600" y="2734"/>
                </a:lnTo>
                <a:lnTo>
                  <a:pt x="21357" y="1641"/>
                </a:lnTo>
                <a:lnTo>
                  <a:pt x="21115" y="820"/>
                </a:lnTo>
                <a:lnTo>
                  <a:pt x="20144" y="273"/>
                </a:lnTo>
                <a:lnTo>
                  <a:pt x="19173" y="0"/>
                </a:lnTo>
                <a:close/>
                <a:moveTo>
                  <a:pt x="2427" y="14765"/>
                </a:moveTo>
                <a:lnTo>
                  <a:pt x="2427" y="12030"/>
                </a:lnTo>
                <a:lnTo>
                  <a:pt x="19173" y="12030"/>
                </a:lnTo>
                <a:lnTo>
                  <a:pt x="19173" y="14765"/>
                </a:lnTo>
                <a:lnTo>
                  <a:pt x="2427" y="1476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49"/>
          <p:cNvSpPr/>
          <p:nvPr/>
        </p:nvSpPr>
        <p:spPr>
          <a:xfrm>
            <a:off x="3534834" y="10198100"/>
            <a:ext cx="190512" cy="266706"/>
          </a:xfrm>
          <a:custGeom>
            <a:rect b="b" l="l" r="r" t="t"/>
            <a:pathLst>
              <a:path extrusionOk="0" h="21600" w="21600">
                <a:moveTo>
                  <a:pt x="8732" y="6968"/>
                </a:moveTo>
                <a:lnTo>
                  <a:pt x="8732" y="21600"/>
                </a:lnTo>
                <a:lnTo>
                  <a:pt x="13328" y="21600"/>
                </a:lnTo>
                <a:lnTo>
                  <a:pt x="13328" y="6968"/>
                </a:lnTo>
                <a:lnTo>
                  <a:pt x="18383" y="10800"/>
                </a:lnTo>
                <a:lnTo>
                  <a:pt x="21600" y="8361"/>
                </a:lnTo>
                <a:lnTo>
                  <a:pt x="11030" y="0"/>
                </a:lnTo>
                <a:lnTo>
                  <a:pt x="0" y="8361"/>
                </a:lnTo>
                <a:lnTo>
                  <a:pt x="3677" y="10800"/>
                </a:lnTo>
                <a:lnTo>
                  <a:pt x="8732" y="696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49"/>
          <p:cNvSpPr/>
          <p:nvPr/>
        </p:nvSpPr>
        <p:spPr>
          <a:xfrm>
            <a:off x="4449234" y="10248900"/>
            <a:ext cx="368280" cy="381024"/>
          </a:xfrm>
          <a:custGeom>
            <a:rect b="b" l="l" r="r" t="t"/>
            <a:pathLst>
              <a:path extrusionOk="0" h="21600" w="21600">
                <a:moveTo>
                  <a:pt x="19173" y="0"/>
                </a:moveTo>
                <a:lnTo>
                  <a:pt x="2427" y="0"/>
                </a:lnTo>
                <a:lnTo>
                  <a:pt x="1456" y="485"/>
                </a:lnTo>
                <a:lnTo>
                  <a:pt x="728" y="728"/>
                </a:lnTo>
                <a:lnTo>
                  <a:pt x="243" y="1699"/>
                </a:lnTo>
                <a:lnTo>
                  <a:pt x="0" y="2427"/>
                </a:lnTo>
                <a:lnTo>
                  <a:pt x="0" y="19173"/>
                </a:lnTo>
                <a:lnTo>
                  <a:pt x="243" y="20144"/>
                </a:lnTo>
                <a:lnTo>
                  <a:pt x="728" y="21115"/>
                </a:lnTo>
                <a:lnTo>
                  <a:pt x="1456" y="21357"/>
                </a:lnTo>
                <a:lnTo>
                  <a:pt x="2427" y="21600"/>
                </a:lnTo>
                <a:lnTo>
                  <a:pt x="19173" y="21600"/>
                </a:lnTo>
                <a:lnTo>
                  <a:pt x="21115" y="21115"/>
                </a:lnTo>
                <a:lnTo>
                  <a:pt x="21600" y="19173"/>
                </a:lnTo>
                <a:lnTo>
                  <a:pt x="21600" y="2427"/>
                </a:lnTo>
                <a:lnTo>
                  <a:pt x="21357" y="1699"/>
                </a:lnTo>
                <a:lnTo>
                  <a:pt x="21115" y="728"/>
                </a:lnTo>
                <a:lnTo>
                  <a:pt x="20144" y="485"/>
                </a:lnTo>
                <a:lnTo>
                  <a:pt x="19173" y="0"/>
                </a:lnTo>
                <a:close/>
                <a:moveTo>
                  <a:pt x="19173" y="19173"/>
                </a:moveTo>
                <a:lnTo>
                  <a:pt x="2427" y="19173"/>
                </a:lnTo>
                <a:lnTo>
                  <a:pt x="2427" y="2427"/>
                </a:lnTo>
                <a:lnTo>
                  <a:pt x="19173" y="2427"/>
                </a:lnTo>
                <a:lnTo>
                  <a:pt x="19173" y="1917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49"/>
          <p:cNvSpPr/>
          <p:nvPr/>
        </p:nvSpPr>
        <p:spPr>
          <a:xfrm>
            <a:off x="4538133" y="10337800"/>
            <a:ext cx="190512" cy="215892"/>
          </a:xfrm>
          <a:custGeom>
            <a:rect b="b" l="l" r="r" t="t"/>
            <a:pathLst>
              <a:path extrusionOk="0" h="21600" w="21600">
                <a:moveTo>
                  <a:pt x="21600" y="12046"/>
                </a:moveTo>
                <a:lnTo>
                  <a:pt x="18383" y="8723"/>
                </a:lnTo>
                <a:lnTo>
                  <a:pt x="13328" y="13292"/>
                </a:lnTo>
                <a:lnTo>
                  <a:pt x="13328" y="0"/>
                </a:lnTo>
                <a:lnTo>
                  <a:pt x="8732" y="0"/>
                </a:lnTo>
                <a:lnTo>
                  <a:pt x="8732" y="13292"/>
                </a:lnTo>
                <a:lnTo>
                  <a:pt x="3677" y="8723"/>
                </a:lnTo>
                <a:lnTo>
                  <a:pt x="0" y="12046"/>
                </a:lnTo>
                <a:lnTo>
                  <a:pt x="11030" y="21600"/>
                </a:lnTo>
                <a:lnTo>
                  <a:pt x="21600" y="1204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49"/>
          <p:cNvSpPr/>
          <p:nvPr/>
        </p:nvSpPr>
        <p:spPr>
          <a:xfrm>
            <a:off x="5452533" y="10248900"/>
            <a:ext cx="372546" cy="381024"/>
          </a:xfrm>
          <a:custGeom>
            <a:rect b="b" l="l" r="r" t="t"/>
            <a:pathLst>
              <a:path extrusionOk="0" h="21600" w="21600">
                <a:moveTo>
                  <a:pt x="19173" y="0"/>
                </a:moveTo>
                <a:lnTo>
                  <a:pt x="2427" y="0"/>
                </a:lnTo>
                <a:lnTo>
                  <a:pt x="1456" y="485"/>
                </a:lnTo>
                <a:lnTo>
                  <a:pt x="485" y="728"/>
                </a:lnTo>
                <a:lnTo>
                  <a:pt x="243" y="1699"/>
                </a:lnTo>
                <a:lnTo>
                  <a:pt x="0" y="2427"/>
                </a:lnTo>
                <a:lnTo>
                  <a:pt x="0" y="19173"/>
                </a:lnTo>
                <a:lnTo>
                  <a:pt x="485" y="21115"/>
                </a:lnTo>
                <a:lnTo>
                  <a:pt x="2427" y="21600"/>
                </a:lnTo>
                <a:lnTo>
                  <a:pt x="19173" y="21600"/>
                </a:lnTo>
                <a:lnTo>
                  <a:pt x="20144" y="21357"/>
                </a:lnTo>
                <a:lnTo>
                  <a:pt x="20872" y="21115"/>
                </a:lnTo>
                <a:lnTo>
                  <a:pt x="21357" y="20144"/>
                </a:lnTo>
                <a:lnTo>
                  <a:pt x="21600" y="19173"/>
                </a:lnTo>
                <a:lnTo>
                  <a:pt x="21600" y="2427"/>
                </a:lnTo>
                <a:lnTo>
                  <a:pt x="21357" y="1699"/>
                </a:lnTo>
                <a:lnTo>
                  <a:pt x="20872" y="728"/>
                </a:lnTo>
                <a:lnTo>
                  <a:pt x="20144" y="485"/>
                </a:lnTo>
                <a:lnTo>
                  <a:pt x="19173" y="0"/>
                </a:lnTo>
                <a:close/>
                <a:moveTo>
                  <a:pt x="19173" y="19173"/>
                </a:moveTo>
                <a:lnTo>
                  <a:pt x="2427" y="19173"/>
                </a:lnTo>
                <a:lnTo>
                  <a:pt x="2427" y="2427"/>
                </a:lnTo>
                <a:lnTo>
                  <a:pt x="19173" y="2427"/>
                </a:lnTo>
                <a:lnTo>
                  <a:pt x="19173" y="1917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49"/>
          <p:cNvSpPr/>
          <p:nvPr/>
        </p:nvSpPr>
        <p:spPr>
          <a:xfrm>
            <a:off x="5541434" y="10325100"/>
            <a:ext cx="194724" cy="215892"/>
          </a:xfrm>
          <a:custGeom>
            <a:rect b="b" l="l" r="r" t="t"/>
            <a:pathLst>
              <a:path extrusionOk="0" h="21600" w="21600">
                <a:moveTo>
                  <a:pt x="8272" y="8047"/>
                </a:moveTo>
                <a:lnTo>
                  <a:pt x="8272" y="21600"/>
                </a:lnTo>
                <a:lnTo>
                  <a:pt x="12868" y="21600"/>
                </a:lnTo>
                <a:lnTo>
                  <a:pt x="12868" y="8047"/>
                </a:lnTo>
                <a:lnTo>
                  <a:pt x="17923" y="13129"/>
                </a:lnTo>
                <a:lnTo>
                  <a:pt x="21600" y="9741"/>
                </a:lnTo>
                <a:lnTo>
                  <a:pt x="10570" y="0"/>
                </a:lnTo>
                <a:lnTo>
                  <a:pt x="0" y="9741"/>
                </a:lnTo>
                <a:lnTo>
                  <a:pt x="3217" y="13129"/>
                </a:lnTo>
                <a:lnTo>
                  <a:pt x="8272" y="804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49"/>
          <p:cNvSpPr/>
          <p:nvPr/>
        </p:nvSpPr>
        <p:spPr>
          <a:xfrm>
            <a:off x="10422466" y="9232900"/>
            <a:ext cx="207414" cy="40640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441" y="13004"/>
                </a:lnTo>
                <a:lnTo>
                  <a:pt x="1763" y="15208"/>
                </a:lnTo>
                <a:lnTo>
                  <a:pt x="3967" y="16751"/>
                </a:lnTo>
                <a:lnTo>
                  <a:pt x="6612" y="18514"/>
                </a:lnTo>
                <a:lnTo>
                  <a:pt x="9698" y="19837"/>
                </a:lnTo>
                <a:lnTo>
                  <a:pt x="13224" y="20939"/>
                </a:lnTo>
                <a:lnTo>
                  <a:pt x="17633" y="21380"/>
                </a:lnTo>
                <a:lnTo>
                  <a:pt x="21600" y="21600"/>
                </a:lnTo>
                <a:lnTo>
                  <a:pt x="21600" y="19616"/>
                </a:lnTo>
                <a:lnTo>
                  <a:pt x="18514" y="19176"/>
                </a:lnTo>
                <a:lnTo>
                  <a:pt x="15429" y="18955"/>
                </a:lnTo>
                <a:lnTo>
                  <a:pt x="15429" y="15208"/>
                </a:lnTo>
                <a:lnTo>
                  <a:pt x="21600" y="15208"/>
                </a:lnTo>
                <a:lnTo>
                  <a:pt x="21600" y="13004"/>
                </a:lnTo>
                <a:lnTo>
                  <a:pt x="15429" y="13004"/>
                </a:lnTo>
                <a:lnTo>
                  <a:pt x="15429" y="8596"/>
                </a:lnTo>
                <a:lnTo>
                  <a:pt x="21600" y="8596"/>
                </a:lnTo>
                <a:lnTo>
                  <a:pt x="21600" y="6392"/>
                </a:lnTo>
                <a:lnTo>
                  <a:pt x="15429" y="6392"/>
                </a:lnTo>
                <a:lnTo>
                  <a:pt x="15429" y="2645"/>
                </a:lnTo>
                <a:lnTo>
                  <a:pt x="21600" y="2204"/>
                </a:lnTo>
                <a:lnTo>
                  <a:pt x="21600" y="0"/>
                </a:lnTo>
                <a:lnTo>
                  <a:pt x="17633" y="220"/>
                </a:lnTo>
                <a:lnTo>
                  <a:pt x="13224" y="882"/>
                </a:lnTo>
                <a:lnTo>
                  <a:pt x="9698" y="1763"/>
                </a:lnTo>
                <a:lnTo>
                  <a:pt x="6612" y="3306"/>
                </a:lnTo>
                <a:lnTo>
                  <a:pt x="3967" y="4849"/>
                </a:lnTo>
                <a:lnTo>
                  <a:pt x="1763" y="6392"/>
                </a:lnTo>
                <a:lnTo>
                  <a:pt x="441" y="8596"/>
                </a:lnTo>
                <a:lnTo>
                  <a:pt x="0" y="10800"/>
                </a:lnTo>
                <a:close/>
                <a:moveTo>
                  <a:pt x="11020" y="17633"/>
                </a:moveTo>
                <a:lnTo>
                  <a:pt x="8816" y="16531"/>
                </a:lnTo>
                <a:lnTo>
                  <a:pt x="6612" y="15208"/>
                </a:lnTo>
                <a:lnTo>
                  <a:pt x="11020" y="15208"/>
                </a:lnTo>
                <a:lnTo>
                  <a:pt x="11020" y="17633"/>
                </a:lnTo>
                <a:close/>
                <a:moveTo>
                  <a:pt x="11020" y="13004"/>
                </a:moveTo>
                <a:lnTo>
                  <a:pt x="4849" y="13004"/>
                </a:lnTo>
                <a:lnTo>
                  <a:pt x="4408" y="10800"/>
                </a:lnTo>
                <a:lnTo>
                  <a:pt x="4849" y="8596"/>
                </a:lnTo>
                <a:lnTo>
                  <a:pt x="11020" y="8596"/>
                </a:lnTo>
                <a:lnTo>
                  <a:pt x="11020" y="13004"/>
                </a:lnTo>
                <a:close/>
                <a:moveTo>
                  <a:pt x="11020" y="3967"/>
                </a:moveTo>
                <a:lnTo>
                  <a:pt x="11020" y="6392"/>
                </a:lnTo>
                <a:lnTo>
                  <a:pt x="6612" y="6392"/>
                </a:lnTo>
                <a:lnTo>
                  <a:pt x="8816" y="5069"/>
                </a:lnTo>
                <a:lnTo>
                  <a:pt x="11020" y="396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49"/>
          <p:cNvSpPr/>
          <p:nvPr/>
        </p:nvSpPr>
        <p:spPr>
          <a:xfrm>
            <a:off x="10693400" y="9232900"/>
            <a:ext cx="127008" cy="114318"/>
          </a:xfrm>
          <a:custGeom>
            <a:rect b="b" l="l" r="r" t="t"/>
            <a:pathLst>
              <a:path extrusionOk="0" h="21600" w="21600">
                <a:moveTo>
                  <a:pt x="21600" y="11172"/>
                </a:moveTo>
                <a:lnTo>
                  <a:pt x="20880" y="5959"/>
                </a:lnTo>
                <a:lnTo>
                  <a:pt x="18000" y="3724"/>
                </a:lnTo>
                <a:lnTo>
                  <a:pt x="15120" y="745"/>
                </a:lnTo>
                <a:lnTo>
                  <a:pt x="10800" y="0"/>
                </a:lnTo>
                <a:lnTo>
                  <a:pt x="6480" y="745"/>
                </a:lnTo>
                <a:lnTo>
                  <a:pt x="3600" y="3724"/>
                </a:lnTo>
                <a:lnTo>
                  <a:pt x="720" y="5959"/>
                </a:lnTo>
                <a:lnTo>
                  <a:pt x="0" y="11172"/>
                </a:lnTo>
                <a:lnTo>
                  <a:pt x="720" y="15641"/>
                </a:lnTo>
                <a:lnTo>
                  <a:pt x="3600" y="17876"/>
                </a:lnTo>
                <a:lnTo>
                  <a:pt x="6480" y="20855"/>
                </a:lnTo>
                <a:lnTo>
                  <a:pt x="10800" y="21600"/>
                </a:lnTo>
                <a:lnTo>
                  <a:pt x="15120" y="20855"/>
                </a:lnTo>
                <a:lnTo>
                  <a:pt x="18000" y="17876"/>
                </a:lnTo>
                <a:lnTo>
                  <a:pt x="20880" y="15641"/>
                </a:lnTo>
                <a:lnTo>
                  <a:pt x="21600" y="11172"/>
                </a:lnTo>
                <a:close/>
                <a:moveTo>
                  <a:pt x="10800" y="14897"/>
                </a:moveTo>
                <a:lnTo>
                  <a:pt x="9360" y="14897"/>
                </a:lnTo>
                <a:lnTo>
                  <a:pt x="7200" y="12662"/>
                </a:lnTo>
                <a:lnTo>
                  <a:pt x="7200" y="8938"/>
                </a:lnTo>
                <a:lnTo>
                  <a:pt x="7920" y="8193"/>
                </a:lnTo>
                <a:lnTo>
                  <a:pt x="9360" y="7448"/>
                </a:lnTo>
                <a:lnTo>
                  <a:pt x="12240" y="7448"/>
                </a:lnTo>
                <a:lnTo>
                  <a:pt x="13680" y="8193"/>
                </a:lnTo>
                <a:lnTo>
                  <a:pt x="14400" y="8938"/>
                </a:lnTo>
                <a:lnTo>
                  <a:pt x="14400" y="12662"/>
                </a:lnTo>
                <a:lnTo>
                  <a:pt x="12240" y="14897"/>
                </a:lnTo>
                <a:lnTo>
                  <a:pt x="10800" y="1489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49"/>
          <p:cNvSpPr/>
          <p:nvPr/>
        </p:nvSpPr>
        <p:spPr>
          <a:xfrm>
            <a:off x="10655300" y="9347200"/>
            <a:ext cx="215892" cy="292086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640" y="0"/>
                </a:lnTo>
                <a:lnTo>
                  <a:pt x="6480" y="939"/>
                </a:lnTo>
                <a:lnTo>
                  <a:pt x="4752" y="1252"/>
                </a:lnTo>
                <a:lnTo>
                  <a:pt x="3456" y="2504"/>
                </a:lnTo>
                <a:lnTo>
                  <a:pt x="1728" y="3757"/>
                </a:lnTo>
                <a:lnTo>
                  <a:pt x="1296" y="4696"/>
                </a:lnTo>
                <a:lnTo>
                  <a:pt x="0" y="6261"/>
                </a:lnTo>
                <a:lnTo>
                  <a:pt x="0" y="13148"/>
                </a:lnTo>
                <a:lnTo>
                  <a:pt x="1296" y="14087"/>
                </a:lnTo>
                <a:lnTo>
                  <a:pt x="4320" y="14087"/>
                </a:lnTo>
                <a:lnTo>
                  <a:pt x="4320" y="20974"/>
                </a:lnTo>
                <a:lnTo>
                  <a:pt x="4752" y="21287"/>
                </a:lnTo>
                <a:lnTo>
                  <a:pt x="5616" y="21600"/>
                </a:lnTo>
                <a:lnTo>
                  <a:pt x="15984" y="21600"/>
                </a:lnTo>
                <a:lnTo>
                  <a:pt x="16848" y="21287"/>
                </a:lnTo>
                <a:lnTo>
                  <a:pt x="17280" y="20974"/>
                </a:lnTo>
                <a:lnTo>
                  <a:pt x="17280" y="14087"/>
                </a:lnTo>
                <a:lnTo>
                  <a:pt x="20304" y="14087"/>
                </a:lnTo>
                <a:lnTo>
                  <a:pt x="21600" y="13148"/>
                </a:lnTo>
                <a:lnTo>
                  <a:pt x="21600" y="6261"/>
                </a:lnTo>
                <a:lnTo>
                  <a:pt x="20304" y="4696"/>
                </a:lnTo>
                <a:lnTo>
                  <a:pt x="19872" y="3757"/>
                </a:lnTo>
                <a:lnTo>
                  <a:pt x="18144" y="2504"/>
                </a:lnTo>
                <a:lnTo>
                  <a:pt x="16848" y="1252"/>
                </a:lnTo>
                <a:lnTo>
                  <a:pt x="15120" y="939"/>
                </a:lnTo>
                <a:lnTo>
                  <a:pt x="12960" y="0"/>
                </a:lnTo>
                <a:lnTo>
                  <a:pt x="10800" y="0"/>
                </a:lnTo>
                <a:close/>
                <a:moveTo>
                  <a:pt x="17280" y="10957"/>
                </a:moveTo>
                <a:lnTo>
                  <a:pt x="13824" y="10957"/>
                </a:lnTo>
                <a:lnTo>
                  <a:pt x="12960" y="11583"/>
                </a:lnTo>
                <a:lnTo>
                  <a:pt x="12960" y="18783"/>
                </a:lnTo>
                <a:lnTo>
                  <a:pt x="8640" y="18783"/>
                </a:lnTo>
                <a:lnTo>
                  <a:pt x="8640" y="11583"/>
                </a:lnTo>
                <a:lnTo>
                  <a:pt x="7776" y="10957"/>
                </a:lnTo>
                <a:lnTo>
                  <a:pt x="4320" y="10957"/>
                </a:lnTo>
                <a:lnTo>
                  <a:pt x="4320" y="7826"/>
                </a:lnTo>
                <a:lnTo>
                  <a:pt x="4752" y="5948"/>
                </a:lnTo>
                <a:lnTo>
                  <a:pt x="6480" y="4696"/>
                </a:lnTo>
                <a:lnTo>
                  <a:pt x="8208" y="3757"/>
                </a:lnTo>
                <a:lnTo>
                  <a:pt x="10800" y="3130"/>
                </a:lnTo>
                <a:lnTo>
                  <a:pt x="13392" y="3757"/>
                </a:lnTo>
                <a:lnTo>
                  <a:pt x="15120" y="4696"/>
                </a:lnTo>
                <a:lnTo>
                  <a:pt x="16848" y="5948"/>
                </a:lnTo>
                <a:lnTo>
                  <a:pt x="17280" y="7826"/>
                </a:lnTo>
                <a:lnTo>
                  <a:pt x="17280" y="1095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49"/>
          <p:cNvSpPr/>
          <p:nvPr/>
        </p:nvSpPr>
        <p:spPr>
          <a:xfrm>
            <a:off x="1769533" y="10629900"/>
            <a:ext cx="50814" cy="3812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0" y="17280"/>
                </a:lnTo>
                <a:lnTo>
                  <a:pt x="4320" y="21600"/>
                </a:lnTo>
                <a:lnTo>
                  <a:pt x="15120" y="21600"/>
                </a:lnTo>
                <a:lnTo>
                  <a:pt x="17280" y="19440"/>
                </a:lnTo>
                <a:lnTo>
                  <a:pt x="21600" y="17280"/>
                </a:lnTo>
                <a:lnTo>
                  <a:pt x="21600" y="6480"/>
                </a:lnTo>
                <a:lnTo>
                  <a:pt x="15120" y="0"/>
                </a:lnTo>
                <a:lnTo>
                  <a:pt x="4320" y="0"/>
                </a:lnTo>
                <a:lnTo>
                  <a:pt x="2160" y="2160"/>
                </a:lnTo>
                <a:lnTo>
                  <a:pt x="0" y="6480"/>
                </a:lnTo>
                <a:lnTo>
                  <a:pt x="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49"/>
          <p:cNvSpPr/>
          <p:nvPr/>
        </p:nvSpPr>
        <p:spPr>
          <a:xfrm>
            <a:off x="1439332" y="10629900"/>
            <a:ext cx="38124" cy="3812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0" y="17280"/>
                </a:lnTo>
                <a:lnTo>
                  <a:pt x="4320" y="21600"/>
                </a:lnTo>
                <a:lnTo>
                  <a:pt x="15120" y="21600"/>
                </a:lnTo>
                <a:lnTo>
                  <a:pt x="17280" y="19440"/>
                </a:lnTo>
                <a:lnTo>
                  <a:pt x="21600" y="17280"/>
                </a:lnTo>
                <a:lnTo>
                  <a:pt x="21600" y="6480"/>
                </a:lnTo>
                <a:lnTo>
                  <a:pt x="15120" y="0"/>
                </a:lnTo>
                <a:lnTo>
                  <a:pt x="4320" y="0"/>
                </a:lnTo>
                <a:lnTo>
                  <a:pt x="2160" y="2160"/>
                </a:lnTo>
                <a:lnTo>
                  <a:pt x="0" y="6480"/>
                </a:lnTo>
                <a:lnTo>
                  <a:pt x="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49"/>
          <p:cNvSpPr/>
          <p:nvPr/>
        </p:nvSpPr>
        <p:spPr>
          <a:xfrm>
            <a:off x="1401234" y="10210800"/>
            <a:ext cx="444474" cy="457218"/>
          </a:xfrm>
          <a:custGeom>
            <a:rect b="b" l="l" r="r" t="t"/>
            <a:pathLst>
              <a:path extrusionOk="0" h="21600" w="21600">
                <a:moveTo>
                  <a:pt x="21600" y="14400"/>
                </a:moveTo>
                <a:lnTo>
                  <a:pt x="19970" y="9600"/>
                </a:lnTo>
                <a:lnTo>
                  <a:pt x="19970" y="400"/>
                </a:lnTo>
                <a:lnTo>
                  <a:pt x="19562" y="200"/>
                </a:lnTo>
                <a:lnTo>
                  <a:pt x="19358" y="0"/>
                </a:lnTo>
                <a:lnTo>
                  <a:pt x="2242" y="0"/>
                </a:lnTo>
                <a:lnTo>
                  <a:pt x="1834" y="400"/>
                </a:lnTo>
                <a:lnTo>
                  <a:pt x="1834" y="9600"/>
                </a:lnTo>
                <a:lnTo>
                  <a:pt x="0" y="14400"/>
                </a:lnTo>
                <a:lnTo>
                  <a:pt x="0" y="15200"/>
                </a:lnTo>
                <a:lnTo>
                  <a:pt x="204" y="16000"/>
                </a:lnTo>
                <a:lnTo>
                  <a:pt x="1019" y="16400"/>
                </a:lnTo>
                <a:lnTo>
                  <a:pt x="1834" y="16600"/>
                </a:lnTo>
                <a:lnTo>
                  <a:pt x="9781" y="16600"/>
                </a:lnTo>
                <a:lnTo>
                  <a:pt x="9781" y="19600"/>
                </a:lnTo>
                <a:lnTo>
                  <a:pt x="4891" y="19600"/>
                </a:lnTo>
                <a:lnTo>
                  <a:pt x="4891" y="21600"/>
                </a:lnTo>
                <a:lnTo>
                  <a:pt x="16913" y="21600"/>
                </a:lnTo>
                <a:lnTo>
                  <a:pt x="16913" y="19600"/>
                </a:lnTo>
                <a:lnTo>
                  <a:pt x="11819" y="19600"/>
                </a:lnTo>
                <a:lnTo>
                  <a:pt x="11819" y="16600"/>
                </a:lnTo>
                <a:lnTo>
                  <a:pt x="19970" y="16600"/>
                </a:lnTo>
                <a:lnTo>
                  <a:pt x="20581" y="16400"/>
                </a:lnTo>
                <a:lnTo>
                  <a:pt x="21396" y="16000"/>
                </a:lnTo>
                <a:lnTo>
                  <a:pt x="21600" y="15200"/>
                </a:lnTo>
                <a:lnTo>
                  <a:pt x="21600" y="14400"/>
                </a:lnTo>
                <a:close/>
                <a:moveTo>
                  <a:pt x="17932" y="1800"/>
                </a:moveTo>
                <a:lnTo>
                  <a:pt x="17932" y="8800"/>
                </a:lnTo>
                <a:lnTo>
                  <a:pt x="3872" y="8800"/>
                </a:lnTo>
                <a:lnTo>
                  <a:pt x="3872" y="1800"/>
                </a:lnTo>
                <a:lnTo>
                  <a:pt x="17932" y="1800"/>
                </a:lnTo>
                <a:close/>
                <a:moveTo>
                  <a:pt x="2242" y="14800"/>
                </a:moveTo>
                <a:lnTo>
                  <a:pt x="3464" y="10800"/>
                </a:lnTo>
                <a:lnTo>
                  <a:pt x="18136" y="10800"/>
                </a:lnTo>
                <a:lnTo>
                  <a:pt x="19358" y="14800"/>
                </a:lnTo>
                <a:lnTo>
                  <a:pt x="2242" y="14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49"/>
          <p:cNvSpPr/>
          <p:nvPr/>
        </p:nvSpPr>
        <p:spPr>
          <a:xfrm>
            <a:off x="1579034" y="10464800"/>
            <a:ext cx="888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931" name="Google Shape;931;p49"/>
          <p:cNvSpPr/>
          <p:nvPr/>
        </p:nvSpPr>
        <p:spPr>
          <a:xfrm>
            <a:off x="5604933" y="9499600"/>
            <a:ext cx="63504" cy="63504"/>
          </a:xfrm>
          <a:custGeom>
            <a:rect b="b" l="l" r="r" t="t"/>
            <a:pathLst>
              <a:path extrusionOk="0" h="21600" w="21600">
                <a:moveTo>
                  <a:pt x="21600" y="10080"/>
                </a:moveTo>
                <a:lnTo>
                  <a:pt x="21600" y="14400"/>
                </a:lnTo>
                <a:lnTo>
                  <a:pt x="17280" y="17280"/>
                </a:lnTo>
                <a:lnTo>
                  <a:pt x="14400" y="21600"/>
                </a:lnTo>
                <a:lnTo>
                  <a:pt x="7200" y="21600"/>
                </a:lnTo>
                <a:lnTo>
                  <a:pt x="0" y="14400"/>
                </a:lnTo>
                <a:lnTo>
                  <a:pt x="0" y="7200"/>
                </a:lnTo>
                <a:lnTo>
                  <a:pt x="2880" y="2880"/>
                </a:lnTo>
                <a:lnTo>
                  <a:pt x="7200" y="0"/>
                </a:lnTo>
                <a:lnTo>
                  <a:pt x="14400" y="0"/>
                </a:lnTo>
                <a:lnTo>
                  <a:pt x="21600" y="7200"/>
                </a:lnTo>
                <a:lnTo>
                  <a:pt x="21600" y="1008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49"/>
          <p:cNvSpPr/>
          <p:nvPr/>
        </p:nvSpPr>
        <p:spPr>
          <a:xfrm>
            <a:off x="5490634" y="9232900"/>
            <a:ext cx="296352" cy="406404"/>
          </a:xfrm>
          <a:custGeom>
            <a:rect b="b" l="l" r="r" t="t"/>
            <a:pathLst>
              <a:path extrusionOk="0" h="21600" w="21600">
                <a:moveTo>
                  <a:pt x="18470" y="9698"/>
                </a:moveTo>
                <a:lnTo>
                  <a:pt x="18470" y="4408"/>
                </a:lnTo>
                <a:lnTo>
                  <a:pt x="17843" y="3306"/>
                </a:lnTo>
                <a:lnTo>
                  <a:pt x="17217" y="2424"/>
                </a:lnTo>
                <a:lnTo>
                  <a:pt x="16278" y="1543"/>
                </a:lnTo>
                <a:lnTo>
                  <a:pt x="15026" y="882"/>
                </a:lnTo>
                <a:lnTo>
                  <a:pt x="13774" y="441"/>
                </a:lnTo>
                <a:lnTo>
                  <a:pt x="12209" y="0"/>
                </a:lnTo>
                <a:lnTo>
                  <a:pt x="9078" y="0"/>
                </a:lnTo>
                <a:lnTo>
                  <a:pt x="7513" y="441"/>
                </a:lnTo>
                <a:lnTo>
                  <a:pt x="6574" y="882"/>
                </a:lnTo>
                <a:lnTo>
                  <a:pt x="5322" y="1543"/>
                </a:lnTo>
                <a:lnTo>
                  <a:pt x="4070" y="2424"/>
                </a:lnTo>
                <a:lnTo>
                  <a:pt x="3757" y="3306"/>
                </a:lnTo>
                <a:lnTo>
                  <a:pt x="3130" y="4408"/>
                </a:lnTo>
                <a:lnTo>
                  <a:pt x="3130" y="9698"/>
                </a:lnTo>
                <a:lnTo>
                  <a:pt x="1878" y="9918"/>
                </a:lnTo>
                <a:lnTo>
                  <a:pt x="626" y="10359"/>
                </a:lnTo>
                <a:lnTo>
                  <a:pt x="313" y="11020"/>
                </a:lnTo>
                <a:lnTo>
                  <a:pt x="0" y="11902"/>
                </a:lnTo>
                <a:lnTo>
                  <a:pt x="0" y="19616"/>
                </a:lnTo>
                <a:lnTo>
                  <a:pt x="313" y="20278"/>
                </a:lnTo>
                <a:lnTo>
                  <a:pt x="626" y="21159"/>
                </a:lnTo>
                <a:lnTo>
                  <a:pt x="3130" y="21600"/>
                </a:lnTo>
                <a:lnTo>
                  <a:pt x="18470" y="21600"/>
                </a:lnTo>
                <a:lnTo>
                  <a:pt x="19722" y="21380"/>
                </a:lnTo>
                <a:lnTo>
                  <a:pt x="20661" y="21159"/>
                </a:lnTo>
                <a:lnTo>
                  <a:pt x="21287" y="20278"/>
                </a:lnTo>
                <a:lnTo>
                  <a:pt x="21600" y="19616"/>
                </a:lnTo>
                <a:lnTo>
                  <a:pt x="21600" y="11902"/>
                </a:lnTo>
                <a:lnTo>
                  <a:pt x="21287" y="11020"/>
                </a:lnTo>
                <a:lnTo>
                  <a:pt x="20661" y="10359"/>
                </a:lnTo>
                <a:lnTo>
                  <a:pt x="19722" y="9918"/>
                </a:lnTo>
                <a:lnTo>
                  <a:pt x="18470" y="9698"/>
                </a:lnTo>
                <a:close/>
                <a:moveTo>
                  <a:pt x="6261" y="5290"/>
                </a:moveTo>
                <a:lnTo>
                  <a:pt x="6574" y="3967"/>
                </a:lnTo>
                <a:lnTo>
                  <a:pt x="8765" y="2424"/>
                </a:lnTo>
                <a:lnTo>
                  <a:pt x="10643" y="2204"/>
                </a:lnTo>
                <a:lnTo>
                  <a:pt x="12835" y="2424"/>
                </a:lnTo>
                <a:lnTo>
                  <a:pt x="13774" y="3306"/>
                </a:lnTo>
                <a:lnTo>
                  <a:pt x="15026" y="3967"/>
                </a:lnTo>
                <a:lnTo>
                  <a:pt x="15339" y="5290"/>
                </a:lnTo>
                <a:lnTo>
                  <a:pt x="15339" y="9698"/>
                </a:lnTo>
                <a:lnTo>
                  <a:pt x="6261" y="9698"/>
                </a:lnTo>
                <a:lnTo>
                  <a:pt x="6261" y="5290"/>
                </a:lnTo>
                <a:close/>
                <a:moveTo>
                  <a:pt x="3130" y="19616"/>
                </a:moveTo>
                <a:lnTo>
                  <a:pt x="3130" y="11902"/>
                </a:lnTo>
                <a:lnTo>
                  <a:pt x="18470" y="11902"/>
                </a:lnTo>
                <a:lnTo>
                  <a:pt x="18470" y="19616"/>
                </a:lnTo>
                <a:lnTo>
                  <a:pt x="3130" y="1961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49"/>
          <p:cNvSpPr/>
          <p:nvPr/>
        </p:nvSpPr>
        <p:spPr>
          <a:xfrm>
            <a:off x="6498168" y="9232900"/>
            <a:ext cx="292086" cy="406404"/>
          </a:xfrm>
          <a:custGeom>
            <a:rect b="b" l="l" r="r" t="t"/>
            <a:pathLst>
              <a:path extrusionOk="0" h="21600" w="21600">
                <a:moveTo>
                  <a:pt x="18470" y="9698"/>
                </a:moveTo>
                <a:lnTo>
                  <a:pt x="5948" y="9698"/>
                </a:lnTo>
                <a:lnTo>
                  <a:pt x="5948" y="5290"/>
                </a:lnTo>
                <a:lnTo>
                  <a:pt x="6574" y="3967"/>
                </a:lnTo>
                <a:lnTo>
                  <a:pt x="8765" y="2424"/>
                </a:lnTo>
                <a:lnTo>
                  <a:pt x="10643" y="2204"/>
                </a:lnTo>
                <a:lnTo>
                  <a:pt x="12522" y="2424"/>
                </a:lnTo>
                <a:lnTo>
                  <a:pt x="13774" y="3306"/>
                </a:lnTo>
                <a:lnTo>
                  <a:pt x="15026" y="3967"/>
                </a:lnTo>
                <a:lnTo>
                  <a:pt x="15339" y="5290"/>
                </a:lnTo>
                <a:lnTo>
                  <a:pt x="15339" y="6392"/>
                </a:lnTo>
                <a:lnTo>
                  <a:pt x="18470" y="6392"/>
                </a:lnTo>
                <a:lnTo>
                  <a:pt x="18470" y="4408"/>
                </a:lnTo>
                <a:lnTo>
                  <a:pt x="17530" y="3306"/>
                </a:lnTo>
                <a:lnTo>
                  <a:pt x="17217" y="2424"/>
                </a:lnTo>
                <a:lnTo>
                  <a:pt x="15026" y="882"/>
                </a:lnTo>
                <a:lnTo>
                  <a:pt x="13774" y="441"/>
                </a:lnTo>
                <a:lnTo>
                  <a:pt x="12209" y="0"/>
                </a:lnTo>
                <a:lnTo>
                  <a:pt x="9078" y="0"/>
                </a:lnTo>
                <a:lnTo>
                  <a:pt x="7513" y="441"/>
                </a:lnTo>
                <a:lnTo>
                  <a:pt x="6574" y="882"/>
                </a:lnTo>
                <a:lnTo>
                  <a:pt x="5322" y="1543"/>
                </a:lnTo>
                <a:lnTo>
                  <a:pt x="4070" y="2424"/>
                </a:lnTo>
                <a:lnTo>
                  <a:pt x="3757" y="3306"/>
                </a:lnTo>
                <a:lnTo>
                  <a:pt x="2817" y="4408"/>
                </a:lnTo>
                <a:lnTo>
                  <a:pt x="2817" y="9698"/>
                </a:lnTo>
                <a:lnTo>
                  <a:pt x="1878" y="9918"/>
                </a:lnTo>
                <a:lnTo>
                  <a:pt x="626" y="10359"/>
                </a:lnTo>
                <a:lnTo>
                  <a:pt x="313" y="11020"/>
                </a:lnTo>
                <a:lnTo>
                  <a:pt x="0" y="11902"/>
                </a:lnTo>
                <a:lnTo>
                  <a:pt x="0" y="19616"/>
                </a:lnTo>
                <a:lnTo>
                  <a:pt x="313" y="20278"/>
                </a:lnTo>
                <a:lnTo>
                  <a:pt x="626" y="21159"/>
                </a:lnTo>
                <a:lnTo>
                  <a:pt x="1878" y="21380"/>
                </a:lnTo>
                <a:lnTo>
                  <a:pt x="2817" y="21600"/>
                </a:lnTo>
                <a:lnTo>
                  <a:pt x="18470" y="21600"/>
                </a:lnTo>
                <a:lnTo>
                  <a:pt x="19722" y="21380"/>
                </a:lnTo>
                <a:lnTo>
                  <a:pt x="20661" y="21159"/>
                </a:lnTo>
                <a:lnTo>
                  <a:pt x="20974" y="20278"/>
                </a:lnTo>
                <a:lnTo>
                  <a:pt x="21600" y="19616"/>
                </a:lnTo>
                <a:lnTo>
                  <a:pt x="21600" y="11902"/>
                </a:lnTo>
                <a:lnTo>
                  <a:pt x="20974" y="11020"/>
                </a:lnTo>
                <a:lnTo>
                  <a:pt x="20661" y="10359"/>
                </a:lnTo>
                <a:lnTo>
                  <a:pt x="19722" y="9918"/>
                </a:lnTo>
                <a:lnTo>
                  <a:pt x="18470" y="9698"/>
                </a:lnTo>
                <a:close/>
                <a:moveTo>
                  <a:pt x="2817" y="19616"/>
                </a:moveTo>
                <a:lnTo>
                  <a:pt x="2817" y="11902"/>
                </a:lnTo>
                <a:lnTo>
                  <a:pt x="18470" y="11902"/>
                </a:lnTo>
                <a:lnTo>
                  <a:pt x="18470" y="19616"/>
                </a:lnTo>
                <a:lnTo>
                  <a:pt x="2817" y="1961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49"/>
          <p:cNvSpPr/>
          <p:nvPr/>
        </p:nvSpPr>
        <p:spPr>
          <a:xfrm>
            <a:off x="6612466" y="9499600"/>
            <a:ext cx="63504" cy="63504"/>
          </a:xfrm>
          <a:custGeom>
            <a:rect b="b" l="l" r="r" t="t"/>
            <a:pathLst>
              <a:path extrusionOk="0" h="21600" w="21600">
                <a:moveTo>
                  <a:pt x="10080" y="0"/>
                </a:moveTo>
                <a:lnTo>
                  <a:pt x="7200" y="0"/>
                </a:lnTo>
                <a:lnTo>
                  <a:pt x="2880" y="2880"/>
                </a:lnTo>
                <a:lnTo>
                  <a:pt x="0" y="7200"/>
                </a:lnTo>
                <a:lnTo>
                  <a:pt x="0" y="14400"/>
                </a:lnTo>
                <a:lnTo>
                  <a:pt x="7200" y="21600"/>
                </a:lnTo>
                <a:lnTo>
                  <a:pt x="14400" y="21600"/>
                </a:lnTo>
                <a:lnTo>
                  <a:pt x="17280" y="17280"/>
                </a:lnTo>
                <a:lnTo>
                  <a:pt x="21600" y="14400"/>
                </a:lnTo>
                <a:lnTo>
                  <a:pt x="21600" y="7200"/>
                </a:lnTo>
                <a:lnTo>
                  <a:pt x="14400" y="0"/>
                </a:lnTo>
                <a:lnTo>
                  <a:pt x="1008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49"/>
          <p:cNvSpPr/>
          <p:nvPr/>
        </p:nvSpPr>
        <p:spPr>
          <a:xfrm>
            <a:off x="3458634" y="4212167"/>
            <a:ext cx="355590" cy="419094"/>
          </a:xfrm>
          <a:custGeom>
            <a:rect b="b" l="l" r="r" t="t"/>
            <a:pathLst>
              <a:path extrusionOk="0" h="21600" w="21600">
                <a:moveTo>
                  <a:pt x="14143" y="21600"/>
                </a:moveTo>
                <a:lnTo>
                  <a:pt x="771" y="21600"/>
                </a:lnTo>
                <a:lnTo>
                  <a:pt x="514" y="21382"/>
                </a:lnTo>
                <a:lnTo>
                  <a:pt x="0" y="21164"/>
                </a:lnTo>
                <a:lnTo>
                  <a:pt x="0" y="8727"/>
                </a:lnTo>
                <a:lnTo>
                  <a:pt x="514" y="6982"/>
                </a:lnTo>
                <a:lnTo>
                  <a:pt x="1543" y="3927"/>
                </a:lnTo>
                <a:lnTo>
                  <a:pt x="2829" y="2618"/>
                </a:lnTo>
                <a:lnTo>
                  <a:pt x="4629" y="1527"/>
                </a:lnTo>
                <a:lnTo>
                  <a:pt x="6429" y="873"/>
                </a:lnTo>
                <a:lnTo>
                  <a:pt x="8229" y="436"/>
                </a:lnTo>
                <a:lnTo>
                  <a:pt x="10286" y="0"/>
                </a:lnTo>
                <a:lnTo>
                  <a:pt x="13114" y="436"/>
                </a:lnTo>
                <a:lnTo>
                  <a:pt x="15429" y="873"/>
                </a:lnTo>
                <a:lnTo>
                  <a:pt x="16971" y="1964"/>
                </a:lnTo>
                <a:lnTo>
                  <a:pt x="18257" y="3055"/>
                </a:lnTo>
                <a:lnTo>
                  <a:pt x="19029" y="4582"/>
                </a:lnTo>
                <a:lnTo>
                  <a:pt x="20057" y="6327"/>
                </a:lnTo>
                <a:lnTo>
                  <a:pt x="21600" y="11564"/>
                </a:lnTo>
                <a:lnTo>
                  <a:pt x="21600" y="12218"/>
                </a:lnTo>
                <a:lnTo>
                  <a:pt x="21343" y="12436"/>
                </a:lnTo>
                <a:lnTo>
                  <a:pt x="21086" y="13091"/>
                </a:lnTo>
                <a:lnTo>
                  <a:pt x="19029" y="13091"/>
                </a:lnTo>
                <a:lnTo>
                  <a:pt x="19029" y="16145"/>
                </a:lnTo>
                <a:lnTo>
                  <a:pt x="18514" y="17891"/>
                </a:lnTo>
                <a:lnTo>
                  <a:pt x="16457" y="18327"/>
                </a:lnTo>
                <a:lnTo>
                  <a:pt x="15429" y="18327"/>
                </a:lnTo>
                <a:lnTo>
                  <a:pt x="15429" y="21164"/>
                </a:lnTo>
                <a:lnTo>
                  <a:pt x="14914" y="21382"/>
                </a:lnTo>
                <a:lnTo>
                  <a:pt x="14657" y="21600"/>
                </a:lnTo>
                <a:lnTo>
                  <a:pt x="14143" y="21600"/>
                </a:lnTo>
                <a:close/>
                <a:moveTo>
                  <a:pt x="2571" y="19418"/>
                </a:moveTo>
                <a:lnTo>
                  <a:pt x="12857" y="19418"/>
                </a:lnTo>
                <a:lnTo>
                  <a:pt x="12857" y="16800"/>
                </a:lnTo>
                <a:lnTo>
                  <a:pt x="13114" y="16582"/>
                </a:lnTo>
                <a:lnTo>
                  <a:pt x="13371" y="16145"/>
                </a:lnTo>
                <a:lnTo>
                  <a:pt x="16457" y="16145"/>
                </a:lnTo>
                <a:lnTo>
                  <a:pt x="16457" y="11345"/>
                </a:lnTo>
                <a:lnTo>
                  <a:pt x="16971" y="11127"/>
                </a:lnTo>
                <a:lnTo>
                  <a:pt x="17229" y="10909"/>
                </a:lnTo>
                <a:lnTo>
                  <a:pt x="18771" y="10909"/>
                </a:lnTo>
                <a:lnTo>
                  <a:pt x="18514" y="10255"/>
                </a:lnTo>
                <a:lnTo>
                  <a:pt x="17486" y="6764"/>
                </a:lnTo>
                <a:lnTo>
                  <a:pt x="16971" y="5455"/>
                </a:lnTo>
                <a:lnTo>
                  <a:pt x="16200" y="4364"/>
                </a:lnTo>
                <a:lnTo>
                  <a:pt x="14914" y="3273"/>
                </a:lnTo>
                <a:lnTo>
                  <a:pt x="13629" y="2836"/>
                </a:lnTo>
                <a:lnTo>
                  <a:pt x="12086" y="2182"/>
                </a:lnTo>
                <a:lnTo>
                  <a:pt x="8743" y="2182"/>
                </a:lnTo>
                <a:lnTo>
                  <a:pt x="7457" y="2836"/>
                </a:lnTo>
                <a:lnTo>
                  <a:pt x="6171" y="3273"/>
                </a:lnTo>
                <a:lnTo>
                  <a:pt x="4886" y="4145"/>
                </a:lnTo>
                <a:lnTo>
                  <a:pt x="3857" y="5236"/>
                </a:lnTo>
                <a:lnTo>
                  <a:pt x="3343" y="6327"/>
                </a:lnTo>
                <a:lnTo>
                  <a:pt x="2571" y="7418"/>
                </a:lnTo>
                <a:lnTo>
                  <a:pt x="2571" y="194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49"/>
          <p:cNvSpPr/>
          <p:nvPr/>
        </p:nvSpPr>
        <p:spPr>
          <a:xfrm>
            <a:off x="3547533" y="4313767"/>
            <a:ext cx="165078" cy="152388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1880" y="19749"/>
                </a:lnTo>
                <a:lnTo>
                  <a:pt x="16200" y="16046"/>
                </a:lnTo>
                <a:lnTo>
                  <a:pt x="20520" y="8640"/>
                </a:lnTo>
                <a:lnTo>
                  <a:pt x="21600" y="6171"/>
                </a:lnTo>
                <a:lnTo>
                  <a:pt x="19980" y="2469"/>
                </a:lnTo>
                <a:lnTo>
                  <a:pt x="18900" y="617"/>
                </a:lnTo>
                <a:lnTo>
                  <a:pt x="16740" y="0"/>
                </a:lnTo>
                <a:lnTo>
                  <a:pt x="15120" y="0"/>
                </a:lnTo>
                <a:lnTo>
                  <a:pt x="13500" y="617"/>
                </a:lnTo>
                <a:lnTo>
                  <a:pt x="11880" y="2469"/>
                </a:lnTo>
                <a:lnTo>
                  <a:pt x="10800" y="5554"/>
                </a:lnTo>
                <a:lnTo>
                  <a:pt x="9180" y="2469"/>
                </a:lnTo>
                <a:lnTo>
                  <a:pt x="8100" y="617"/>
                </a:lnTo>
                <a:lnTo>
                  <a:pt x="5940" y="0"/>
                </a:lnTo>
                <a:lnTo>
                  <a:pt x="4860" y="0"/>
                </a:lnTo>
                <a:lnTo>
                  <a:pt x="2700" y="617"/>
                </a:lnTo>
                <a:lnTo>
                  <a:pt x="1620" y="2469"/>
                </a:lnTo>
                <a:lnTo>
                  <a:pt x="540" y="3703"/>
                </a:lnTo>
                <a:lnTo>
                  <a:pt x="0" y="6171"/>
                </a:lnTo>
                <a:lnTo>
                  <a:pt x="540" y="8640"/>
                </a:lnTo>
                <a:lnTo>
                  <a:pt x="1620" y="10491"/>
                </a:lnTo>
                <a:lnTo>
                  <a:pt x="5400" y="16046"/>
                </a:lnTo>
                <a:lnTo>
                  <a:pt x="8640" y="19749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49"/>
          <p:cNvSpPr/>
          <p:nvPr/>
        </p:nvSpPr>
        <p:spPr>
          <a:xfrm>
            <a:off x="9508066" y="3462866"/>
            <a:ext cx="127008" cy="6350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720" y="12960"/>
                </a:lnTo>
                <a:lnTo>
                  <a:pt x="2880" y="5760"/>
                </a:lnTo>
                <a:lnTo>
                  <a:pt x="6480" y="1440"/>
                </a:lnTo>
                <a:lnTo>
                  <a:pt x="10800" y="0"/>
                </a:lnTo>
                <a:lnTo>
                  <a:pt x="15120" y="1440"/>
                </a:lnTo>
                <a:lnTo>
                  <a:pt x="18720" y="5760"/>
                </a:lnTo>
                <a:lnTo>
                  <a:pt x="20160" y="1296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49"/>
          <p:cNvSpPr/>
          <p:nvPr/>
        </p:nvSpPr>
        <p:spPr>
          <a:xfrm>
            <a:off x="9520767" y="3361266"/>
            <a:ext cx="88884" cy="7619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19440" y="15120"/>
                </a:lnTo>
                <a:lnTo>
                  <a:pt x="18360" y="19440"/>
                </a:lnTo>
                <a:lnTo>
                  <a:pt x="14040" y="20520"/>
                </a:lnTo>
                <a:lnTo>
                  <a:pt x="10800" y="21600"/>
                </a:lnTo>
                <a:lnTo>
                  <a:pt x="2160" y="19440"/>
                </a:lnTo>
                <a:lnTo>
                  <a:pt x="0" y="10800"/>
                </a:lnTo>
                <a:lnTo>
                  <a:pt x="1080" y="6480"/>
                </a:lnTo>
                <a:lnTo>
                  <a:pt x="2160" y="3240"/>
                </a:lnTo>
                <a:lnTo>
                  <a:pt x="6480" y="2160"/>
                </a:lnTo>
                <a:lnTo>
                  <a:pt x="10800" y="0"/>
                </a:lnTo>
                <a:lnTo>
                  <a:pt x="14040" y="2160"/>
                </a:lnTo>
                <a:lnTo>
                  <a:pt x="18360" y="3240"/>
                </a:lnTo>
                <a:lnTo>
                  <a:pt x="19440" y="648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49"/>
          <p:cNvSpPr/>
          <p:nvPr/>
        </p:nvSpPr>
        <p:spPr>
          <a:xfrm>
            <a:off x="9673167" y="3399367"/>
            <a:ext cx="1269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940" name="Google Shape;940;p49"/>
          <p:cNvSpPr/>
          <p:nvPr/>
        </p:nvSpPr>
        <p:spPr>
          <a:xfrm>
            <a:off x="9673167" y="3488266"/>
            <a:ext cx="1269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941" name="Google Shape;941;p49"/>
          <p:cNvSpPr/>
          <p:nvPr/>
        </p:nvSpPr>
        <p:spPr>
          <a:xfrm>
            <a:off x="9444567" y="3234266"/>
            <a:ext cx="419094" cy="368280"/>
          </a:xfrm>
          <a:custGeom>
            <a:rect b="b" l="l" r="r" t="t"/>
            <a:pathLst>
              <a:path extrusionOk="0" h="21600" w="21600">
                <a:moveTo>
                  <a:pt x="19418" y="2455"/>
                </a:moveTo>
                <a:lnTo>
                  <a:pt x="13745" y="2455"/>
                </a:lnTo>
                <a:lnTo>
                  <a:pt x="13527" y="1473"/>
                </a:lnTo>
                <a:lnTo>
                  <a:pt x="12655" y="491"/>
                </a:lnTo>
                <a:lnTo>
                  <a:pt x="10909" y="0"/>
                </a:lnTo>
                <a:lnTo>
                  <a:pt x="9818" y="245"/>
                </a:lnTo>
                <a:lnTo>
                  <a:pt x="8945" y="491"/>
                </a:lnTo>
                <a:lnTo>
                  <a:pt x="8073" y="1473"/>
                </a:lnTo>
                <a:lnTo>
                  <a:pt x="7855" y="2455"/>
                </a:lnTo>
                <a:lnTo>
                  <a:pt x="2182" y="2455"/>
                </a:lnTo>
                <a:lnTo>
                  <a:pt x="1309" y="2700"/>
                </a:lnTo>
                <a:lnTo>
                  <a:pt x="655" y="2945"/>
                </a:lnTo>
                <a:lnTo>
                  <a:pt x="218" y="3927"/>
                </a:lnTo>
                <a:lnTo>
                  <a:pt x="0" y="4664"/>
                </a:lnTo>
                <a:lnTo>
                  <a:pt x="0" y="19391"/>
                </a:lnTo>
                <a:lnTo>
                  <a:pt x="218" y="20127"/>
                </a:lnTo>
                <a:lnTo>
                  <a:pt x="655" y="21109"/>
                </a:lnTo>
                <a:lnTo>
                  <a:pt x="1309" y="21355"/>
                </a:lnTo>
                <a:lnTo>
                  <a:pt x="2182" y="21600"/>
                </a:lnTo>
                <a:lnTo>
                  <a:pt x="19418" y="21600"/>
                </a:lnTo>
                <a:lnTo>
                  <a:pt x="20291" y="21355"/>
                </a:lnTo>
                <a:lnTo>
                  <a:pt x="20945" y="21109"/>
                </a:lnTo>
                <a:lnTo>
                  <a:pt x="21382" y="20127"/>
                </a:lnTo>
                <a:lnTo>
                  <a:pt x="21600" y="19391"/>
                </a:lnTo>
                <a:lnTo>
                  <a:pt x="21600" y="4664"/>
                </a:lnTo>
                <a:lnTo>
                  <a:pt x="21382" y="3927"/>
                </a:lnTo>
                <a:lnTo>
                  <a:pt x="20945" y="2945"/>
                </a:lnTo>
                <a:lnTo>
                  <a:pt x="20291" y="2700"/>
                </a:lnTo>
                <a:lnTo>
                  <a:pt x="19418" y="2455"/>
                </a:lnTo>
                <a:close/>
                <a:moveTo>
                  <a:pt x="10909" y="2455"/>
                </a:moveTo>
                <a:lnTo>
                  <a:pt x="11345" y="2455"/>
                </a:lnTo>
                <a:lnTo>
                  <a:pt x="11782" y="2945"/>
                </a:lnTo>
                <a:lnTo>
                  <a:pt x="11782" y="4173"/>
                </a:lnTo>
                <a:lnTo>
                  <a:pt x="11345" y="4664"/>
                </a:lnTo>
                <a:lnTo>
                  <a:pt x="10255" y="4664"/>
                </a:lnTo>
                <a:lnTo>
                  <a:pt x="9818" y="4173"/>
                </a:lnTo>
                <a:lnTo>
                  <a:pt x="9818" y="2945"/>
                </a:lnTo>
                <a:lnTo>
                  <a:pt x="10255" y="2455"/>
                </a:lnTo>
                <a:lnTo>
                  <a:pt x="10909" y="2455"/>
                </a:lnTo>
                <a:close/>
                <a:moveTo>
                  <a:pt x="2182" y="19391"/>
                </a:moveTo>
                <a:lnTo>
                  <a:pt x="2182" y="4664"/>
                </a:lnTo>
                <a:lnTo>
                  <a:pt x="7855" y="4664"/>
                </a:lnTo>
                <a:lnTo>
                  <a:pt x="8073" y="5645"/>
                </a:lnTo>
                <a:lnTo>
                  <a:pt x="8945" y="6627"/>
                </a:lnTo>
                <a:lnTo>
                  <a:pt x="9818" y="6873"/>
                </a:lnTo>
                <a:lnTo>
                  <a:pt x="10909" y="7118"/>
                </a:lnTo>
                <a:lnTo>
                  <a:pt x="12655" y="6627"/>
                </a:lnTo>
                <a:lnTo>
                  <a:pt x="13527" y="5645"/>
                </a:lnTo>
                <a:lnTo>
                  <a:pt x="13745" y="4664"/>
                </a:lnTo>
                <a:lnTo>
                  <a:pt x="19418" y="4664"/>
                </a:lnTo>
                <a:lnTo>
                  <a:pt x="19418" y="19391"/>
                </a:lnTo>
                <a:lnTo>
                  <a:pt x="2182" y="1939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2" name="Google Shape;942;p49"/>
          <p:cNvGrpSpPr/>
          <p:nvPr/>
        </p:nvGrpSpPr>
        <p:grpSpPr>
          <a:xfrm>
            <a:off x="2518834" y="4212167"/>
            <a:ext cx="215892" cy="419085"/>
            <a:chOff x="0" y="0"/>
            <a:chExt cx="215892" cy="419085"/>
          </a:xfrm>
        </p:grpSpPr>
        <p:sp>
          <p:nvSpPr>
            <p:cNvPr id="943" name="Google Shape;943;p49"/>
            <p:cNvSpPr/>
            <p:nvPr/>
          </p:nvSpPr>
          <p:spPr>
            <a:xfrm>
              <a:off x="50798" y="0"/>
              <a:ext cx="127008" cy="127008"/>
            </a:xfrm>
            <a:custGeom>
              <a:rect b="b" l="l" r="r" t="t"/>
              <a:pathLst>
                <a:path extrusionOk="0" h="21600" w="21600">
                  <a:moveTo>
                    <a:pt x="10800" y="21600"/>
                  </a:moveTo>
                  <a:lnTo>
                    <a:pt x="6480" y="20880"/>
                  </a:lnTo>
                  <a:lnTo>
                    <a:pt x="720" y="15120"/>
                  </a:lnTo>
                  <a:lnTo>
                    <a:pt x="0" y="10800"/>
                  </a:lnTo>
                  <a:lnTo>
                    <a:pt x="720" y="6480"/>
                  </a:lnTo>
                  <a:lnTo>
                    <a:pt x="3600" y="3600"/>
                  </a:lnTo>
                  <a:lnTo>
                    <a:pt x="6480" y="1440"/>
                  </a:lnTo>
                  <a:lnTo>
                    <a:pt x="10800" y="0"/>
                  </a:lnTo>
                  <a:lnTo>
                    <a:pt x="15120" y="1440"/>
                  </a:lnTo>
                  <a:lnTo>
                    <a:pt x="18000" y="3600"/>
                  </a:lnTo>
                  <a:lnTo>
                    <a:pt x="20880" y="6480"/>
                  </a:lnTo>
                  <a:lnTo>
                    <a:pt x="21600" y="10800"/>
                  </a:lnTo>
                  <a:lnTo>
                    <a:pt x="20880" y="15120"/>
                  </a:lnTo>
                  <a:lnTo>
                    <a:pt x="15120" y="20880"/>
                  </a:lnTo>
                  <a:lnTo>
                    <a:pt x="10800" y="21600"/>
                  </a:lnTo>
                  <a:close/>
                  <a:moveTo>
                    <a:pt x="10800" y="7200"/>
                  </a:moveTo>
                  <a:lnTo>
                    <a:pt x="9360" y="7200"/>
                  </a:lnTo>
                  <a:lnTo>
                    <a:pt x="7200" y="9360"/>
                  </a:lnTo>
                  <a:lnTo>
                    <a:pt x="7200" y="12960"/>
                  </a:lnTo>
                  <a:lnTo>
                    <a:pt x="7920" y="13680"/>
                  </a:lnTo>
                  <a:lnTo>
                    <a:pt x="9360" y="14400"/>
                  </a:lnTo>
                  <a:lnTo>
                    <a:pt x="12240" y="14400"/>
                  </a:lnTo>
                  <a:lnTo>
                    <a:pt x="13680" y="13680"/>
                  </a:lnTo>
                  <a:lnTo>
                    <a:pt x="14400" y="12960"/>
                  </a:lnTo>
                  <a:lnTo>
                    <a:pt x="14400" y="9360"/>
                  </a:lnTo>
                  <a:lnTo>
                    <a:pt x="12240" y="7200"/>
                  </a:lnTo>
                  <a:lnTo>
                    <a:pt x="10800" y="720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49"/>
            <p:cNvSpPr/>
            <p:nvPr/>
          </p:nvSpPr>
          <p:spPr>
            <a:xfrm>
              <a:off x="0" y="126999"/>
              <a:ext cx="215892" cy="292086"/>
            </a:xfrm>
            <a:custGeom>
              <a:rect b="b" l="l" r="r" t="t"/>
              <a:pathLst>
                <a:path extrusionOk="0" h="21600" w="21600">
                  <a:moveTo>
                    <a:pt x="15120" y="21600"/>
                  </a:moveTo>
                  <a:lnTo>
                    <a:pt x="5616" y="21600"/>
                  </a:lnTo>
                  <a:lnTo>
                    <a:pt x="4752" y="21287"/>
                  </a:lnTo>
                  <a:lnTo>
                    <a:pt x="4320" y="20974"/>
                  </a:lnTo>
                  <a:lnTo>
                    <a:pt x="4320" y="13774"/>
                  </a:lnTo>
                  <a:lnTo>
                    <a:pt x="1296" y="13774"/>
                  </a:lnTo>
                  <a:lnTo>
                    <a:pt x="864" y="13461"/>
                  </a:lnTo>
                  <a:lnTo>
                    <a:pt x="0" y="13148"/>
                  </a:lnTo>
                  <a:lnTo>
                    <a:pt x="0" y="6261"/>
                  </a:lnTo>
                  <a:lnTo>
                    <a:pt x="1296" y="4696"/>
                  </a:lnTo>
                  <a:lnTo>
                    <a:pt x="1728" y="3443"/>
                  </a:lnTo>
                  <a:lnTo>
                    <a:pt x="4752" y="1252"/>
                  </a:lnTo>
                  <a:lnTo>
                    <a:pt x="6480" y="626"/>
                  </a:lnTo>
                  <a:lnTo>
                    <a:pt x="8640" y="0"/>
                  </a:lnTo>
                  <a:lnTo>
                    <a:pt x="12960" y="0"/>
                  </a:lnTo>
                  <a:lnTo>
                    <a:pt x="15120" y="626"/>
                  </a:lnTo>
                  <a:lnTo>
                    <a:pt x="16848" y="1252"/>
                  </a:lnTo>
                  <a:lnTo>
                    <a:pt x="19872" y="3443"/>
                  </a:lnTo>
                  <a:lnTo>
                    <a:pt x="20304" y="4696"/>
                  </a:lnTo>
                  <a:lnTo>
                    <a:pt x="21600" y="6261"/>
                  </a:lnTo>
                  <a:lnTo>
                    <a:pt x="21600" y="13148"/>
                  </a:lnTo>
                  <a:lnTo>
                    <a:pt x="20736" y="13461"/>
                  </a:lnTo>
                  <a:lnTo>
                    <a:pt x="20304" y="13774"/>
                  </a:lnTo>
                  <a:lnTo>
                    <a:pt x="17280" y="13774"/>
                  </a:lnTo>
                  <a:lnTo>
                    <a:pt x="17280" y="20974"/>
                  </a:lnTo>
                  <a:lnTo>
                    <a:pt x="16848" y="21287"/>
                  </a:lnTo>
                  <a:lnTo>
                    <a:pt x="15984" y="21600"/>
                  </a:lnTo>
                  <a:lnTo>
                    <a:pt x="15120" y="21600"/>
                  </a:lnTo>
                  <a:close/>
                  <a:moveTo>
                    <a:pt x="8640" y="18470"/>
                  </a:moveTo>
                  <a:lnTo>
                    <a:pt x="12960" y="18470"/>
                  </a:lnTo>
                  <a:lnTo>
                    <a:pt x="12960" y="11583"/>
                  </a:lnTo>
                  <a:lnTo>
                    <a:pt x="13824" y="10957"/>
                  </a:lnTo>
                  <a:lnTo>
                    <a:pt x="17280" y="10957"/>
                  </a:lnTo>
                  <a:lnTo>
                    <a:pt x="17280" y="7826"/>
                  </a:lnTo>
                  <a:lnTo>
                    <a:pt x="16848" y="5948"/>
                  </a:lnTo>
                  <a:lnTo>
                    <a:pt x="13392" y="3443"/>
                  </a:lnTo>
                  <a:lnTo>
                    <a:pt x="10800" y="3130"/>
                  </a:lnTo>
                  <a:lnTo>
                    <a:pt x="8208" y="3443"/>
                  </a:lnTo>
                  <a:lnTo>
                    <a:pt x="4752" y="5948"/>
                  </a:lnTo>
                  <a:lnTo>
                    <a:pt x="4320" y="7826"/>
                  </a:lnTo>
                  <a:lnTo>
                    <a:pt x="4320" y="10957"/>
                  </a:lnTo>
                  <a:lnTo>
                    <a:pt x="7776" y="10957"/>
                  </a:lnTo>
                  <a:lnTo>
                    <a:pt x="8640" y="11583"/>
                  </a:lnTo>
                  <a:lnTo>
                    <a:pt x="8640" y="1847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5" name="Google Shape;945;p49"/>
          <p:cNvGrpSpPr/>
          <p:nvPr/>
        </p:nvGrpSpPr>
        <p:grpSpPr>
          <a:xfrm>
            <a:off x="10397065" y="3208866"/>
            <a:ext cx="512220" cy="457199"/>
            <a:chOff x="-1" y="0"/>
            <a:chExt cx="512220" cy="457199"/>
          </a:xfrm>
        </p:grpSpPr>
        <p:sp>
          <p:nvSpPr>
            <p:cNvPr id="946" name="Google Shape;946;p49"/>
            <p:cNvSpPr/>
            <p:nvPr/>
          </p:nvSpPr>
          <p:spPr>
            <a:xfrm>
              <a:off x="220133" y="0"/>
              <a:ext cx="292086" cy="292086"/>
            </a:xfrm>
            <a:custGeom>
              <a:rect b="b" l="l" r="r" t="t"/>
              <a:pathLst>
                <a:path extrusionOk="0" h="21600" w="21600">
                  <a:moveTo>
                    <a:pt x="7714" y="21600"/>
                  </a:moveTo>
                  <a:lnTo>
                    <a:pt x="7097" y="21600"/>
                  </a:lnTo>
                  <a:lnTo>
                    <a:pt x="6480" y="20661"/>
                  </a:lnTo>
                  <a:lnTo>
                    <a:pt x="6171" y="20035"/>
                  </a:lnTo>
                  <a:lnTo>
                    <a:pt x="6171" y="16904"/>
                  </a:lnTo>
                  <a:lnTo>
                    <a:pt x="4629" y="16904"/>
                  </a:lnTo>
                  <a:lnTo>
                    <a:pt x="4629" y="13774"/>
                  </a:lnTo>
                  <a:lnTo>
                    <a:pt x="8640" y="13774"/>
                  </a:lnTo>
                  <a:lnTo>
                    <a:pt x="8949" y="14087"/>
                  </a:lnTo>
                  <a:lnTo>
                    <a:pt x="9257" y="14713"/>
                  </a:lnTo>
                  <a:lnTo>
                    <a:pt x="9257" y="16904"/>
                  </a:lnTo>
                  <a:lnTo>
                    <a:pt x="12960" y="14087"/>
                  </a:lnTo>
                  <a:lnTo>
                    <a:pt x="13886" y="13774"/>
                  </a:lnTo>
                  <a:lnTo>
                    <a:pt x="18514" y="13774"/>
                  </a:lnTo>
                  <a:lnTo>
                    <a:pt x="18514" y="3130"/>
                  </a:lnTo>
                  <a:lnTo>
                    <a:pt x="3086" y="3130"/>
                  </a:lnTo>
                  <a:lnTo>
                    <a:pt x="3086" y="7513"/>
                  </a:lnTo>
                  <a:lnTo>
                    <a:pt x="0" y="7513"/>
                  </a:lnTo>
                  <a:lnTo>
                    <a:pt x="0" y="3130"/>
                  </a:lnTo>
                  <a:lnTo>
                    <a:pt x="617" y="1878"/>
                  </a:lnTo>
                  <a:lnTo>
                    <a:pt x="926" y="626"/>
                  </a:lnTo>
                  <a:lnTo>
                    <a:pt x="2160" y="313"/>
                  </a:lnTo>
                  <a:lnTo>
                    <a:pt x="3086" y="0"/>
                  </a:lnTo>
                  <a:lnTo>
                    <a:pt x="18514" y="0"/>
                  </a:lnTo>
                  <a:lnTo>
                    <a:pt x="19440" y="313"/>
                  </a:lnTo>
                  <a:lnTo>
                    <a:pt x="20674" y="626"/>
                  </a:lnTo>
                  <a:lnTo>
                    <a:pt x="20983" y="1878"/>
                  </a:lnTo>
                  <a:lnTo>
                    <a:pt x="21600" y="3130"/>
                  </a:lnTo>
                  <a:lnTo>
                    <a:pt x="21600" y="13774"/>
                  </a:lnTo>
                  <a:lnTo>
                    <a:pt x="20983" y="15026"/>
                  </a:lnTo>
                  <a:lnTo>
                    <a:pt x="20674" y="16278"/>
                  </a:lnTo>
                  <a:lnTo>
                    <a:pt x="19440" y="16591"/>
                  </a:lnTo>
                  <a:lnTo>
                    <a:pt x="18514" y="16904"/>
                  </a:lnTo>
                  <a:lnTo>
                    <a:pt x="14194" y="16904"/>
                  </a:lnTo>
                  <a:lnTo>
                    <a:pt x="8640" y="21287"/>
                  </a:lnTo>
                  <a:lnTo>
                    <a:pt x="7714" y="2160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49"/>
            <p:cNvSpPr/>
            <p:nvPr/>
          </p:nvSpPr>
          <p:spPr>
            <a:xfrm>
              <a:off x="93133" y="127000"/>
              <a:ext cx="165078" cy="165078"/>
            </a:xfrm>
            <a:custGeom>
              <a:rect b="b" l="l" r="r" t="t"/>
              <a:pathLst>
                <a:path extrusionOk="0" h="21600" w="21600">
                  <a:moveTo>
                    <a:pt x="11077" y="21600"/>
                  </a:moveTo>
                  <a:lnTo>
                    <a:pt x="8862" y="21600"/>
                  </a:lnTo>
                  <a:lnTo>
                    <a:pt x="6646" y="21060"/>
                  </a:lnTo>
                  <a:lnTo>
                    <a:pt x="3323" y="18360"/>
                  </a:lnTo>
                  <a:lnTo>
                    <a:pt x="554" y="14580"/>
                  </a:lnTo>
                  <a:lnTo>
                    <a:pt x="0" y="12960"/>
                  </a:lnTo>
                  <a:lnTo>
                    <a:pt x="0" y="8640"/>
                  </a:lnTo>
                  <a:lnTo>
                    <a:pt x="554" y="7020"/>
                  </a:lnTo>
                  <a:lnTo>
                    <a:pt x="3323" y="3780"/>
                  </a:lnTo>
                  <a:lnTo>
                    <a:pt x="6646" y="1080"/>
                  </a:lnTo>
                  <a:lnTo>
                    <a:pt x="8862" y="0"/>
                  </a:lnTo>
                  <a:lnTo>
                    <a:pt x="12738" y="0"/>
                  </a:lnTo>
                  <a:lnTo>
                    <a:pt x="14954" y="1080"/>
                  </a:lnTo>
                  <a:lnTo>
                    <a:pt x="18277" y="3780"/>
                  </a:lnTo>
                  <a:lnTo>
                    <a:pt x="21046" y="7020"/>
                  </a:lnTo>
                  <a:lnTo>
                    <a:pt x="21600" y="8640"/>
                  </a:lnTo>
                  <a:lnTo>
                    <a:pt x="21600" y="12960"/>
                  </a:lnTo>
                  <a:lnTo>
                    <a:pt x="21046" y="14580"/>
                  </a:lnTo>
                  <a:lnTo>
                    <a:pt x="18277" y="18360"/>
                  </a:lnTo>
                  <a:lnTo>
                    <a:pt x="14954" y="21060"/>
                  </a:lnTo>
                  <a:lnTo>
                    <a:pt x="12738" y="21600"/>
                  </a:lnTo>
                  <a:lnTo>
                    <a:pt x="11077" y="21600"/>
                  </a:lnTo>
                  <a:close/>
                  <a:moveTo>
                    <a:pt x="11077" y="5400"/>
                  </a:moveTo>
                  <a:lnTo>
                    <a:pt x="8862" y="5940"/>
                  </a:lnTo>
                  <a:lnTo>
                    <a:pt x="6646" y="7020"/>
                  </a:lnTo>
                  <a:lnTo>
                    <a:pt x="6092" y="8640"/>
                  </a:lnTo>
                  <a:lnTo>
                    <a:pt x="5538" y="10800"/>
                  </a:lnTo>
                  <a:lnTo>
                    <a:pt x="6092" y="12960"/>
                  </a:lnTo>
                  <a:lnTo>
                    <a:pt x="6646" y="14580"/>
                  </a:lnTo>
                  <a:lnTo>
                    <a:pt x="8862" y="15660"/>
                  </a:lnTo>
                  <a:lnTo>
                    <a:pt x="11077" y="16200"/>
                  </a:lnTo>
                  <a:lnTo>
                    <a:pt x="12738" y="15660"/>
                  </a:lnTo>
                  <a:lnTo>
                    <a:pt x="14954" y="14580"/>
                  </a:lnTo>
                  <a:lnTo>
                    <a:pt x="15508" y="12960"/>
                  </a:lnTo>
                  <a:lnTo>
                    <a:pt x="16062" y="10800"/>
                  </a:lnTo>
                  <a:lnTo>
                    <a:pt x="15508" y="8640"/>
                  </a:lnTo>
                  <a:lnTo>
                    <a:pt x="14954" y="7020"/>
                  </a:lnTo>
                  <a:lnTo>
                    <a:pt x="12738" y="5940"/>
                  </a:lnTo>
                  <a:lnTo>
                    <a:pt x="11077" y="540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49"/>
            <p:cNvSpPr/>
            <p:nvPr/>
          </p:nvSpPr>
          <p:spPr>
            <a:xfrm>
              <a:off x="-1" y="317501"/>
              <a:ext cx="347112" cy="139698"/>
            </a:xfrm>
            <a:custGeom>
              <a:rect b="b" l="l" r="r" t="t"/>
              <a:pathLst>
                <a:path extrusionOk="0" h="21600" w="21600">
                  <a:moveTo>
                    <a:pt x="21600" y="21600"/>
                  </a:moveTo>
                  <a:lnTo>
                    <a:pt x="0" y="21600"/>
                  </a:lnTo>
                  <a:lnTo>
                    <a:pt x="0" y="18424"/>
                  </a:lnTo>
                  <a:lnTo>
                    <a:pt x="273" y="14612"/>
                  </a:lnTo>
                  <a:lnTo>
                    <a:pt x="820" y="10800"/>
                  </a:lnTo>
                  <a:lnTo>
                    <a:pt x="1641" y="7624"/>
                  </a:lnTo>
                  <a:lnTo>
                    <a:pt x="3008" y="5082"/>
                  </a:lnTo>
                  <a:lnTo>
                    <a:pt x="4648" y="3176"/>
                  </a:lnTo>
                  <a:lnTo>
                    <a:pt x="6562" y="1271"/>
                  </a:lnTo>
                  <a:lnTo>
                    <a:pt x="8476" y="0"/>
                  </a:lnTo>
                  <a:lnTo>
                    <a:pt x="13124" y="0"/>
                  </a:lnTo>
                  <a:lnTo>
                    <a:pt x="15311" y="1271"/>
                  </a:lnTo>
                  <a:lnTo>
                    <a:pt x="18592" y="5082"/>
                  </a:lnTo>
                  <a:lnTo>
                    <a:pt x="19959" y="7624"/>
                  </a:lnTo>
                  <a:lnTo>
                    <a:pt x="21053" y="10800"/>
                  </a:lnTo>
                  <a:lnTo>
                    <a:pt x="21600" y="18424"/>
                  </a:lnTo>
                  <a:lnTo>
                    <a:pt x="21600" y="21600"/>
                  </a:lnTo>
                  <a:close/>
                  <a:moveTo>
                    <a:pt x="3008" y="15247"/>
                  </a:moveTo>
                  <a:lnTo>
                    <a:pt x="18592" y="15247"/>
                  </a:lnTo>
                  <a:lnTo>
                    <a:pt x="18319" y="13341"/>
                  </a:lnTo>
                  <a:lnTo>
                    <a:pt x="17499" y="11435"/>
                  </a:lnTo>
                  <a:lnTo>
                    <a:pt x="15858" y="8259"/>
                  </a:lnTo>
                  <a:lnTo>
                    <a:pt x="13397" y="6988"/>
                  </a:lnTo>
                  <a:lnTo>
                    <a:pt x="10937" y="6353"/>
                  </a:lnTo>
                  <a:lnTo>
                    <a:pt x="8203" y="6988"/>
                  </a:lnTo>
                  <a:lnTo>
                    <a:pt x="5742" y="8259"/>
                  </a:lnTo>
                  <a:lnTo>
                    <a:pt x="4101" y="11435"/>
                  </a:lnTo>
                  <a:lnTo>
                    <a:pt x="3281" y="13341"/>
                  </a:lnTo>
                  <a:lnTo>
                    <a:pt x="3008" y="15247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9" name="Google Shape;949;p49"/>
          <p:cNvSpPr/>
          <p:nvPr/>
        </p:nvSpPr>
        <p:spPr>
          <a:xfrm>
            <a:off x="4423834" y="4212167"/>
            <a:ext cx="419094" cy="419094"/>
          </a:xfrm>
          <a:custGeom>
            <a:rect b="b" l="l" r="r" t="t"/>
            <a:pathLst>
              <a:path extrusionOk="0" h="21600" w="21600">
                <a:moveTo>
                  <a:pt x="21600" y="19837"/>
                </a:moveTo>
                <a:lnTo>
                  <a:pt x="15649" y="14327"/>
                </a:lnTo>
                <a:lnTo>
                  <a:pt x="16310" y="12784"/>
                </a:lnTo>
                <a:lnTo>
                  <a:pt x="16971" y="11461"/>
                </a:lnTo>
                <a:lnTo>
                  <a:pt x="17412" y="10139"/>
                </a:lnTo>
                <a:lnTo>
                  <a:pt x="17412" y="8816"/>
                </a:lnTo>
                <a:lnTo>
                  <a:pt x="17192" y="7053"/>
                </a:lnTo>
                <a:lnTo>
                  <a:pt x="16971" y="5510"/>
                </a:lnTo>
                <a:lnTo>
                  <a:pt x="16090" y="3967"/>
                </a:lnTo>
                <a:lnTo>
                  <a:pt x="14988" y="2645"/>
                </a:lnTo>
                <a:lnTo>
                  <a:pt x="13665" y="1543"/>
                </a:lnTo>
                <a:lnTo>
                  <a:pt x="12122" y="661"/>
                </a:lnTo>
                <a:lnTo>
                  <a:pt x="10359" y="441"/>
                </a:lnTo>
                <a:lnTo>
                  <a:pt x="8816" y="0"/>
                </a:lnTo>
                <a:lnTo>
                  <a:pt x="7053" y="441"/>
                </a:lnTo>
                <a:lnTo>
                  <a:pt x="5510" y="661"/>
                </a:lnTo>
                <a:lnTo>
                  <a:pt x="3967" y="1543"/>
                </a:lnTo>
                <a:lnTo>
                  <a:pt x="2424" y="2645"/>
                </a:lnTo>
                <a:lnTo>
                  <a:pt x="1322" y="3967"/>
                </a:lnTo>
                <a:lnTo>
                  <a:pt x="661" y="5510"/>
                </a:lnTo>
                <a:lnTo>
                  <a:pt x="220" y="7053"/>
                </a:lnTo>
                <a:lnTo>
                  <a:pt x="0" y="8816"/>
                </a:lnTo>
                <a:lnTo>
                  <a:pt x="220" y="10359"/>
                </a:lnTo>
                <a:lnTo>
                  <a:pt x="661" y="12122"/>
                </a:lnTo>
                <a:lnTo>
                  <a:pt x="1322" y="13665"/>
                </a:lnTo>
                <a:lnTo>
                  <a:pt x="2424" y="14988"/>
                </a:lnTo>
                <a:lnTo>
                  <a:pt x="3967" y="16090"/>
                </a:lnTo>
                <a:lnTo>
                  <a:pt x="5510" y="16971"/>
                </a:lnTo>
                <a:lnTo>
                  <a:pt x="7053" y="17192"/>
                </a:lnTo>
                <a:lnTo>
                  <a:pt x="8816" y="17412"/>
                </a:lnTo>
                <a:lnTo>
                  <a:pt x="10139" y="17412"/>
                </a:lnTo>
                <a:lnTo>
                  <a:pt x="11461" y="16971"/>
                </a:lnTo>
                <a:lnTo>
                  <a:pt x="12784" y="16310"/>
                </a:lnTo>
                <a:lnTo>
                  <a:pt x="13886" y="15649"/>
                </a:lnTo>
                <a:lnTo>
                  <a:pt x="19837" y="21600"/>
                </a:lnTo>
                <a:lnTo>
                  <a:pt x="21600" y="19837"/>
                </a:lnTo>
                <a:close/>
                <a:moveTo>
                  <a:pt x="4188" y="13445"/>
                </a:moveTo>
                <a:lnTo>
                  <a:pt x="3306" y="12343"/>
                </a:lnTo>
                <a:lnTo>
                  <a:pt x="2865" y="11241"/>
                </a:lnTo>
                <a:lnTo>
                  <a:pt x="2204" y="10139"/>
                </a:lnTo>
                <a:lnTo>
                  <a:pt x="2204" y="7494"/>
                </a:lnTo>
                <a:lnTo>
                  <a:pt x="2865" y="6392"/>
                </a:lnTo>
                <a:lnTo>
                  <a:pt x="3306" y="5290"/>
                </a:lnTo>
                <a:lnTo>
                  <a:pt x="4188" y="4188"/>
                </a:lnTo>
                <a:lnTo>
                  <a:pt x="5290" y="3306"/>
                </a:lnTo>
                <a:lnTo>
                  <a:pt x="6392" y="2865"/>
                </a:lnTo>
                <a:lnTo>
                  <a:pt x="7494" y="2204"/>
                </a:lnTo>
                <a:lnTo>
                  <a:pt x="10139" y="2204"/>
                </a:lnTo>
                <a:lnTo>
                  <a:pt x="11241" y="2865"/>
                </a:lnTo>
                <a:lnTo>
                  <a:pt x="12343" y="3306"/>
                </a:lnTo>
                <a:lnTo>
                  <a:pt x="13445" y="4188"/>
                </a:lnTo>
                <a:lnTo>
                  <a:pt x="14767" y="6392"/>
                </a:lnTo>
                <a:lnTo>
                  <a:pt x="15208" y="7494"/>
                </a:lnTo>
                <a:lnTo>
                  <a:pt x="15208" y="10139"/>
                </a:lnTo>
                <a:lnTo>
                  <a:pt x="14767" y="11241"/>
                </a:lnTo>
                <a:lnTo>
                  <a:pt x="13445" y="13445"/>
                </a:lnTo>
                <a:lnTo>
                  <a:pt x="12343" y="14327"/>
                </a:lnTo>
                <a:lnTo>
                  <a:pt x="10139" y="15208"/>
                </a:lnTo>
                <a:lnTo>
                  <a:pt x="7494" y="15208"/>
                </a:lnTo>
                <a:lnTo>
                  <a:pt x="5290" y="14327"/>
                </a:lnTo>
                <a:lnTo>
                  <a:pt x="4188" y="1344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49"/>
          <p:cNvSpPr/>
          <p:nvPr/>
        </p:nvSpPr>
        <p:spPr>
          <a:xfrm>
            <a:off x="4525434" y="4402666"/>
            <a:ext cx="127008" cy="6350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720" y="11520"/>
                </a:lnTo>
                <a:lnTo>
                  <a:pt x="2880" y="5760"/>
                </a:lnTo>
                <a:lnTo>
                  <a:pt x="6480" y="1440"/>
                </a:lnTo>
                <a:lnTo>
                  <a:pt x="10800" y="0"/>
                </a:lnTo>
                <a:lnTo>
                  <a:pt x="15120" y="1440"/>
                </a:lnTo>
                <a:lnTo>
                  <a:pt x="18720" y="5760"/>
                </a:lnTo>
                <a:lnTo>
                  <a:pt x="20160" y="1152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49"/>
          <p:cNvSpPr/>
          <p:nvPr/>
        </p:nvSpPr>
        <p:spPr>
          <a:xfrm>
            <a:off x="4550834" y="4301066"/>
            <a:ext cx="88884" cy="7619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19440" y="15120"/>
                </a:lnTo>
                <a:lnTo>
                  <a:pt x="17280" y="18360"/>
                </a:lnTo>
                <a:lnTo>
                  <a:pt x="14040" y="20520"/>
                </a:lnTo>
                <a:lnTo>
                  <a:pt x="10800" y="21600"/>
                </a:lnTo>
                <a:lnTo>
                  <a:pt x="6480" y="20520"/>
                </a:lnTo>
                <a:lnTo>
                  <a:pt x="2160" y="18360"/>
                </a:lnTo>
                <a:lnTo>
                  <a:pt x="0" y="15120"/>
                </a:lnTo>
                <a:lnTo>
                  <a:pt x="0" y="6480"/>
                </a:lnTo>
                <a:lnTo>
                  <a:pt x="2160" y="3240"/>
                </a:lnTo>
                <a:lnTo>
                  <a:pt x="6480" y="1080"/>
                </a:lnTo>
                <a:lnTo>
                  <a:pt x="10800" y="0"/>
                </a:lnTo>
                <a:lnTo>
                  <a:pt x="14040" y="1080"/>
                </a:lnTo>
                <a:lnTo>
                  <a:pt x="17280" y="3240"/>
                </a:lnTo>
                <a:lnTo>
                  <a:pt x="19440" y="648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2" name="Google Shape;952;p49"/>
          <p:cNvGrpSpPr/>
          <p:nvPr/>
        </p:nvGrpSpPr>
        <p:grpSpPr>
          <a:xfrm>
            <a:off x="1528234" y="4237567"/>
            <a:ext cx="203202" cy="393704"/>
            <a:chOff x="0" y="0"/>
            <a:chExt cx="203202" cy="393704"/>
          </a:xfrm>
        </p:grpSpPr>
        <p:sp>
          <p:nvSpPr>
            <p:cNvPr id="953" name="Google Shape;953;p49"/>
            <p:cNvSpPr/>
            <p:nvPr/>
          </p:nvSpPr>
          <p:spPr>
            <a:xfrm>
              <a:off x="38104" y="0"/>
              <a:ext cx="127008" cy="127008"/>
            </a:xfrm>
            <a:custGeom>
              <a:rect b="b" l="l" r="r" t="t"/>
              <a:pathLst>
                <a:path extrusionOk="0" h="21600" w="21600">
                  <a:moveTo>
                    <a:pt x="10800" y="21600"/>
                  </a:moveTo>
                  <a:lnTo>
                    <a:pt x="6480" y="20880"/>
                  </a:lnTo>
                  <a:lnTo>
                    <a:pt x="3600" y="18000"/>
                  </a:lnTo>
                  <a:lnTo>
                    <a:pt x="1440" y="15120"/>
                  </a:lnTo>
                  <a:lnTo>
                    <a:pt x="0" y="10800"/>
                  </a:lnTo>
                  <a:lnTo>
                    <a:pt x="1440" y="6480"/>
                  </a:lnTo>
                  <a:lnTo>
                    <a:pt x="3600" y="3600"/>
                  </a:lnTo>
                  <a:lnTo>
                    <a:pt x="6480" y="1440"/>
                  </a:lnTo>
                  <a:lnTo>
                    <a:pt x="10800" y="0"/>
                  </a:lnTo>
                  <a:lnTo>
                    <a:pt x="15120" y="1440"/>
                  </a:lnTo>
                  <a:lnTo>
                    <a:pt x="18000" y="3600"/>
                  </a:lnTo>
                  <a:lnTo>
                    <a:pt x="20880" y="6480"/>
                  </a:lnTo>
                  <a:lnTo>
                    <a:pt x="21600" y="10800"/>
                  </a:lnTo>
                  <a:lnTo>
                    <a:pt x="20880" y="15120"/>
                  </a:lnTo>
                  <a:lnTo>
                    <a:pt x="15120" y="20880"/>
                  </a:lnTo>
                  <a:lnTo>
                    <a:pt x="10800" y="21600"/>
                  </a:lnTo>
                  <a:close/>
                  <a:moveTo>
                    <a:pt x="10800" y="7200"/>
                  </a:moveTo>
                  <a:lnTo>
                    <a:pt x="9360" y="7200"/>
                  </a:lnTo>
                  <a:lnTo>
                    <a:pt x="7920" y="7920"/>
                  </a:lnTo>
                  <a:lnTo>
                    <a:pt x="7200" y="9360"/>
                  </a:lnTo>
                  <a:lnTo>
                    <a:pt x="7200" y="12960"/>
                  </a:lnTo>
                  <a:lnTo>
                    <a:pt x="7920" y="13680"/>
                  </a:lnTo>
                  <a:lnTo>
                    <a:pt x="9360" y="14400"/>
                  </a:lnTo>
                  <a:lnTo>
                    <a:pt x="12960" y="14400"/>
                  </a:lnTo>
                  <a:lnTo>
                    <a:pt x="14400" y="12960"/>
                  </a:lnTo>
                  <a:lnTo>
                    <a:pt x="14400" y="9360"/>
                  </a:lnTo>
                  <a:lnTo>
                    <a:pt x="13680" y="7920"/>
                  </a:lnTo>
                  <a:lnTo>
                    <a:pt x="12960" y="7200"/>
                  </a:lnTo>
                  <a:lnTo>
                    <a:pt x="10800" y="720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49"/>
            <p:cNvSpPr/>
            <p:nvPr/>
          </p:nvSpPr>
          <p:spPr>
            <a:xfrm>
              <a:off x="0" y="126998"/>
              <a:ext cx="203202" cy="266706"/>
            </a:xfrm>
            <a:custGeom>
              <a:rect b="b" l="l" r="r" t="t"/>
              <a:pathLst>
                <a:path extrusionOk="0" h="21600" w="21600">
                  <a:moveTo>
                    <a:pt x="12784" y="21600"/>
                  </a:moveTo>
                  <a:lnTo>
                    <a:pt x="8376" y="21600"/>
                  </a:lnTo>
                  <a:lnTo>
                    <a:pt x="7494" y="21263"/>
                  </a:lnTo>
                  <a:lnTo>
                    <a:pt x="6171" y="20250"/>
                  </a:lnTo>
                  <a:lnTo>
                    <a:pt x="4849" y="16537"/>
                  </a:lnTo>
                  <a:lnTo>
                    <a:pt x="882" y="16537"/>
                  </a:lnTo>
                  <a:lnTo>
                    <a:pt x="441" y="15863"/>
                  </a:lnTo>
                  <a:lnTo>
                    <a:pt x="0" y="15525"/>
                  </a:lnTo>
                  <a:lnTo>
                    <a:pt x="0" y="14512"/>
                  </a:lnTo>
                  <a:lnTo>
                    <a:pt x="3086" y="4725"/>
                  </a:lnTo>
                  <a:lnTo>
                    <a:pt x="3967" y="3037"/>
                  </a:lnTo>
                  <a:lnTo>
                    <a:pt x="5731" y="1350"/>
                  </a:lnTo>
                  <a:lnTo>
                    <a:pt x="7935" y="337"/>
                  </a:lnTo>
                  <a:lnTo>
                    <a:pt x="10580" y="0"/>
                  </a:lnTo>
                  <a:lnTo>
                    <a:pt x="13224" y="337"/>
                  </a:lnTo>
                  <a:lnTo>
                    <a:pt x="15429" y="1350"/>
                  </a:lnTo>
                  <a:lnTo>
                    <a:pt x="17192" y="3037"/>
                  </a:lnTo>
                  <a:lnTo>
                    <a:pt x="18073" y="4725"/>
                  </a:lnTo>
                  <a:lnTo>
                    <a:pt x="21600" y="14512"/>
                  </a:lnTo>
                  <a:lnTo>
                    <a:pt x="21600" y="15525"/>
                  </a:lnTo>
                  <a:lnTo>
                    <a:pt x="20278" y="16537"/>
                  </a:lnTo>
                  <a:lnTo>
                    <a:pt x="16751" y="16537"/>
                  </a:lnTo>
                  <a:lnTo>
                    <a:pt x="14988" y="20250"/>
                  </a:lnTo>
                  <a:lnTo>
                    <a:pt x="14106" y="21263"/>
                  </a:lnTo>
                  <a:lnTo>
                    <a:pt x="12784" y="21600"/>
                  </a:lnTo>
                  <a:close/>
                  <a:moveTo>
                    <a:pt x="10139" y="18225"/>
                  </a:moveTo>
                  <a:lnTo>
                    <a:pt x="11020" y="18225"/>
                  </a:lnTo>
                  <a:lnTo>
                    <a:pt x="13224" y="13837"/>
                  </a:lnTo>
                  <a:lnTo>
                    <a:pt x="14106" y="13163"/>
                  </a:lnTo>
                  <a:lnTo>
                    <a:pt x="16751" y="13163"/>
                  </a:lnTo>
                  <a:lnTo>
                    <a:pt x="16310" y="11475"/>
                  </a:lnTo>
                  <a:lnTo>
                    <a:pt x="14547" y="7087"/>
                  </a:lnTo>
                  <a:lnTo>
                    <a:pt x="14106" y="5400"/>
                  </a:lnTo>
                  <a:lnTo>
                    <a:pt x="13224" y="4725"/>
                  </a:lnTo>
                  <a:lnTo>
                    <a:pt x="12784" y="3712"/>
                  </a:lnTo>
                  <a:lnTo>
                    <a:pt x="11902" y="3375"/>
                  </a:lnTo>
                  <a:lnTo>
                    <a:pt x="9698" y="3375"/>
                  </a:lnTo>
                  <a:lnTo>
                    <a:pt x="8376" y="3712"/>
                  </a:lnTo>
                  <a:lnTo>
                    <a:pt x="7935" y="4725"/>
                  </a:lnTo>
                  <a:lnTo>
                    <a:pt x="7494" y="5400"/>
                  </a:lnTo>
                  <a:lnTo>
                    <a:pt x="7053" y="7087"/>
                  </a:lnTo>
                  <a:lnTo>
                    <a:pt x="5290" y="11475"/>
                  </a:lnTo>
                  <a:lnTo>
                    <a:pt x="4849" y="13163"/>
                  </a:lnTo>
                  <a:lnTo>
                    <a:pt x="7494" y="13163"/>
                  </a:lnTo>
                  <a:lnTo>
                    <a:pt x="7935" y="14175"/>
                  </a:lnTo>
                  <a:lnTo>
                    <a:pt x="10139" y="18225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5" name="Google Shape;955;p49"/>
          <p:cNvSpPr/>
          <p:nvPr/>
        </p:nvSpPr>
        <p:spPr>
          <a:xfrm>
            <a:off x="4550834" y="3335866"/>
            <a:ext cx="177822" cy="6350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21600" y="4320"/>
                </a:lnTo>
                <a:lnTo>
                  <a:pt x="20057" y="2880"/>
                </a:lnTo>
                <a:lnTo>
                  <a:pt x="18000" y="0"/>
                </a:lnTo>
                <a:lnTo>
                  <a:pt x="3086" y="0"/>
                </a:lnTo>
                <a:lnTo>
                  <a:pt x="0" y="432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49"/>
          <p:cNvSpPr/>
          <p:nvPr/>
        </p:nvSpPr>
        <p:spPr>
          <a:xfrm>
            <a:off x="4525434" y="3373967"/>
            <a:ext cx="215892" cy="127008"/>
          </a:xfrm>
          <a:custGeom>
            <a:rect b="b" l="l" r="r" t="t"/>
            <a:pathLst>
              <a:path extrusionOk="0" h="21600" w="21600">
                <a:moveTo>
                  <a:pt x="11902" y="10080"/>
                </a:moveTo>
                <a:lnTo>
                  <a:pt x="9698" y="10080"/>
                </a:lnTo>
                <a:lnTo>
                  <a:pt x="0" y="0"/>
                </a:lnTo>
                <a:lnTo>
                  <a:pt x="0" y="14400"/>
                </a:lnTo>
                <a:lnTo>
                  <a:pt x="441" y="17280"/>
                </a:lnTo>
                <a:lnTo>
                  <a:pt x="882" y="19440"/>
                </a:lnTo>
                <a:lnTo>
                  <a:pt x="2645" y="20880"/>
                </a:lnTo>
                <a:lnTo>
                  <a:pt x="4408" y="21600"/>
                </a:lnTo>
                <a:lnTo>
                  <a:pt x="17192" y="21600"/>
                </a:lnTo>
                <a:lnTo>
                  <a:pt x="18955" y="20880"/>
                </a:lnTo>
                <a:lnTo>
                  <a:pt x="20718" y="19440"/>
                </a:lnTo>
                <a:lnTo>
                  <a:pt x="21159" y="17280"/>
                </a:lnTo>
                <a:lnTo>
                  <a:pt x="21600" y="14400"/>
                </a:lnTo>
                <a:lnTo>
                  <a:pt x="21600" y="0"/>
                </a:lnTo>
                <a:lnTo>
                  <a:pt x="11902" y="1008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49"/>
          <p:cNvSpPr/>
          <p:nvPr/>
        </p:nvSpPr>
        <p:spPr>
          <a:xfrm>
            <a:off x="4385733" y="3424767"/>
            <a:ext cx="469908" cy="228582"/>
          </a:xfrm>
          <a:custGeom>
            <a:rect b="b" l="l" r="r" t="t"/>
            <a:pathLst>
              <a:path extrusionOk="0" h="21600" w="21600">
                <a:moveTo>
                  <a:pt x="19688" y="4000"/>
                </a:moveTo>
                <a:lnTo>
                  <a:pt x="19115" y="6800"/>
                </a:lnTo>
                <a:lnTo>
                  <a:pt x="18542" y="9200"/>
                </a:lnTo>
                <a:lnTo>
                  <a:pt x="17777" y="12000"/>
                </a:lnTo>
                <a:lnTo>
                  <a:pt x="16821" y="14000"/>
                </a:lnTo>
                <a:lnTo>
                  <a:pt x="14145" y="16800"/>
                </a:lnTo>
                <a:lnTo>
                  <a:pt x="11469" y="17600"/>
                </a:lnTo>
                <a:lnTo>
                  <a:pt x="9940" y="17600"/>
                </a:lnTo>
                <a:lnTo>
                  <a:pt x="8602" y="16800"/>
                </a:lnTo>
                <a:lnTo>
                  <a:pt x="7455" y="16000"/>
                </a:lnTo>
                <a:lnTo>
                  <a:pt x="6117" y="14400"/>
                </a:lnTo>
                <a:lnTo>
                  <a:pt x="4588" y="10400"/>
                </a:lnTo>
                <a:lnTo>
                  <a:pt x="3823" y="8000"/>
                </a:lnTo>
                <a:lnTo>
                  <a:pt x="3441" y="4800"/>
                </a:lnTo>
                <a:lnTo>
                  <a:pt x="5735" y="0"/>
                </a:lnTo>
                <a:lnTo>
                  <a:pt x="0" y="0"/>
                </a:lnTo>
                <a:lnTo>
                  <a:pt x="0" y="12000"/>
                </a:lnTo>
                <a:lnTo>
                  <a:pt x="1720" y="8400"/>
                </a:lnTo>
                <a:lnTo>
                  <a:pt x="2485" y="10800"/>
                </a:lnTo>
                <a:lnTo>
                  <a:pt x="3441" y="14000"/>
                </a:lnTo>
                <a:lnTo>
                  <a:pt x="4396" y="16000"/>
                </a:lnTo>
                <a:lnTo>
                  <a:pt x="5543" y="17600"/>
                </a:lnTo>
                <a:lnTo>
                  <a:pt x="6881" y="19600"/>
                </a:lnTo>
                <a:lnTo>
                  <a:pt x="8411" y="20800"/>
                </a:lnTo>
                <a:lnTo>
                  <a:pt x="9749" y="21200"/>
                </a:lnTo>
                <a:lnTo>
                  <a:pt x="11469" y="21600"/>
                </a:lnTo>
                <a:lnTo>
                  <a:pt x="13189" y="21200"/>
                </a:lnTo>
                <a:lnTo>
                  <a:pt x="14910" y="20400"/>
                </a:lnTo>
                <a:lnTo>
                  <a:pt x="16630" y="18800"/>
                </a:lnTo>
                <a:lnTo>
                  <a:pt x="17968" y="16800"/>
                </a:lnTo>
                <a:lnTo>
                  <a:pt x="19497" y="14000"/>
                </a:lnTo>
                <a:lnTo>
                  <a:pt x="21027" y="7600"/>
                </a:lnTo>
                <a:lnTo>
                  <a:pt x="21600" y="4000"/>
                </a:lnTo>
                <a:lnTo>
                  <a:pt x="19688" y="40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49"/>
          <p:cNvSpPr/>
          <p:nvPr/>
        </p:nvSpPr>
        <p:spPr>
          <a:xfrm>
            <a:off x="4411133" y="3196167"/>
            <a:ext cx="469908" cy="228582"/>
          </a:xfrm>
          <a:custGeom>
            <a:rect b="b" l="l" r="r" t="t"/>
            <a:pathLst>
              <a:path extrusionOk="0" h="21600" w="21600">
                <a:moveTo>
                  <a:pt x="19864" y="13200"/>
                </a:moveTo>
                <a:lnTo>
                  <a:pt x="19093" y="10800"/>
                </a:lnTo>
                <a:lnTo>
                  <a:pt x="18321" y="8000"/>
                </a:lnTo>
                <a:lnTo>
                  <a:pt x="17357" y="6000"/>
                </a:lnTo>
                <a:lnTo>
                  <a:pt x="14657" y="2000"/>
                </a:lnTo>
                <a:lnTo>
                  <a:pt x="13307" y="800"/>
                </a:lnTo>
                <a:lnTo>
                  <a:pt x="10221" y="0"/>
                </a:lnTo>
                <a:lnTo>
                  <a:pt x="8293" y="400"/>
                </a:lnTo>
                <a:lnTo>
                  <a:pt x="4821" y="2800"/>
                </a:lnTo>
                <a:lnTo>
                  <a:pt x="3471" y="4800"/>
                </a:lnTo>
                <a:lnTo>
                  <a:pt x="2121" y="8000"/>
                </a:lnTo>
                <a:lnTo>
                  <a:pt x="1157" y="10800"/>
                </a:lnTo>
                <a:lnTo>
                  <a:pt x="386" y="14400"/>
                </a:lnTo>
                <a:lnTo>
                  <a:pt x="0" y="17600"/>
                </a:lnTo>
                <a:lnTo>
                  <a:pt x="1736" y="17600"/>
                </a:lnTo>
                <a:lnTo>
                  <a:pt x="2314" y="14800"/>
                </a:lnTo>
                <a:lnTo>
                  <a:pt x="3086" y="12400"/>
                </a:lnTo>
                <a:lnTo>
                  <a:pt x="3664" y="9600"/>
                </a:lnTo>
                <a:lnTo>
                  <a:pt x="4629" y="8000"/>
                </a:lnTo>
                <a:lnTo>
                  <a:pt x="5786" y="6400"/>
                </a:lnTo>
                <a:lnTo>
                  <a:pt x="7329" y="4800"/>
                </a:lnTo>
                <a:lnTo>
                  <a:pt x="8679" y="4400"/>
                </a:lnTo>
                <a:lnTo>
                  <a:pt x="10221" y="4000"/>
                </a:lnTo>
                <a:lnTo>
                  <a:pt x="11571" y="4000"/>
                </a:lnTo>
                <a:lnTo>
                  <a:pt x="12921" y="4800"/>
                </a:lnTo>
                <a:lnTo>
                  <a:pt x="14271" y="6000"/>
                </a:lnTo>
                <a:lnTo>
                  <a:pt x="15429" y="7200"/>
                </a:lnTo>
                <a:lnTo>
                  <a:pt x="16393" y="9200"/>
                </a:lnTo>
                <a:lnTo>
                  <a:pt x="16971" y="11200"/>
                </a:lnTo>
                <a:lnTo>
                  <a:pt x="17743" y="13600"/>
                </a:lnTo>
                <a:lnTo>
                  <a:pt x="18321" y="16800"/>
                </a:lnTo>
                <a:lnTo>
                  <a:pt x="15814" y="21600"/>
                </a:lnTo>
                <a:lnTo>
                  <a:pt x="21600" y="21600"/>
                </a:lnTo>
                <a:lnTo>
                  <a:pt x="21600" y="9600"/>
                </a:lnTo>
                <a:lnTo>
                  <a:pt x="19864" y="132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49"/>
          <p:cNvSpPr/>
          <p:nvPr/>
        </p:nvSpPr>
        <p:spPr>
          <a:xfrm>
            <a:off x="10447866" y="2205567"/>
            <a:ext cx="423360" cy="419094"/>
          </a:xfrm>
          <a:custGeom>
            <a:rect b="b" l="l" r="r" t="t"/>
            <a:pathLst>
              <a:path extrusionOk="0" h="21600" w="21600">
                <a:moveTo>
                  <a:pt x="10691" y="0"/>
                </a:moveTo>
                <a:lnTo>
                  <a:pt x="8509" y="218"/>
                </a:lnTo>
                <a:lnTo>
                  <a:pt x="6545" y="873"/>
                </a:lnTo>
                <a:lnTo>
                  <a:pt x="4800" y="1964"/>
                </a:lnTo>
                <a:lnTo>
                  <a:pt x="3273" y="3273"/>
                </a:lnTo>
                <a:lnTo>
                  <a:pt x="1964" y="4800"/>
                </a:lnTo>
                <a:lnTo>
                  <a:pt x="873" y="6545"/>
                </a:lnTo>
                <a:lnTo>
                  <a:pt x="218" y="8727"/>
                </a:lnTo>
                <a:lnTo>
                  <a:pt x="0" y="10691"/>
                </a:lnTo>
                <a:lnTo>
                  <a:pt x="218" y="12873"/>
                </a:lnTo>
                <a:lnTo>
                  <a:pt x="873" y="15055"/>
                </a:lnTo>
                <a:lnTo>
                  <a:pt x="1964" y="16800"/>
                </a:lnTo>
                <a:lnTo>
                  <a:pt x="3273" y="18327"/>
                </a:lnTo>
                <a:lnTo>
                  <a:pt x="4800" y="19636"/>
                </a:lnTo>
                <a:lnTo>
                  <a:pt x="6545" y="20727"/>
                </a:lnTo>
                <a:lnTo>
                  <a:pt x="8509" y="21164"/>
                </a:lnTo>
                <a:lnTo>
                  <a:pt x="10691" y="21600"/>
                </a:lnTo>
                <a:lnTo>
                  <a:pt x="12436" y="21600"/>
                </a:lnTo>
                <a:lnTo>
                  <a:pt x="13964" y="20945"/>
                </a:lnTo>
                <a:lnTo>
                  <a:pt x="15273" y="20509"/>
                </a:lnTo>
                <a:lnTo>
                  <a:pt x="17018" y="19636"/>
                </a:lnTo>
                <a:lnTo>
                  <a:pt x="15709" y="17673"/>
                </a:lnTo>
                <a:lnTo>
                  <a:pt x="14618" y="18545"/>
                </a:lnTo>
                <a:lnTo>
                  <a:pt x="13527" y="19200"/>
                </a:lnTo>
                <a:lnTo>
                  <a:pt x="12000" y="19418"/>
                </a:lnTo>
                <a:lnTo>
                  <a:pt x="10691" y="19418"/>
                </a:lnTo>
                <a:lnTo>
                  <a:pt x="9164" y="19200"/>
                </a:lnTo>
                <a:lnTo>
                  <a:pt x="7636" y="18545"/>
                </a:lnTo>
                <a:lnTo>
                  <a:pt x="5891" y="18109"/>
                </a:lnTo>
                <a:lnTo>
                  <a:pt x="4582" y="17018"/>
                </a:lnTo>
                <a:lnTo>
                  <a:pt x="3491" y="15709"/>
                </a:lnTo>
                <a:lnTo>
                  <a:pt x="3055" y="13964"/>
                </a:lnTo>
                <a:lnTo>
                  <a:pt x="2400" y="12436"/>
                </a:lnTo>
                <a:lnTo>
                  <a:pt x="2182" y="10691"/>
                </a:lnTo>
                <a:lnTo>
                  <a:pt x="2400" y="9164"/>
                </a:lnTo>
                <a:lnTo>
                  <a:pt x="3055" y="7636"/>
                </a:lnTo>
                <a:lnTo>
                  <a:pt x="3491" y="5891"/>
                </a:lnTo>
                <a:lnTo>
                  <a:pt x="4582" y="4582"/>
                </a:lnTo>
                <a:lnTo>
                  <a:pt x="5891" y="3491"/>
                </a:lnTo>
                <a:lnTo>
                  <a:pt x="7636" y="3055"/>
                </a:lnTo>
                <a:lnTo>
                  <a:pt x="9164" y="2400"/>
                </a:lnTo>
                <a:lnTo>
                  <a:pt x="10691" y="2182"/>
                </a:lnTo>
                <a:lnTo>
                  <a:pt x="12436" y="2400"/>
                </a:lnTo>
                <a:lnTo>
                  <a:pt x="13964" y="3055"/>
                </a:lnTo>
                <a:lnTo>
                  <a:pt x="15709" y="3491"/>
                </a:lnTo>
                <a:lnTo>
                  <a:pt x="17018" y="4582"/>
                </a:lnTo>
                <a:lnTo>
                  <a:pt x="18109" y="5891"/>
                </a:lnTo>
                <a:lnTo>
                  <a:pt x="18545" y="7636"/>
                </a:lnTo>
                <a:lnTo>
                  <a:pt x="19200" y="9164"/>
                </a:lnTo>
                <a:lnTo>
                  <a:pt x="19418" y="10691"/>
                </a:lnTo>
                <a:lnTo>
                  <a:pt x="19418" y="12655"/>
                </a:lnTo>
                <a:lnTo>
                  <a:pt x="18764" y="13527"/>
                </a:lnTo>
                <a:lnTo>
                  <a:pt x="18327" y="13745"/>
                </a:lnTo>
                <a:lnTo>
                  <a:pt x="17673" y="13964"/>
                </a:lnTo>
                <a:lnTo>
                  <a:pt x="17236" y="13964"/>
                </a:lnTo>
                <a:lnTo>
                  <a:pt x="16582" y="13745"/>
                </a:lnTo>
                <a:lnTo>
                  <a:pt x="16145" y="13527"/>
                </a:lnTo>
                <a:lnTo>
                  <a:pt x="15927" y="12873"/>
                </a:lnTo>
                <a:lnTo>
                  <a:pt x="15709" y="12655"/>
                </a:lnTo>
                <a:lnTo>
                  <a:pt x="15709" y="9600"/>
                </a:lnTo>
                <a:lnTo>
                  <a:pt x="15273" y="8945"/>
                </a:lnTo>
                <a:lnTo>
                  <a:pt x="14836" y="8073"/>
                </a:lnTo>
                <a:lnTo>
                  <a:pt x="14182" y="7200"/>
                </a:lnTo>
                <a:lnTo>
                  <a:pt x="13527" y="6764"/>
                </a:lnTo>
                <a:lnTo>
                  <a:pt x="12655" y="6109"/>
                </a:lnTo>
                <a:lnTo>
                  <a:pt x="11782" y="5891"/>
                </a:lnTo>
                <a:lnTo>
                  <a:pt x="9600" y="5891"/>
                </a:lnTo>
                <a:lnTo>
                  <a:pt x="8945" y="6109"/>
                </a:lnTo>
                <a:lnTo>
                  <a:pt x="8073" y="6764"/>
                </a:lnTo>
                <a:lnTo>
                  <a:pt x="7200" y="7200"/>
                </a:lnTo>
                <a:lnTo>
                  <a:pt x="6764" y="8073"/>
                </a:lnTo>
                <a:lnTo>
                  <a:pt x="6109" y="8945"/>
                </a:lnTo>
                <a:lnTo>
                  <a:pt x="5891" y="9600"/>
                </a:lnTo>
                <a:lnTo>
                  <a:pt x="5891" y="11782"/>
                </a:lnTo>
                <a:lnTo>
                  <a:pt x="6109" y="12655"/>
                </a:lnTo>
                <a:lnTo>
                  <a:pt x="6764" y="13527"/>
                </a:lnTo>
                <a:lnTo>
                  <a:pt x="7200" y="14182"/>
                </a:lnTo>
                <a:lnTo>
                  <a:pt x="8073" y="14836"/>
                </a:lnTo>
                <a:lnTo>
                  <a:pt x="8945" y="15273"/>
                </a:lnTo>
                <a:lnTo>
                  <a:pt x="9600" y="15709"/>
                </a:lnTo>
                <a:lnTo>
                  <a:pt x="11782" y="15709"/>
                </a:lnTo>
                <a:lnTo>
                  <a:pt x="13527" y="14836"/>
                </a:lnTo>
                <a:lnTo>
                  <a:pt x="14182" y="14182"/>
                </a:lnTo>
                <a:lnTo>
                  <a:pt x="14836" y="15055"/>
                </a:lnTo>
                <a:lnTo>
                  <a:pt x="15709" y="15709"/>
                </a:lnTo>
                <a:lnTo>
                  <a:pt x="16364" y="15927"/>
                </a:lnTo>
                <a:lnTo>
                  <a:pt x="17236" y="16145"/>
                </a:lnTo>
                <a:lnTo>
                  <a:pt x="18545" y="16145"/>
                </a:lnTo>
                <a:lnTo>
                  <a:pt x="19200" y="15927"/>
                </a:lnTo>
                <a:lnTo>
                  <a:pt x="19855" y="15273"/>
                </a:lnTo>
                <a:lnTo>
                  <a:pt x="20509" y="14836"/>
                </a:lnTo>
                <a:lnTo>
                  <a:pt x="21164" y="13527"/>
                </a:lnTo>
                <a:lnTo>
                  <a:pt x="21600" y="11564"/>
                </a:lnTo>
                <a:lnTo>
                  <a:pt x="21600" y="10691"/>
                </a:lnTo>
                <a:lnTo>
                  <a:pt x="21164" y="8727"/>
                </a:lnTo>
                <a:lnTo>
                  <a:pt x="20727" y="6545"/>
                </a:lnTo>
                <a:lnTo>
                  <a:pt x="19636" y="4800"/>
                </a:lnTo>
                <a:lnTo>
                  <a:pt x="18327" y="3273"/>
                </a:lnTo>
                <a:lnTo>
                  <a:pt x="16582" y="1964"/>
                </a:lnTo>
                <a:lnTo>
                  <a:pt x="15055" y="873"/>
                </a:lnTo>
                <a:lnTo>
                  <a:pt x="12873" y="218"/>
                </a:lnTo>
                <a:lnTo>
                  <a:pt x="10691" y="0"/>
                </a:lnTo>
                <a:close/>
                <a:moveTo>
                  <a:pt x="10691" y="13527"/>
                </a:moveTo>
                <a:lnTo>
                  <a:pt x="9600" y="13527"/>
                </a:lnTo>
                <a:lnTo>
                  <a:pt x="8945" y="12655"/>
                </a:lnTo>
                <a:lnTo>
                  <a:pt x="8073" y="11782"/>
                </a:lnTo>
                <a:lnTo>
                  <a:pt x="8073" y="9600"/>
                </a:lnTo>
                <a:lnTo>
                  <a:pt x="8945" y="8945"/>
                </a:lnTo>
                <a:lnTo>
                  <a:pt x="9600" y="8073"/>
                </a:lnTo>
                <a:lnTo>
                  <a:pt x="11782" y="8073"/>
                </a:lnTo>
                <a:lnTo>
                  <a:pt x="12655" y="8945"/>
                </a:lnTo>
                <a:lnTo>
                  <a:pt x="13527" y="9600"/>
                </a:lnTo>
                <a:lnTo>
                  <a:pt x="13527" y="11782"/>
                </a:lnTo>
                <a:lnTo>
                  <a:pt x="11782" y="13527"/>
                </a:lnTo>
                <a:lnTo>
                  <a:pt x="10691" y="1352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49"/>
          <p:cNvSpPr/>
          <p:nvPr/>
        </p:nvSpPr>
        <p:spPr>
          <a:xfrm>
            <a:off x="1375834" y="3272367"/>
            <a:ext cx="495288" cy="317520"/>
          </a:xfrm>
          <a:custGeom>
            <a:rect b="b" l="l" r="r" t="t"/>
            <a:pathLst>
              <a:path extrusionOk="0" h="21600" w="21600">
                <a:moveTo>
                  <a:pt x="19953" y="21600"/>
                </a:moveTo>
                <a:lnTo>
                  <a:pt x="1831" y="21600"/>
                </a:lnTo>
                <a:lnTo>
                  <a:pt x="1098" y="21016"/>
                </a:lnTo>
                <a:lnTo>
                  <a:pt x="366" y="20724"/>
                </a:lnTo>
                <a:lnTo>
                  <a:pt x="183" y="19557"/>
                </a:lnTo>
                <a:lnTo>
                  <a:pt x="0" y="18681"/>
                </a:lnTo>
                <a:lnTo>
                  <a:pt x="0" y="2627"/>
                </a:lnTo>
                <a:lnTo>
                  <a:pt x="183" y="1751"/>
                </a:lnTo>
                <a:lnTo>
                  <a:pt x="366" y="584"/>
                </a:lnTo>
                <a:lnTo>
                  <a:pt x="1831" y="0"/>
                </a:lnTo>
                <a:lnTo>
                  <a:pt x="19953" y="0"/>
                </a:lnTo>
                <a:lnTo>
                  <a:pt x="20502" y="292"/>
                </a:lnTo>
                <a:lnTo>
                  <a:pt x="21234" y="584"/>
                </a:lnTo>
                <a:lnTo>
                  <a:pt x="21417" y="1751"/>
                </a:lnTo>
                <a:lnTo>
                  <a:pt x="21600" y="2627"/>
                </a:lnTo>
                <a:lnTo>
                  <a:pt x="21600" y="18681"/>
                </a:lnTo>
                <a:lnTo>
                  <a:pt x="21417" y="19557"/>
                </a:lnTo>
                <a:lnTo>
                  <a:pt x="21234" y="20724"/>
                </a:lnTo>
                <a:lnTo>
                  <a:pt x="20502" y="21016"/>
                </a:lnTo>
                <a:lnTo>
                  <a:pt x="19953" y="21600"/>
                </a:lnTo>
                <a:close/>
                <a:moveTo>
                  <a:pt x="1831" y="2627"/>
                </a:moveTo>
                <a:lnTo>
                  <a:pt x="1831" y="18681"/>
                </a:lnTo>
                <a:lnTo>
                  <a:pt x="19953" y="18681"/>
                </a:lnTo>
                <a:lnTo>
                  <a:pt x="19953" y="2627"/>
                </a:lnTo>
                <a:lnTo>
                  <a:pt x="1831" y="262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49"/>
          <p:cNvSpPr/>
          <p:nvPr/>
        </p:nvSpPr>
        <p:spPr>
          <a:xfrm>
            <a:off x="1464732" y="3399367"/>
            <a:ext cx="1650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962" name="Google Shape;962;p49"/>
          <p:cNvSpPr/>
          <p:nvPr/>
        </p:nvSpPr>
        <p:spPr>
          <a:xfrm>
            <a:off x="1464732" y="3462866"/>
            <a:ext cx="1650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963" name="Google Shape;963;p49"/>
          <p:cNvSpPr/>
          <p:nvPr/>
        </p:nvSpPr>
        <p:spPr>
          <a:xfrm>
            <a:off x="1706034" y="3335866"/>
            <a:ext cx="88800" cy="888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964" name="Google Shape;964;p49"/>
          <p:cNvSpPr/>
          <p:nvPr/>
        </p:nvSpPr>
        <p:spPr>
          <a:xfrm>
            <a:off x="7437967" y="3373967"/>
            <a:ext cx="419094" cy="254016"/>
          </a:xfrm>
          <a:custGeom>
            <a:rect b="b" l="l" r="r" t="t"/>
            <a:pathLst>
              <a:path extrusionOk="0" h="21600" w="21600">
                <a:moveTo>
                  <a:pt x="19396" y="21600"/>
                </a:moveTo>
                <a:lnTo>
                  <a:pt x="1984" y="21600"/>
                </a:lnTo>
                <a:lnTo>
                  <a:pt x="1322" y="21234"/>
                </a:lnTo>
                <a:lnTo>
                  <a:pt x="441" y="20868"/>
                </a:lnTo>
                <a:lnTo>
                  <a:pt x="220" y="19403"/>
                </a:lnTo>
                <a:lnTo>
                  <a:pt x="0" y="18305"/>
                </a:lnTo>
                <a:lnTo>
                  <a:pt x="0" y="1831"/>
                </a:lnTo>
                <a:lnTo>
                  <a:pt x="220" y="1098"/>
                </a:lnTo>
                <a:lnTo>
                  <a:pt x="441" y="0"/>
                </a:lnTo>
                <a:lnTo>
                  <a:pt x="1322" y="0"/>
                </a:lnTo>
                <a:lnTo>
                  <a:pt x="1763" y="366"/>
                </a:lnTo>
                <a:lnTo>
                  <a:pt x="7714" y="9153"/>
                </a:lnTo>
                <a:lnTo>
                  <a:pt x="13886" y="9153"/>
                </a:lnTo>
                <a:lnTo>
                  <a:pt x="19837" y="366"/>
                </a:lnTo>
                <a:lnTo>
                  <a:pt x="20278" y="0"/>
                </a:lnTo>
                <a:lnTo>
                  <a:pt x="21159" y="0"/>
                </a:lnTo>
                <a:lnTo>
                  <a:pt x="21380" y="1098"/>
                </a:lnTo>
                <a:lnTo>
                  <a:pt x="21600" y="1831"/>
                </a:lnTo>
                <a:lnTo>
                  <a:pt x="21600" y="18305"/>
                </a:lnTo>
                <a:lnTo>
                  <a:pt x="21380" y="19403"/>
                </a:lnTo>
                <a:lnTo>
                  <a:pt x="21159" y="20868"/>
                </a:lnTo>
                <a:lnTo>
                  <a:pt x="19396" y="21600"/>
                </a:lnTo>
                <a:close/>
                <a:moveTo>
                  <a:pt x="1984" y="5858"/>
                </a:moveTo>
                <a:lnTo>
                  <a:pt x="1984" y="18305"/>
                </a:lnTo>
                <a:lnTo>
                  <a:pt x="19396" y="18305"/>
                </a:lnTo>
                <a:lnTo>
                  <a:pt x="19396" y="5858"/>
                </a:lnTo>
                <a:lnTo>
                  <a:pt x="14767" y="12081"/>
                </a:lnTo>
                <a:lnTo>
                  <a:pt x="14106" y="12814"/>
                </a:lnTo>
                <a:lnTo>
                  <a:pt x="7494" y="12814"/>
                </a:lnTo>
                <a:lnTo>
                  <a:pt x="6612" y="12081"/>
                </a:lnTo>
                <a:lnTo>
                  <a:pt x="1984" y="585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49"/>
          <p:cNvSpPr/>
          <p:nvPr/>
        </p:nvSpPr>
        <p:spPr>
          <a:xfrm>
            <a:off x="7476066" y="3208866"/>
            <a:ext cx="330210" cy="152388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19139" y="21600"/>
                </a:lnTo>
                <a:lnTo>
                  <a:pt x="19139" y="6353"/>
                </a:lnTo>
                <a:lnTo>
                  <a:pt x="2734" y="6353"/>
                </a:lnTo>
                <a:lnTo>
                  <a:pt x="2734" y="21600"/>
                </a:ln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49"/>
          <p:cNvSpPr/>
          <p:nvPr/>
        </p:nvSpPr>
        <p:spPr>
          <a:xfrm>
            <a:off x="7564967" y="3297767"/>
            <a:ext cx="165078" cy="139698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1880" y="20366"/>
                </a:lnTo>
                <a:lnTo>
                  <a:pt x="16200" y="16046"/>
                </a:lnTo>
                <a:lnTo>
                  <a:pt x="19440" y="11726"/>
                </a:lnTo>
                <a:lnTo>
                  <a:pt x="20520" y="8640"/>
                </a:lnTo>
                <a:lnTo>
                  <a:pt x="21600" y="6171"/>
                </a:lnTo>
                <a:lnTo>
                  <a:pt x="20520" y="4320"/>
                </a:lnTo>
                <a:lnTo>
                  <a:pt x="19980" y="2469"/>
                </a:lnTo>
                <a:lnTo>
                  <a:pt x="18900" y="1234"/>
                </a:lnTo>
                <a:lnTo>
                  <a:pt x="16740" y="0"/>
                </a:lnTo>
                <a:lnTo>
                  <a:pt x="15660" y="0"/>
                </a:lnTo>
                <a:lnTo>
                  <a:pt x="13500" y="1234"/>
                </a:lnTo>
                <a:lnTo>
                  <a:pt x="11880" y="2469"/>
                </a:lnTo>
                <a:lnTo>
                  <a:pt x="10800" y="5554"/>
                </a:lnTo>
                <a:lnTo>
                  <a:pt x="9180" y="2469"/>
                </a:lnTo>
                <a:lnTo>
                  <a:pt x="8100" y="1234"/>
                </a:lnTo>
                <a:lnTo>
                  <a:pt x="5940" y="0"/>
                </a:lnTo>
                <a:lnTo>
                  <a:pt x="4860" y="0"/>
                </a:lnTo>
                <a:lnTo>
                  <a:pt x="2700" y="1234"/>
                </a:lnTo>
                <a:lnTo>
                  <a:pt x="1620" y="2469"/>
                </a:lnTo>
                <a:lnTo>
                  <a:pt x="540" y="4320"/>
                </a:lnTo>
                <a:lnTo>
                  <a:pt x="0" y="6171"/>
                </a:lnTo>
                <a:lnTo>
                  <a:pt x="540" y="8640"/>
                </a:lnTo>
                <a:lnTo>
                  <a:pt x="1620" y="11726"/>
                </a:lnTo>
                <a:lnTo>
                  <a:pt x="5400" y="16046"/>
                </a:lnTo>
                <a:lnTo>
                  <a:pt x="8640" y="20366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49"/>
          <p:cNvSpPr/>
          <p:nvPr/>
        </p:nvSpPr>
        <p:spPr>
          <a:xfrm>
            <a:off x="5427133" y="3399367"/>
            <a:ext cx="423360" cy="266706"/>
          </a:xfrm>
          <a:custGeom>
            <a:rect b="b" l="l" r="r" t="t"/>
            <a:pathLst>
              <a:path extrusionOk="0" h="21600" w="21600">
                <a:moveTo>
                  <a:pt x="19418" y="0"/>
                </a:moveTo>
                <a:lnTo>
                  <a:pt x="2182" y="0"/>
                </a:lnTo>
                <a:lnTo>
                  <a:pt x="1309" y="338"/>
                </a:lnTo>
                <a:lnTo>
                  <a:pt x="436" y="1013"/>
                </a:lnTo>
                <a:lnTo>
                  <a:pt x="218" y="2025"/>
                </a:lnTo>
                <a:lnTo>
                  <a:pt x="0" y="3375"/>
                </a:lnTo>
                <a:lnTo>
                  <a:pt x="0" y="18225"/>
                </a:lnTo>
                <a:lnTo>
                  <a:pt x="436" y="20925"/>
                </a:lnTo>
                <a:lnTo>
                  <a:pt x="2182" y="21600"/>
                </a:lnTo>
                <a:lnTo>
                  <a:pt x="19418" y="21600"/>
                </a:lnTo>
                <a:lnTo>
                  <a:pt x="20291" y="21262"/>
                </a:lnTo>
                <a:lnTo>
                  <a:pt x="20945" y="20925"/>
                </a:lnTo>
                <a:lnTo>
                  <a:pt x="21164" y="19575"/>
                </a:lnTo>
                <a:lnTo>
                  <a:pt x="21600" y="18225"/>
                </a:lnTo>
                <a:lnTo>
                  <a:pt x="21600" y="3375"/>
                </a:lnTo>
                <a:lnTo>
                  <a:pt x="21164" y="2025"/>
                </a:lnTo>
                <a:lnTo>
                  <a:pt x="20945" y="1013"/>
                </a:lnTo>
                <a:lnTo>
                  <a:pt x="20291" y="338"/>
                </a:lnTo>
                <a:lnTo>
                  <a:pt x="19418" y="0"/>
                </a:lnTo>
                <a:close/>
                <a:moveTo>
                  <a:pt x="17236" y="3375"/>
                </a:moveTo>
                <a:lnTo>
                  <a:pt x="10691" y="9450"/>
                </a:lnTo>
                <a:lnTo>
                  <a:pt x="4364" y="3375"/>
                </a:lnTo>
                <a:lnTo>
                  <a:pt x="17236" y="3375"/>
                </a:lnTo>
                <a:close/>
                <a:moveTo>
                  <a:pt x="2182" y="18225"/>
                </a:moveTo>
                <a:lnTo>
                  <a:pt x="2182" y="5400"/>
                </a:lnTo>
                <a:lnTo>
                  <a:pt x="10255" y="12825"/>
                </a:lnTo>
                <a:lnTo>
                  <a:pt x="10691" y="13500"/>
                </a:lnTo>
                <a:lnTo>
                  <a:pt x="11345" y="12825"/>
                </a:lnTo>
                <a:lnTo>
                  <a:pt x="19418" y="5400"/>
                </a:lnTo>
                <a:lnTo>
                  <a:pt x="19418" y="18225"/>
                </a:lnTo>
                <a:lnTo>
                  <a:pt x="2182" y="1822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49"/>
          <p:cNvSpPr/>
          <p:nvPr/>
        </p:nvSpPr>
        <p:spPr>
          <a:xfrm>
            <a:off x="5541434" y="3183466"/>
            <a:ext cx="194724" cy="177822"/>
          </a:xfrm>
          <a:custGeom>
            <a:rect b="b" l="l" r="r" t="t"/>
            <a:pathLst>
              <a:path extrusionOk="0" h="21600" w="21600">
                <a:moveTo>
                  <a:pt x="8272" y="10286"/>
                </a:moveTo>
                <a:lnTo>
                  <a:pt x="8272" y="21600"/>
                </a:lnTo>
                <a:lnTo>
                  <a:pt x="12868" y="21600"/>
                </a:lnTo>
                <a:lnTo>
                  <a:pt x="12868" y="10286"/>
                </a:lnTo>
                <a:lnTo>
                  <a:pt x="17923" y="15943"/>
                </a:lnTo>
                <a:lnTo>
                  <a:pt x="21600" y="12343"/>
                </a:lnTo>
                <a:lnTo>
                  <a:pt x="10570" y="0"/>
                </a:lnTo>
                <a:lnTo>
                  <a:pt x="0" y="12343"/>
                </a:lnTo>
                <a:lnTo>
                  <a:pt x="3217" y="15943"/>
                </a:lnTo>
                <a:lnTo>
                  <a:pt x="8272" y="1028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49"/>
          <p:cNvSpPr/>
          <p:nvPr/>
        </p:nvSpPr>
        <p:spPr>
          <a:xfrm>
            <a:off x="6434666" y="3399367"/>
            <a:ext cx="419094" cy="266706"/>
          </a:xfrm>
          <a:custGeom>
            <a:rect b="b" l="l" r="r" t="t"/>
            <a:pathLst>
              <a:path extrusionOk="0" h="21600" w="21600">
                <a:moveTo>
                  <a:pt x="19616" y="0"/>
                </a:moveTo>
                <a:lnTo>
                  <a:pt x="2204" y="0"/>
                </a:lnTo>
                <a:lnTo>
                  <a:pt x="1322" y="338"/>
                </a:lnTo>
                <a:lnTo>
                  <a:pt x="441" y="1013"/>
                </a:lnTo>
                <a:lnTo>
                  <a:pt x="220" y="2025"/>
                </a:lnTo>
                <a:lnTo>
                  <a:pt x="0" y="3375"/>
                </a:lnTo>
                <a:lnTo>
                  <a:pt x="0" y="18225"/>
                </a:lnTo>
                <a:lnTo>
                  <a:pt x="441" y="20925"/>
                </a:lnTo>
                <a:lnTo>
                  <a:pt x="2204" y="21600"/>
                </a:lnTo>
                <a:lnTo>
                  <a:pt x="19616" y="21600"/>
                </a:lnTo>
                <a:lnTo>
                  <a:pt x="20278" y="21262"/>
                </a:lnTo>
                <a:lnTo>
                  <a:pt x="21159" y="20925"/>
                </a:lnTo>
                <a:lnTo>
                  <a:pt x="21600" y="18225"/>
                </a:lnTo>
                <a:lnTo>
                  <a:pt x="21600" y="3375"/>
                </a:lnTo>
                <a:lnTo>
                  <a:pt x="21380" y="2025"/>
                </a:lnTo>
                <a:lnTo>
                  <a:pt x="21159" y="1013"/>
                </a:lnTo>
                <a:lnTo>
                  <a:pt x="20278" y="338"/>
                </a:lnTo>
                <a:lnTo>
                  <a:pt x="19616" y="0"/>
                </a:lnTo>
                <a:close/>
                <a:moveTo>
                  <a:pt x="17412" y="3375"/>
                </a:moveTo>
                <a:lnTo>
                  <a:pt x="10800" y="9450"/>
                </a:lnTo>
                <a:lnTo>
                  <a:pt x="4408" y="3375"/>
                </a:lnTo>
                <a:lnTo>
                  <a:pt x="17412" y="3375"/>
                </a:lnTo>
                <a:close/>
                <a:moveTo>
                  <a:pt x="2204" y="18225"/>
                </a:moveTo>
                <a:lnTo>
                  <a:pt x="2204" y="5400"/>
                </a:lnTo>
                <a:lnTo>
                  <a:pt x="10359" y="12825"/>
                </a:lnTo>
                <a:lnTo>
                  <a:pt x="10800" y="13500"/>
                </a:lnTo>
                <a:lnTo>
                  <a:pt x="11461" y="12825"/>
                </a:lnTo>
                <a:lnTo>
                  <a:pt x="19616" y="5400"/>
                </a:lnTo>
                <a:lnTo>
                  <a:pt x="19616" y="18225"/>
                </a:lnTo>
                <a:lnTo>
                  <a:pt x="2204" y="1822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49"/>
          <p:cNvSpPr/>
          <p:nvPr/>
        </p:nvSpPr>
        <p:spPr>
          <a:xfrm>
            <a:off x="6548967" y="3196167"/>
            <a:ext cx="190512" cy="177822"/>
          </a:xfrm>
          <a:custGeom>
            <a:rect b="b" l="l" r="r" t="t"/>
            <a:pathLst>
              <a:path extrusionOk="0" h="21600" w="21600">
                <a:moveTo>
                  <a:pt x="21600" y="9257"/>
                </a:moveTo>
                <a:lnTo>
                  <a:pt x="17923" y="5657"/>
                </a:lnTo>
                <a:lnTo>
                  <a:pt x="12868" y="11314"/>
                </a:lnTo>
                <a:lnTo>
                  <a:pt x="12868" y="0"/>
                </a:lnTo>
                <a:lnTo>
                  <a:pt x="8272" y="0"/>
                </a:lnTo>
                <a:lnTo>
                  <a:pt x="8272" y="11314"/>
                </a:lnTo>
                <a:lnTo>
                  <a:pt x="3217" y="5657"/>
                </a:lnTo>
                <a:lnTo>
                  <a:pt x="0" y="9257"/>
                </a:lnTo>
                <a:lnTo>
                  <a:pt x="10570" y="21600"/>
                </a:lnTo>
                <a:lnTo>
                  <a:pt x="21600" y="925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49"/>
          <p:cNvSpPr/>
          <p:nvPr/>
        </p:nvSpPr>
        <p:spPr>
          <a:xfrm>
            <a:off x="9419167" y="2230967"/>
            <a:ext cx="457218" cy="381024"/>
          </a:xfrm>
          <a:custGeom>
            <a:rect b="b" l="l" r="r" t="t"/>
            <a:pathLst>
              <a:path extrusionOk="0" h="21600" w="21600">
                <a:moveTo>
                  <a:pt x="21006" y="9465"/>
                </a:moveTo>
                <a:lnTo>
                  <a:pt x="9512" y="3640"/>
                </a:lnTo>
                <a:lnTo>
                  <a:pt x="4161" y="485"/>
                </a:lnTo>
                <a:lnTo>
                  <a:pt x="2774" y="0"/>
                </a:lnTo>
                <a:lnTo>
                  <a:pt x="1189" y="0"/>
                </a:lnTo>
                <a:lnTo>
                  <a:pt x="991" y="243"/>
                </a:lnTo>
                <a:lnTo>
                  <a:pt x="594" y="485"/>
                </a:lnTo>
                <a:lnTo>
                  <a:pt x="198" y="1213"/>
                </a:lnTo>
                <a:lnTo>
                  <a:pt x="0" y="2184"/>
                </a:lnTo>
                <a:lnTo>
                  <a:pt x="0" y="2670"/>
                </a:lnTo>
                <a:lnTo>
                  <a:pt x="198" y="3398"/>
                </a:lnTo>
                <a:lnTo>
                  <a:pt x="3963" y="10679"/>
                </a:lnTo>
                <a:lnTo>
                  <a:pt x="198" y="17960"/>
                </a:lnTo>
                <a:lnTo>
                  <a:pt x="0" y="18930"/>
                </a:lnTo>
                <a:lnTo>
                  <a:pt x="0" y="19416"/>
                </a:lnTo>
                <a:lnTo>
                  <a:pt x="198" y="20387"/>
                </a:lnTo>
                <a:lnTo>
                  <a:pt x="1189" y="21600"/>
                </a:lnTo>
                <a:lnTo>
                  <a:pt x="2774" y="21600"/>
                </a:lnTo>
                <a:lnTo>
                  <a:pt x="4161" y="20872"/>
                </a:lnTo>
                <a:lnTo>
                  <a:pt x="9512" y="17960"/>
                </a:lnTo>
                <a:lnTo>
                  <a:pt x="21006" y="11892"/>
                </a:lnTo>
                <a:lnTo>
                  <a:pt x="21402" y="11407"/>
                </a:lnTo>
                <a:lnTo>
                  <a:pt x="21600" y="10679"/>
                </a:lnTo>
                <a:lnTo>
                  <a:pt x="21402" y="10193"/>
                </a:lnTo>
                <a:lnTo>
                  <a:pt x="21006" y="9465"/>
                </a:lnTo>
                <a:close/>
                <a:moveTo>
                  <a:pt x="1982" y="2427"/>
                </a:moveTo>
                <a:lnTo>
                  <a:pt x="4161" y="3398"/>
                </a:lnTo>
                <a:lnTo>
                  <a:pt x="8917" y="5582"/>
                </a:lnTo>
                <a:lnTo>
                  <a:pt x="15853" y="9465"/>
                </a:lnTo>
                <a:lnTo>
                  <a:pt x="5747" y="9465"/>
                </a:lnTo>
                <a:lnTo>
                  <a:pt x="1982" y="2427"/>
                </a:lnTo>
                <a:close/>
                <a:moveTo>
                  <a:pt x="8521" y="15775"/>
                </a:moveTo>
                <a:lnTo>
                  <a:pt x="4161" y="18202"/>
                </a:lnTo>
                <a:lnTo>
                  <a:pt x="1982" y="19173"/>
                </a:lnTo>
                <a:lnTo>
                  <a:pt x="5747" y="11892"/>
                </a:lnTo>
                <a:lnTo>
                  <a:pt x="15853" y="11892"/>
                </a:lnTo>
                <a:lnTo>
                  <a:pt x="8521" y="1577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49"/>
          <p:cNvSpPr/>
          <p:nvPr/>
        </p:nvSpPr>
        <p:spPr>
          <a:xfrm>
            <a:off x="2531533" y="3196167"/>
            <a:ext cx="190512" cy="254016"/>
          </a:xfrm>
          <a:custGeom>
            <a:rect b="b" l="l" r="r" t="t"/>
            <a:pathLst>
              <a:path extrusionOk="0" h="21600" w="21600">
                <a:moveTo>
                  <a:pt x="21600" y="13456"/>
                </a:moveTo>
                <a:lnTo>
                  <a:pt x="18313" y="10977"/>
                </a:lnTo>
                <a:lnTo>
                  <a:pt x="13148" y="14872"/>
                </a:lnTo>
                <a:lnTo>
                  <a:pt x="13148" y="0"/>
                </a:lnTo>
                <a:lnTo>
                  <a:pt x="8452" y="0"/>
                </a:lnTo>
                <a:lnTo>
                  <a:pt x="8452" y="14872"/>
                </a:lnTo>
                <a:lnTo>
                  <a:pt x="3287" y="10977"/>
                </a:lnTo>
                <a:lnTo>
                  <a:pt x="0" y="13456"/>
                </a:lnTo>
                <a:lnTo>
                  <a:pt x="10800" y="21600"/>
                </a:lnTo>
                <a:lnTo>
                  <a:pt x="21600" y="1345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49"/>
          <p:cNvSpPr/>
          <p:nvPr/>
        </p:nvSpPr>
        <p:spPr>
          <a:xfrm>
            <a:off x="2417234" y="3462866"/>
            <a:ext cx="419094" cy="165078"/>
          </a:xfrm>
          <a:custGeom>
            <a:rect b="b" l="l" r="r" t="t"/>
            <a:pathLst>
              <a:path extrusionOk="0" h="21600" w="21600">
                <a:moveTo>
                  <a:pt x="14547" y="0"/>
                </a:moveTo>
                <a:lnTo>
                  <a:pt x="12343" y="5538"/>
                </a:lnTo>
                <a:lnTo>
                  <a:pt x="9257" y="5538"/>
                </a:lnTo>
                <a:lnTo>
                  <a:pt x="7053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14547" y="0"/>
                </a:lnTo>
                <a:close/>
                <a:moveTo>
                  <a:pt x="19396" y="16615"/>
                </a:moveTo>
                <a:lnTo>
                  <a:pt x="2204" y="16615"/>
                </a:lnTo>
                <a:lnTo>
                  <a:pt x="2204" y="5538"/>
                </a:lnTo>
                <a:lnTo>
                  <a:pt x="5951" y="5538"/>
                </a:lnTo>
                <a:lnTo>
                  <a:pt x="8155" y="11077"/>
                </a:lnTo>
                <a:lnTo>
                  <a:pt x="13445" y="11077"/>
                </a:lnTo>
                <a:lnTo>
                  <a:pt x="15649" y="5538"/>
                </a:lnTo>
                <a:lnTo>
                  <a:pt x="19396" y="5538"/>
                </a:lnTo>
                <a:lnTo>
                  <a:pt x="19396" y="1661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49"/>
          <p:cNvSpPr/>
          <p:nvPr/>
        </p:nvSpPr>
        <p:spPr>
          <a:xfrm>
            <a:off x="3534834" y="3183466"/>
            <a:ext cx="190512" cy="254016"/>
          </a:xfrm>
          <a:custGeom>
            <a:rect b="b" l="l" r="r" t="t"/>
            <a:pathLst>
              <a:path extrusionOk="0" h="21600" w="21600">
                <a:moveTo>
                  <a:pt x="8732" y="6968"/>
                </a:moveTo>
                <a:lnTo>
                  <a:pt x="8732" y="21600"/>
                </a:lnTo>
                <a:lnTo>
                  <a:pt x="13328" y="21600"/>
                </a:lnTo>
                <a:lnTo>
                  <a:pt x="13328" y="6968"/>
                </a:lnTo>
                <a:lnTo>
                  <a:pt x="18383" y="10800"/>
                </a:lnTo>
                <a:lnTo>
                  <a:pt x="21600" y="8361"/>
                </a:lnTo>
                <a:lnTo>
                  <a:pt x="11030" y="0"/>
                </a:lnTo>
                <a:lnTo>
                  <a:pt x="0" y="8361"/>
                </a:lnTo>
                <a:lnTo>
                  <a:pt x="3677" y="10800"/>
                </a:lnTo>
                <a:lnTo>
                  <a:pt x="8732" y="696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49"/>
          <p:cNvSpPr/>
          <p:nvPr/>
        </p:nvSpPr>
        <p:spPr>
          <a:xfrm>
            <a:off x="3420533" y="3462866"/>
            <a:ext cx="419094" cy="165078"/>
          </a:xfrm>
          <a:custGeom>
            <a:rect b="b" l="l" r="r" t="t"/>
            <a:pathLst>
              <a:path extrusionOk="0" h="21600" w="21600">
                <a:moveTo>
                  <a:pt x="14618" y="0"/>
                </a:moveTo>
                <a:lnTo>
                  <a:pt x="12436" y="5538"/>
                </a:lnTo>
                <a:lnTo>
                  <a:pt x="9164" y="5538"/>
                </a:lnTo>
                <a:lnTo>
                  <a:pt x="7200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14618" y="0"/>
                </a:lnTo>
                <a:close/>
                <a:moveTo>
                  <a:pt x="19418" y="16615"/>
                </a:moveTo>
                <a:lnTo>
                  <a:pt x="2182" y="16615"/>
                </a:lnTo>
                <a:lnTo>
                  <a:pt x="2182" y="5538"/>
                </a:lnTo>
                <a:lnTo>
                  <a:pt x="6109" y="5538"/>
                </a:lnTo>
                <a:lnTo>
                  <a:pt x="8073" y="11077"/>
                </a:lnTo>
                <a:lnTo>
                  <a:pt x="13527" y="11077"/>
                </a:lnTo>
                <a:lnTo>
                  <a:pt x="15709" y="5538"/>
                </a:lnTo>
                <a:lnTo>
                  <a:pt x="19418" y="5538"/>
                </a:lnTo>
                <a:lnTo>
                  <a:pt x="19418" y="1661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49"/>
          <p:cNvSpPr/>
          <p:nvPr/>
        </p:nvSpPr>
        <p:spPr>
          <a:xfrm>
            <a:off x="8403168" y="3424767"/>
            <a:ext cx="330210" cy="241326"/>
          </a:xfrm>
          <a:custGeom>
            <a:rect b="b" l="l" r="r" t="t"/>
            <a:pathLst>
              <a:path extrusionOk="0" h="21600" w="21600">
                <a:moveTo>
                  <a:pt x="19108" y="7322"/>
                </a:moveTo>
                <a:lnTo>
                  <a:pt x="19108" y="17939"/>
                </a:lnTo>
                <a:lnTo>
                  <a:pt x="2492" y="17939"/>
                </a:lnTo>
                <a:lnTo>
                  <a:pt x="2492" y="5492"/>
                </a:lnTo>
                <a:lnTo>
                  <a:pt x="10246" y="12081"/>
                </a:lnTo>
                <a:lnTo>
                  <a:pt x="10800" y="12814"/>
                </a:lnTo>
                <a:lnTo>
                  <a:pt x="11354" y="12081"/>
                </a:lnTo>
                <a:lnTo>
                  <a:pt x="16338" y="7688"/>
                </a:lnTo>
                <a:lnTo>
                  <a:pt x="16338" y="3661"/>
                </a:lnTo>
                <a:lnTo>
                  <a:pt x="10800" y="8420"/>
                </a:lnTo>
                <a:lnTo>
                  <a:pt x="5262" y="3661"/>
                </a:lnTo>
                <a:lnTo>
                  <a:pt x="10800" y="3661"/>
                </a:lnTo>
                <a:lnTo>
                  <a:pt x="10800" y="0"/>
                </a:lnTo>
                <a:lnTo>
                  <a:pt x="2492" y="0"/>
                </a:lnTo>
                <a:lnTo>
                  <a:pt x="1662" y="366"/>
                </a:lnTo>
                <a:lnTo>
                  <a:pt x="554" y="1098"/>
                </a:lnTo>
                <a:lnTo>
                  <a:pt x="277" y="2197"/>
                </a:lnTo>
                <a:lnTo>
                  <a:pt x="0" y="3661"/>
                </a:lnTo>
                <a:lnTo>
                  <a:pt x="0" y="17939"/>
                </a:lnTo>
                <a:lnTo>
                  <a:pt x="554" y="20868"/>
                </a:lnTo>
                <a:lnTo>
                  <a:pt x="1662" y="21234"/>
                </a:lnTo>
                <a:lnTo>
                  <a:pt x="2492" y="21600"/>
                </a:lnTo>
                <a:lnTo>
                  <a:pt x="19108" y="21600"/>
                </a:lnTo>
                <a:lnTo>
                  <a:pt x="19938" y="21234"/>
                </a:lnTo>
                <a:lnTo>
                  <a:pt x="21046" y="20868"/>
                </a:lnTo>
                <a:lnTo>
                  <a:pt x="21600" y="17939"/>
                </a:lnTo>
                <a:lnTo>
                  <a:pt x="21600" y="7322"/>
                </a:lnTo>
                <a:lnTo>
                  <a:pt x="19108" y="732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49"/>
          <p:cNvSpPr/>
          <p:nvPr/>
        </p:nvSpPr>
        <p:spPr>
          <a:xfrm>
            <a:off x="8606368" y="3170767"/>
            <a:ext cx="292086" cy="292086"/>
          </a:xfrm>
          <a:custGeom>
            <a:rect b="b" l="l" r="r" t="t"/>
            <a:pathLst>
              <a:path extrusionOk="0" h="21600" w="21600">
                <a:moveTo>
                  <a:pt x="10643" y="21600"/>
                </a:moveTo>
                <a:lnTo>
                  <a:pt x="8452" y="21287"/>
                </a:lnTo>
                <a:lnTo>
                  <a:pt x="6574" y="20661"/>
                </a:lnTo>
                <a:lnTo>
                  <a:pt x="4696" y="19722"/>
                </a:lnTo>
                <a:lnTo>
                  <a:pt x="3130" y="18470"/>
                </a:lnTo>
                <a:lnTo>
                  <a:pt x="1878" y="16904"/>
                </a:lnTo>
                <a:lnTo>
                  <a:pt x="626" y="15026"/>
                </a:lnTo>
                <a:lnTo>
                  <a:pt x="313" y="13148"/>
                </a:lnTo>
                <a:lnTo>
                  <a:pt x="0" y="10643"/>
                </a:lnTo>
                <a:lnTo>
                  <a:pt x="313" y="8452"/>
                </a:lnTo>
                <a:lnTo>
                  <a:pt x="626" y="6574"/>
                </a:lnTo>
                <a:lnTo>
                  <a:pt x="1878" y="4696"/>
                </a:lnTo>
                <a:lnTo>
                  <a:pt x="3130" y="3130"/>
                </a:lnTo>
                <a:lnTo>
                  <a:pt x="4696" y="1878"/>
                </a:lnTo>
                <a:lnTo>
                  <a:pt x="6574" y="626"/>
                </a:lnTo>
                <a:lnTo>
                  <a:pt x="8452" y="313"/>
                </a:lnTo>
                <a:lnTo>
                  <a:pt x="10643" y="0"/>
                </a:lnTo>
                <a:lnTo>
                  <a:pt x="13148" y="313"/>
                </a:lnTo>
                <a:lnTo>
                  <a:pt x="15026" y="626"/>
                </a:lnTo>
                <a:lnTo>
                  <a:pt x="16904" y="1878"/>
                </a:lnTo>
                <a:lnTo>
                  <a:pt x="18470" y="3130"/>
                </a:lnTo>
                <a:lnTo>
                  <a:pt x="19722" y="4696"/>
                </a:lnTo>
                <a:lnTo>
                  <a:pt x="20661" y="6574"/>
                </a:lnTo>
                <a:lnTo>
                  <a:pt x="21287" y="8452"/>
                </a:lnTo>
                <a:lnTo>
                  <a:pt x="21600" y="10643"/>
                </a:lnTo>
                <a:lnTo>
                  <a:pt x="21287" y="13148"/>
                </a:lnTo>
                <a:lnTo>
                  <a:pt x="20661" y="15026"/>
                </a:lnTo>
                <a:lnTo>
                  <a:pt x="19722" y="16904"/>
                </a:lnTo>
                <a:lnTo>
                  <a:pt x="18470" y="18470"/>
                </a:lnTo>
                <a:lnTo>
                  <a:pt x="16904" y="19722"/>
                </a:lnTo>
                <a:lnTo>
                  <a:pt x="15026" y="20661"/>
                </a:lnTo>
                <a:lnTo>
                  <a:pt x="13148" y="21287"/>
                </a:lnTo>
                <a:lnTo>
                  <a:pt x="10643" y="21600"/>
                </a:lnTo>
                <a:close/>
                <a:moveTo>
                  <a:pt x="10643" y="3130"/>
                </a:moveTo>
                <a:lnTo>
                  <a:pt x="9078" y="3130"/>
                </a:lnTo>
                <a:lnTo>
                  <a:pt x="7826" y="3757"/>
                </a:lnTo>
                <a:lnTo>
                  <a:pt x="6574" y="4070"/>
                </a:lnTo>
                <a:lnTo>
                  <a:pt x="4070" y="6574"/>
                </a:lnTo>
                <a:lnTo>
                  <a:pt x="3757" y="7826"/>
                </a:lnTo>
                <a:lnTo>
                  <a:pt x="3130" y="9078"/>
                </a:lnTo>
                <a:lnTo>
                  <a:pt x="3130" y="12209"/>
                </a:lnTo>
                <a:lnTo>
                  <a:pt x="3757" y="13774"/>
                </a:lnTo>
                <a:lnTo>
                  <a:pt x="4070" y="15026"/>
                </a:lnTo>
                <a:lnTo>
                  <a:pt x="5322" y="16278"/>
                </a:lnTo>
                <a:lnTo>
                  <a:pt x="6574" y="17217"/>
                </a:lnTo>
                <a:lnTo>
                  <a:pt x="9078" y="18470"/>
                </a:lnTo>
                <a:lnTo>
                  <a:pt x="12209" y="18470"/>
                </a:lnTo>
                <a:lnTo>
                  <a:pt x="13774" y="17843"/>
                </a:lnTo>
                <a:lnTo>
                  <a:pt x="15026" y="17217"/>
                </a:lnTo>
                <a:lnTo>
                  <a:pt x="16278" y="16278"/>
                </a:lnTo>
                <a:lnTo>
                  <a:pt x="17217" y="15026"/>
                </a:lnTo>
                <a:lnTo>
                  <a:pt x="17843" y="13774"/>
                </a:lnTo>
                <a:lnTo>
                  <a:pt x="18470" y="12209"/>
                </a:lnTo>
                <a:lnTo>
                  <a:pt x="18470" y="9078"/>
                </a:lnTo>
                <a:lnTo>
                  <a:pt x="17217" y="6574"/>
                </a:lnTo>
                <a:lnTo>
                  <a:pt x="16278" y="5322"/>
                </a:lnTo>
                <a:lnTo>
                  <a:pt x="15026" y="4070"/>
                </a:lnTo>
                <a:lnTo>
                  <a:pt x="13774" y="3757"/>
                </a:lnTo>
                <a:lnTo>
                  <a:pt x="12209" y="3130"/>
                </a:lnTo>
                <a:lnTo>
                  <a:pt x="10643" y="313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49"/>
          <p:cNvSpPr/>
          <p:nvPr/>
        </p:nvSpPr>
        <p:spPr>
          <a:xfrm>
            <a:off x="8733367" y="3234266"/>
            <a:ext cx="76194" cy="101628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10800" y="0"/>
                </a:lnTo>
                <a:lnTo>
                  <a:pt x="10800" y="12600"/>
                </a:lnTo>
                <a:lnTo>
                  <a:pt x="21600" y="12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49"/>
          <p:cNvSpPr/>
          <p:nvPr/>
        </p:nvSpPr>
        <p:spPr>
          <a:xfrm>
            <a:off x="3420533" y="1198034"/>
            <a:ext cx="393714" cy="444474"/>
          </a:xfrm>
          <a:custGeom>
            <a:rect b="b" l="l" r="r" t="t"/>
            <a:pathLst>
              <a:path extrusionOk="0" h="21600" w="21600">
                <a:moveTo>
                  <a:pt x="21370" y="415"/>
                </a:moveTo>
                <a:lnTo>
                  <a:pt x="20681" y="0"/>
                </a:lnTo>
                <a:lnTo>
                  <a:pt x="20221" y="0"/>
                </a:lnTo>
                <a:lnTo>
                  <a:pt x="17004" y="831"/>
                </a:lnTo>
                <a:lnTo>
                  <a:pt x="14247" y="1869"/>
                </a:lnTo>
                <a:lnTo>
                  <a:pt x="10800" y="3115"/>
                </a:lnTo>
                <a:lnTo>
                  <a:pt x="10570" y="3738"/>
                </a:lnTo>
                <a:lnTo>
                  <a:pt x="10340" y="4154"/>
                </a:lnTo>
                <a:lnTo>
                  <a:pt x="10340" y="5815"/>
                </a:lnTo>
                <a:lnTo>
                  <a:pt x="9421" y="4985"/>
                </a:lnTo>
                <a:lnTo>
                  <a:pt x="8502" y="4777"/>
                </a:lnTo>
                <a:lnTo>
                  <a:pt x="8043" y="4985"/>
                </a:lnTo>
                <a:lnTo>
                  <a:pt x="4826" y="7477"/>
                </a:lnTo>
                <a:lnTo>
                  <a:pt x="3677" y="9138"/>
                </a:lnTo>
                <a:lnTo>
                  <a:pt x="3217" y="10385"/>
                </a:lnTo>
                <a:lnTo>
                  <a:pt x="2757" y="11423"/>
                </a:lnTo>
                <a:lnTo>
                  <a:pt x="2757" y="12669"/>
                </a:lnTo>
                <a:lnTo>
                  <a:pt x="2987" y="13708"/>
                </a:lnTo>
                <a:lnTo>
                  <a:pt x="3217" y="14331"/>
                </a:lnTo>
                <a:lnTo>
                  <a:pt x="3677" y="15162"/>
                </a:lnTo>
                <a:lnTo>
                  <a:pt x="0" y="18485"/>
                </a:lnTo>
                <a:lnTo>
                  <a:pt x="0" y="21600"/>
                </a:lnTo>
                <a:lnTo>
                  <a:pt x="5515" y="16823"/>
                </a:lnTo>
                <a:lnTo>
                  <a:pt x="6664" y="17031"/>
                </a:lnTo>
                <a:lnTo>
                  <a:pt x="8043" y="17238"/>
                </a:lnTo>
                <a:lnTo>
                  <a:pt x="9191" y="17031"/>
                </a:lnTo>
                <a:lnTo>
                  <a:pt x="10800" y="16408"/>
                </a:lnTo>
                <a:lnTo>
                  <a:pt x="12868" y="15785"/>
                </a:lnTo>
                <a:lnTo>
                  <a:pt x="16545" y="12462"/>
                </a:lnTo>
                <a:lnTo>
                  <a:pt x="17923" y="10385"/>
                </a:lnTo>
                <a:lnTo>
                  <a:pt x="19072" y="8308"/>
                </a:lnTo>
                <a:lnTo>
                  <a:pt x="19991" y="6231"/>
                </a:lnTo>
                <a:lnTo>
                  <a:pt x="21140" y="2908"/>
                </a:lnTo>
                <a:lnTo>
                  <a:pt x="21600" y="1454"/>
                </a:lnTo>
                <a:lnTo>
                  <a:pt x="21600" y="831"/>
                </a:lnTo>
                <a:lnTo>
                  <a:pt x="21370" y="415"/>
                </a:lnTo>
                <a:close/>
                <a:moveTo>
                  <a:pt x="13328" y="12462"/>
                </a:moveTo>
                <a:lnTo>
                  <a:pt x="11719" y="13915"/>
                </a:lnTo>
                <a:lnTo>
                  <a:pt x="10111" y="14746"/>
                </a:lnTo>
                <a:lnTo>
                  <a:pt x="8962" y="14954"/>
                </a:lnTo>
                <a:lnTo>
                  <a:pt x="8043" y="15162"/>
                </a:lnTo>
                <a:lnTo>
                  <a:pt x="6664" y="14954"/>
                </a:lnTo>
                <a:lnTo>
                  <a:pt x="5745" y="14331"/>
                </a:lnTo>
                <a:lnTo>
                  <a:pt x="5515" y="13915"/>
                </a:lnTo>
                <a:lnTo>
                  <a:pt x="5285" y="13292"/>
                </a:lnTo>
                <a:lnTo>
                  <a:pt x="4826" y="12669"/>
                </a:lnTo>
                <a:lnTo>
                  <a:pt x="4826" y="11838"/>
                </a:lnTo>
                <a:lnTo>
                  <a:pt x="5745" y="9762"/>
                </a:lnTo>
                <a:lnTo>
                  <a:pt x="6664" y="8723"/>
                </a:lnTo>
                <a:lnTo>
                  <a:pt x="8502" y="7062"/>
                </a:lnTo>
                <a:lnTo>
                  <a:pt x="10570" y="9138"/>
                </a:lnTo>
                <a:lnTo>
                  <a:pt x="11260" y="9346"/>
                </a:lnTo>
                <a:lnTo>
                  <a:pt x="11949" y="9346"/>
                </a:lnTo>
                <a:lnTo>
                  <a:pt x="12179" y="8723"/>
                </a:lnTo>
                <a:lnTo>
                  <a:pt x="12638" y="8308"/>
                </a:lnTo>
                <a:lnTo>
                  <a:pt x="12638" y="4777"/>
                </a:lnTo>
                <a:lnTo>
                  <a:pt x="16085" y="3323"/>
                </a:lnTo>
                <a:lnTo>
                  <a:pt x="18843" y="2700"/>
                </a:lnTo>
                <a:lnTo>
                  <a:pt x="17923" y="4985"/>
                </a:lnTo>
                <a:lnTo>
                  <a:pt x="16774" y="7477"/>
                </a:lnTo>
                <a:lnTo>
                  <a:pt x="15396" y="10385"/>
                </a:lnTo>
                <a:lnTo>
                  <a:pt x="14247" y="11423"/>
                </a:lnTo>
                <a:lnTo>
                  <a:pt x="13328" y="1246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49"/>
          <p:cNvSpPr/>
          <p:nvPr/>
        </p:nvSpPr>
        <p:spPr>
          <a:xfrm>
            <a:off x="2480733" y="1325034"/>
            <a:ext cx="292086" cy="292086"/>
          </a:xfrm>
          <a:custGeom>
            <a:rect b="b" l="l" r="r" t="t"/>
            <a:pathLst>
              <a:path extrusionOk="0" h="21600" w="21600">
                <a:moveTo>
                  <a:pt x="0" y="18470"/>
                </a:moveTo>
                <a:lnTo>
                  <a:pt x="617" y="19722"/>
                </a:lnTo>
                <a:lnTo>
                  <a:pt x="926" y="20974"/>
                </a:lnTo>
                <a:lnTo>
                  <a:pt x="2160" y="21287"/>
                </a:lnTo>
                <a:lnTo>
                  <a:pt x="3086" y="21600"/>
                </a:lnTo>
                <a:lnTo>
                  <a:pt x="18514" y="21600"/>
                </a:lnTo>
                <a:lnTo>
                  <a:pt x="19440" y="21287"/>
                </a:lnTo>
                <a:lnTo>
                  <a:pt x="20674" y="20974"/>
                </a:lnTo>
                <a:lnTo>
                  <a:pt x="20983" y="19722"/>
                </a:lnTo>
                <a:lnTo>
                  <a:pt x="21600" y="18470"/>
                </a:lnTo>
                <a:lnTo>
                  <a:pt x="21600" y="0"/>
                </a:lnTo>
                <a:lnTo>
                  <a:pt x="0" y="0"/>
                </a:lnTo>
                <a:lnTo>
                  <a:pt x="0" y="18470"/>
                </a:lnTo>
                <a:close/>
                <a:moveTo>
                  <a:pt x="3086" y="3130"/>
                </a:moveTo>
                <a:lnTo>
                  <a:pt x="18514" y="3130"/>
                </a:lnTo>
                <a:lnTo>
                  <a:pt x="18514" y="18470"/>
                </a:lnTo>
                <a:lnTo>
                  <a:pt x="3086" y="18470"/>
                </a:lnTo>
                <a:lnTo>
                  <a:pt x="3086" y="313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49"/>
          <p:cNvSpPr/>
          <p:nvPr/>
        </p:nvSpPr>
        <p:spPr>
          <a:xfrm>
            <a:off x="2442634" y="1223434"/>
            <a:ext cx="368280" cy="88884"/>
          </a:xfrm>
          <a:custGeom>
            <a:rect b="b" l="l" r="r" t="t"/>
            <a:pathLst>
              <a:path extrusionOk="0" h="21600" w="21600">
                <a:moveTo>
                  <a:pt x="14482" y="10800"/>
                </a:moveTo>
                <a:lnTo>
                  <a:pt x="14482" y="0"/>
                </a:lnTo>
                <a:lnTo>
                  <a:pt x="7118" y="0"/>
                </a:lnTo>
                <a:lnTo>
                  <a:pt x="7118" y="10800"/>
                </a:lnTo>
                <a:lnTo>
                  <a:pt x="0" y="1080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14482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49"/>
          <p:cNvSpPr/>
          <p:nvPr/>
        </p:nvSpPr>
        <p:spPr>
          <a:xfrm>
            <a:off x="2569634" y="1413933"/>
            <a:ext cx="38100" cy="1269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983" name="Google Shape;983;p49"/>
          <p:cNvSpPr/>
          <p:nvPr/>
        </p:nvSpPr>
        <p:spPr>
          <a:xfrm>
            <a:off x="2645834" y="1413933"/>
            <a:ext cx="50700" cy="1269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984" name="Google Shape;984;p49"/>
          <p:cNvSpPr/>
          <p:nvPr/>
        </p:nvSpPr>
        <p:spPr>
          <a:xfrm>
            <a:off x="4398434" y="1185333"/>
            <a:ext cx="469908" cy="431784"/>
          </a:xfrm>
          <a:custGeom>
            <a:rect b="b" l="l" r="r" t="t"/>
            <a:pathLst>
              <a:path extrusionOk="0" h="21600" w="21600">
                <a:moveTo>
                  <a:pt x="17637" y="13129"/>
                </a:moveTo>
                <a:lnTo>
                  <a:pt x="16646" y="13341"/>
                </a:lnTo>
                <a:lnTo>
                  <a:pt x="15655" y="13976"/>
                </a:lnTo>
                <a:lnTo>
                  <a:pt x="14664" y="14400"/>
                </a:lnTo>
                <a:lnTo>
                  <a:pt x="14268" y="15459"/>
                </a:lnTo>
                <a:lnTo>
                  <a:pt x="12088" y="12071"/>
                </a:lnTo>
                <a:lnTo>
                  <a:pt x="18429" y="1059"/>
                </a:lnTo>
                <a:lnTo>
                  <a:pt x="16844" y="0"/>
                </a:lnTo>
                <a:lnTo>
                  <a:pt x="10899" y="9953"/>
                </a:lnTo>
                <a:lnTo>
                  <a:pt x="4756" y="0"/>
                </a:lnTo>
                <a:lnTo>
                  <a:pt x="3171" y="1059"/>
                </a:lnTo>
                <a:lnTo>
                  <a:pt x="9512" y="12071"/>
                </a:lnTo>
                <a:lnTo>
                  <a:pt x="7332" y="15459"/>
                </a:lnTo>
                <a:lnTo>
                  <a:pt x="6936" y="14400"/>
                </a:lnTo>
                <a:lnTo>
                  <a:pt x="5945" y="13976"/>
                </a:lnTo>
                <a:lnTo>
                  <a:pt x="4954" y="13341"/>
                </a:lnTo>
                <a:lnTo>
                  <a:pt x="3963" y="13129"/>
                </a:lnTo>
                <a:lnTo>
                  <a:pt x="3171" y="13341"/>
                </a:lnTo>
                <a:lnTo>
                  <a:pt x="2576" y="13341"/>
                </a:lnTo>
                <a:lnTo>
                  <a:pt x="1189" y="14400"/>
                </a:lnTo>
                <a:lnTo>
                  <a:pt x="396" y="15671"/>
                </a:lnTo>
                <a:lnTo>
                  <a:pt x="0" y="16518"/>
                </a:lnTo>
                <a:lnTo>
                  <a:pt x="0" y="18212"/>
                </a:lnTo>
                <a:lnTo>
                  <a:pt x="1189" y="20118"/>
                </a:lnTo>
                <a:lnTo>
                  <a:pt x="2576" y="21176"/>
                </a:lnTo>
                <a:lnTo>
                  <a:pt x="3171" y="21600"/>
                </a:lnTo>
                <a:lnTo>
                  <a:pt x="4756" y="21600"/>
                </a:lnTo>
                <a:lnTo>
                  <a:pt x="5350" y="21176"/>
                </a:lnTo>
                <a:lnTo>
                  <a:pt x="6143" y="20965"/>
                </a:lnTo>
                <a:lnTo>
                  <a:pt x="6936" y="20541"/>
                </a:lnTo>
                <a:lnTo>
                  <a:pt x="8323" y="18212"/>
                </a:lnTo>
                <a:lnTo>
                  <a:pt x="10899" y="14400"/>
                </a:lnTo>
                <a:lnTo>
                  <a:pt x="13277" y="18212"/>
                </a:lnTo>
                <a:lnTo>
                  <a:pt x="14664" y="20541"/>
                </a:lnTo>
                <a:lnTo>
                  <a:pt x="15457" y="20965"/>
                </a:lnTo>
                <a:lnTo>
                  <a:pt x="16250" y="21176"/>
                </a:lnTo>
                <a:lnTo>
                  <a:pt x="16844" y="21600"/>
                </a:lnTo>
                <a:lnTo>
                  <a:pt x="18429" y="21600"/>
                </a:lnTo>
                <a:lnTo>
                  <a:pt x="19222" y="21176"/>
                </a:lnTo>
                <a:lnTo>
                  <a:pt x="20411" y="20118"/>
                </a:lnTo>
                <a:lnTo>
                  <a:pt x="21402" y="18847"/>
                </a:lnTo>
                <a:lnTo>
                  <a:pt x="21600" y="18212"/>
                </a:lnTo>
                <a:lnTo>
                  <a:pt x="21600" y="16518"/>
                </a:lnTo>
                <a:lnTo>
                  <a:pt x="21402" y="15671"/>
                </a:lnTo>
                <a:lnTo>
                  <a:pt x="20411" y="14400"/>
                </a:lnTo>
                <a:lnTo>
                  <a:pt x="19222" y="13341"/>
                </a:lnTo>
                <a:lnTo>
                  <a:pt x="18429" y="13341"/>
                </a:lnTo>
                <a:lnTo>
                  <a:pt x="17637" y="13129"/>
                </a:lnTo>
                <a:close/>
                <a:moveTo>
                  <a:pt x="5350" y="18847"/>
                </a:moveTo>
                <a:lnTo>
                  <a:pt x="4756" y="19482"/>
                </a:lnTo>
                <a:lnTo>
                  <a:pt x="3171" y="19482"/>
                </a:lnTo>
                <a:lnTo>
                  <a:pt x="2576" y="18847"/>
                </a:lnTo>
                <a:lnTo>
                  <a:pt x="2180" y="18212"/>
                </a:lnTo>
                <a:lnTo>
                  <a:pt x="1982" y="17365"/>
                </a:lnTo>
                <a:lnTo>
                  <a:pt x="2180" y="16518"/>
                </a:lnTo>
                <a:lnTo>
                  <a:pt x="3171" y="15459"/>
                </a:lnTo>
                <a:lnTo>
                  <a:pt x="3963" y="15247"/>
                </a:lnTo>
                <a:lnTo>
                  <a:pt x="4756" y="15459"/>
                </a:lnTo>
                <a:lnTo>
                  <a:pt x="5747" y="16518"/>
                </a:lnTo>
                <a:lnTo>
                  <a:pt x="5945" y="17365"/>
                </a:lnTo>
                <a:lnTo>
                  <a:pt x="5747" y="18212"/>
                </a:lnTo>
                <a:lnTo>
                  <a:pt x="5350" y="18847"/>
                </a:lnTo>
                <a:close/>
                <a:moveTo>
                  <a:pt x="17637" y="19482"/>
                </a:moveTo>
                <a:lnTo>
                  <a:pt x="16844" y="19482"/>
                </a:lnTo>
                <a:lnTo>
                  <a:pt x="16250" y="18847"/>
                </a:lnTo>
                <a:lnTo>
                  <a:pt x="15853" y="18212"/>
                </a:lnTo>
                <a:lnTo>
                  <a:pt x="15655" y="17365"/>
                </a:lnTo>
                <a:lnTo>
                  <a:pt x="15853" y="16518"/>
                </a:lnTo>
                <a:lnTo>
                  <a:pt x="16844" y="15459"/>
                </a:lnTo>
                <a:lnTo>
                  <a:pt x="17637" y="15247"/>
                </a:lnTo>
                <a:lnTo>
                  <a:pt x="18429" y="15459"/>
                </a:lnTo>
                <a:lnTo>
                  <a:pt x="19222" y="16094"/>
                </a:lnTo>
                <a:lnTo>
                  <a:pt x="19420" y="16518"/>
                </a:lnTo>
                <a:lnTo>
                  <a:pt x="19618" y="17365"/>
                </a:lnTo>
                <a:lnTo>
                  <a:pt x="19420" y="18212"/>
                </a:lnTo>
                <a:lnTo>
                  <a:pt x="19222" y="18847"/>
                </a:lnTo>
                <a:lnTo>
                  <a:pt x="18429" y="19482"/>
                </a:lnTo>
                <a:lnTo>
                  <a:pt x="17637" y="1948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49"/>
          <p:cNvSpPr/>
          <p:nvPr/>
        </p:nvSpPr>
        <p:spPr>
          <a:xfrm>
            <a:off x="1401234" y="1198034"/>
            <a:ext cx="457218" cy="469908"/>
          </a:xfrm>
          <a:custGeom>
            <a:rect b="b" l="l" r="r" t="t"/>
            <a:pathLst>
              <a:path extrusionOk="0" h="21600" w="21600">
                <a:moveTo>
                  <a:pt x="19400" y="18628"/>
                </a:moveTo>
                <a:lnTo>
                  <a:pt x="18200" y="18628"/>
                </a:lnTo>
                <a:lnTo>
                  <a:pt x="16600" y="18429"/>
                </a:lnTo>
                <a:lnTo>
                  <a:pt x="15800" y="18231"/>
                </a:lnTo>
                <a:lnTo>
                  <a:pt x="15000" y="17637"/>
                </a:lnTo>
                <a:lnTo>
                  <a:pt x="14600" y="17240"/>
                </a:lnTo>
                <a:lnTo>
                  <a:pt x="14200" y="16448"/>
                </a:lnTo>
                <a:lnTo>
                  <a:pt x="13800" y="14664"/>
                </a:lnTo>
                <a:lnTo>
                  <a:pt x="17800" y="14664"/>
                </a:lnTo>
                <a:lnTo>
                  <a:pt x="17800" y="12683"/>
                </a:lnTo>
                <a:lnTo>
                  <a:pt x="13800" y="12683"/>
                </a:lnTo>
                <a:lnTo>
                  <a:pt x="13800" y="10899"/>
                </a:lnTo>
                <a:lnTo>
                  <a:pt x="18000" y="10899"/>
                </a:lnTo>
                <a:lnTo>
                  <a:pt x="19000" y="10503"/>
                </a:lnTo>
                <a:lnTo>
                  <a:pt x="19800" y="10106"/>
                </a:lnTo>
                <a:lnTo>
                  <a:pt x="21000" y="8917"/>
                </a:lnTo>
                <a:lnTo>
                  <a:pt x="21400" y="8125"/>
                </a:lnTo>
                <a:lnTo>
                  <a:pt x="21600" y="7332"/>
                </a:lnTo>
                <a:lnTo>
                  <a:pt x="21600" y="5747"/>
                </a:lnTo>
                <a:lnTo>
                  <a:pt x="21400" y="4756"/>
                </a:lnTo>
                <a:lnTo>
                  <a:pt x="21000" y="3963"/>
                </a:lnTo>
                <a:lnTo>
                  <a:pt x="20400" y="3171"/>
                </a:lnTo>
                <a:lnTo>
                  <a:pt x="19800" y="2774"/>
                </a:lnTo>
                <a:lnTo>
                  <a:pt x="19000" y="2180"/>
                </a:lnTo>
                <a:lnTo>
                  <a:pt x="18000" y="1982"/>
                </a:lnTo>
                <a:lnTo>
                  <a:pt x="16000" y="1982"/>
                </a:lnTo>
                <a:lnTo>
                  <a:pt x="14800" y="2576"/>
                </a:lnTo>
                <a:lnTo>
                  <a:pt x="14000" y="1585"/>
                </a:lnTo>
                <a:lnTo>
                  <a:pt x="13400" y="793"/>
                </a:lnTo>
                <a:lnTo>
                  <a:pt x="12000" y="396"/>
                </a:lnTo>
                <a:lnTo>
                  <a:pt x="10800" y="0"/>
                </a:lnTo>
                <a:lnTo>
                  <a:pt x="8400" y="793"/>
                </a:lnTo>
                <a:lnTo>
                  <a:pt x="7600" y="1585"/>
                </a:lnTo>
                <a:lnTo>
                  <a:pt x="6800" y="2576"/>
                </a:lnTo>
                <a:lnTo>
                  <a:pt x="5600" y="1982"/>
                </a:lnTo>
                <a:lnTo>
                  <a:pt x="3600" y="1982"/>
                </a:lnTo>
                <a:lnTo>
                  <a:pt x="2600" y="2180"/>
                </a:lnTo>
                <a:lnTo>
                  <a:pt x="2000" y="2774"/>
                </a:lnTo>
                <a:lnTo>
                  <a:pt x="1200" y="3171"/>
                </a:lnTo>
                <a:lnTo>
                  <a:pt x="800" y="3963"/>
                </a:lnTo>
                <a:lnTo>
                  <a:pt x="200" y="4756"/>
                </a:lnTo>
                <a:lnTo>
                  <a:pt x="0" y="5747"/>
                </a:lnTo>
                <a:lnTo>
                  <a:pt x="0" y="7332"/>
                </a:lnTo>
                <a:lnTo>
                  <a:pt x="200" y="8125"/>
                </a:lnTo>
                <a:lnTo>
                  <a:pt x="800" y="8917"/>
                </a:lnTo>
                <a:lnTo>
                  <a:pt x="1200" y="9512"/>
                </a:lnTo>
                <a:lnTo>
                  <a:pt x="2000" y="10106"/>
                </a:lnTo>
                <a:lnTo>
                  <a:pt x="2600" y="10503"/>
                </a:lnTo>
                <a:lnTo>
                  <a:pt x="3600" y="10899"/>
                </a:lnTo>
                <a:lnTo>
                  <a:pt x="7800" y="10899"/>
                </a:lnTo>
                <a:lnTo>
                  <a:pt x="7800" y="12683"/>
                </a:lnTo>
                <a:lnTo>
                  <a:pt x="4000" y="12683"/>
                </a:lnTo>
                <a:lnTo>
                  <a:pt x="4000" y="14664"/>
                </a:lnTo>
                <a:lnTo>
                  <a:pt x="7800" y="14664"/>
                </a:lnTo>
                <a:lnTo>
                  <a:pt x="7400" y="16448"/>
                </a:lnTo>
                <a:lnTo>
                  <a:pt x="7200" y="17240"/>
                </a:lnTo>
                <a:lnTo>
                  <a:pt x="6600" y="17637"/>
                </a:lnTo>
                <a:lnTo>
                  <a:pt x="6000" y="18231"/>
                </a:lnTo>
                <a:lnTo>
                  <a:pt x="5200" y="18429"/>
                </a:lnTo>
                <a:lnTo>
                  <a:pt x="3400" y="18628"/>
                </a:lnTo>
                <a:lnTo>
                  <a:pt x="2200" y="18628"/>
                </a:lnTo>
                <a:lnTo>
                  <a:pt x="1800" y="18826"/>
                </a:lnTo>
                <a:lnTo>
                  <a:pt x="1200" y="19222"/>
                </a:lnTo>
                <a:lnTo>
                  <a:pt x="1000" y="19618"/>
                </a:lnTo>
                <a:lnTo>
                  <a:pt x="1000" y="20411"/>
                </a:lnTo>
                <a:lnTo>
                  <a:pt x="1200" y="20807"/>
                </a:lnTo>
                <a:lnTo>
                  <a:pt x="2000" y="21600"/>
                </a:lnTo>
                <a:lnTo>
                  <a:pt x="19800" y="21600"/>
                </a:lnTo>
                <a:lnTo>
                  <a:pt x="20200" y="21006"/>
                </a:lnTo>
                <a:lnTo>
                  <a:pt x="20400" y="20807"/>
                </a:lnTo>
                <a:lnTo>
                  <a:pt x="20800" y="20015"/>
                </a:lnTo>
                <a:lnTo>
                  <a:pt x="20800" y="19618"/>
                </a:lnTo>
                <a:lnTo>
                  <a:pt x="20000" y="18826"/>
                </a:lnTo>
                <a:lnTo>
                  <a:pt x="19400" y="18628"/>
                </a:lnTo>
                <a:close/>
                <a:moveTo>
                  <a:pt x="8800" y="8917"/>
                </a:moveTo>
                <a:lnTo>
                  <a:pt x="4600" y="8917"/>
                </a:lnTo>
                <a:lnTo>
                  <a:pt x="3600" y="8719"/>
                </a:lnTo>
                <a:lnTo>
                  <a:pt x="2600" y="8323"/>
                </a:lnTo>
                <a:lnTo>
                  <a:pt x="2200" y="7728"/>
                </a:lnTo>
                <a:lnTo>
                  <a:pt x="2000" y="6738"/>
                </a:lnTo>
                <a:lnTo>
                  <a:pt x="2200" y="5549"/>
                </a:lnTo>
                <a:lnTo>
                  <a:pt x="2600" y="4756"/>
                </a:lnTo>
                <a:lnTo>
                  <a:pt x="3400" y="4161"/>
                </a:lnTo>
                <a:lnTo>
                  <a:pt x="4600" y="3963"/>
                </a:lnTo>
                <a:lnTo>
                  <a:pt x="5600" y="4161"/>
                </a:lnTo>
                <a:lnTo>
                  <a:pt x="6600" y="4756"/>
                </a:lnTo>
                <a:lnTo>
                  <a:pt x="6800" y="4954"/>
                </a:lnTo>
                <a:lnTo>
                  <a:pt x="7600" y="4954"/>
                </a:lnTo>
                <a:lnTo>
                  <a:pt x="8200" y="4756"/>
                </a:lnTo>
                <a:lnTo>
                  <a:pt x="8400" y="4161"/>
                </a:lnTo>
                <a:lnTo>
                  <a:pt x="8600" y="3171"/>
                </a:lnTo>
                <a:lnTo>
                  <a:pt x="9200" y="2774"/>
                </a:lnTo>
                <a:lnTo>
                  <a:pt x="9800" y="2180"/>
                </a:lnTo>
                <a:lnTo>
                  <a:pt x="10800" y="1982"/>
                </a:lnTo>
                <a:lnTo>
                  <a:pt x="11800" y="2180"/>
                </a:lnTo>
                <a:lnTo>
                  <a:pt x="12600" y="2774"/>
                </a:lnTo>
                <a:lnTo>
                  <a:pt x="13000" y="3171"/>
                </a:lnTo>
                <a:lnTo>
                  <a:pt x="13400" y="4161"/>
                </a:lnTo>
                <a:lnTo>
                  <a:pt x="13600" y="4756"/>
                </a:lnTo>
                <a:lnTo>
                  <a:pt x="14000" y="4954"/>
                </a:lnTo>
                <a:lnTo>
                  <a:pt x="14800" y="4954"/>
                </a:lnTo>
                <a:lnTo>
                  <a:pt x="15000" y="4756"/>
                </a:lnTo>
                <a:lnTo>
                  <a:pt x="16000" y="4161"/>
                </a:lnTo>
                <a:lnTo>
                  <a:pt x="17000" y="3963"/>
                </a:lnTo>
                <a:lnTo>
                  <a:pt x="18200" y="4161"/>
                </a:lnTo>
                <a:lnTo>
                  <a:pt x="19000" y="4756"/>
                </a:lnTo>
                <a:lnTo>
                  <a:pt x="19400" y="5549"/>
                </a:lnTo>
                <a:lnTo>
                  <a:pt x="19800" y="6738"/>
                </a:lnTo>
                <a:lnTo>
                  <a:pt x="19400" y="7728"/>
                </a:lnTo>
                <a:lnTo>
                  <a:pt x="19000" y="8323"/>
                </a:lnTo>
                <a:lnTo>
                  <a:pt x="18000" y="8719"/>
                </a:lnTo>
                <a:lnTo>
                  <a:pt x="17000" y="8917"/>
                </a:lnTo>
                <a:lnTo>
                  <a:pt x="12400" y="8917"/>
                </a:lnTo>
                <a:lnTo>
                  <a:pt x="12000" y="9116"/>
                </a:lnTo>
                <a:lnTo>
                  <a:pt x="11800" y="9314"/>
                </a:lnTo>
                <a:lnTo>
                  <a:pt x="11800" y="12683"/>
                </a:lnTo>
                <a:lnTo>
                  <a:pt x="9800" y="12683"/>
                </a:lnTo>
                <a:lnTo>
                  <a:pt x="9800" y="9314"/>
                </a:lnTo>
                <a:lnTo>
                  <a:pt x="9400" y="8917"/>
                </a:lnTo>
                <a:lnTo>
                  <a:pt x="8800" y="8917"/>
                </a:lnTo>
                <a:close/>
                <a:moveTo>
                  <a:pt x="7200" y="19618"/>
                </a:moveTo>
                <a:lnTo>
                  <a:pt x="9200" y="17637"/>
                </a:lnTo>
                <a:lnTo>
                  <a:pt x="9600" y="16250"/>
                </a:lnTo>
                <a:lnTo>
                  <a:pt x="9800" y="14664"/>
                </a:lnTo>
                <a:lnTo>
                  <a:pt x="11800" y="14664"/>
                </a:lnTo>
                <a:lnTo>
                  <a:pt x="12000" y="16250"/>
                </a:lnTo>
                <a:lnTo>
                  <a:pt x="12600" y="17439"/>
                </a:lnTo>
                <a:lnTo>
                  <a:pt x="13400" y="18628"/>
                </a:lnTo>
                <a:lnTo>
                  <a:pt x="14200" y="19420"/>
                </a:lnTo>
                <a:lnTo>
                  <a:pt x="14600" y="19618"/>
                </a:lnTo>
                <a:lnTo>
                  <a:pt x="7200" y="196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49"/>
          <p:cNvSpPr/>
          <p:nvPr/>
        </p:nvSpPr>
        <p:spPr>
          <a:xfrm>
            <a:off x="6472768" y="1198034"/>
            <a:ext cx="342900" cy="419094"/>
          </a:xfrm>
          <a:custGeom>
            <a:rect b="b" l="l" r="r" t="t"/>
            <a:pathLst>
              <a:path extrusionOk="0" h="21600" w="21600">
                <a:moveTo>
                  <a:pt x="9296" y="21600"/>
                </a:moveTo>
                <a:lnTo>
                  <a:pt x="9023" y="21600"/>
                </a:lnTo>
                <a:lnTo>
                  <a:pt x="8476" y="21164"/>
                </a:lnTo>
                <a:lnTo>
                  <a:pt x="7929" y="20509"/>
                </a:lnTo>
                <a:lnTo>
                  <a:pt x="7929" y="13091"/>
                </a:lnTo>
                <a:lnTo>
                  <a:pt x="1367" y="13091"/>
                </a:lnTo>
                <a:lnTo>
                  <a:pt x="547" y="12655"/>
                </a:lnTo>
                <a:lnTo>
                  <a:pt x="0" y="12436"/>
                </a:lnTo>
                <a:lnTo>
                  <a:pt x="0" y="12000"/>
                </a:lnTo>
                <a:lnTo>
                  <a:pt x="273" y="11127"/>
                </a:lnTo>
                <a:lnTo>
                  <a:pt x="10937" y="436"/>
                </a:lnTo>
                <a:lnTo>
                  <a:pt x="11757" y="0"/>
                </a:lnTo>
                <a:lnTo>
                  <a:pt x="12304" y="0"/>
                </a:lnTo>
                <a:lnTo>
                  <a:pt x="13124" y="655"/>
                </a:lnTo>
                <a:lnTo>
                  <a:pt x="13397" y="1091"/>
                </a:lnTo>
                <a:lnTo>
                  <a:pt x="13397" y="8727"/>
                </a:lnTo>
                <a:lnTo>
                  <a:pt x="20233" y="8727"/>
                </a:lnTo>
                <a:lnTo>
                  <a:pt x="20780" y="8945"/>
                </a:lnTo>
                <a:lnTo>
                  <a:pt x="21600" y="9164"/>
                </a:lnTo>
                <a:lnTo>
                  <a:pt x="21600" y="9818"/>
                </a:lnTo>
                <a:lnTo>
                  <a:pt x="21053" y="10255"/>
                </a:lnTo>
                <a:lnTo>
                  <a:pt x="10390" y="21164"/>
                </a:lnTo>
                <a:lnTo>
                  <a:pt x="10116" y="21600"/>
                </a:lnTo>
                <a:lnTo>
                  <a:pt x="9296" y="21600"/>
                </a:lnTo>
                <a:close/>
                <a:moveTo>
                  <a:pt x="3828" y="10909"/>
                </a:moveTo>
                <a:lnTo>
                  <a:pt x="10116" y="10909"/>
                </a:lnTo>
                <a:lnTo>
                  <a:pt x="10663" y="11345"/>
                </a:lnTo>
                <a:lnTo>
                  <a:pt x="10663" y="17673"/>
                </a:lnTo>
                <a:lnTo>
                  <a:pt x="17499" y="10909"/>
                </a:lnTo>
                <a:lnTo>
                  <a:pt x="11484" y="10909"/>
                </a:lnTo>
                <a:lnTo>
                  <a:pt x="10663" y="10255"/>
                </a:lnTo>
                <a:lnTo>
                  <a:pt x="10663" y="4145"/>
                </a:lnTo>
                <a:lnTo>
                  <a:pt x="3828" y="1090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49"/>
          <p:cNvSpPr/>
          <p:nvPr/>
        </p:nvSpPr>
        <p:spPr>
          <a:xfrm>
            <a:off x="7691967" y="1375834"/>
            <a:ext cx="114318" cy="76194"/>
          </a:xfrm>
          <a:custGeom>
            <a:rect b="b" l="l" r="r" t="t"/>
            <a:pathLst>
              <a:path extrusionOk="0" h="21600" w="21600">
                <a:moveTo>
                  <a:pt x="7714" y="12000"/>
                </a:moveTo>
                <a:lnTo>
                  <a:pt x="10800" y="12000"/>
                </a:lnTo>
                <a:lnTo>
                  <a:pt x="8486" y="14400"/>
                </a:lnTo>
                <a:lnTo>
                  <a:pt x="14657" y="21600"/>
                </a:lnTo>
                <a:lnTo>
                  <a:pt x="20829" y="8400"/>
                </a:lnTo>
                <a:lnTo>
                  <a:pt x="21600" y="6000"/>
                </a:lnTo>
                <a:lnTo>
                  <a:pt x="21600" y="2400"/>
                </a:lnTo>
                <a:lnTo>
                  <a:pt x="20057" y="1200"/>
                </a:lnTo>
                <a:lnTo>
                  <a:pt x="17743" y="0"/>
                </a:lnTo>
                <a:lnTo>
                  <a:pt x="0" y="0"/>
                </a:lnTo>
                <a:lnTo>
                  <a:pt x="7714" y="120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49"/>
          <p:cNvSpPr/>
          <p:nvPr/>
        </p:nvSpPr>
        <p:spPr>
          <a:xfrm>
            <a:off x="7463367" y="1236133"/>
            <a:ext cx="368280" cy="381024"/>
          </a:xfrm>
          <a:custGeom>
            <a:rect b="b" l="l" r="r" t="t"/>
            <a:pathLst>
              <a:path extrusionOk="0" h="21600" w="21600">
                <a:moveTo>
                  <a:pt x="1758" y="0"/>
                </a:moveTo>
                <a:lnTo>
                  <a:pt x="0" y="1643"/>
                </a:lnTo>
                <a:lnTo>
                  <a:pt x="5023" y="6339"/>
                </a:lnTo>
                <a:lnTo>
                  <a:pt x="1256" y="10330"/>
                </a:lnTo>
                <a:lnTo>
                  <a:pt x="753" y="11270"/>
                </a:lnTo>
                <a:lnTo>
                  <a:pt x="753" y="11739"/>
                </a:lnTo>
                <a:lnTo>
                  <a:pt x="1507" y="11974"/>
                </a:lnTo>
                <a:lnTo>
                  <a:pt x="2009" y="12443"/>
                </a:lnTo>
                <a:lnTo>
                  <a:pt x="8288" y="12443"/>
                </a:lnTo>
                <a:lnTo>
                  <a:pt x="8288" y="20426"/>
                </a:lnTo>
                <a:lnTo>
                  <a:pt x="8540" y="21130"/>
                </a:lnTo>
                <a:lnTo>
                  <a:pt x="9293" y="21600"/>
                </a:lnTo>
                <a:lnTo>
                  <a:pt x="10047" y="21600"/>
                </a:lnTo>
                <a:lnTo>
                  <a:pt x="10549" y="21130"/>
                </a:lnTo>
                <a:lnTo>
                  <a:pt x="15070" y="15730"/>
                </a:lnTo>
                <a:lnTo>
                  <a:pt x="19842" y="20191"/>
                </a:lnTo>
                <a:lnTo>
                  <a:pt x="21600" y="18313"/>
                </a:lnTo>
                <a:lnTo>
                  <a:pt x="1758" y="0"/>
                </a:lnTo>
                <a:close/>
                <a:moveTo>
                  <a:pt x="4521" y="10096"/>
                </a:moveTo>
                <a:lnTo>
                  <a:pt x="6781" y="7748"/>
                </a:lnTo>
                <a:lnTo>
                  <a:pt x="9042" y="10096"/>
                </a:lnTo>
                <a:lnTo>
                  <a:pt x="4521" y="10096"/>
                </a:lnTo>
                <a:close/>
                <a:moveTo>
                  <a:pt x="10800" y="17374"/>
                </a:moveTo>
                <a:lnTo>
                  <a:pt x="10800" y="11739"/>
                </a:lnTo>
                <a:lnTo>
                  <a:pt x="13312" y="14087"/>
                </a:lnTo>
                <a:lnTo>
                  <a:pt x="10800" y="1737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49"/>
          <p:cNvSpPr/>
          <p:nvPr/>
        </p:nvSpPr>
        <p:spPr>
          <a:xfrm>
            <a:off x="7603066" y="1198034"/>
            <a:ext cx="88884" cy="165078"/>
          </a:xfrm>
          <a:custGeom>
            <a:rect b="b" l="l" r="r" t="t"/>
            <a:pathLst>
              <a:path extrusionOk="0" h="21600" w="21600">
                <a:moveTo>
                  <a:pt x="7200" y="13846"/>
                </a:moveTo>
                <a:lnTo>
                  <a:pt x="11314" y="10523"/>
                </a:lnTo>
                <a:lnTo>
                  <a:pt x="11314" y="16062"/>
                </a:lnTo>
                <a:lnTo>
                  <a:pt x="21600" y="21600"/>
                </a:lnTo>
                <a:lnTo>
                  <a:pt x="21600" y="2769"/>
                </a:lnTo>
                <a:lnTo>
                  <a:pt x="20571" y="1662"/>
                </a:lnTo>
                <a:lnTo>
                  <a:pt x="17486" y="0"/>
                </a:lnTo>
                <a:lnTo>
                  <a:pt x="15429" y="0"/>
                </a:lnTo>
                <a:lnTo>
                  <a:pt x="12343" y="1108"/>
                </a:lnTo>
                <a:lnTo>
                  <a:pt x="0" y="9969"/>
                </a:lnTo>
                <a:lnTo>
                  <a:pt x="7200" y="1384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49"/>
          <p:cNvSpPr/>
          <p:nvPr/>
        </p:nvSpPr>
        <p:spPr>
          <a:xfrm>
            <a:off x="8441266" y="1223434"/>
            <a:ext cx="419094" cy="393714"/>
          </a:xfrm>
          <a:custGeom>
            <a:rect b="b" l="l" r="r" t="t"/>
            <a:pathLst>
              <a:path extrusionOk="0" h="21600" w="21600">
                <a:moveTo>
                  <a:pt x="21600" y="15626"/>
                </a:moveTo>
                <a:lnTo>
                  <a:pt x="17673" y="2298"/>
                </a:lnTo>
                <a:lnTo>
                  <a:pt x="17236" y="1379"/>
                </a:lnTo>
                <a:lnTo>
                  <a:pt x="16582" y="689"/>
                </a:lnTo>
                <a:lnTo>
                  <a:pt x="15709" y="460"/>
                </a:lnTo>
                <a:lnTo>
                  <a:pt x="14836" y="0"/>
                </a:lnTo>
                <a:lnTo>
                  <a:pt x="12655" y="919"/>
                </a:lnTo>
                <a:lnTo>
                  <a:pt x="12218" y="2068"/>
                </a:lnTo>
                <a:lnTo>
                  <a:pt x="12000" y="3217"/>
                </a:lnTo>
                <a:lnTo>
                  <a:pt x="12000" y="4596"/>
                </a:lnTo>
                <a:lnTo>
                  <a:pt x="9818" y="4596"/>
                </a:lnTo>
                <a:lnTo>
                  <a:pt x="9818" y="3217"/>
                </a:lnTo>
                <a:lnTo>
                  <a:pt x="9600" y="2068"/>
                </a:lnTo>
                <a:lnTo>
                  <a:pt x="8945" y="919"/>
                </a:lnTo>
                <a:lnTo>
                  <a:pt x="6764" y="0"/>
                </a:lnTo>
                <a:lnTo>
                  <a:pt x="6109" y="460"/>
                </a:lnTo>
                <a:lnTo>
                  <a:pt x="5236" y="689"/>
                </a:lnTo>
                <a:lnTo>
                  <a:pt x="4364" y="1379"/>
                </a:lnTo>
                <a:lnTo>
                  <a:pt x="4145" y="2298"/>
                </a:lnTo>
                <a:lnTo>
                  <a:pt x="0" y="15626"/>
                </a:lnTo>
                <a:lnTo>
                  <a:pt x="0" y="17694"/>
                </a:lnTo>
                <a:lnTo>
                  <a:pt x="436" y="18383"/>
                </a:lnTo>
                <a:lnTo>
                  <a:pt x="873" y="19302"/>
                </a:lnTo>
                <a:lnTo>
                  <a:pt x="1527" y="20221"/>
                </a:lnTo>
                <a:lnTo>
                  <a:pt x="2182" y="20681"/>
                </a:lnTo>
                <a:lnTo>
                  <a:pt x="3055" y="21370"/>
                </a:lnTo>
                <a:lnTo>
                  <a:pt x="3927" y="21600"/>
                </a:lnTo>
                <a:lnTo>
                  <a:pt x="6109" y="21600"/>
                </a:lnTo>
                <a:lnTo>
                  <a:pt x="6764" y="21370"/>
                </a:lnTo>
                <a:lnTo>
                  <a:pt x="7636" y="20681"/>
                </a:lnTo>
                <a:lnTo>
                  <a:pt x="8509" y="20221"/>
                </a:lnTo>
                <a:lnTo>
                  <a:pt x="8945" y="19302"/>
                </a:lnTo>
                <a:lnTo>
                  <a:pt x="9600" y="18383"/>
                </a:lnTo>
                <a:lnTo>
                  <a:pt x="9818" y="17694"/>
                </a:lnTo>
                <a:lnTo>
                  <a:pt x="9818" y="11489"/>
                </a:lnTo>
                <a:lnTo>
                  <a:pt x="12000" y="11489"/>
                </a:lnTo>
                <a:lnTo>
                  <a:pt x="12000" y="17694"/>
                </a:lnTo>
                <a:lnTo>
                  <a:pt x="12218" y="18383"/>
                </a:lnTo>
                <a:lnTo>
                  <a:pt x="12655" y="19302"/>
                </a:lnTo>
                <a:lnTo>
                  <a:pt x="13309" y="20221"/>
                </a:lnTo>
                <a:lnTo>
                  <a:pt x="14182" y="20681"/>
                </a:lnTo>
                <a:lnTo>
                  <a:pt x="14836" y="21370"/>
                </a:lnTo>
                <a:lnTo>
                  <a:pt x="15709" y="21600"/>
                </a:lnTo>
                <a:lnTo>
                  <a:pt x="17891" y="21600"/>
                </a:lnTo>
                <a:lnTo>
                  <a:pt x="18545" y="21370"/>
                </a:lnTo>
                <a:lnTo>
                  <a:pt x="19418" y="20681"/>
                </a:lnTo>
                <a:lnTo>
                  <a:pt x="20291" y="20221"/>
                </a:lnTo>
                <a:lnTo>
                  <a:pt x="20727" y="19302"/>
                </a:lnTo>
                <a:lnTo>
                  <a:pt x="21382" y="18383"/>
                </a:lnTo>
                <a:lnTo>
                  <a:pt x="21600" y="17694"/>
                </a:lnTo>
                <a:lnTo>
                  <a:pt x="21600" y="15626"/>
                </a:lnTo>
                <a:close/>
                <a:moveTo>
                  <a:pt x="5018" y="19302"/>
                </a:moveTo>
                <a:lnTo>
                  <a:pt x="3927" y="19072"/>
                </a:lnTo>
                <a:lnTo>
                  <a:pt x="3055" y="18383"/>
                </a:lnTo>
                <a:lnTo>
                  <a:pt x="2618" y="17694"/>
                </a:lnTo>
                <a:lnTo>
                  <a:pt x="2182" y="16545"/>
                </a:lnTo>
                <a:lnTo>
                  <a:pt x="2618" y="15396"/>
                </a:lnTo>
                <a:lnTo>
                  <a:pt x="3055" y="14477"/>
                </a:lnTo>
                <a:lnTo>
                  <a:pt x="3927" y="14017"/>
                </a:lnTo>
                <a:lnTo>
                  <a:pt x="5018" y="13557"/>
                </a:lnTo>
                <a:lnTo>
                  <a:pt x="6109" y="14017"/>
                </a:lnTo>
                <a:lnTo>
                  <a:pt x="6764" y="14477"/>
                </a:lnTo>
                <a:lnTo>
                  <a:pt x="7418" y="15396"/>
                </a:lnTo>
                <a:lnTo>
                  <a:pt x="7636" y="16545"/>
                </a:lnTo>
                <a:lnTo>
                  <a:pt x="7418" y="17694"/>
                </a:lnTo>
                <a:lnTo>
                  <a:pt x="6109" y="19072"/>
                </a:lnTo>
                <a:lnTo>
                  <a:pt x="5018" y="19302"/>
                </a:lnTo>
                <a:close/>
                <a:moveTo>
                  <a:pt x="7636" y="12179"/>
                </a:moveTo>
                <a:lnTo>
                  <a:pt x="6327" y="11719"/>
                </a:lnTo>
                <a:lnTo>
                  <a:pt x="5018" y="11489"/>
                </a:lnTo>
                <a:lnTo>
                  <a:pt x="3491" y="11719"/>
                </a:lnTo>
                <a:lnTo>
                  <a:pt x="6109" y="2987"/>
                </a:lnTo>
                <a:lnTo>
                  <a:pt x="6327" y="2528"/>
                </a:lnTo>
                <a:lnTo>
                  <a:pt x="6764" y="2298"/>
                </a:lnTo>
                <a:lnTo>
                  <a:pt x="7418" y="2528"/>
                </a:lnTo>
                <a:lnTo>
                  <a:pt x="7636" y="3217"/>
                </a:lnTo>
                <a:lnTo>
                  <a:pt x="7636" y="12179"/>
                </a:lnTo>
                <a:close/>
                <a:moveTo>
                  <a:pt x="9818" y="9191"/>
                </a:moveTo>
                <a:lnTo>
                  <a:pt x="9818" y="6894"/>
                </a:lnTo>
                <a:lnTo>
                  <a:pt x="12000" y="6894"/>
                </a:lnTo>
                <a:lnTo>
                  <a:pt x="12000" y="9191"/>
                </a:lnTo>
                <a:lnTo>
                  <a:pt x="9818" y="9191"/>
                </a:lnTo>
                <a:close/>
                <a:moveTo>
                  <a:pt x="14182" y="4596"/>
                </a:moveTo>
                <a:lnTo>
                  <a:pt x="14182" y="3217"/>
                </a:lnTo>
                <a:lnTo>
                  <a:pt x="14400" y="2528"/>
                </a:lnTo>
                <a:lnTo>
                  <a:pt x="14836" y="2298"/>
                </a:lnTo>
                <a:lnTo>
                  <a:pt x="15491" y="2528"/>
                </a:lnTo>
                <a:lnTo>
                  <a:pt x="15709" y="2987"/>
                </a:lnTo>
                <a:lnTo>
                  <a:pt x="18109" y="11719"/>
                </a:lnTo>
                <a:lnTo>
                  <a:pt x="16800" y="11489"/>
                </a:lnTo>
                <a:lnTo>
                  <a:pt x="15491" y="11719"/>
                </a:lnTo>
                <a:lnTo>
                  <a:pt x="14182" y="12179"/>
                </a:lnTo>
                <a:lnTo>
                  <a:pt x="14182" y="4596"/>
                </a:lnTo>
                <a:close/>
                <a:moveTo>
                  <a:pt x="16800" y="19302"/>
                </a:moveTo>
                <a:lnTo>
                  <a:pt x="15709" y="19072"/>
                </a:lnTo>
                <a:lnTo>
                  <a:pt x="14836" y="18383"/>
                </a:lnTo>
                <a:lnTo>
                  <a:pt x="14400" y="17694"/>
                </a:lnTo>
                <a:lnTo>
                  <a:pt x="14182" y="16545"/>
                </a:lnTo>
                <a:lnTo>
                  <a:pt x="14400" y="15396"/>
                </a:lnTo>
                <a:lnTo>
                  <a:pt x="14836" y="14477"/>
                </a:lnTo>
                <a:lnTo>
                  <a:pt x="15709" y="14017"/>
                </a:lnTo>
                <a:lnTo>
                  <a:pt x="16800" y="13557"/>
                </a:lnTo>
                <a:lnTo>
                  <a:pt x="17891" y="14017"/>
                </a:lnTo>
                <a:lnTo>
                  <a:pt x="18545" y="14477"/>
                </a:lnTo>
                <a:lnTo>
                  <a:pt x="19200" y="15396"/>
                </a:lnTo>
                <a:lnTo>
                  <a:pt x="19418" y="16545"/>
                </a:lnTo>
                <a:lnTo>
                  <a:pt x="19200" y="17694"/>
                </a:lnTo>
                <a:lnTo>
                  <a:pt x="17891" y="19072"/>
                </a:lnTo>
                <a:lnTo>
                  <a:pt x="16800" y="1930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49"/>
          <p:cNvSpPr/>
          <p:nvPr/>
        </p:nvSpPr>
        <p:spPr>
          <a:xfrm>
            <a:off x="5452533" y="1198034"/>
            <a:ext cx="397926" cy="406404"/>
          </a:xfrm>
          <a:custGeom>
            <a:rect b="b" l="l" r="r" t="t"/>
            <a:pathLst>
              <a:path extrusionOk="0" h="21600" w="21600">
                <a:moveTo>
                  <a:pt x="21600" y="11368"/>
                </a:moveTo>
                <a:lnTo>
                  <a:pt x="10111" y="0"/>
                </a:lnTo>
                <a:lnTo>
                  <a:pt x="8732" y="1819"/>
                </a:lnTo>
                <a:lnTo>
                  <a:pt x="10111" y="3411"/>
                </a:lnTo>
                <a:lnTo>
                  <a:pt x="4826" y="9095"/>
                </a:lnTo>
                <a:lnTo>
                  <a:pt x="3217" y="7276"/>
                </a:lnTo>
                <a:lnTo>
                  <a:pt x="1379" y="9095"/>
                </a:lnTo>
                <a:lnTo>
                  <a:pt x="6204" y="13642"/>
                </a:lnTo>
                <a:lnTo>
                  <a:pt x="0" y="20008"/>
                </a:lnTo>
                <a:lnTo>
                  <a:pt x="1379" y="21600"/>
                </a:lnTo>
                <a:lnTo>
                  <a:pt x="7813" y="15234"/>
                </a:lnTo>
                <a:lnTo>
                  <a:pt x="12638" y="20008"/>
                </a:lnTo>
                <a:lnTo>
                  <a:pt x="14477" y="18417"/>
                </a:lnTo>
                <a:lnTo>
                  <a:pt x="12638" y="16825"/>
                </a:lnTo>
                <a:lnTo>
                  <a:pt x="18383" y="11368"/>
                </a:lnTo>
                <a:lnTo>
                  <a:pt x="19762" y="12960"/>
                </a:lnTo>
                <a:lnTo>
                  <a:pt x="21600" y="11368"/>
                </a:lnTo>
                <a:close/>
                <a:moveTo>
                  <a:pt x="11030" y="15234"/>
                </a:moveTo>
                <a:lnTo>
                  <a:pt x="6204" y="10459"/>
                </a:lnTo>
                <a:lnTo>
                  <a:pt x="11949" y="4775"/>
                </a:lnTo>
                <a:lnTo>
                  <a:pt x="16774" y="9549"/>
                </a:lnTo>
                <a:lnTo>
                  <a:pt x="11030" y="1523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49"/>
          <p:cNvSpPr/>
          <p:nvPr/>
        </p:nvSpPr>
        <p:spPr>
          <a:xfrm>
            <a:off x="9444567" y="1198034"/>
            <a:ext cx="419094" cy="419094"/>
          </a:xfrm>
          <a:custGeom>
            <a:rect b="b" l="l" r="r" t="t"/>
            <a:pathLst>
              <a:path extrusionOk="0" h="21600" w="21600">
                <a:moveTo>
                  <a:pt x="20291" y="1527"/>
                </a:moveTo>
                <a:lnTo>
                  <a:pt x="19636" y="873"/>
                </a:lnTo>
                <a:lnTo>
                  <a:pt x="18982" y="436"/>
                </a:lnTo>
                <a:lnTo>
                  <a:pt x="18109" y="0"/>
                </a:lnTo>
                <a:lnTo>
                  <a:pt x="16364" y="0"/>
                </a:lnTo>
                <a:lnTo>
                  <a:pt x="15709" y="436"/>
                </a:lnTo>
                <a:lnTo>
                  <a:pt x="14836" y="873"/>
                </a:lnTo>
                <a:lnTo>
                  <a:pt x="14400" y="1527"/>
                </a:lnTo>
                <a:lnTo>
                  <a:pt x="1964" y="13527"/>
                </a:lnTo>
                <a:lnTo>
                  <a:pt x="1745" y="13964"/>
                </a:lnTo>
                <a:lnTo>
                  <a:pt x="0" y="20291"/>
                </a:lnTo>
                <a:lnTo>
                  <a:pt x="0" y="20727"/>
                </a:lnTo>
                <a:lnTo>
                  <a:pt x="218" y="21382"/>
                </a:lnTo>
                <a:lnTo>
                  <a:pt x="873" y="21600"/>
                </a:lnTo>
                <a:lnTo>
                  <a:pt x="1309" y="21600"/>
                </a:lnTo>
                <a:lnTo>
                  <a:pt x="7636" y="20073"/>
                </a:lnTo>
                <a:lnTo>
                  <a:pt x="20291" y="7418"/>
                </a:lnTo>
                <a:lnTo>
                  <a:pt x="20727" y="6764"/>
                </a:lnTo>
                <a:lnTo>
                  <a:pt x="21382" y="6109"/>
                </a:lnTo>
                <a:lnTo>
                  <a:pt x="21600" y="5236"/>
                </a:lnTo>
                <a:lnTo>
                  <a:pt x="21600" y="3491"/>
                </a:lnTo>
                <a:lnTo>
                  <a:pt x="21382" y="2836"/>
                </a:lnTo>
                <a:lnTo>
                  <a:pt x="20727" y="1964"/>
                </a:lnTo>
                <a:lnTo>
                  <a:pt x="20291" y="1527"/>
                </a:lnTo>
                <a:close/>
                <a:moveTo>
                  <a:pt x="7636" y="15491"/>
                </a:moveTo>
                <a:lnTo>
                  <a:pt x="15709" y="7418"/>
                </a:lnTo>
                <a:lnTo>
                  <a:pt x="16364" y="8073"/>
                </a:lnTo>
                <a:lnTo>
                  <a:pt x="7855" y="16800"/>
                </a:lnTo>
                <a:lnTo>
                  <a:pt x="7636" y="15491"/>
                </a:lnTo>
                <a:close/>
                <a:moveTo>
                  <a:pt x="6327" y="13964"/>
                </a:moveTo>
                <a:lnTo>
                  <a:pt x="4800" y="13745"/>
                </a:lnTo>
                <a:lnTo>
                  <a:pt x="13527" y="5236"/>
                </a:lnTo>
                <a:lnTo>
                  <a:pt x="14400" y="6109"/>
                </a:lnTo>
                <a:lnTo>
                  <a:pt x="6327" y="13964"/>
                </a:lnTo>
                <a:close/>
                <a:moveTo>
                  <a:pt x="3491" y="15709"/>
                </a:moveTo>
                <a:lnTo>
                  <a:pt x="5673" y="15927"/>
                </a:lnTo>
                <a:lnTo>
                  <a:pt x="5891" y="18109"/>
                </a:lnTo>
                <a:lnTo>
                  <a:pt x="2400" y="19200"/>
                </a:lnTo>
                <a:lnTo>
                  <a:pt x="3491" y="15709"/>
                </a:lnTo>
                <a:close/>
                <a:moveTo>
                  <a:pt x="14836" y="3491"/>
                </a:moveTo>
                <a:lnTo>
                  <a:pt x="15709" y="2836"/>
                </a:lnTo>
                <a:lnTo>
                  <a:pt x="16364" y="2400"/>
                </a:lnTo>
                <a:lnTo>
                  <a:pt x="17236" y="2182"/>
                </a:lnTo>
                <a:lnTo>
                  <a:pt x="18109" y="2400"/>
                </a:lnTo>
                <a:lnTo>
                  <a:pt x="18982" y="2836"/>
                </a:lnTo>
                <a:lnTo>
                  <a:pt x="19200" y="3491"/>
                </a:lnTo>
                <a:lnTo>
                  <a:pt x="19418" y="4364"/>
                </a:lnTo>
                <a:lnTo>
                  <a:pt x="18982" y="6109"/>
                </a:lnTo>
                <a:lnTo>
                  <a:pt x="18109" y="6764"/>
                </a:lnTo>
                <a:lnTo>
                  <a:pt x="14836" y="349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49"/>
          <p:cNvSpPr/>
          <p:nvPr/>
        </p:nvSpPr>
        <p:spPr>
          <a:xfrm>
            <a:off x="1439332" y="2230967"/>
            <a:ext cx="368280" cy="368280"/>
          </a:xfrm>
          <a:custGeom>
            <a:rect b="b" l="l" r="r" t="t"/>
            <a:pathLst>
              <a:path extrusionOk="0" h="21600" w="21600">
                <a:moveTo>
                  <a:pt x="21600" y="1986"/>
                </a:moveTo>
                <a:lnTo>
                  <a:pt x="19842" y="0"/>
                </a:lnTo>
                <a:lnTo>
                  <a:pt x="10800" y="8938"/>
                </a:lnTo>
                <a:lnTo>
                  <a:pt x="1758" y="0"/>
                </a:lnTo>
                <a:lnTo>
                  <a:pt x="0" y="1986"/>
                </a:lnTo>
                <a:lnTo>
                  <a:pt x="9042" y="10676"/>
                </a:lnTo>
                <a:lnTo>
                  <a:pt x="0" y="19614"/>
                </a:lnTo>
                <a:lnTo>
                  <a:pt x="1758" y="21600"/>
                </a:lnTo>
                <a:lnTo>
                  <a:pt x="10800" y="12662"/>
                </a:lnTo>
                <a:lnTo>
                  <a:pt x="19842" y="21600"/>
                </a:lnTo>
                <a:lnTo>
                  <a:pt x="21600" y="19614"/>
                </a:lnTo>
                <a:lnTo>
                  <a:pt x="12809" y="10676"/>
                </a:lnTo>
                <a:lnTo>
                  <a:pt x="21600" y="198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49"/>
          <p:cNvSpPr/>
          <p:nvPr/>
        </p:nvSpPr>
        <p:spPr>
          <a:xfrm>
            <a:off x="10447866" y="1286933"/>
            <a:ext cx="372546" cy="330210"/>
          </a:xfrm>
          <a:custGeom>
            <a:rect b="b" l="l" r="r" t="t"/>
            <a:pathLst>
              <a:path extrusionOk="0" h="21600" w="21600">
                <a:moveTo>
                  <a:pt x="19173" y="21600"/>
                </a:moveTo>
                <a:lnTo>
                  <a:pt x="2427" y="21600"/>
                </a:lnTo>
                <a:lnTo>
                  <a:pt x="485" y="21053"/>
                </a:lnTo>
                <a:lnTo>
                  <a:pt x="0" y="18866"/>
                </a:lnTo>
                <a:lnTo>
                  <a:pt x="0" y="2734"/>
                </a:lnTo>
                <a:lnTo>
                  <a:pt x="243" y="1641"/>
                </a:lnTo>
                <a:lnTo>
                  <a:pt x="485" y="820"/>
                </a:lnTo>
                <a:lnTo>
                  <a:pt x="1456" y="273"/>
                </a:lnTo>
                <a:lnTo>
                  <a:pt x="2427" y="0"/>
                </a:lnTo>
                <a:lnTo>
                  <a:pt x="14319" y="0"/>
                </a:lnTo>
                <a:lnTo>
                  <a:pt x="14319" y="2734"/>
                </a:lnTo>
                <a:lnTo>
                  <a:pt x="2427" y="2734"/>
                </a:lnTo>
                <a:lnTo>
                  <a:pt x="2427" y="18866"/>
                </a:lnTo>
                <a:lnTo>
                  <a:pt x="19173" y="18866"/>
                </a:lnTo>
                <a:lnTo>
                  <a:pt x="19173" y="12030"/>
                </a:lnTo>
                <a:lnTo>
                  <a:pt x="21600" y="12030"/>
                </a:lnTo>
                <a:lnTo>
                  <a:pt x="21600" y="18866"/>
                </a:lnTo>
                <a:lnTo>
                  <a:pt x="21357" y="19959"/>
                </a:lnTo>
                <a:lnTo>
                  <a:pt x="20872" y="21053"/>
                </a:lnTo>
                <a:lnTo>
                  <a:pt x="20144" y="21327"/>
                </a:lnTo>
                <a:lnTo>
                  <a:pt x="19173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49"/>
          <p:cNvSpPr/>
          <p:nvPr/>
        </p:nvSpPr>
        <p:spPr>
          <a:xfrm>
            <a:off x="10528300" y="1248834"/>
            <a:ext cx="342900" cy="279396"/>
          </a:xfrm>
          <a:custGeom>
            <a:rect b="b" l="l" r="r" t="t"/>
            <a:pathLst>
              <a:path extrusionOk="0" h="21600" w="21600">
                <a:moveTo>
                  <a:pt x="6562" y="21600"/>
                </a:moveTo>
                <a:lnTo>
                  <a:pt x="0" y="14185"/>
                </a:lnTo>
                <a:lnTo>
                  <a:pt x="2734" y="10961"/>
                </a:lnTo>
                <a:lnTo>
                  <a:pt x="6562" y="16119"/>
                </a:lnTo>
                <a:lnTo>
                  <a:pt x="18866" y="0"/>
                </a:lnTo>
                <a:lnTo>
                  <a:pt x="21600" y="2579"/>
                </a:lnTo>
                <a:lnTo>
                  <a:pt x="6562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49"/>
          <p:cNvSpPr/>
          <p:nvPr/>
        </p:nvSpPr>
        <p:spPr>
          <a:xfrm>
            <a:off x="3382434" y="2269066"/>
            <a:ext cx="495288" cy="292086"/>
          </a:xfrm>
          <a:custGeom>
            <a:rect b="b" l="l" r="r" t="t"/>
            <a:pathLst>
              <a:path extrusionOk="0" h="21600" w="21600">
                <a:moveTo>
                  <a:pt x="15193" y="21600"/>
                </a:moveTo>
                <a:lnTo>
                  <a:pt x="6224" y="21600"/>
                </a:lnTo>
                <a:lnTo>
                  <a:pt x="4942" y="21287"/>
                </a:lnTo>
                <a:lnTo>
                  <a:pt x="3844" y="20661"/>
                </a:lnTo>
                <a:lnTo>
                  <a:pt x="2563" y="19722"/>
                </a:lnTo>
                <a:lnTo>
                  <a:pt x="1647" y="18470"/>
                </a:lnTo>
                <a:lnTo>
                  <a:pt x="1098" y="16904"/>
                </a:lnTo>
                <a:lnTo>
                  <a:pt x="366" y="15026"/>
                </a:lnTo>
                <a:lnTo>
                  <a:pt x="183" y="13148"/>
                </a:lnTo>
                <a:lnTo>
                  <a:pt x="0" y="10643"/>
                </a:lnTo>
                <a:lnTo>
                  <a:pt x="183" y="8452"/>
                </a:lnTo>
                <a:lnTo>
                  <a:pt x="366" y="6574"/>
                </a:lnTo>
                <a:lnTo>
                  <a:pt x="1098" y="4696"/>
                </a:lnTo>
                <a:lnTo>
                  <a:pt x="1647" y="3130"/>
                </a:lnTo>
                <a:lnTo>
                  <a:pt x="2563" y="1878"/>
                </a:lnTo>
                <a:lnTo>
                  <a:pt x="3844" y="626"/>
                </a:lnTo>
                <a:lnTo>
                  <a:pt x="4942" y="313"/>
                </a:lnTo>
                <a:lnTo>
                  <a:pt x="6224" y="0"/>
                </a:lnTo>
                <a:lnTo>
                  <a:pt x="15193" y="0"/>
                </a:lnTo>
                <a:lnTo>
                  <a:pt x="16658" y="313"/>
                </a:lnTo>
                <a:lnTo>
                  <a:pt x="17756" y="626"/>
                </a:lnTo>
                <a:lnTo>
                  <a:pt x="18854" y="1878"/>
                </a:lnTo>
                <a:lnTo>
                  <a:pt x="19769" y="3130"/>
                </a:lnTo>
                <a:lnTo>
                  <a:pt x="20502" y="4696"/>
                </a:lnTo>
                <a:lnTo>
                  <a:pt x="21234" y="6574"/>
                </a:lnTo>
                <a:lnTo>
                  <a:pt x="21417" y="8452"/>
                </a:lnTo>
                <a:lnTo>
                  <a:pt x="21600" y="10643"/>
                </a:lnTo>
                <a:lnTo>
                  <a:pt x="21417" y="13148"/>
                </a:lnTo>
                <a:lnTo>
                  <a:pt x="21234" y="15026"/>
                </a:lnTo>
                <a:lnTo>
                  <a:pt x="20502" y="16904"/>
                </a:lnTo>
                <a:lnTo>
                  <a:pt x="19769" y="18470"/>
                </a:lnTo>
                <a:lnTo>
                  <a:pt x="18854" y="19722"/>
                </a:lnTo>
                <a:lnTo>
                  <a:pt x="17756" y="20661"/>
                </a:lnTo>
                <a:lnTo>
                  <a:pt x="16658" y="21287"/>
                </a:lnTo>
                <a:lnTo>
                  <a:pt x="15193" y="21600"/>
                </a:lnTo>
                <a:close/>
                <a:moveTo>
                  <a:pt x="6224" y="3130"/>
                </a:moveTo>
                <a:lnTo>
                  <a:pt x="5308" y="3130"/>
                </a:lnTo>
                <a:lnTo>
                  <a:pt x="4393" y="3757"/>
                </a:lnTo>
                <a:lnTo>
                  <a:pt x="3844" y="4070"/>
                </a:lnTo>
                <a:lnTo>
                  <a:pt x="2380" y="6574"/>
                </a:lnTo>
                <a:lnTo>
                  <a:pt x="2197" y="7826"/>
                </a:lnTo>
                <a:lnTo>
                  <a:pt x="1647" y="9078"/>
                </a:lnTo>
                <a:lnTo>
                  <a:pt x="1647" y="12209"/>
                </a:lnTo>
                <a:lnTo>
                  <a:pt x="2197" y="13774"/>
                </a:lnTo>
                <a:lnTo>
                  <a:pt x="2380" y="15026"/>
                </a:lnTo>
                <a:lnTo>
                  <a:pt x="3112" y="16278"/>
                </a:lnTo>
                <a:lnTo>
                  <a:pt x="3844" y="17217"/>
                </a:lnTo>
                <a:lnTo>
                  <a:pt x="4393" y="17843"/>
                </a:lnTo>
                <a:lnTo>
                  <a:pt x="5308" y="18470"/>
                </a:lnTo>
                <a:lnTo>
                  <a:pt x="16108" y="18470"/>
                </a:lnTo>
                <a:lnTo>
                  <a:pt x="17024" y="17843"/>
                </a:lnTo>
                <a:lnTo>
                  <a:pt x="17756" y="17217"/>
                </a:lnTo>
                <a:lnTo>
                  <a:pt x="18488" y="16278"/>
                </a:lnTo>
                <a:lnTo>
                  <a:pt x="19037" y="15026"/>
                </a:lnTo>
                <a:lnTo>
                  <a:pt x="19403" y="13774"/>
                </a:lnTo>
                <a:lnTo>
                  <a:pt x="19769" y="12209"/>
                </a:lnTo>
                <a:lnTo>
                  <a:pt x="19769" y="9078"/>
                </a:lnTo>
                <a:lnTo>
                  <a:pt x="19037" y="6574"/>
                </a:lnTo>
                <a:lnTo>
                  <a:pt x="18488" y="5322"/>
                </a:lnTo>
                <a:lnTo>
                  <a:pt x="17756" y="4070"/>
                </a:lnTo>
                <a:lnTo>
                  <a:pt x="17024" y="3757"/>
                </a:lnTo>
                <a:lnTo>
                  <a:pt x="16108" y="3130"/>
                </a:lnTo>
                <a:lnTo>
                  <a:pt x="6224" y="313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49"/>
          <p:cNvSpPr/>
          <p:nvPr/>
        </p:nvSpPr>
        <p:spPr>
          <a:xfrm>
            <a:off x="3674533" y="2357967"/>
            <a:ext cx="127008" cy="127008"/>
          </a:xfrm>
          <a:custGeom>
            <a:rect b="b" l="l" r="r" t="t"/>
            <a:pathLst>
              <a:path extrusionOk="0" h="21600" w="21600">
                <a:moveTo>
                  <a:pt x="21600" y="10428"/>
                </a:moveTo>
                <a:lnTo>
                  <a:pt x="20855" y="15641"/>
                </a:lnTo>
                <a:lnTo>
                  <a:pt x="17876" y="17876"/>
                </a:lnTo>
                <a:lnTo>
                  <a:pt x="15641" y="20855"/>
                </a:lnTo>
                <a:lnTo>
                  <a:pt x="10428" y="21600"/>
                </a:lnTo>
                <a:lnTo>
                  <a:pt x="5959" y="20855"/>
                </a:lnTo>
                <a:lnTo>
                  <a:pt x="3724" y="17876"/>
                </a:lnTo>
                <a:lnTo>
                  <a:pt x="745" y="15641"/>
                </a:lnTo>
                <a:lnTo>
                  <a:pt x="0" y="10428"/>
                </a:lnTo>
                <a:lnTo>
                  <a:pt x="745" y="5959"/>
                </a:lnTo>
                <a:lnTo>
                  <a:pt x="3724" y="3724"/>
                </a:lnTo>
                <a:lnTo>
                  <a:pt x="5959" y="745"/>
                </a:lnTo>
                <a:lnTo>
                  <a:pt x="10428" y="0"/>
                </a:lnTo>
                <a:lnTo>
                  <a:pt x="15641" y="745"/>
                </a:lnTo>
                <a:lnTo>
                  <a:pt x="17876" y="3724"/>
                </a:lnTo>
                <a:lnTo>
                  <a:pt x="20855" y="5959"/>
                </a:lnTo>
                <a:lnTo>
                  <a:pt x="21600" y="1042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49"/>
          <p:cNvSpPr/>
          <p:nvPr/>
        </p:nvSpPr>
        <p:spPr>
          <a:xfrm>
            <a:off x="4385733" y="2269066"/>
            <a:ext cx="495288" cy="292086"/>
          </a:xfrm>
          <a:custGeom>
            <a:rect b="b" l="l" r="r" t="t"/>
            <a:pathLst>
              <a:path extrusionOk="0" h="21600" w="21600">
                <a:moveTo>
                  <a:pt x="15247" y="21600"/>
                </a:moveTo>
                <a:lnTo>
                  <a:pt x="6353" y="21600"/>
                </a:lnTo>
                <a:lnTo>
                  <a:pt x="5082" y="21287"/>
                </a:lnTo>
                <a:lnTo>
                  <a:pt x="3812" y="20661"/>
                </a:lnTo>
                <a:lnTo>
                  <a:pt x="2723" y="19722"/>
                </a:lnTo>
                <a:lnTo>
                  <a:pt x="1815" y="18470"/>
                </a:lnTo>
                <a:lnTo>
                  <a:pt x="1271" y="16904"/>
                </a:lnTo>
                <a:lnTo>
                  <a:pt x="545" y="15026"/>
                </a:lnTo>
                <a:lnTo>
                  <a:pt x="363" y="13148"/>
                </a:lnTo>
                <a:lnTo>
                  <a:pt x="0" y="10643"/>
                </a:lnTo>
                <a:lnTo>
                  <a:pt x="363" y="8452"/>
                </a:lnTo>
                <a:lnTo>
                  <a:pt x="545" y="6574"/>
                </a:lnTo>
                <a:lnTo>
                  <a:pt x="1271" y="4696"/>
                </a:lnTo>
                <a:lnTo>
                  <a:pt x="1815" y="3130"/>
                </a:lnTo>
                <a:lnTo>
                  <a:pt x="2723" y="1878"/>
                </a:lnTo>
                <a:lnTo>
                  <a:pt x="3812" y="626"/>
                </a:lnTo>
                <a:lnTo>
                  <a:pt x="6353" y="0"/>
                </a:lnTo>
                <a:lnTo>
                  <a:pt x="15247" y="0"/>
                </a:lnTo>
                <a:lnTo>
                  <a:pt x="16699" y="313"/>
                </a:lnTo>
                <a:lnTo>
                  <a:pt x="17788" y="626"/>
                </a:lnTo>
                <a:lnTo>
                  <a:pt x="18877" y="1878"/>
                </a:lnTo>
                <a:lnTo>
                  <a:pt x="19785" y="3130"/>
                </a:lnTo>
                <a:lnTo>
                  <a:pt x="20511" y="4696"/>
                </a:lnTo>
                <a:lnTo>
                  <a:pt x="21055" y="6574"/>
                </a:lnTo>
                <a:lnTo>
                  <a:pt x="21418" y="8452"/>
                </a:lnTo>
                <a:lnTo>
                  <a:pt x="21600" y="10643"/>
                </a:lnTo>
                <a:lnTo>
                  <a:pt x="21418" y="13148"/>
                </a:lnTo>
                <a:lnTo>
                  <a:pt x="21055" y="15026"/>
                </a:lnTo>
                <a:lnTo>
                  <a:pt x="20511" y="16904"/>
                </a:lnTo>
                <a:lnTo>
                  <a:pt x="19785" y="18470"/>
                </a:lnTo>
                <a:lnTo>
                  <a:pt x="18877" y="19722"/>
                </a:lnTo>
                <a:lnTo>
                  <a:pt x="17788" y="20661"/>
                </a:lnTo>
                <a:lnTo>
                  <a:pt x="16699" y="21287"/>
                </a:lnTo>
                <a:lnTo>
                  <a:pt x="15247" y="21600"/>
                </a:lnTo>
                <a:close/>
                <a:moveTo>
                  <a:pt x="6353" y="3130"/>
                </a:moveTo>
                <a:lnTo>
                  <a:pt x="5445" y="3130"/>
                </a:lnTo>
                <a:lnTo>
                  <a:pt x="4538" y="3757"/>
                </a:lnTo>
                <a:lnTo>
                  <a:pt x="3812" y="4070"/>
                </a:lnTo>
                <a:lnTo>
                  <a:pt x="3267" y="5322"/>
                </a:lnTo>
                <a:lnTo>
                  <a:pt x="2541" y="6574"/>
                </a:lnTo>
                <a:lnTo>
                  <a:pt x="2360" y="7826"/>
                </a:lnTo>
                <a:lnTo>
                  <a:pt x="1815" y="9078"/>
                </a:lnTo>
                <a:lnTo>
                  <a:pt x="1815" y="12209"/>
                </a:lnTo>
                <a:lnTo>
                  <a:pt x="2360" y="13774"/>
                </a:lnTo>
                <a:lnTo>
                  <a:pt x="2541" y="15026"/>
                </a:lnTo>
                <a:lnTo>
                  <a:pt x="3812" y="17217"/>
                </a:lnTo>
                <a:lnTo>
                  <a:pt x="4538" y="17843"/>
                </a:lnTo>
                <a:lnTo>
                  <a:pt x="5445" y="18470"/>
                </a:lnTo>
                <a:lnTo>
                  <a:pt x="16155" y="18470"/>
                </a:lnTo>
                <a:lnTo>
                  <a:pt x="17062" y="17843"/>
                </a:lnTo>
                <a:lnTo>
                  <a:pt x="17788" y="17217"/>
                </a:lnTo>
                <a:lnTo>
                  <a:pt x="18514" y="16278"/>
                </a:lnTo>
                <a:lnTo>
                  <a:pt x="19059" y="15026"/>
                </a:lnTo>
                <a:lnTo>
                  <a:pt x="19240" y="13774"/>
                </a:lnTo>
                <a:lnTo>
                  <a:pt x="19785" y="12209"/>
                </a:lnTo>
                <a:lnTo>
                  <a:pt x="19785" y="9078"/>
                </a:lnTo>
                <a:lnTo>
                  <a:pt x="19240" y="7826"/>
                </a:lnTo>
                <a:lnTo>
                  <a:pt x="19059" y="6574"/>
                </a:lnTo>
                <a:lnTo>
                  <a:pt x="18514" y="5322"/>
                </a:lnTo>
                <a:lnTo>
                  <a:pt x="17788" y="4070"/>
                </a:lnTo>
                <a:lnTo>
                  <a:pt x="17062" y="3757"/>
                </a:lnTo>
                <a:lnTo>
                  <a:pt x="16155" y="3130"/>
                </a:lnTo>
                <a:lnTo>
                  <a:pt x="6353" y="313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49"/>
          <p:cNvSpPr/>
          <p:nvPr/>
        </p:nvSpPr>
        <p:spPr>
          <a:xfrm>
            <a:off x="4461933" y="2357967"/>
            <a:ext cx="127008" cy="127008"/>
          </a:xfrm>
          <a:custGeom>
            <a:rect b="b" l="l" r="r" t="t"/>
            <a:pathLst>
              <a:path extrusionOk="0" h="21600" w="21600">
                <a:moveTo>
                  <a:pt x="21600" y="10428"/>
                </a:moveTo>
                <a:lnTo>
                  <a:pt x="20160" y="15641"/>
                </a:lnTo>
                <a:lnTo>
                  <a:pt x="15120" y="20855"/>
                </a:lnTo>
                <a:lnTo>
                  <a:pt x="10800" y="21600"/>
                </a:lnTo>
                <a:lnTo>
                  <a:pt x="6480" y="20855"/>
                </a:lnTo>
                <a:lnTo>
                  <a:pt x="3600" y="17876"/>
                </a:lnTo>
                <a:lnTo>
                  <a:pt x="720" y="15641"/>
                </a:lnTo>
                <a:lnTo>
                  <a:pt x="0" y="10428"/>
                </a:lnTo>
                <a:lnTo>
                  <a:pt x="720" y="5959"/>
                </a:lnTo>
                <a:lnTo>
                  <a:pt x="3600" y="3724"/>
                </a:lnTo>
                <a:lnTo>
                  <a:pt x="6480" y="745"/>
                </a:lnTo>
                <a:lnTo>
                  <a:pt x="10800" y="0"/>
                </a:lnTo>
                <a:lnTo>
                  <a:pt x="15120" y="745"/>
                </a:lnTo>
                <a:lnTo>
                  <a:pt x="20160" y="5959"/>
                </a:lnTo>
                <a:lnTo>
                  <a:pt x="21600" y="1042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49"/>
          <p:cNvSpPr/>
          <p:nvPr/>
        </p:nvSpPr>
        <p:spPr>
          <a:xfrm>
            <a:off x="5452533" y="2230967"/>
            <a:ext cx="372546" cy="381024"/>
          </a:xfrm>
          <a:custGeom>
            <a:rect b="b" l="l" r="r" t="t"/>
            <a:pathLst>
              <a:path extrusionOk="0" h="21600" w="21600">
                <a:moveTo>
                  <a:pt x="19173" y="21600"/>
                </a:moveTo>
                <a:lnTo>
                  <a:pt x="2427" y="21600"/>
                </a:lnTo>
                <a:lnTo>
                  <a:pt x="1456" y="21357"/>
                </a:lnTo>
                <a:lnTo>
                  <a:pt x="485" y="20872"/>
                </a:lnTo>
                <a:lnTo>
                  <a:pt x="243" y="20144"/>
                </a:lnTo>
                <a:lnTo>
                  <a:pt x="0" y="19173"/>
                </a:lnTo>
                <a:lnTo>
                  <a:pt x="0" y="2427"/>
                </a:lnTo>
                <a:lnTo>
                  <a:pt x="485" y="485"/>
                </a:lnTo>
                <a:lnTo>
                  <a:pt x="2427" y="0"/>
                </a:lnTo>
                <a:lnTo>
                  <a:pt x="19173" y="0"/>
                </a:lnTo>
                <a:lnTo>
                  <a:pt x="20144" y="243"/>
                </a:lnTo>
                <a:lnTo>
                  <a:pt x="20872" y="485"/>
                </a:lnTo>
                <a:lnTo>
                  <a:pt x="21357" y="1456"/>
                </a:lnTo>
                <a:lnTo>
                  <a:pt x="21600" y="2427"/>
                </a:lnTo>
                <a:lnTo>
                  <a:pt x="21600" y="19173"/>
                </a:lnTo>
                <a:lnTo>
                  <a:pt x="21357" y="20144"/>
                </a:lnTo>
                <a:lnTo>
                  <a:pt x="20872" y="20872"/>
                </a:lnTo>
                <a:lnTo>
                  <a:pt x="20144" y="21357"/>
                </a:lnTo>
                <a:lnTo>
                  <a:pt x="19173" y="21600"/>
                </a:lnTo>
                <a:close/>
                <a:moveTo>
                  <a:pt x="2427" y="2427"/>
                </a:moveTo>
                <a:lnTo>
                  <a:pt x="2427" y="19173"/>
                </a:lnTo>
                <a:lnTo>
                  <a:pt x="19173" y="19173"/>
                </a:lnTo>
                <a:lnTo>
                  <a:pt x="19173" y="2427"/>
                </a:lnTo>
                <a:lnTo>
                  <a:pt x="2427" y="242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49"/>
          <p:cNvSpPr/>
          <p:nvPr/>
        </p:nvSpPr>
        <p:spPr>
          <a:xfrm>
            <a:off x="5516034" y="2294466"/>
            <a:ext cx="245538" cy="254016"/>
          </a:xfrm>
          <a:custGeom>
            <a:rect b="b" l="l" r="r" t="t"/>
            <a:pathLst>
              <a:path extrusionOk="0" h="21600" w="21600">
                <a:moveTo>
                  <a:pt x="21600" y="12447"/>
                </a:moveTo>
                <a:lnTo>
                  <a:pt x="21600" y="8786"/>
                </a:lnTo>
                <a:lnTo>
                  <a:pt x="17573" y="8786"/>
                </a:lnTo>
                <a:lnTo>
                  <a:pt x="17207" y="7322"/>
                </a:lnTo>
                <a:lnTo>
                  <a:pt x="19769" y="4393"/>
                </a:lnTo>
                <a:lnTo>
                  <a:pt x="17207" y="1831"/>
                </a:lnTo>
                <a:lnTo>
                  <a:pt x="14278" y="4393"/>
                </a:lnTo>
                <a:lnTo>
                  <a:pt x="12447" y="4027"/>
                </a:lnTo>
                <a:lnTo>
                  <a:pt x="12447" y="0"/>
                </a:lnTo>
                <a:lnTo>
                  <a:pt x="8786" y="0"/>
                </a:lnTo>
                <a:lnTo>
                  <a:pt x="8786" y="4027"/>
                </a:lnTo>
                <a:lnTo>
                  <a:pt x="6956" y="4393"/>
                </a:lnTo>
                <a:lnTo>
                  <a:pt x="4393" y="1831"/>
                </a:lnTo>
                <a:lnTo>
                  <a:pt x="1831" y="4393"/>
                </a:lnTo>
                <a:lnTo>
                  <a:pt x="4393" y="7322"/>
                </a:lnTo>
                <a:lnTo>
                  <a:pt x="4027" y="8786"/>
                </a:lnTo>
                <a:lnTo>
                  <a:pt x="0" y="8786"/>
                </a:lnTo>
                <a:lnTo>
                  <a:pt x="0" y="12447"/>
                </a:lnTo>
                <a:lnTo>
                  <a:pt x="4027" y="12447"/>
                </a:lnTo>
                <a:lnTo>
                  <a:pt x="4393" y="14278"/>
                </a:lnTo>
                <a:lnTo>
                  <a:pt x="1831" y="17207"/>
                </a:lnTo>
                <a:lnTo>
                  <a:pt x="4393" y="19769"/>
                </a:lnTo>
                <a:lnTo>
                  <a:pt x="6956" y="17207"/>
                </a:lnTo>
                <a:lnTo>
                  <a:pt x="8786" y="17573"/>
                </a:lnTo>
                <a:lnTo>
                  <a:pt x="8786" y="21600"/>
                </a:lnTo>
                <a:lnTo>
                  <a:pt x="12447" y="21600"/>
                </a:lnTo>
                <a:lnTo>
                  <a:pt x="12447" y="17573"/>
                </a:lnTo>
                <a:lnTo>
                  <a:pt x="14278" y="17207"/>
                </a:lnTo>
                <a:lnTo>
                  <a:pt x="17207" y="19769"/>
                </a:lnTo>
                <a:lnTo>
                  <a:pt x="19769" y="17207"/>
                </a:lnTo>
                <a:lnTo>
                  <a:pt x="17207" y="14278"/>
                </a:lnTo>
                <a:lnTo>
                  <a:pt x="17573" y="12447"/>
                </a:lnTo>
                <a:lnTo>
                  <a:pt x="21600" y="12447"/>
                </a:lnTo>
                <a:close/>
                <a:moveTo>
                  <a:pt x="10617" y="14278"/>
                </a:moveTo>
                <a:lnTo>
                  <a:pt x="9519" y="13912"/>
                </a:lnTo>
                <a:lnTo>
                  <a:pt x="8054" y="13546"/>
                </a:lnTo>
                <a:lnTo>
                  <a:pt x="7688" y="12081"/>
                </a:lnTo>
                <a:lnTo>
                  <a:pt x="6956" y="10617"/>
                </a:lnTo>
                <a:lnTo>
                  <a:pt x="7688" y="9519"/>
                </a:lnTo>
                <a:lnTo>
                  <a:pt x="8054" y="8054"/>
                </a:lnTo>
                <a:lnTo>
                  <a:pt x="9519" y="7688"/>
                </a:lnTo>
                <a:lnTo>
                  <a:pt x="10617" y="7322"/>
                </a:lnTo>
                <a:lnTo>
                  <a:pt x="13546" y="8054"/>
                </a:lnTo>
                <a:lnTo>
                  <a:pt x="13912" y="9519"/>
                </a:lnTo>
                <a:lnTo>
                  <a:pt x="14278" y="10617"/>
                </a:lnTo>
                <a:lnTo>
                  <a:pt x="13546" y="13546"/>
                </a:lnTo>
                <a:lnTo>
                  <a:pt x="10617" y="1427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49"/>
          <p:cNvSpPr/>
          <p:nvPr/>
        </p:nvSpPr>
        <p:spPr>
          <a:xfrm>
            <a:off x="2417234" y="2230967"/>
            <a:ext cx="419094" cy="127008"/>
          </a:xfrm>
          <a:custGeom>
            <a:rect b="b" l="l" r="r" t="t"/>
            <a:pathLst>
              <a:path extrusionOk="0" h="21600" w="21600">
                <a:moveTo>
                  <a:pt x="18514" y="21600"/>
                </a:moveTo>
                <a:lnTo>
                  <a:pt x="19837" y="20160"/>
                </a:lnTo>
                <a:lnTo>
                  <a:pt x="21380" y="15120"/>
                </a:lnTo>
                <a:lnTo>
                  <a:pt x="21600" y="10800"/>
                </a:lnTo>
                <a:lnTo>
                  <a:pt x="21380" y="6480"/>
                </a:lnTo>
                <a:lnTo>
                  <a:pt x="20498" y="3600"/>
                </a:lnTo>
                <a:lnTo>
                  <a:pt x="19837" y="720"/>
                </a:lnTo>
                <a:lnTo>
                  <a:pt x="18514" y="0"/>
                </a:lnTo>
                <a:lnTo>
                  <a:pt x="17412" y="720"/>
                </a:lnTo>
                <a:lnTo>
                  <a:pt x="16531" y="1440"/>
                </a:lnTo>
                <a:lnTo>
                  <a:pt x="15649" y="4320"/>
                </a:lnTo>
                <a:lnTo>
                  <a:pt x="15429" y="7200"/>
                </a:lnTo>
                <a:lnTo>
                  <a:pt x="0" y="7200"/>
                </a:lnTo>
                <a:lnTo>
                  <a:pt x="0" y="14400"/>
                </a:lnTo>
                <a:lnTo>
                  <a:pt x="15429" y="14400"/>
                </a:lnTo>
                <a:lnTo>
                  <a:pt x="15649" y="16560"/>
                </a:lnTo>
                <a:lnTo>
                  <a:pt x="16531" y="19440"/>
                </a:lnTo>
                <a:lnTo>
                  <a:pt x="17412" y="20160"/>
                </a:lnTo>
                <a:lnTo>
                  <a:pt x="18514" y="21600"/>
                </a:lnTo>
                <a:close/>
                <a:moveTo>
                  <a:pt x="18514" y="7200"/>
                </a:moveTo>
                <a:lnTo>
                  <a:pt x="18955" y="7200"/>
                </a:lnTo>
                <a:lnTo>
                  <a:pt x="19396" y="8640"/>
                </a:lnTo>
                <a:lnTo>
                  <a:pt x="19396" y="12240"/>
                </a:lnTo>
                <a:lnTo>
                  <a:pt x="19176" y="12960"/>
                </a:lnTo>
                <a:lnTo>
                  <a:pt x="18955" y="14400"/>
                </a:lnTo>
                <a:lnTo>
                  <a:pt x="17853" y="14400"/>
                </a:lnTo>
                <a:lnTo>
                  <a:pt x="17633" y="12960"/>
                </a:lnTo>
                <a:lnTo>
                  <a:pt x="17412" y="12240"/>
                </a:lnTo>
                <a:lnTo>
                  <a:pt x="17412" y="8640"/>
                </a:lnTo>
                <a:lnTo>
                  <a:pt x="17853" y="7200"/>
                </a:lnTo>
                <a:lnTo>
                  <a:pt x="18514" y="72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49"/>
          <p:cNvSpPr/>
          <p:nvPr/>
        </p:nvSpPr>
        <p:spPr>
          <a:xfrm>
            <a:off x="2417234" y="2357967"/>
            <a:ext cx="419094" cy="127008"/>
          </a:xfrm>
          <a:custGeom>
            <a:rect b="b" l="l" r="r" t="t"/>
            <a:pathLst>
              <a:path extrusionOk="0" h="21600" w="21600">
                <a:moveTo>
                  <a:pt x="7494" y="0"/>
                </a:moveTo>
                <a:lnTo>
                  <a:pt x="6392" y="745"/>
                </a:lnTo>
                <a:lnTo>
                  <a:pt x="5731" y="1490"/>
                </a:lnTo>
                <a:lnTo>
                  <a:pt x="4849" y="4469"/>
                </a:lnTo>
                <a:lnTo>
                  <a:pt x="4629" y="6703"/>
                </a:lnTo>
                <a:lnTo>
                  <a:pt x="0" y="6703"/>
                </a:lnTo>
                <a:lnTo>
                  <a:pt x="0" y="14152"/>
                </a:lnTo>
                <a:lnTo>
                  <a:pt x="4629" y="14152"/>
                </a:lnTo>
                <a:lnTo>
                  <a:pt x="4849" y="17131"/>
                </a:lnTo>
                <a:lnTo>
                  <a:pt x="5731" y="20110"/>
                </a:lnTo>
                <a:lnTo>
                  <a:pt x="6392" y="20855"/>
                </a:lnTo>
                <a:lnTo>
                  <a:pt x="7494" y="21600"/>
                </a:lnTo>
                <a:lnTo>
                  <a:pt x="8596" y="20855"/>
                </a:lnTo>
                <a:lnTo>
                  <a:pt x="9478" y="20110"/>
                </a:lnTo>
                <a:lnTo>
                  <a:pt x="10359" y="17131"/>
                </a:lnTo>
                <a:lnTo>
                  <a:pt x="10580" y="14152"/>
                </a:lnTo>
                <a:lnTo>
                  <a:pt x="21600" y="14152"/>
                </a:lnTo>
                <a:lnTo>
                  <a:pt x="21600" y="6703"/>
                </a:lnTo>
                <a:lnTo>
                  <a:pt x="10580" y="6703"/>
                </a:lnTo>
                <a:lnTo>
                  <a:pt x="10359" y="4469"/>
                </a:lnTo>
                <a:lnTo>
                  <a:pt x="9478" y="1490"/>
                </a:lnTo>
                <a:lnTo>
                  <a:pt x="8596" y="745"/>
                </a:lnTo>
                <a:lnTo>
                  <a:pt x="7494" y="0"/>
                </a:lnTo>
                <a:close/>
                <a:moveTo>
                  <a:pt x="7494" y="14152"/>
                </a:moveTo>
                <a:lnTo>
                  <a:pt x="7053" y="14152"/>
                </a:lnTo>
                <a:lnTo>
                  <a:pt x="6612" y="13407"/>
                </a:lnTo>
                <a:lnTo>
                  <a:pt x="6392" y="12662"/>
                </a:lnTo>
                <a:lnTo>
                  <a:pt x="6392" y="8938"/>
                </a:lnTo>
                <a:lnTo>
                  <a:pt x="7053" y="6703"/>
                </a:lnTo>
                <a:lnTo>
                  <a:pt x="8155" y="6703"/>
                </a:lnTo>
                <a:lnTo>
                  <a:pt x="8376" y="8193"/>
                </a:lnTo>
                <a:lnTo>
                  <a:pt x="8596" y="8938"/>
                </a:lnTo>
                <a:lnTo>
                  <a:pt x="8596" y="12662"/>
                </a:lnTo>
                <a:lnTo>
                  <a:pt x="8155" y="14152"/>
                </a:lnTo>
                <a:lnTo>
                  <a:pt x="7494" y="1415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49"/>
          <p:cNvSpPr/>
          <p:nvPr/>
        </p:nvSpPr>
        <p:spPr>
          <a:xfrm>
            <a:off x="2417234" y="2484967"/>
            <a:ext cx="419094" cy="127008"/>
          </a:xfrm>
          <a:custGeom>
            <a:rect b="b" l="l" r="r" t="t"/>
            <a:pathLst>
              <a:path extrusionOk="0" h="21600" w="21600">
                <a:moveTo>
                  <a:pt x="18514" y="0"/>
                </a:moveTo>
                <a:lnTo>
                  <a:pt x="17412" y="720"/>
                </a:lnTo>
                <a:lnTo>
                  <a:pt x="16531" y="2160"/>
                </a:lnTo>
                <a:lnTo>
                  <a:pt x="15649" y="4320"/>
                </a:lnTo>
                <a:lnTo>
                  <a:pt x="15429" y="7200"/>
                </a:lnTo>
                <a:lnTo>
                  <a:pt x="0" y="7200"/>
                </a:lnTo>
                <a:lnTo>
                  <a:pt x="0" y="14400"/>
                </a:lnTo>
                <a:lnTo>
                  <a:pt x="15429" y="14400"/>
                </a:lnTo>
                <a:lnTo>
                  <a:pt x="15649" y="17280"/>
                </a:lnTo>
                <a:lnTo>
                  <a:pt x="16531" y="19440"/>
                </a:lnTo>
                <a:lnTo>
                  <a:pt x="17412" y="20880"/>
                </a:lnTo>
                <a:lnTo>
                  <a:pt x="18514" y="21600"/>
                </a:lnTo>
                <a:lnTo>
                  <a:pt x="19837" y="20880"/>
                </a:lnTo>
                <a:lnTo>
                  <a:pt x="20498" y="18000"/>
                </a:lnTo>
                <a:lnTo>
                  <a:pt x="21380" y="15120"/>
                </a:lnTo>
                <a:lnTo>
                  <a:pt x="21600" y="10800"/>
                </a:lnTo>
                <a:lnTo>
                  <a:pt x="21380" y="6480"/>
                </a:lnTo>
                <a:lnTo>
                  <a:pt x="20498" y="3600"/>
                </a:lnTo>
                <a:lnTo>
                  <a:pt x="19837" y="720"/>
                </a:lnTo>
                <a:lnTo>
                  <a:pt x="18514" y="0"/>
                </a:lnTo>
                <a:close/>
                <a:moveTo>
                  <a:pt x="18514" y="14400"/>
                </a:moveTo>
                <a:lnTo>
                  <a:pt x="17853" y="14400"/>
                </a:lnTo>
                <a:lnTo>
                  <a:pt x="17633" y="13680"/>
                </a:lnTo>
                <a:lnTo>
                  <a:pt x="17412" y="12240"/>
                </a:lnTo>
                <a:lnTo>
                  <a:pt x="17412" y="9360"/>
                </a:lnTo>
                <a:lnTo>
                  <a:pt x="17633" y="7920"/>
                </a:lnTo>
                <a:lnTo>
                  <a:pt x="17853" y="7200"/>
                </a:lnTo>
                <a:lnTo>
                  <a:pt x="18955" y="7200"/>
                </a:lnTo>
                <a:lnTo>
                  <a:pt x="19176" y="7920"/>
                </a:lnTo>
                <a:lnTo>
                  <a:pt x="19396" y="9360"/>
                </a:lnTo>
                <a:lnTo>
                  <a:pt x="19396" y="12240"/>
                </a:lnTo>
                <a:lnTo>
                  <a:pt x="19176" y="13680"/>
                </a:lnTo>
                <a:lnTo>
                  <a:pt x="18955" y="14400"/>
                </a:lnTo>
                <a:lnTo>
                  <a:pt x="18514" y="144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49"/>
          <p:cNvSpPr/>
          <p:nvPr/>
        </p:nvSpPr>
        <p:spPr>
          <a:xfrm>
            <a:off x="6574367" y="2319866"/>
            <a:ext cx="127008" cy="203202"/>
          </a:xfrm>
          <a:custGeom>
            <a:rect b="b" l="l" r="r" t="t"/>
            <a:pathLst>
              <a:path extrusionOk="0" h="21600" w="21600">
                <a:moveTo>
                  <a:pt x="21600" y="6612"/>
                </a:moveTo>
                <a:lnTo>
                  <a:pt x="20880" y="3527"/>
                </a:lnTo>
                <a:lnTo>
                  <a:pt x="18000" y="2204"/>
                </a:lnTo>
                <a:lnTo>
                  <a:pt x="15120" y="441"/>
                </a:lnTo>
                <a:lnTo>
                  <a:pt x="10800" y="0"/>
                </a:lnTo>
                <a:lnTo>
                  <a:pt x="6480" y="441"/>
                </a:lnTo>
                <a:lnTo>
                  <a:pt x="1440" y="3527"/>
                </a:lnTo>
                <a:lnTo>
                  <a:pt x="0" y="6612"/>
                </a:lnTo>
                <a:lnTo>
                  <a:pt x="0" y="7935"/>
                </a:lnTo>
                <a:lnTo>
                  <a:pt x="2160" y="9698"/>
                </a:lnTo>
                <a:lnTo>
                  <a:pt x="3600" y="11461"/>
                </a:lnTo>
                <a:lnTo>
                  <a:pt x="5760" y="12343"/>
                </a:lnTo>
                <a:lnTo>
                  <a:pt x="3600" y="21600"/>
                </a:lnTo>
                <a:lnTo>
                  <a:pt x="18000" y="21600"/>
                </a:lnTo>
                <a:lnTo>
                  <a:pt x="16560" y="12343"/>
                </a:lnTo>
                <a:lnTo>
                  <a:pt x="18000" y="11461"/>
                </a:lnTo>
                <a:lnTo>
                  <a:pt x="19440" y="9698"/>
                </a:lnTo>
                <a:lnTo>
                  <a:pt x="21600" y="7935"/>
                </a:lnTo>
                <a:lnTo>
                  <a:pt x="21600" y="661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49"/>
          <p:cNvSpPr/>
          <p:nvPr/>
        </p:nvSpPr>
        <p:spPr>
          <a:xfrm>
            <a:off x="6434666" y="2205567"/>
            <a:ext cx="419094" cy="41909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6392" y="20727"/>
                </a:lnTo>
                <a:lnTo>
                  <a:pt x="4849" y="19636"/>
                </a:lnTo>
                <a:lnTo>
                  <a:pt x="3306" y="18327"/>
                </a:lnTo>
                <a:lnTo>
                  <a:pt x="1763" y="16800"/>
                </a:lnTo>
                <a:lnTo>
                  <a:pt x="882" y="15055"/>
                </a:lnTo>
                <a:lnTo>
                  <a:pt x="220" y="12873"/>
                </a:lnTo>
                <a:lnTo>
                  <a:pt x="0" y="10691"/>
                </a:lnTo>
                <a:lnTo>
                  <a:pt x="220" y="8727"/>
                </a:lnTo>
                <a:lnTo>
                  <a:pt x="882" y="6545"/>
                </a:lnTo>
                <a:lnTo>
                  <a:pt x="1763" y="4800"/>
                </a:lnTo>
                <a:lnTo>
                  <a:pt x="3306" y="3273"/>
                </a:lnTo>
                <a:lnTo>
                  <a:pt x="4849" y="1964"/>
                </a:lnTo>
                <a:lnTo>
                  <a:pt x="6392" y="873"/>
                </a:lnTo>
                <a:lnTo>
                  <a:pt x="8596" y="218"/>
                </a:lnTo>
                <a:lnTo>
                  <a:pt x="10800" y="0"/>
                </a:lnTo>
                <a:lnTo>
                  <a:pt x="13004" y="218"/>
                </a:lnTo>
                <a:lnTo>
                  <a:pt x="15208" y="873"/>
                </a:lnTo>
                <a:lnTo>
                  <a:pt x="16751" y="1964"/>
                </a:lnTo>
                <a:lnTo>
                  <a:pt x="18514" y="3273"/>
                </a:lnTo>
                <a:lnTo>
                  <a:pt x="19837" y="4800"/>
                </a:lnTo>
                <a:lnTo>
                  <a:pt x="20939" y="6545"/>
                </a:lnTo>
                <a:lnTo>
                  <a:pt x="21380" y="8727"/>
                </a:lnTo>
                <a:lnTo>
                  <a:pt x="21600" y="10691"/>
                </a:lnTo>
                <a:lnTo>
                  <a:pt x="21380" y="12873"/>
                </a:lnTo>
                <a:lnTo>
                  <a:pt x="20939" y="15055"/>
                </a:lnTo>
                <a:lnTo>
                  <a:pt x="19837" y="16800"/>
                </a:lnTo>
                <a:lnTo>
                  <a:pt x="18514" y="18327"/>
                </a:lnTo>
                <a:lnTo>
                  <a:pt x="16751" y="19636"/>
                </a:lnTo>
                <a:lnTo>
                  <a:pt x="15208" y="20727"/>
                </a:lnTo>
                <a:lnTo>
                  <a:pt x="10800" y="21600"/>
                </a:lnTo>
                <a:close/>
                <a:moveTo>
                  <a:pt x="10800" y="2182"/>
                </a:moveTo>
                <a:lnTo>
                  <a:pt x="9257" y="2400"/>
                </a:lnTo>
                <a:lnTo>
                  <a:pt x="7494" y="3055"/>
                </a:lnTo>
                <a:lnTo>
                  <a:pt x="5951" y="3491"/>
                </a:lnTo>
                <a:lnTo>
                  <a:pt x="4629" y="4582"/>
                </a:lnTo>
                <a:lnTo>
                  <a:pt x="3527" y="5891"/>
                </a:lnTo>
                <a:lnTo>
                  <a:pt x="2865" y="7636"/>
                </a:lnTo>
                <a:lnTo>
                  <a:pt x="2424" y="9164"/>
                </a:lnTo>
                <a:lnTo>
                  <a:pt x="2204" y="10691"/>
                </a:lnTo>
                <a:lnTo>
                  <a:pt x="2424" y="12436"/>
                </a:lnTo>
                <a:lnTo>
                  <a:pt x="2865" y="13964"/>
                </a:lnTo>
                <a:lnTo>
                  <a:pt x="3527" y="15709"/>
                </a:lnTo>
                <a:lnTo>
                  <a:pt x="4629" y="17018"/>
                </a:lnTo>
                <a:lnTo>
                  <a:pt x="5951" y="18109"/>
                </a:lnTo>
                <a:lnTo>
                  <a:pt x="7494" y="18545"/>
                </a:lnTo>
                <a:lnTo>
                  <a:pt x="9257" y="19200"/>
                </a:lnTo>
                <a:lnTo>
                  <a:pt x="10800" y="19418"/>
                </a:lnTo>
                <a:lnTo>
                  <a:pt x="12563" y="19200"/>
                </a:lnTo>
                <a:lnTo>
                  <a:pt x="14106" y="18545"/>
                </a:lnTo>
                <a:lnTo>
                  <a:pt x="15649" y="18109"/>
                </a:lnTo>
                <a:lnTo>
                  <a:pt x="17192" y="17018"/>
                </a:lnTo>
                <a:lnTo>
                  <a:pt x="18073" y="15709"/>
                </a:lnTo>
                <a:lnTo>
                  <a:pt x="18735" y="13964"/>
                </a:lnTo>
                <a:lnTo>
                  <a:pt x="19176" y="12436"/>
                </a:lnTo>
                <a:lnTo>
                  <a:pt x="19616" y="10691"/>
                </a:lnTo>
                <a:lnTo>
                  <a:pt x="18735" y="7636"/>
                </a:lnTo>
                <a:lnTo>
                  <a:pt x="18073" y="5891"/>
                </a:lnTo>
                <a:lnTo>
                  <a:pt x="17192" y="4582"/>
                </a:lnTo>
                <a:lnTo>
                  <a:pt x="15649" y="3491"/>
                </a:lnTo>
                <a:lnTo>
                  <a:pt x="14106" y="3055"/>
                </a:lnTo>
                <a:lnTo>
                  <a:pt x="12563" y="2400"/>
                </a:lnTo>
                <a:lnTo>
                  <a:pt x="10800" y="218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7" name="Google Shape;1007;p49"/>
          <p:cNvGrpSpPr/>
          <p:nvPr/>
        </p:nvGrpSpPr>
        <p:grpSpPr>
          <a:xfrm>
            <a:off x="8415866" y="2192865"/>
            <a:ext cx="457218" cy="431785"/>
            <a:chOff x="0" y="-1"/>
            <a:chExt cx="457218" cy="431785"/>
          </a:xfrm>
        </p:grpSpPr>
        <p:sp>
          <p:nvSpPr>
            <p:cNvPr id="1008" name="Google Shape;1008;p49"/>
            <p:cNvSpPr/>
            <p:nvPr/>
          </p:nvSpPr>
          <p:spPr>
            <a:xfrm>
              <a:off x="0" y="0"/>
              <a:ext cx="457218" cy="431784"/>
            </a:xfrm>
            <a:custGeom>
              <a:rect b="b" l="l" r="r" t="t"/>
              <a:pathLst>
                <a:path extrusionOk="0" h="21600" w="21600">
                  <a:moveTo>
                    <a:pt x="19618" y="2077"/>
                  </a:moveTo>
                  <a:lnTo>
                    <a:pt x="16646" y="2077"/>
                  </a:lnTo>
                  <a:lnTo>
                    <a:pt x="16646" y="0"/>
                  </a:lnTo>
                  <a:lnTo>
                    <a:pt x="14664" y="0"/>
                  </a:lnTo>
                  <a:lnTo>
                    <a:pt x="14664" y="6231"/>
                  </a:lnTo>
                  <a:lnTo>
                    <a:pt x="16646" y="6231"/>
                  </a:lnTo>
                  <a:lnTo>
                    <a:pt x="16646" y="4154"/>
                  </a:lnTo>
                  <a:lnTo>
                    <a:pt x="19618" y="4154"/>
                  </a:lnTo>
                  <a:lnTo>
                    <a:pt x="19618" y="19523"/>
                  </a:lnTo>
                  <a:lnTo>
                    <a:pt x="1982" y="19523"/>
                  </a:lnTo>
                  <a:lnTo>
                    <a:pt x="1982" y="4154"/>
                  </a:lnTo>
                  <a:lnTo>
                    <a:pt x="3963" y="4154"/>
                  </a:lnTo>
                  <a:lnTo>
                    <a:pt x="3963" y="2077"/>
                  </a:lnTo>
                  <a:lnTo>
                    <a:pt x="1982" y="2077"/>
                  </a:lnTo>
                  <a:lnTo>
                    <a:pt x="1387" y="2285"/>
                  </a:lnTo>
                  <a:lnTo>
                    <a:pt x="594" y="2492"/>
                  </a:lnTo>
                  <a:lnTo>
                    <a:pt x="396" y="3323"/>
                  </a:lnTo>
                  <a:lnTo>
                    <a:pt x="0" y="4154"/>
                  </a:lnTo>
                  <a:lnTo>
                    <a:pt x="0" y="19523"/>
                  </a:lnTo>
                  <a:lnTo>
                    <a:pt x="396" y="20354"/>
                  </a:lnTo>
                  <a:lnTo>
                    <a:pt x="594" y="20977"/>
                  </a:lnTo>
                  <a:lnTo>
                    <a:pt x="1387" y="21185"/>
                  </a:lnTo>
                  <a:lnTo>
                    <a:pt x="1982" y="21600"/>
                  </a:lnTo>
                  <a:lnTo>
                    <a:pt x="19618" y="21600"/>
                  </a:lnTo>
                  <a:lnTo>
                    <a:pt x="20411" y="21185"/>
                  </a:lnTo>
                  <a:lnTo>
                    <a:pt x="21204" y="20977"/>
                  </a:lnTo>
                  <a:lnTo>
                    <a:pt x="21402" y="20354"/>
                  </a:lnTo>
                  <a:lnTo>
                    <a:pt x="21600" y="19523"/>
                  </a:lnTo>
                  <a:lnTo>
                    <a:pt x="21600" y="4154"/>
                  </a:lnTo>
                  <a:lnTo>
                    <a:pt x="21204" y="2492"/>
                  </a:lnTo>
                  <a:lnTo>
                    <a:pt x="19618" y="2077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49"/>
            <p:cNvSpPr/>
            <p:nvPr/>
          </p:nvSpPr>
          <p:spPr>
            <a:xfrm>
              <a:off x="101599" y="-1"/>
              <a:ext cx="190512" cy="127008"/>
            </a:xfrm>
            <a:custGeom>
              <a:rect b="b" l="l" r="r" t="t"/>
              <a:pathLst>
                <a:path extrusionOk="0" h="21600" w="21600">
                  <a:moveTo>
                    <a:pt x="4800" y="14400"/>
                  </a:moveTo>
                  <a:lnTo>
                    <a:pt x="21600" y="14400"/>
                  </a:lnTo>
                  <a:lnTo>
                    <a:pt x="21600" y="7200"/>
                  </a:lnTo>
                  <a:lnTo>
                    <a:pt x="4800" y="7200"/>
                  </a:lnTo>
                  <a:lnTo>
                    <a:pt x="4800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4800" y="21600"/>
                  </a:lnTo>
                  <a:lnTo>
                    <a:pt x="4800" y="1440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49"/>
            <p:cNvSpPr/>
            <p:nvPr/>
          </p:nvSpPr>
          <p:spPr>
            <a:xfrm>
              <a:off x="88904" y="165097"/>
              <a:ext cx="76200" cy="76200"/>
            </a:xfrm>
            <a:prstGeom prst="rect">
              <a:avLst/>
            </a:pr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1011" name="Google Shape;1011;p49"/>
            <p:cNvSpPr/>
            <p:nvPr/>
          </p:nvSpPr>
          <p:spPr>
            <a:xfrm>
              <a:off x="190503" y="165097"/>
              <a:ext cx="88800" cy="76200"/>
            </a:xfrm>
            <a:prstGeom prst="rect">
              <a:avLst/>
            </a:pr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1012" name="Google Shape;1012;p49"/>
            <p:cNvSpPr/>
            <p:nvPr/>
          </p:nvSpPr>
          <p:spPr>
            <a:xfrm>
              <a:off x="292102" y="165097"/>
              <a:ext cx="88800" cy="76200"/>
            </a:xfrm>
            <a:prstGeom prst="rect">
              <a:avLst/>
            </a:pr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1013" name="Google Shape;1013;p49"/>
            <p:cNvSpPr/>
            <p:nvPr/>
          </p:nvSpPr>
          <p:spPr>
            <a:xfrm>
              <a:off x="88904" y="266697"/>
              <a:ext cx="76200" cy="88800"/>
            </a:xfrm>
            <a:prstGeom prst="rect">
              <a:avLst/>
            </a:pr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1014" name="Google Shape;1014;p49"/>
            <p:cNvSpPr/>
            <p:nvPr/>
          </p:nvSpPr>
          <p:spPr>
            <a:xfrm>
              <a:off x="190503" y="266697"/>
              <a:ext cx="88800" cy="88800"/>
            </a:xfrm>
            <a:prstGeom prst="rect">
              <a:avLst/>
            </a:pr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</p:grpSp>
      <p:grpSp>
        <p:nvGrpSpPr>
          <p:cNvPr id="1015" name="Google Shape;1015;p49"/>
          <p:cNvGrpSpPr/>
          <p:nvPr/>
        </p:nvGrpSpPr>
        <p:grpSpPr>
          <a:xfrm>
            <a:off x="7501466" y="2205567"/>
            <a:ext cx="292086" cy="419094"/>
            <a:chOff x="0" y="0"/>
            <a:chExt cx="292086" cy="419094"/>
          </a:xfrm>
        </p:grpSpPr>
        <p:sp>
          <p:nvSpPr>
            <p:cNvPr id="1016" name="Google Shape;1016;p49"/>
            <p:cNvSpPr/>
            <p:nvPr/>
          </p:nvSpPr>
          <p:spPr>
            <a:xfrm>
              <a:off x="0" y="0"/>
              <a:ext cx="292086" cy="419094"/>
            </a:xfrm>
            <a:custGeom>
              <a:rect b="b" l="l" r="r" t="t"/>
              <a:pathLst>
                <a:path extrusionOk="0" h="21600" w="21600">
                  <a:moveTo>
                    <a:pt x="21600" y="3491"/>
                  </a:moveTo>
                  <a:lnTo>
                    <a:pt x="21600" y="655"/>
                  </a:lnTo>
                  <a:lnTo>
                    <a:pt x="21287" y="218"/>
                  </a:lnTo>
                  <a:lnTo>
                    <a:pt x="20974" y="0"/>
                  </a:lnTo>
                  <a:lnTo>
                    <a:pt x="939" y="0"/>
                  </a:lnTo>
                  <a:lnTo>
                    <a:pt x="0" y="655"/>
                  </a:lnTo>
                  <a:lnTo>
                    <a:pt x="0" y="3491"/>
                  </a:lnTo>
                  <a:lnTo>
                    <a:pt x="626" y="4582"/>
                  </a:lnTo>
                  <a:lnTo>
                    <a:pt x="1565" y="5673"/>
                  </a:lnTo>
                  <a:lnTo>
                    <a:pt x="8765" y="10691"/>
                  </a:lnTo>
                  <a:lnTo>
                    <a:pt x="1565" y="15927"/>
                  </a:lnTo>
                  <a:lnTo>
                    <a:pt x="626" y="17018"/>
                  </a:lnTo>
                  <a:lnTo>
                    <a:pt x="0" y="18109"/>
                  </a:lnTo>
                  <a:lnTo>
                    <a:pt x="0" y="20945"/>
                  </a:lnTo>
                  <a:lnTo>
                    <a:pt x="626" y="21164"/>
                  </a:lnTo>
                  <a:lnTo>
                    <a:pt x="939" y="21600"/>
                  </a:lnTo>
                  <a:lnTo>
                    <a:pt x="20974" y="21600"/>
                  </a:lnTo>
                  <a:lnTo>
                    <a:pt x="21287" y="21164"/>
                  </a:lnTo>
                  <a:lnTo>
                    <a:pt x="21600" y="20945"/>
                  </a:lnTo>
                  <a:lnTo>
                    <a:pt x="21600" y="18109"/>
                  </a:lnTo>
                  <a:lnTo>
                    <a:pt x="21287" y="17018"/>
                  </a:lnTo>
                  <a:lnTo>
                    <a:pt x="20348" y="15927"/>
                  </a:lnTo>
                  <a:lnTo>
                    <a:pt x="13148" y="10691"/>
                  </a:lnTo>
                  <a:lnTo>
                    <a:pt x="20348" y="5673"/>
                  </a:lnTo>
                  <a:lnTo>
                    <a:pt x="21287" y="4582"/>
                  </a:lnTo>
                  <a:lnTo>
                    <a:pt x="21600" y="3491"/>
                  </a:lnTo>
                  <a:close/>
                  <a:moveTo>
                    <a:pt x="18783" y="18109"/>
                  </a:moveTo>
                  <a:lnTo>
                    <a:pt x="18783" y="19418"/>
                  </a:lnTo>
                  <a:lnTo>
                    <a:pt x="3130" y="19418"/>
                  </a:lnTo>
                  <a:lnTo>
                    <a:pt x="3130" y="17673"/>
                  </a:lnTo>
                  <a:lnTo>
                    <a:pt x="3757" y="17236"/>
                  </a:lnTo>
                  <a:lnTo>
                    <a:pt x="10957" y="12436"/>
                  </a:lnTo>
                  <a:lnTo>
                    <a:pt x="18157" y="17236"/>
                  </a:lnTo>
                  <a:lnTo>
                    <a:pt x="18783" y="17673"/>
                  </a:lnTo>
                  <a:lnTo>
                    <a:pt x="18783" y="18109"/>
                  </a:lnTo>
                  <a:close/>
                  <a:moveTo>
                    <a:pt x="18783" y="3491"/>
                  </a:moveTo>
                  <a:lnTo>
                    <a:pt x="18783" y="3709"/>
                  </a:lnTo>
                  <a:lnTo>
                    <a:pt x="18157" y="4364"/>
                  </a:lnTo>
                  <a:lnTo>
                    <a:pt x="10957" y="9164"/>
                  </a:lnTo>
                  <a:lnTo>
                    <a:pt x="3757" y="4364"/>
                  </a:lnTo>
                  <a:lnTo>
                    <a:pt x="3130" y="3709"/>
                  </a:lnTo>
                  <a:lnTo>
                    <a:pt x="3130" y="2182"/>
                  </a:lnTo>
                  <a:lnTo>
                    <a:pt x="18783" y="2182"/>
                  </a:lnTo>
                  <a:lnTo>
                    <a:pt x="18783" y="3491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49"/>
            <p:cNvSpPr/>
            <p:nvPr/>
          </p:nvSpPr>
          <p:spPr>
            <a:xfrm>
              <a:off x="76197" y="292102"/>
              <a:ext cx="127008" cy="63504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108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8" name="Google Shape;1018;p49"/>
          <p:cNvSpPr/>
          <p:nvPr/>
        </p:nvSpPr>
        <p:spPr>
          <a:xfrm>
            <a:off x="6472768" y="4339168"/>
            <a:ext cx="165078" cy="165078"/>
          </a:xfrm>
          <a:custGeom>
            <a:rect b="b" l="l" r="r" t="t"/>
            <a:pathLst>
              <a:path extrusionOk="0" h="21600" w="21600">
                <a:moveTo>
                  <a:pt x="10523" y="21600"/>
                </a:moveTo>
                <a:lnTo>
                  <a:pt x="8862" y="21600"/>
                </a:lnTo>
                <a:lnTo>
                  <a:pt x="6646" y="21046"/>
                </a:lnTo>
                <a:lnTo>
                  <a:pt x="3323" y="18277"/>
                </a:lnTo>
                <a:lnTo>
                  <a:pt x="554" y="14954"/>
                </a:lnTo>
                <a:lnTo>
                  <a:pt x="0" y="12738"/>
                </a:lnTo>
                <a:lnTo>
                  <a:pt x="0" y="8862"/>
                </a:lnTo>
                <a:lnTo>
                  <a:pt x="554" y="6646"/>
                </a:lnTo>
                <a:lnTo>
                  <a:pt x="3323" y="3323"/>
                </a:lnTo>
                <a:lnTo>
                  <a:pt x="6646" y="554"/>
                </a:lnTo>
                <a:lnTo>
                  <a:pt x="8862" y="0"/>
                </a:lnTo>
                <a:lnTo>
                  <a:pt x="12738" y="0"/>
                </a:lnTo>
                <a:lnTo>
                  <a:pt x="14954" y="554"/>
                </a:lnTo>
                <a:lnTo>
                  <a:pt x="18277" y="3323"/>
                </a:lnTo>
                <a:lnTo>
                  <a:pt x="21046" y="6646"/>
                </a:lnTo>
                <a:lnTo>
                  <a:pt x="21600" y="8862"/>
                </a:lnTo>
                <a:lnTo>
                  <a:pt x="21600" y="12738"/>
                </a:lnTo>
                <a:lnTo>
                  <a:pt x="21046" y="14954"/>
                </a:lnTo>
                <a:lnTo>
                  <a:pt x="18277" y="18277"/>
                </a:lnTo>
                <a:lnTo>
                  <a:pt x="14954" y="21046"/>
                </a:lnTo>
                <a:lnTo>
                  <a:pt x="12738" y="21600"/>
                </a:lnTo>
                <a:lnTo>
                  <a:pt x="10523" y="21600"/>
                </a:lnTo>
                <a:close/>
                <a:moveTo>
                  <a:pt x="10523" y="5538"/>
                </a:moveTo>
                <a:lnTo>
                  <a:pt x="8862" y="6092"/>
                </a:lnTo>
                <a:lnTo>
                  <a:pt x="6646" y="6646"/>
                </a:lnTo>
                <a:lnTo>
                  <a:pt x="5538" y="11077"/>
                </a:lnTo>
                <a:lnTo>
                  <a:pt x="6092" y="12738"/>
                </a:lnTo>
                <a:lnTo>
                  <a:pt x="6646" y="14954"/>
                </a:lnTo>
                <a:lnTo>
                  <a:pt x="8862" y="15508"/>
                </a:lnTo>
                <a:lnTo>
                  <a:pt x="10523" y="16615"/>
                </a:lnTo>
                <a:lnTo>
                  <a:pt x="12738" y="15508"/>
                </a:lnTo>
                <a:lnTo>
                  <a:pt x="14954" y="14954"/>
                </a:lnTo>
                <a:lnTo>
                  <a:pt x="15508" y="12738"/>
                </a:lnTo>
                <a:lnTo>
                  <a:pt x="16062" y="11077"/>
                </a:lnTo>
                <a:lnTo>
                  <a:pt x="14954" y="6646"/>
                </a:lnTo>
                <a:lnTo>
                  <a:pt x="10523" y="553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49"/>
          <p:cNvSpPr/>
          <p:nvPr/>
        </p:nvSpPr>
        <p:spPr>
          <a:xfrm>
            <a:off x="6396568" y="4529666"/>
            <a:ext cx="330210" cy="139698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0" y="21600"/>
                </a:lnTo>
                <a:lnTo>
                  <a:pt x="0" y="18514"/>
                </a:lnTo>
                <a:lnTo>
                  <a:pt x="547" y="11109"/>
                </a:lnTo>
                <a:lnTo>
                  <a:pt x="1641" y="8023"/>
                </a:lnTo>
                <a:lnTo>
                  <a:pt x="3008" y="5554"/>
                </a:lnTo>
                <a:lnTo>
                  <a:pt x="4648" y="3086"/>
                </a:lnTo>
                <a:lnTo>
                  <a:pt x="6289" y="1851"/>
                </a:lnTo>
                <a:lnTo>
                  <a:pt x="8476" y="0"/>
                </a:lnTo>
                <a:lnTo>
                  <a:pt x="13124" y="0"/>
                </a:lnTo>
                <a:lnTo>
                  <a:pt x="15038" y="1851"/>
                </a:lnTo>
                <a:lnTo>
                  <a:pt x="16952" y="3086"/>
                </a:lnTo>
                <a:lnTo>
                  <a:pt x="18592" y="5554"/>
                </a:lnTo>
                <a:lnTo>
                  <a:pt x="19959" y="8023"/>
                </a:lnTo>
                <a:lnTo>
                  <a:pt x="20780" y="11109"/>
                </a:lnTo>
                <a:lnTo>
                  <a:pt x="21327" y="14811"/>
                </a:lnTo>
                <a:lnTo>
                  <a:pt x="21600" y="18514"/>
                </a:lnTo>
                <a:lnTo>
                  <a:pt x="21600" y="21600"/>
                </a:lnTo>
                <a:close/>
                <a:moveTo>
                  <a:pt x="3008" y="15429"/>
                </a:moveTo>
                <a:lnTo>
                  <a:pt x="18592" y="15429"/>
                </a:lnTo>
                <a:lnTo>
                  <a:pt x="18319" y="12960"/>
                </a:lnTo>
                <a:lnTo>
                  <a:pt x="17499" y="11726"/>
                </a:lnTo>
                <a:lnTo>
                  <a:pt x="15858" y="8640"/>
                </a:lnTo>
                <a:lnTo>
                  <a:pt x="13397" y="6789"/>
                </a:lnTo>
                <a:lnTo>
                  <a:pt x="10663" y="6171"/>
                </a:lnTo>
                <a:lnTo>
                  <a:pt x="8203" y="6789"/>
                </a:lnTo>
                <a:lnTo>
                  <a:pt x="5742" y="8640"/>
                </a:lnTo>
                <a:lnTo>
                  <a:pt x="4101" y="11726"/>
                </a:lnTo>
                <a:lnTo>
                  <a:pt x="3281" y="12960"/>
                </a:lnTo>
                <a:lnTo>
                  <a:pt x="3008" y="1542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49"/>
          <p:cNvSpPr/>
          <p:nvPr/>
        </p:nvSpPr>
        <p:spPr>
          <a:xfrm>
            <a:off x="6701367" y="4313767"/>
            <a:ext cx="126900" cy="507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021" name="Google Shape;1021;p49"/>
          <p:cNvSpPr/>
          <p:nvPr/>
        </p:nvSpPr>
        <p:spPr>
          <a:xfrm>
            <a:off x="5465234" y="4339168"/>
            <a:ext cx="165078" cy="165078"/>
          </a:xfrm>
          <a:custGeom>
            <a:rect b="b" l="l" r="r" t="t"/>
            <a:pathLst>
              <a:path extrusionOk="0" h="21600" w="21600">
                <a:moveTo>
                  <a:pt x="11077" y="21600"/>
                </a:moveTo>
                <a:lnTo>
                  <a:pt x="8862" y="21600"/>
                </a:lnTo>
                <a:lnTo>
                  <a:pt x="6646" y="21046"/>
                </a:lnTo>
                <a:lnTo>
                  <a:pt x="3323" y="18277"/>
                </a:lnTo>
                <a:lnTo>
                  <a:pt x="554" y="14954"/>
                </a:lnTo>
                <a:lnTo>
                  <a:pt x="0" y="12738"/>
                </a:lnTo>
                <a:lnTo>
                  <a:pt x="0" y="8862"/>
                </a:lnTo>
                <a:lnTo>
                  <a:pt x="554" y="6646"/>
                </a:lnTo>
                <a:lnTo>
                  <a:pt x="3323" y="3323"/>
                </a:lnTo>
                <a:lnTo>
                  <a:pt x="6646" y="554"/>
                </a:lnTo>
                <a:lnTo>
                  <a:pt x="8862" y="0"/>
                </a:lnTo>
                <a:lnTo>
                  <a:pt x="12738" y="0"/>
                </a:lnTo>
                <a:lnTo>
                  <a:pt x="14954" y="554"/>
                </a:lnTo>
                <a:lnTo>
                  <a:pt x="18277" y="3323"/>
                </a:lnTo>
                <a:lnTo>
                  <a:pt x="21046" y="6646"/>
                </a:lnTo>
                <a:lnTo>
                  <a:pt x="21600" y="8862"/>
                </a:lnTo>
                <a:lnTo>
                  <a:pt x="21600" y="12738"/>
                </a:lnTo>
                <a:lnTo>
                  <a:pt x="21046" y="14954"/>
                </a:lnTo>
                <a:lnTo>
                  <a:pt x="18277" y="18277"/>
                </a:lnTo>
                <a:lnTo>
                  <a:pt x="14954" y="21046"/>
                </a:lnTo>
                <a:lnTo>
                  <a:pt x="12738" y="21600"/>
                </a:lnTo>
                <a:lnTo>
                  <a:pt x="11077" y="21600"/>
                </a:lnTo>
                <a:close/>
                <a:moveTo>
                  <a:pt x="11077" y="5538"/>
                </a:moveTo>
                <a:lnTo>
                  <a:pt x="6646" y="6646"/>
                </a:lnTo>
                <a:lnTo>
                  <a:pt x="5538" y="11077"/>
                </a:lnTo>
                <a:lnTo>
                  <a:pt x="6092" y="12738"/>
                </a:lnTo>
                <a:lnTo>
                  <a:pt x="6646" y="14954"/>
                </a:lnTo>
                <a:lnTo>
                  <a:pt x="8862" y="15508"/>
                </a:lnTo>
                <a:lnTo>
                  <a:pt x="11077" y="16615"/>
                </a:lnTo>
                <a:lnTo>
                  <a:pt x="12738" y="15508"/>
                </a:lnTo>
                <a:lnTo>
                  <a:pt x="14954" y="14954"/>
                </a:lnTo>
                <a:lnTo>
                  <a:pt x="15508" y="12738"/>
                </a:lnTo>
                <a:lnTo>
                  <a:pt x="16062" y="11077"/>
                </a:lnTo>
                <a:lnTo>
                  <a:pt x="14954" y="6646"/>
                </a:lnTo>
                <a:lnTo>
                  <a:pt x="12738" y="6092"/>
                </a:lnTo>
                <a:lnTo>
                  <a:pt x="11077" y="553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49"/>
          <p:cNvSpPr/>
          <p:nvPr/>
        </p:nvSpPr>
        <p:spPr>
          <a:xfrm>
            <a:off x="5389034" y="4529666"/>
            <a:ext cx="330210" cy="139698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0" y="21600"/>
                </a:lnTo>
                <a:lnTo>
                  <a:pt x="0" y="18514"/>
                </a:lnTo>
                <a:lnTo>
                  <a:pt x="273" y="14811"/>
                </a:lnTo>
                <a:lnTo>
                  <a:pt x="820" y="11109"/>
                </a:lnTo>
                <a:lnTo>
                  <a:pt x="1641" y="8023"/>
                </a:lnTo>
                <a:lnTo>
                  <a:pt x="3008" y="5554"/>
                </a:lnTo>
                <a:lnTo>
                  <a:pt x="4648" y="3086"/>
                </a:lnTo>
                <a:lnTo>
                  <a:pt x="6562" y="1851"/>
                </a:lnTo>
                <a:lnTo>
                  <a:pt x="8476" y="0"/>
                </a:lnTo>
                <a:lnTo>
                  <a:pt x="13124" y="0"/>
                </a:lnTo>
                <a:lnTo>
                  <a:pt x="15311" y="1851"/>
                </a:lnTo>
                <a:lnTo>
                  <a:pt x="16952" y="3086"/>
                </a:lnTo>
                <a:lnTo>
                  <a:pt x="18592" y="5554"/>
                </a:lnTo>
                <a:lnTo>
                  <a:pt x="19959" y="8023"/>
                </a:lnTo>
                <a:lnTo>
                  <a:pt x="21053" y="11109"/>
                </a:lnTo>
                <a:lnTo>
                  <a:pt x="21600" y="18514"/>
                </a:lnTo>
                <a:lnTo>
                  <a:pt x="21600" y="21600"/>
                </a:lnTo>
                <a:close/>
                <a:moveTo>
                  <a:pt x="3008" y="15429"/>
                </a:moveTo>
                <a:lnTo>
                  <a:pt x="18592" y="15429"/>
                </a:lnTo>
                <a:lnTo>
                  <a:pt x="18319" y="12960"/>
                </a:lnTo>
                <a:lnTo>
                  <a:pt x="17499" y="11726"/>
                </a:lnTo>
                <a:lnTo>
                  <a:pt x="15858" y="8640"/>
                </a:lnTo>
                <a:lnTo>
                  <a:pt x="13397" y="6789"/>
                </a:lnTo>
                <a:lnTo>
                  <a:pt x="10937" y="6171"/>
                </a:lnTo>
                <a:lnTo>
                  <a:pt x="8203" y="6789"/>
                </a:lnTo>
                <a:lnTo>
                  <a:pt x="5742" y="8640"/>
                </a:lnTo>
                <a:lnTo>
                  <a:pt x="4101" y="11726"/>
                </a:lnTo>
                <a:lnTo>
                  <a:pt x="3281" y="12960"/>
                </a:lnTo>
                <a:lnTo>
                  <a:pt x="3008" y="1542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49"/>
          <p:cNvSpPr/>
          <p:nvPr/>
        </p:nvSpPr>
        <p:spPr>
          <a:xfrm>
            <a:off x="5681133" y="4250266"/>
            <a:ext cx="169344" cy="177822"/>
          </a:xfrm>
          <a:custGeom>
            <a:rect b="b" l="l" r="r" t="t"/>
            <a:pathLst>
              <a:path extrusionOk="0" h="21600" w="21600">
                <a:moveTo>
                  <a:pt x="21600" y="8100"/>
                </a:moveTo>
                <a:lnTo>
                  <a:pt x="13500" y="8100"/>
                </a:lnTo>
                <a:lnTo>
                  <a:pt x="13500" y="0"/>
                </a:lnTo>
                <a:lnTo>
                  <a:pt x="8100" y="0"/>
                </a:lnTo>
                <a:lnTo>
                  <a:pt x="8100" y="8100"/>
                </a:lnTo>
                <a:lnTo>
                  <a:pt x="0" y="8100"/>
                </a:lnTo>
                <a:lnTo>
                  <a:pt x="0" y="13500"/>
                </a:lnTo>
                <a:lnTo>
                  <a:pt x="8100" y="13500"/>
                </a:lnTo>
                <a:lnTo>
                  <a:pt x="8100" y="21600"/>
                </a:lnTo>
                <a:lnTo>
                  <a:pt x="13500" y="21600"/>
                </a:lnTo>
                <a:lnTo>
                  <a:pt x="13500" y="13500"/>
                </a:lnTo>
                <a:lnTo>
                  <a:pt x="21600" y="13500"/>
                </a:lnTo>
                <a:lnTo>
                  <a:pt x="21600" y="81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49"/>
          <p:cNvSpPr/>
          <p:nvPr/>
        </p:nvSpPr>
        <p:spPr>
          <a:xfrm>
            <a:off x="7476066" y="4339168"/>
            <a:ext cx="165078" cy="165078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9180" y="21600"/>
                </a:lnTo>
                <a:lnTo>
                  <a:pt x="7020" y="21046"/>
                </a:lnTo>
                <a:lnTo>
                  <a:pt x="3780" y="18277"/>
                </a:lnTo>
                <a:lnTo>
                  <a:pt x="1080" y="14954"/>
                </a:lnTo>
                <a:lnTo>
                  <a:pt x="0" y="12738"/>
                </a:lnTo>
                <a:lnTo>
                  <a:pt x="0" y="8862"/>
                </a:lnTo>
                <a:lnTo>
                  <a:pt x="1080" y="6646"/>
                </a:lnTo>
                <a:lnTo>
                  <a:pt x="3780" y="3323"/>
                </a:lnTo>
                <a:lnTo>
                  <a:pt x="7020" y="554"/>
                </a:lnTo>
                <a:lnTo>
                  <a:pt x="9180" y="0"/>
                </a:lnTo>
                <a:lnTo>
                  <a:pt x="12960" y="0"/>
                </a:lnTo>
                <a:lnTo>
                  <a:pt x="15120" y="554"/>
                </a:lnTo>
                <a:lnTo>
                  <a:pt x="18360" y="3323"/>
                </a:lnTo>
                <a:lnTo>
                  <a:pt x="21060" y="6646"/>
                </a:lnTo>
                <a:lnTo>
                  <a:pt x="21600" y="8862"/>
                </a:lnTo>
                <a:lnTo>
                  <a:pt x="21600" y="12738"/>
                </a:lnTo>
                <a:lnTo>
                  <a:pt x="21060" y="14954"/>
                </a:lnTo>
                <a:lnTo>
                  <a:pt x="18360" y="18277"/>
                </a:lnTo>
                <a:lnTo>
                  <a:pt x="15120" y="21046"/>
                </a:lnTo>
                <a:lnTo>
                  <a:pt x="12960" y="21600"/>
                </a:lnTo>
                <a:lnTo>
                  <a:pt x="10800" y="21600"/>
                </a:lnTo>
                <a:close/>
                <a:moveTo>
                  <a:pt x="10800" y="5538"/>
                </a:moveTo>
                <a:lnTo>
                  <a:pt x="9180" y="6092"/>
                </a:lnTo>
                <a:lnTo>
                  <a:pt x="7020" y="6646"/>
                </a:lnTo>
                <a:lnTo>
                  <a:pt x="6480" y="8862"/>
                </a:lnTo>
                <a:lnTo>
                  <a:pt x="5400" y="11077"/>
                </a:lnTo>
                <a:lnTo>
                  <a:pt x="6480" y="12738"/>
                </a:lnTo>
                <a:lnTo>
                  <a:pt x="7020" y="14954"/>
                </a:lnTo>
                <a:lnTo>
                  <a:pt x="9180" y="15508"/>
                </a:lnTo>
                <a:lnTo>
                  <a:pt x="10800" y="16615"/>
                </a:lnTo>
                <a:lnTo>
                  <a:pt x="12960" y="15508"/>
                </a:lnTo>
                <a:lnTo>
                  <a:pt x="15120" y="14954"/>
                </a:lnTo>
                <a:lnTo>
                  <a:pt x="15660" y="12738"/>
                </a:lnTo>
                <a:lnTo>
                  <a:pt x="16200" y="11077"/>
                </a:lnTo>
                <a:lnTo>
                  <a:pt x="15120" y="6646"/>
                </a:lnTo>
                <a:lnTo>
                  <a:pt x="10800" y="553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49"/>
          <p:cNvSpPr/>
          <p:nvPr/>
        </p:nvSpPr>
        <p:spPr>
          <a:xfrm>
            <a:off x="7399866" y="4529666"/>
            <a:ext cx="330210" cy="139698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0" y="21600"/>
                </a:lnTo>
                <a:lnTo>
                  <a:pt x="0" y="18514"/>
                </a:lnTo>
                <a:lnTo>
                  <a:pt x="547" y="11109"/>
                </a:lnTo>
                <a:lnTo>
                  <a:pt x="1641" y="8023"/>
                </a:lnTo>
                <a:lnTo>
                  <a:pt x="3008" y="5554"/>
                </a:lnTo>
                <a:lnTo>
                  <a:pt x="4648" y="3086"/>
                </a:lnTo>
                <a:lnTo>
                  <a:pt x="6289" y="1851"/>
                </a:lnTo>
                <a:lnTo>
                  <a:pt x="8476" y="0"/>
                </a:lnTo>
                <a:lnTo>
                  <a:pt x="13124" y="0"/>
                </a:lnTo>
                <a:lnTo>
                  <a:pt x="15038" y="1851"/>
                </a:lnTo>
                <a:lnTo>
                  <a:pt x="16678" y="3086"/>
                </a:lnTo>
                <a:lnTo>
                  <a:pt x="18592" y="5554"/>
                </a:lnTo>
                <a:lnTo>
                  <a:pt x="19959" y="8023"/>
                </a:lnTo>
                <a:lnTo>
                  <a:pt x="20780" y="11109"/>
                </a:lnTo>
                <a:lnTo>
                  <a:pt x="21053" y="14811"/>
                </a:lnTo>
                <a:lnTo>
                  <a:pt x="21600" y="18514"/>
                </a:lnTo>
                <a:lnTo>
                  <a:pt x="21600" y="21600"/>
                </a:lnTo>
                <a:close/>
                <a:moveTo>
                  <a:pt x="3008" y="15429"/>
                </a:moveTo>
                <a:lnTo>
                  <a:pt x="18592" y="15429"/>
                </a:lnTo>
                <a:lnTo>
                  <a:pt x="18046" y="12960"/>
                </a:lnTo>
                <a:lnTo>
                  <a:pt x="17499" y="11726"/>
                </a:lnTo>
                <a:lnTo>
                  <a:pt x="15858" y="8640"/>
                </a:lnTo>
                <a:lnTo>
                  <a:pt x="13397" y="6789"/>
                </a:lnTo>
                <a:lnTo>
                  <a:pt x="10663" y="6171"/>
                </a:lnTo>
                <a:lnTo>
                  <a:pt x="7929" y="6789"/>
                </a:lnTo>
                <a:lnTo>
                  <a:pt x="5742" y="8640"/>
                </a:lnTo>
                <a:lnTo>
                  <a:pt x="4101" y="11726"/>
                </a:lnTo>
                <a:lnTo>
                  <a:pt x="3281" y="12960"/>
                </a:lnTo>
                <a:lnTo>
                  <a:pt x="3008" y="1542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49"/>
          <p:cNvSpPr/>
          <p:nvPr/>
        </p:nvSpPr>
        <p:spPr>
          <a:xfrm>
            <a:off x="7666567" y="4275666"/>
            <a:ext cx="203202" cy="152388"/>
          </a:xfrm>
          <a:custGeom>
            <a:rect b="b" l="l" r="r" t="t"/>
            <a:pathLst>
              <a:path extrusionOk="0" h="21600" w="21600">
                <a:moveTo>
                  <a:pt x="8732" y="21600"/>
                </a:moveTo>
                <a:lnTo>
                  <a:pt x="0" y="10800"/>
                </a:lnTo>
                <a:lnTo>
                  <a:pt x="3677" y="6000"/>
                </a:lnTo>
                <a:lnTo>
                  <a:pt x="8732" y="12600"/>
                </a:lnTo>
                <a:lnTo>
                  <a:pt x="18383" y="0"/>
                </a:lnTo>
                <a:lnTo>
                  <a:pt x="21600" y="4800"/>
                </a:lnTo>
                <a:lnTo>
                  <a:pt x="8732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49"/>
          <p:cNvSpPr/>
          <p:nvPr/>
        </p:nvSpPr>
        <p:spPr>
          <a:xfrm>
            <a:off x="8542866" y="4275666"/>
            <a:ext cx="203202" cy="215892"/>
          </a:xfrm>
          <a:custGeom>
            <a:rect b="b" l="l" r="r" t="t"/>
            <a:pathLst>
              <a:path extrusionOk="0" h="21600" w="21600">
                <a:moveTo>
                  <a:pt x="11020" y="21600"/>
                </a:moveTo>
                <a:lnTo>
                  <a:pt x="8816" y="21600"/>
                </a:lnTo>
                <a:lnTo>
                  <a:pt x="6612" y="20304"/>
                </a:lnTo>
                <a:lnTo>
                  <a:pt x="4849" y="19872"/>
                </a:lnTo>
                <a:lnTo>
                  <a:pt x="3086" y="18144"/>
                </a:lnTo>
                <a:lnTo>
                  <a:pt x="1763" y="16416"/>
                </a:lnTo>
                <a:lnTo>
                  <a:pt x="1322" y="15120"/>
                </a:lnTo>
                <a:lnTo>
                  <a:pt x="0" y="12960"/>
                </a:lnTo>
                <a:lnTo>
                  <a:pt x="0" y="8640"/>
                </a:lnTo>
                <a:lnTo>
                  <a:pt x="1322" y="6480"/>
                </a:lnTo>
                <a:lnTo>
                  <a:pt x="1763" y="4752"/>
                </a:lnTo>
                <a:lnTo>
                  <a:pt x="4849" y="1728"/>
                </a:lnTo>
                <a:lnTo>
                  <a:pt x="6612" y="1296"/>
                </a:lnTo>
                <a:lnTo>
                  <a:pt x="8816" y="0"/>
                </a:lnTo>
                <a:lnTo>
                  <a:pt x="13224" y="0"/>
                </a:lnTo>
                <a:lnTo>
                  <a:pt x="15429" y="1296"/>
                </a:lnTo>
                <a:lnTo>
                  <a:pt x="16751" y="1728"/>
                </a:lnTo>
                <a:lnTo>
                  <a:pt x="18514" y="3456"/>
                </a:lnTo>
                <a:lnTo>
                  <a:pt x="20278" y="4752"/>
                </a:lnTo>
                <a:lnTo>
                  <a:pt x="20718" y="6480"/>
                </a:lnTo>
                <a:lnTo>
                  <a:pt x="21600" y="8640"/>
                </a:lnTo>
                <a:lnTo>
                  <a:pt x="21600" y="10800"/>
                </a:lnTo>
                <a:lnTo>
                  <a:pt x="17633" y="10800"/>
                </a:lnTo>
                <a:lnTo>
                  <a:pt x="16751" y="8208"/>
                </a:lnTo>
                <a:lnTo>
                  <a:pt x="15429" y="6480"/>
                </a:lnTo>
                <a:lnTo>
                  <a:pt x="13665" y="4752"/>
                </a:lnTo>
                <a:lnTo>
                  <a:pt x="11020" y="4320"/>
                </a:lnTo>
                <a:lnTo>
                  <a:pt x="8376" y="4752"/>
                </a:lnTo>
                <a:lnTo>
                  <a:pt x="4849" y="8208"/>
                </a:lnTo>
                <a:lnTo>
                  <a:pt x="4408" y="10800"/>
                </a:lnTo>
                <a:lnTo>
                  <a:pt x="4849" y="13392"/>
                </a:lnTo>
                <a:lnTo>
                  <a:pt x="6612" y="15120"/>
                </a:lnTo>
                <a:lnTo>
                  <a:pt x="8376" y="16416"/>
                </a:lnTo>
                <a:lnTo>
                  <a:pt x="11020" y="17280"/>
                </a:lnTo>
                <a:lnTo>
                  <a:pt x="1102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49"/>
          <p:cNvSpPr/>
          <p:nvPr/>
        </p:nvSpPr>
        <p:spPr>
          <a:xfrm>
            <a:off x="8669866" y="4339168"/>
            <a:ext cx="165078" cy="152388"/>
          </a:xfrm>
          <a:custGeom>
            <a:rect b="b" l="l" r="r" t="t"/>
            <a:pathLst>
              <a:path extrusionOk="0" h="21600" w="21600">
                <a:moveTo>
                  <a:pt x="7754" y="21600"/>
                </a:moveTo>
                <a:lnTo>
                  <a:pt x="0" y="21600"/>
                </a:lnTo>
                <a:lnTo>
                  <a:pt x="0" y="9257"/>
                </a:lnTo>
                <a:lnTo>
                  <a:pt x="10523" y="9257"/>
                </a:lnTo>
                <a:lnTo>
                  <a:pt x="10523" y="14194"/>
                </a:lnTo>
                <a:lnTo>
                  <a:pt x="12738" y="13577"/>
                </a:lnTo>
                <a:lnTo>
                  <a:pt x="14954" y="11726"/>
                </a:lnTo>
                <a:lnTo>
                  <a:pt x="15508" y="9257"/>
                </a:lnTo>
                <a:lnTo>
                  <a:pt x="16062" y="6171"/>
                </a:lnTo>
                <a:lnTo>
                  <a:pt x="16062" y="0"/>
                </a:lnTo>
                <a:lnTo>
                  <a:pt x="21600" y="0"/>
                </a:lnTo>
                <a:lnTo>
                  <a:pt x="21600" y="9257"/>
                </a:lnTo>
                <a:lnTo>
                  <a:pt x="20492" y="12343"/>
                </a:lnTo>
                <a:lnTo>
                  <a:pt x="19385" y="14194"/>
                </a:lnTo>
                <a:lnTo>
                  <a:pt x="17723" y="16663"/>
                </a:lnTo>
                <a:lnTo>
                  <a:pt x="15508" y="19131"/>
                </a:lnTo>
                <a:lnTo>
                  <a:pt x="13292" y="19749"/>
                </a:lnTo>
                <a:lnTo>
                  <a:pt x="10523" y="21600"/>
                </a:lnTo>
                <a:lnTo>
                  <a:pt x="7754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49"/>
          <p:cNvSpPr/>
          <p:nvPr/>
        </p:nvSpPr>
        <p:spPr>
          <a:xfrm>
            <a:off x="8479368" y="4504266"/>
            <a:ext cx="330210" cy="165078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0" y="21600"/>
                </a:lnTo>
                <a:lnTo>
                  <a:pt x="0" y="16200"/>
                </a:lnTo>
                <a:lnTo>
                  <a:pt x="547" y="12960"/>
                </a:lnTo>
                <a:lnTo>
                  <a:pt x="820" y="9720"/>
                </a:lnTo>
                <a:lnTo>
                  <a:pt x="1641" y="7020"/>
                </a:lnTo>
                <a:lnTo>
                  <a:pt x="3008" y="4860"/>
                </a:lnTo>
                <a:lnTo>
                  <a:pt x="4922" y="2700"/>
                </a:lnTo>
                <a:lnTo>
                  <a:pt x="6562" y="1620"/>
                </a:lnTo>
                <a:lnTo>
                  <a:pt x="8476" y="0"/>
                </a:lnTo>
                <a:lnTo>
                  <a:pt x="13124" y="0"/>
                </a:lnTo>
                <a:lnTo>
                  <a:pt x="15311" y="1620"/>
                </a:lnTo>
                <a:lnTo>
                  <a:pt x="16952" y="2700"/>
                </a:lnTo>
                <a:lnTo>
                  <a:pt x="18592" y="4860"/>
                </a:lnTo>
                <a:lnTo>
                  <a:pt x="19959" y="7020"/>
                </a:lnTo>
                <a:lnTo>
                  <a:pt x="21053" y="9720"/>
                </a:lnTo>
                <a:lnTo>
                  <a:pt x="21600" y="16200"/>
                </a:lnTo>
                <a:lnTo>
                  <a:pt x="21600" y="21600"/>
                </a:lnTo>
                <a:close/>
                <a:moveTo>
                  <a:pt x="2734" y="16200"/>
                </a:moveTo>
                <a:lnTo>
                  <a:pt x="18866" y="16200"/>
                </a:lnTo>
                <a:lnTo>
                  <a:pt x="18866" y="14040"/>
                </a:lnTo>
                <a:lnTo>
                  <a:pt x="18319" y="12420"/>
                </a:lnTo>
                <a:lnTo>
                  <a:pt x="16678" y="8100"/>
                </a:lnTo>
                <a:lnTo>
                  <a:pt x="15585" y="7560"/>
                </a:lnTo>
                <a:lnTo>
                  <a:pt x="14218" y="6480"/>
                </a:lnTo>
                <a:lnTo>
                  <a:pt x="12577" y="5400"/>
                </a:lnTo>
                <a:lnTo>
                  <a:pt x="9296" y="5400"/>
                </a:lnTo>
                <a:lnTo>
                  <a:pt x="7382" y="6480"/>
                </a:lnTo>
                <a:lnTo>
                  <a:pt x="6015" y="7560"/>
                </a:lnTo>
                <a:lnTo>
                  <a:pt x="5195" y="8100"/>
                </a:lnTo>
                <a:lnTo>
                  <a:pt x="4101" y="10260"/>
                </a:lnTo>
                <a:lnTo>
                  <a:pt x="3554" y="12420"/>
                </a:lnTo>
                <a:lnTo>
                  <a:pt x="2734" y="14040"/>
                </a:lnTo>
                <a:lnTo>
                  <a:pt x="2734" y="162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49"/>
          <p:cNvSpPr/>
          <p:nvPr/>
        </p:nvSpPr>
        <p:spPr>
          <a:xfrm>
            <a:off x="9546167" y="4237567"/>
            <a:ext cx="203202" cy="254016"/>
          </a:xfrm>
          <a:custGeom>
            <a:rect b="b" l="l" r="r" t="t"/>
            <a:pathLst>
              <a:path extrusionOk="0" h="21600" w="21600">
                <a:moveTo>
                  <a:pt x="11020" y="21600"/>
                </a:moveTo>
                <a:lnTo>
                  <a:pt x="12784" y="21600"/>
                </a:lnTo>
                <a:lnTo>
                  <a:pt x="14988" y="20520"/>
                </a:lnTo>
                <a:lnTo>
                  <a:pt x="16751" y="20160"/>
                </a:lnTo>
                <a:lnTo>
                  <a:pt x="18514" y="18720"/>
                </a:lnTo>
                <a:lnTo>
                  <a:pt x="19837" y="17280"/>
                </a:lnTo>
                <a:lnTo>
                  <a:pt x="20718" y="16200"/>
                </a:lnTo>
                <a:lnTo>
                  <a:pt x="21600" y="14400"/>
                </a:lnTo>
                <a:lnTo>
                  <a:pt x="21600" y="1800"/>
                </a:lnTo>
                <a:lnTo>
                  <a:pt x="17192" y="1800"/>
                </a:lnTo>
                <a:lnTo>
                  <a:pt x="17192" y="5400"/>
                </a:lnTo>
                <a:lnTo>
                  <a:pt x="12784" y="5400"/>
                </a:lnTo>
                <a:lnTo>
                  <a:pt x="12784" y="0"/>
                </a:lnTo>
                <a:lnTo>
                  <a:pt x="8816" y="0"/>
                </a:lnTo>
                <a:lnTo>
                  <a:pt x="8816" y="5400"/>
                </a:lnTo>
                <a:lnTo>
                  <a:pt x="4408" y="5400"/>
                </a:lnTo>
                <a:lnTo>
                  <a:pt x="4408" y="1800"/>
                </a:lnTo>
                <a:lnTo>
                  <a:pt x="0" y="1800"/>
                </a:lnTo>
                <a:lnTo>
                  <a:pt x="0" y="14400"/>
                </a:lnTo>
                <a:lnTo>
                  <a:pt x="882" y="16200"/>
                </a:lnTo>
                <a:lnTo>
                  <a:pt x="1763" y="17280"/>
                </a:lnTo>
                <a:lnTo>
                  <a:pt x="3086" y="18720"/>
                </a:lnTo>
                <a:lnTo>
                  <a:pt x="4849" y="20160"/>
                </a:lnTo>
                <a:lnTo>
                  <a:pt x="6612" y="20520"/>
                </a:lnTo>
                <a:lnTo>
                  <a:pt x="8816" y="21600"/>
                </a:lnTo>
                <a:lnTo>
                  <a:pt x="11020" y="21600"/>
                </a:lnTo>
                <a:close/>
                <a:moveTo>
                  <a:pt x="11020" y="18000"/>
                </a:moveTo>
                <a:lnTo>
                  <a:pt x="8816" y="17280"/>
                </a:lnTo>
                <a:lnTo>
                  <a:pt x="7053" y="16920"/>
                </a:lnTo>
                <a:lnTo>
                  <a:pt x="5290" y="15840"/>
                </a:lnTo>
                <a:lnTo>
                  <a:pt x="4849" y="14400"/>
                </a:lnTo>
                <a:lnTo>
                  <a:pt x="16751" y="14400"/>
                </a:lnTo>
                <a:lnTo>
                  <a:pt x="16310" y="15840"/>
                </a:lnTo>
                <a:lnTo>
                  <a:pt x="14547" y="16920"/>
                </a:lnTo>
                <a:lnTo>
                  <a:pt x="12784" y="17280"/>
                </a:lnTo>
                <a:lnTo>
                  <a:pt x="11020" y="18000"/>
                </a:lnTo>
                <a:close/>
                <a:moveTo>
                  <a:pt x="4408" y="9000"/>
                </a:moveTo>
                <a:lnTo>
                  <a:pt x="17192" y="9000"/>
                </a:lnTo>
                <a:lnTo>
                  <a:pt x="17192" y="10800"/>
                </a:lnTo>
                <a:lnTo>
                  <a:pt x="4408" y="10800"/>
                </a:lnTo>
                <a:lnTo>
                  <a:pt x="4408" y="90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49"/>
          <p:cNvSpPr/>
          <p:nvPr/>
        </p:nvSpPr>
        <p:spPr>
          <a:xfrm>
            <a:off x="9482666" y="4504266"/>
            <a:ext cx="330210" cy="165078"/>
          </a:xfrm>
          <a:custGeom>
            <a:rect b="b" l="l" r="r" t="t"/>
            <a:pathLst>
              <a:path extrusionOk="0" h="21600" w="21600">
                <a:moveTo>
                  <a:pt x="10937" y="0"/>
                </a:moveTo>
                <a:lnTo>
                  <a:pt x="8476" y="0"/>
                </a:lnTo>
                <a:lnTo>
                  <a:pt x="6289" y="1620"/>
                </a:lnTo>
                <a:lnTo>
                  <a:pt x="4648" y="2700"/>
                </a:lnTo>
                <a:lnTo>
                  <a:pt x="3008" y="4860"/>
                </a:lnTo>
                <a:lnTo>
                  <a:pt x="1641" y="7020"/>
                </a:lnTo>
                <a:lnTo>
                  <a:pt x="820" y="9720"/>
                </a:lnTo>
                <a:lnTo>
                  <a:pt x="273" y="12960"/>
                </a:lnTo>
                <a:lnTo>
                  <a:pt x="0" y="1620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6200"/>
                </a:lnTo>
                <a:lnTo>
                  <a:pt x="21053" y="9720"/>
                </a:lnTo>
                <a:lnTo>
                  <a:pt x="19959" y="7020"/>
                </a:lnTo>
                <a:lnTo>
                  <a:pt x="18592" y="4860"/>
                </a:lnTo>
                <a:lnTo>
                  <a:pt x="16952" y="2700"/>
                </a:lnTo>
                <a:lnTo>
                  <a:pt x="15311" y="1620"/>
                </a:lnTo>
                <a:lnTo>
                  <a:pt x="13124" y="0"/>
                </a:lnTo>
                <a:lnTo>
                  <a:pt x="10937" y="0"/>
                </a:lnTo>
                <a:close/>
                <a:moveTo>
                  <a:pt x="13397" y="6480"/>
                </a:moveTo>
                <a:lnTo>
                  <a:pt x="10937" y="14040"/>
                </a:lnTo>
                <a:lnTo>
                  <a:pt x="8203" y="6480"/>
                </a:lnTo>
                <a:lnTo>
                  <a:pt x="10937" y="5400"/>
                </a:lnTo>
                <a:lnTo>
                  <a:pt x="13397" y="6480"/>
                </a:lnTo>
                <a:close/>
                <a:moveTo>
                  <a:pt x="5468" y="8100"/>
                </a:moveTo>
                <a:lnTo>
                  <a:pt x="8476" y="16200"/>
                </a:lnTo>
                <a:lnTo>
                  <a:pt x="2734" y="16200"/>
                </a:lnTo>
                <a:lnTo>
                  <a:pt x="3008" y="13500"/>
                </a:lnTo>
                <a:lnTo>
                  <a:pt x="3281" y="11340"/>
                </a:lnTo>
                <a:lnTo>
                  <a:pt x="5468" y="8100"/>
                </a:lnTo>
                <a:close/>
                <a:moveTo>
                  <a:pt x="13124" y="16200"/>
                </a:moveTo>
                <a:lnTo>
                  <a:pt x="16132" y="8100"/>
                </a:lnTo>
                <a:lnTo>
                  <a:pt x="18319" y="11340"/>
                </a:lnTo>
                <a:lnTo>
                  <a:pt x="18592" y="13500"/>
                </a:lnTo>
                <a:lnTo>
                  <a:pt x="18866" y="16200"/>
                </a:lnTo>
                <a:lnTo>
                  <a:pt x="13124" y="162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49"/>
          <p:cNvSpPr/>
          <p:nvPr/>
        </p:nvSpPr>
        <p:spPr>
          <a:xfrm>
            <a:off x="10502900" y="4212167"/>
            <a:ext cx="304776" cy="279396"/>
          </a:xfrm>
          <a:custGeom>
            <a:rect b="b" l="l" r="r" t="t"/>
            <a:pathLst>
              <a:path extrusionOk="0" h="21600" w="21600">
                <a:moveTo>
                  <a:pt x="3795" y="13292"/>
                </a:moveTo>
                <a:lnTo>
                  <a:pt x="3795" y="14954"/>
                </a:lnTo>
                <a:lnTo>
                  <a:pt x="4378" y="16615"/>
                </a:lnTo>
                <a:lnTo>
                  <a:pt x="4670" y="17612"/>
                </a:lnTo>
                <a:lnTo>
                  <a:pt x="7005" y="20271"/>
                </a:lnTo>
                <a:lnTo>
                  <a:pt x="7881" y="20603"/>
                </a:lnTo>
                <a:lnTo>
                  <a:pt x="9341" y="21600"/>
                </a:lnTo>
                <a:lnTo>
                  <a:pt x="12259" y="21600"/>
                </a:lnTo>
                <a:lnTo>
                  <a:pt x="13719" y="20603"/>
                </a:lnTo>
                <a:lnTo>
                  <a:pt x="14886" y="20271"/>
                </a:lnTo>
                <a:lnTo>
                  <a:pt x="16054" y="18942"/>
                </a:lnTo>
                <a:lnTo>
                  <a:pt x="16930" y="17612"/>
                </a:lnTo>
                <a:lnTo>
                  <a:pt x="17514" y="16615"/>
                </a:lnTo>
                <a:lnTo>
                  <a:pt x="18097" y="14954"/>
                </a:lnTo>
                <a:lnTo>
                  <a:pt x="18097" y="11963"/>
                </a:lnTo>
                <a:lnTo>
                  <a:pt x="21600" y="4320"/>
                </a:lnTo>
                <a:lnTo>
                  <a:pt x="10800" y="0"/>
                </a:lnTo>
                <a:lnTo>
                  <a:pt x="0" y="4320"/>
                </a:lnTo>
                <a:lnTo>
                  <a:pt x="3795" y="11963"/>
                </a:lnTo>
                <a:lnTo>
                  <a:pt x="3795" y="13292"/>
                </a:lnTo>
                <a:close/>
                <a:moveTo>
                  <a:pt x="10800" y="18277"/>
                </a:moveTo>
                <a:lnTo>
                  <a:pt x="9049" y="17612"/>
                </a:lnTo>
                <a:lnTo>
                  <a:pt x="7881" y="16615"/>
                </a:lnTo>
                <a:lnTo>
                  <a:pt x="7005" y="15286"/>
                </a:lnTo>
                <a:lnTo>
                  <a:pt x="6714" y="13292"/>
                </a:lnTo>
                <a:lnTo>
                  <a:pt x="15178" y="13292"/>
                </a:lnTo>
                <a:lnTo>
                  <a:pt x="14886" y="15286"/>
                </a:lnTo>
                <a:lnTo>
                  <a:pt x="13719" y="16615"/>
                </a:lnTo>
                <a:lnTo>
                  <a:pt x="12551" y="17612"/>
                </a:lnTo>
                <a:lnTo>
                  <a:pt x="10800" y="18277"/>
                </a:lnTo>
                <a:close/>
                <a:moveTo>
                  <a:pt x="10800" y="3323"/>
                </a:moveTo>
                <a:lnTo>
                  <a:pt x="17514" y="5982"/>
                </a:lnTo>
                <a:lnTo>
                  <a:pt x="16054" y="9969"/>
                </a:lnTo>
                <a:lnTo>
                  <a:pt x="5838" y="9969"/>
                </a:lnTo>
                <a:lnTo>
                  <a:pt x="4378" y="5982"/>
                </a:lnTo>
                <a:lnTo>
                  <a:pt x="10800" y="332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49"/>
          <p:cNvSpPr/>
          <p:nvPr/>
        </p:nvSpPr>
        <p:spPr>
          <a:xfrm>
            <a:off x="10629900" y="4275666"/>
            <a:ext cx="50814" cy="3812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2160"/>
                </a:lnTo>
                <a:lnTo>
                  <a:pt x="17280" y="0"/>
                </a:lnTo>
                <a:lnTo>
                  <a:pt x="6480" y="0"/>
                </a:lnTo>
                <a:lnTo>
                  <a:pt x="0" y="6480"/>
                </a:lnTo>
                <a:lnTo>
                  <a:pt x="0" y="17280"/>
                </a:lnTo>
                <a:lnTo>
                  <a:pt x="4320" y="19440"/>
                </a:lnTo>
                <a:lnTo>
                  <a:pt x="648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49"/>
          <p:cNvSpPr/>
          <p:nvPr/>
        </p:nvSpPr>
        <p:spPr>
          <a:xfrm>
            <a:off x="10490200" y="4504266"/>
            <a:ext cx="330210" cy="165078"/>
          </a:xfrm>
          <a:custGeom>
            <a:rect b="b" l="l" r="r" t="t"/>
            <a:pathLst>
              <a:path extrusionOk="0" h="21600" w="21600">
                <a:moveTo>
                  <a:pt x="10663" y="0"/>
                </a:moveTo>
                <a:lnTo>
                  <a:pt x="8476" y="0"/>
                </a:lnTo>
                <a:lnTo>
                  <a:pt x="6289" y="1620"/>
                </a:lnTo>
                <a:lnTo>
                  <a:pt x="4648" y="2700"/>
                </a:lnTo>
                <a:lnTo>
                  <a:pt x="3008" y="4860"/>
                </a:lnTo>
                <a:lnTo>
                  <a:pt x="1641" y="7020"/>
                </a:lnTo>
                <a:lnTo>
                  <a:pt x="547" y="9720"/>
                </a:lnTo>
                <a:lnTo>
                  <a:pt x="0" y="1620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6200"/>
                </a:lnTo>
                <a:lnTo>
                  <a:pt x="21327" y="12960"/>
                </a:lnTo>
                <a:lnTo>
                  <a:pt x="20780" y="9720"/>
                </a:lnTo>
                <a:lnTo>
                  <a:pt x="19959" y="7020"/>
                </a:lnTo>
                <a:lnTo>
                  <a:pt x="18592" y="4860"/>
                </a:lnTo>
                <a:lnTo>
                  <a:pt x="16952" y="2700"/>
                </a:lnTo>
                <a:lnTo>
                  <a:pt x="15038" y="1620"/>
                </a:lnTo>
                <a:lnTo>
                  <a:pt x="13124" y="0"/>
                </a:lnTo>
                <a:lnTo>
                  <a:pt x="10663" y="0"/>
                </a:lnTo>
                <a:close/>
                <a:moveTo>
                  <a:pt x="9296" y="5400"/>
                </a:moveTo>
                <a:lnTo>
                  <a:pt x="9296" y="16200"/>
                </a:lnTo>
                <a:lnTo>
                  <a:pt x="2734" y="16200"/>
                </a:lnTo>
                <a:lnTo>
                  <a:pt x="2734" y="14040"/>
                </a:lnTo>
                <a:lnTo>
                  <a:pt x="3008" y="12420"/>
                </a:lnTo>
                <a:lnTo>
                  <a:pt x="3554" y="10800"/>
                </a:lnTo>
                <a:lnTo>
                  <a:pt x="4648" y="8640"/>
                </a:lnTo>
                <a:lnTo>
                  <a:pt x="6835" y="7020"/>
                </a:lnTo>
                <a:lnTo>
                  <a:pt x="9296" y="5400"/>
                </a:lnTo>
                <a:close/>
                <a:moveTo>
                  <a:pt x="12030" y="16200"/>
                </a:moveTo>
                <a:lnTo>
                  <a:pt x="12030" y="5400"/>
                </a:lnTo>
                <a:lnTo>
                  <a:pt x="14765" y="7020"/>
                </a:lnTo>
                <a:lnTo>
                  <a:pt x="16952" y="8640"/>
                </a:lnTo>
                <a:lnTo>
                  <a:pt x="17772" y="10800"/>
                </a:lnTo>
                <a:lnTo>
                  <a:pt x="18592" y="12420"/>
                </a:lnTo>
                <a:lnTo>
                  <a:pt x="18866" y="14040"/>
                </a:lnTo>
                <a:lnTo>
                  <a:pt x="18866" y="16200"/>
                </a:lnTo>
                <a:lnTo>
                  <a:pt x="12030" y="162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49"/>
          <p:cNvSpPr/>
          <p:nvPr/>
        </p:nvSpPr>
        <p:spPr>
          <a:xfrm>
            <a:off x="1528234" y="5190066"/>
            <a:ext cx="203202" cy="292086"/>
          </a:xfrm>
          <a:custGeom>
            <a:rect b="b" l="l" r="r" t="t"/>
            <a:pathLst>
              <a:path extrusionOk="0" h="21600" w="21600">
                <a:moveTo>
                  <a:pt x="10580" y="21600"/>
                </a:moveTo>
                <a:lnTo>
                  <a:pt x="12784" y="21600"/>
                </a:lnTo>
                <a:lnTo>
                  <a:pt x="14988" y="20974"/>
                </a:lnTo>
                <a:lnTo>
                  <a:pt x="16751" y="20661"/>
                </a:lnTo>
                <a:lnTo>
                  <a:pt x="18073" y="19409"/>
                </a:lnTo>
                <a:lnTo>
                  <a:pt x="19837" y="18157"/>
                </a:lnTo>
                <a:lnTo>
                  <a:pt x="20278" y="16904"/>
                </a:lnTo>
                <a:lnTo>
                  <a:pt x="21600" y="15339"/>
                </a:lnTo>
                <a:lnTo>
                  <a:pt x="21600" y="3130"/>
                </a:lnTo>
                <a:lnTo>
                  <a:pt x="21159" y="1878"/>
                </a:lnTo>
                <a:lnTo>
                  <a:pt x="20278" y="939"/>
                </a:lnTo>
                <a:lnTo>
                  <a:pt x="18955" y="313"/>
                </a:lnTo>
                <a:lnTo>
                  <a:pt x="17192" y="0"/>
                </a:lnTo>
                <a:lnTo>
                  <a:pt x="3967" y="0"/>
                </a:lnTo>
                <a:lnTo>
                  <a:pt x="2645" y="313"/>
                </a:lnTo>
                <a:lnTo>
                  <a:pt x="882" y="939"/>
                </a:lnTo>
                <a:lnTo>
                  <a:pt x="441" y="1878"/>
                </a:lnTo>
                <a:lnTo>
                  <a:pt x="0" y="3130"/>
                </a:lnTo>
                <a:lnTo>
                  <a:pt x="0" y="15339"/>
                </a:lnTo>
                <a:lnTo>
                  <a:pt x="882" y="16904"/>
                </a:lnTo>
                <a:lnTo>
                  <a:pt x="1322" y="18157"/>
                </a:lnTo>
                <a:lnTo>
                  <a:pt x="4849" y="20661"/>
                </a:lnTo>
                <a:lnTo>
                  <a:pt x="6171" y="20974"/>
                </a:lnTo>
                <a:lnTo>
                  <a:pt x="8376" y="21600"/>
                </a:lnTo>
                <a:lnTo>
                  <a:pt x="10580" y="21600"/>
                </a:lnTo>
                <a:close/>
                <a:moveTo>
                  <a:pt x="3967" y="3130"/>
                </a:moveTo>
                <a:lnTo>
                  <a:pt x="17192" y="3130"/>
                </a:lnTo>
                <a:lnTo>
                  <a:pt x="17192" y="10957"/>
                </a:lnTo>
                <a:lnTo>
                  <a:pt x="3967" y="10957"/>
                </a:lnTo>
                <a:lnTo>
                  <a:pt x="3967" y="3130"/>
                </a:lnTo>
                <a:close/>
                <a:moveTo>
                  <a:pt x="17192" y="14087"/>
                </a:moveTo>
                <a:lnTo>
                  <a:pt x="16751" y="15965"/>
                </a:lnTo>
                <a:lnTo>
                  <a:pt x="14988" y="16904"/>
                </a:lnTo>
                <a:lnTo>
                  <a:pt x="13224" y="18157"/>
                </a:lnTo>
                <a:lnTo>
                  <a:pt x="10580" y="18470"/>
                </a:lnTo>
                <a:lnTo>
                  <a:pt x="7935" y="18157"/>
                </a:lnTo>
                <a:lnTo>
                  <a:pt x="4849" y="15965"/>
                </a:lnTo>
                <a:lnTo>
                  <a:pt x="3967" y="14087"/>
                </a:lnTo>
                <a:lnTo>
                  <a:pt x="17192" y="1408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49"/>
          <p:cNvSpPr/>
          <p:nvPr/>
        </p:nvSpPr>
        <p:spPr>
          <a:xfrm>
            <a:off x="1464732" y="5507568"/>
            <a:ext cx="330210" cy="165078"/>
          </a:xfrm>
          <a:custGeom>
            <a:rect b="b" l="l" r="r" t="t"/>
            <a:pathLst>
              <a:path extrusionOk="0" h="21600" w="21600">
                <a:moveTo>
                  <a:pt x="10663" y="0"/>
                </a:moveTo>
                <a:lnTo>
                  <a:pt x="8476" y="0"/>
                </a:lnTo>
                <a:lnTo>
                  <a:pt x="6289" y="1620"/>
                </a:lnTo>
                <a:lnTo>
                  <a:pt x="4648" y="2700"/>
                </a:lnTo>
                <a:lnTo>
                  <a:pt x="3008" y="4860"/>
                </a:lnTo>
                <a:lnTo>
                  <a:pt x="1641" y="6480"/>
                </a:lnTo>
                <a:lnTo>
                  <a:pt x="547" y="9180"/>
                </a:lnTo>
                <a:lnTo>
                  <a:pt x="273" y="12960"/>
                </a:lnTo>
                <a:lnTo>
                  <a:pt x="0" y="1620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6200"/>
                </a:lnTo>
                <a:lnTo>
                  <a:pt x="21053" y="12960"/>
                </a:lnTo>
                <a:lnTo>
                  <a:pt x="20780" y="9180"/>
                </a:lnTo>
                <a:lnTo>
                  <a:pt x="19686" y="6480"/>
                </a:lnTo>
                <a:lnTo>
                  <a:pt x="18592" y="4860"/>
                </a:lnTo>
                <a:lnTo>
                  <a:pt x="16678" y="2700"/>
                </a:lnTo>
                <a:lnTo>
                  <a:pt x="15038" y="1620"/>
                </a:lnTo>
                <a:lnTo>
                  <a:pt x="13124" y="0"/>
                </a:lnTo>
                <a:lnTo>
                  <a:pt x="10663" y="0"/>
                </a:lnTo>
                <a:close/>
                <a:moveTo>
                  <a:pt x="6562" y="6480"/>
                </a:moveTo>
                <a:lnTo>
                  <a:pt x="6562" y="16200"/>
                </a:lnTo>
                <a:lnTo>
                  <a:pt x="2734" y="16200"/>
                </a:lnTo>
                <a:lnTo>
                  <a:pt x="3008" y="12960"/>
                </a:lnTo>
                <a:lnTo>
                  <a:pt x="3554" y="10800"/>
                </a:lnTo>
                <a:lnTo>
                  <a:pt x="4922" y="8100"/>
                </a:lnTo>
                <a:lnTo>
                  <a:pt x="6562" y="6480"/>
                </a:lnTo>
                <a:close/>
                <a:moveTo>
                  <a:pt x="9296" y="16200"/>
                </a:moveTo>
                <a:lnTo>
                  <a:pt x="9296" y="5400"/>
                </a:lnTo>
                <a:lnTo>
                  <a:pt x="12304" y="5400"/>
                </a:lnTo>
                <a:lnTo>
                  <a:pt x="14218" y="5940"/>
                </a:lnTo>
                <a:lnTo>
                  <a:pt x="15311" y="7560"/>
                </a:lnTo>
                <a:lnTo>
                  <a:pt x="16405" y="8100"/>
                </a:lnTo>
                <a:lnTo>
                  <a:pt x="17499" y="10260"/>
                </a:lnTo>
                <a:lnTo>
                  <a:pt x="18046" y="11880"/>
                </a:lnTo>
                <a:lnTo>
                  <a:pt x="18866" y="14040"/>
                </a:lnTo>
                <a:lnTo>
                  <a:pt x="18866" y="16200"/>
                </a:lnTo>
                <a:lnTo>
                  <a:pt x="9296" y="162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49"/>
          <p:cNvSpPr/>
          <p:nvPr/>
        </p:nvSpPr>
        <p:spPr>
          <a:xfrm>
            <a:off x="1629834" y="5571066"/>
            <a:ext cx="38124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2160" y="2160"/>
                </a:lnTo>
                <a:lnTo>
                  <a:pt x="0" y="4320"/>
                </a:lnTo>
                <a:lnTo>
                  <a:pt x="0" y="15120"/>
                </a:lnTo>
                <a:lnTo>
                  <a:pt x="2160" y="19440"/>
                </a:lnTo>
                <a:lnTo>
                  <a:pt x="6480" y="21600"/>
                </a:lnTo>
                <a:lnTo>
                  <a:pt x="17280" y="21600"/>
                </a:lnTo>
                <a:lnTo>
                  <a:pt x="19440" y="19440"/>
                </a:lnTo>
                <a:lnTo>
                  <a:pt x="21600" y="15120"/>
                </a:lnTo>
                <a:lnTo>
                  <a:pt x="21600" y="432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49"/>
          <p:cNvSpPr/>
          <p:nvPr/>
        </p:nvSpPr>
        <p:spPr>
          <a:xfrm>
            <a:off x="2442634" y="5215466"/>
            <a:ext cx="368280" cy="266706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591" y="338"/>
                </a:lnTo>
                <a:lnTo>
                  <a:pt x="6627" y="1350"/>
                </a:lnTo>
                <a:lnTo>
                  <a:pt x="4664" y="2700"/>
                </a:lnTo>
                <a:lnTo>
                  <a:pt x="1718" y="6750"/>
                </a:lnTo>
                <a:lnTo>
                  <a:pt x="736" y="9113"/>
                </a:lnTo>
                <a:lnTo>
                  <a:pt x="245" y="12150"/>
                </a:lnTo>
                <a:lnTo>
                  <a:pt x="0" y="14850"/>
                </a:lnTo>
                <a:lnTo>
                  <a:pt x="0" y="16537"/>
                </a:lnTo>
                <a:lnTo>
                  <a:pt x="5400" y="16537"/>
                </a:lnTo>
                <a:lnTo>
                  <a:pt x="6136" y="18900"/>
                </a:lnTo>
                <a:lnTo>
                  <a:pt x="7364" y="20587"/>
                </a:lnTo>
                <a:lnTo>
                  <a:pt x="9082" y="21262"/>
                </a:lnTo>
                <a:lnTo>
                  <a:pt x="10800" y="21600"/>
                </a:lnTo>
                <a:lnTo>
                  <a:pt x="12518" y="21262"/>
                </a:lnTo>
                <a:lnTo>
                  <a:pt x="14236" y="20587"/>
                </a:lnTo>
                <a:lnTo>
                  <a:pt x="15218" y="18900"/>
                </a:lnTo>
                <a:lnTo>
                  <a:pt x="16200" y="16537"/>
                </a:lnTo>
                <a:lnTo>
                  <a:pt x="21600" y="16537"/>
                </a:lnTo>
                <a:lnTo>
                  <a:pt x="21600" y="14850"/>
                </a:lnTo>
                <a:lnTo>
                  <a:pt x="21355" y="12150"/>
                </a:lnTo>
                <a:lnTo>
                  <a:pt x="20864" y="9113"/>
                </a:lnTo>
                <a:lnTo>
                  <a:pt x="19882" y="6750"/>
                </a:lnTo>
                <a:lnTo>
                  <a:pt x="16936" y="2700"/>
                </a:lnTo>
                <a:lnTo>
                  <a:pt x="14973" y="1350"/>
                </a:lnTo>
                <a:lnTo>
                  <a:pt x="13009" y="338"/>
                </a:lnTo>
                <a:lnTo>
                  <a:pt x="10800" y="0"/>
                </a:lnTo>
                <a:close/>
                <a:moveTo>
                  <a:pt x="14482" y="13500"/>
                </a:moveTo>
                <a:lnTo>
                  <a:pt x="14236" y="15525"/>
                </a:lnTo>
                <a:lnTo>
                  <a:pt x="13255" y="16537"/>
                </a:lnTo>
                <a:lnTo>
                  <a:pt x="12273" y="17887"/>
                </a:lnTo>
                <a:lnTo>
                  <a:pt x="10800" y="18225"/>
                </a:lnTo>
                <a:lnTo>
                  <a:pt x="9327" y="17887"/>
                </a:lnTo>
                <a:lnTo>
                  <a:pt x="8345" y="16537"/>
                </a:lnTo>
                <a:lnTo>
                  <a:pt x="7364" y="15525"/>
                </a:lnTo>
                <a:lnTo>
                  <a:pt x="7118" y="13500"/>
                </a:lnTo>
                <a:lnTo>
                  <a:pt x="7118" y="12825"/>
                </a:lnTo>
                <a:lnTo>
                  <a:pt x="8345" y="12150"/>
                </a:lnTo>
                <a:lnTo>
                  <a:pt x="9327" y="11138"/>
                </a:lnTo>
                <a:lnTo>
                  <a:pt x="10800" y="9450"/>
                </a:lnTo>
                <a:lnTo>
                  <a:pt x="12273" y="11138"/>
                </a:lnTo>
                <a:lnTo>
                  <a:pt x="13255" y="12150"/>
                </a:lnTo>
                <a:lnTo>
                  <a:pt x="14482" y="12825"/>
                </a:lnTo>
                <a:lnTo>
                  <a:pt x="14482" y="13500"/>
                </a:lnTo>
                <a:close/>
                <a:moveTo>
                  <a:pt x="16936" y="13500"/>
                </a:moveTo>
                <a:lnTo>
                  <a:pt x="16936" y="11812"/>
                </a:lnTo>
                <a:lnTo>
                  <a:pt x="16445" y="10800"/>
                </a:lnTo>
                <a:lnTo>
                  <a:pt x="15955" y="10125"/>
                </a:lnTo>
                <a:lnTo>
                  <a:pt x="14236" y="9113"/>
                </a:lnTo>
                <a:lnTo>
                  <a:pt x="11782" y="5738"/>
                </a:lnTo>
                <a:lnTo>
                  <a:pt x="10800" y="5063"/>
                </a:lnTo>
                <a:lnTo>
                  <a:pt x="9818" y="5738"/>
                </a:lnTo>
                <a:lnTo>
                  <a:pt x="7364" y="9113"/>
                </a:lnTo>
                <a:lnTo>
                  <a:pt x="5645" y="10125"/>
                </a:lnTo>
                <a:lnTo>
                  <a:pt x="5155" y="10800"/>
                </a:lnTo>
                <a:lnTo>
                  <a:pt x="4664" y="11812"/>
                </a:lnTo>
                <a:lnTo>
                  <a:pt x="4664" y="13500"/>
                </a:lnTo>
                <a:lnTo>
                  <a:pt x="2209" y="13500"/>
                </a:lnTo>
                <a:lnTo>
                  <a:pt x="2700" y="11138"/>
                </a:lnTo>
                <a:lnTo>
                  <a:pt x="3191" y="9450"/>
                </a:lnTo>
                <a:lnTo>
                  <a:pt x="4173" y="7425"/>
                </a:lnTo>
                <a:lnTo>
                  <a:pt x="5400" y="6413"/>
                </a:lnTo>
                <a:lnTo>
                  <a:pt x="6627" y="5063"/>
                </a:lnTo>
                <a:lnTo>
                  <a:pt x="7855" y="4050"/>
                </a:lnTo>
                <a:lnTo>
                  <a:pt x="9327" y="3375"/>
                </a:lnTo>
                <a:lnTo>
                  <a:pt x="12273" y="3375"/>
                </a:lnTo>
                <a:lnTo>
                  <a:pt x="13745" y="4050"/>
                </a:lnTo>
                <a:lnTo>
                  <a:pt x="14973" y="5063"/>
                </a:lnTo>
                <a:lnTo>
                  <a:pt x="16200" y="6413"/>
                </a:lnTo>
                <a:lnTo>
                  <a:pt x="17427" y="7425"/>
                </a:lnTo>
                <a:lnTo>
                  <a:pt x="18409" y="9450"/>
                </a:lnTo>
                <a:lnTo>
                  <a:pt x="18900" y="11138"/>
                </a:lnTo>
                <a:lnTo>
                  <a:pt x="19391" y="13500"/>
                </a:lnTo>
                <a:lnTo>
                  <a:pt x="16936" y="135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49"/>
          <p:cNvSpPr/>
          <p:nvPr/>
        </p:nvSpPr>
        <p:spPr>
          <a:xfrm>
            <a:off x="2468034" y="5520266"/>
            <a:ext cx="330210" cy="152388"/>
          </a:xfrm>
          <a:custGeom>
            <a:rect b="b" l="l" r="r" t="t"/>
            <a:pathLst>
              <a:path extrusionOk="0" h="21600" w="21600">
                <a:moveTo>
                  <a:pt x="15508" y="0"/>
                </a:moveTo>
                <a:lnTo>
                  <a:pt x="14954" y="0"/>
                </a:lnTo>
                <a:lnTo>
                  <a:pt x="10800" y="6422"/>
                </a:lnTo>
                <a:lnTo>
                  <a:pt x="6646" y="0"/>
                </a:lnTo>
                <a:lnTo>
                  <a:pt x="6092" y="0"/>
                </a:lnTo>
                <a:lnTo>
                  <a:pt x="3323" y="2919"/>
                </a:lnTo>
                <a:lnTo>
                  <a:pt x="831" y="8173"/>
                </a:lnTo>
                <a:lnTo>
                  <a:pt x="277" y="10508"/>
                </a:lnTo>
                <a:lnTo>
                  <a:pt x="0" y="12843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2843"/>
                </a:lnTo>
                <a:lnTo>
                  <a:pt x="21323" y="10508"/>
                </a:lnTo>
                <a:lnTo>
                  <a:pt x="20769" y="8173"/>
                </a:lnTo>
                <a:lnTo>
                  <a:pt x="18277" y="2919"/>
                </a:lnTo>
                <a:lnTo>
                  <a:pt x="15508" y="0"/>
                </a:lnTo>
                <a:close/>
                <a:moveTo>
                  <a:pt x="2492" y="15762"/>
                </a:moveTo>
                <a:lnTo>
                  <a:pt x="3600" y="9924"/>
                </a:lnTo>
                <a:lnTo>
                  <a:pt x="4708" y="7589"/>
                </a:lnTo>
                <a:lnTo>
                  <a:pt x="6092" y="6422"/>
                </a:lnTo>
                <a:lnTo>
                  <a:pt x="10800" y="13427"/>
                </a:lnTo>
                <a:lnTo>
                  <a:pt x="15508" y="6422"/>
                </a:lnTo>
                <a:lnTo>
                  <a:pt x="16892" y="7589"/>
                </a:lnTo>
                <a:lnTo>
                  <a:pt x="18000" y="9924"/>
                </a:lnTo>
                <a:lnTo>
                  <a:pt x="19108" y="15762"/>
                </a:lnTo>
                <a:lnTo>
                  <a:pt x="2492" y="1576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49"/>
          <p:cNvSpPr/>
          <p:nvPr/>
        </p:nvSpPr>
        <p:spPr>
          <a:xfrm>
            <a:off x="3420533" y="5215466"/>
            <a:ext cx="419094" cy="419094"/>
          </a:xfrm>
          <a:custGeom>
            <a:rect b="b" l="l" r="r" t="t"/>
            <a:pathLst>
              <a:path extrusionOk="0" h="21600" w="21600">
                <a:moveTo>
                  <a:pt x="4364" y="21600"/>
                </a:moveTo>
                <a:lnTo>
                  <a:pt x="4364" y="17236"/>
                </a:lnTo>
                <a:lnTo>
                  <a:pt x="2182" y="17236"/>
                </a:lnTo>
                <a:lnTo>
                  <a:pt x="1527" y="17018"/>
                </a:lnTo>
                <a:lnTo>
                  <a:pt x="655" y="16800"/>
                </a:lnTo>
                <a:lnTo>
                  <a:pt x="436" y="15927"/>
                </a:lnTo>
                <a:lnTo>
                  <a:pt x="0" y="15055"/>
                </a:lnTo>
                <a:lnTo>
                  <a:pt x="0" y="2182"/>
                </a:lnTo>
                <a:lnTo>
                  <a:pt x="436" y="1309"/>
                </a:lnTo>
                <a:lnTo>
                  <a:pt x="655" y="655"/>
                </a:lnTo>
                <a:lnTo>
                  <a:pt x="1527" y="218"/>
                </a:lnTo>
                <a:lnTo>
                  <a:pt x="2182" y="0"/>
                </a:lnTo>
                <a:lnTo>
                  <a:pt x="19418" y="0"/>
                </a:lnTo>
                <a:lnTo>
                  <a:pt x="20291" y="218"/>
                </a:lnTo>
                <a:lnTo>
                  <a:pt x="21164" y="655"/>
                </a:lnTo>
                <a:lnTo>
                  <a:pt x="21382" y="1309"/>
                </a:lnTo>
                <a:lnTo>
                  <a:pt x="21600" y="2182"/>
                </a:lnTo>
                <a:lnTo>
                  <a:pt x="21600" y="15055"/>
                </a:lnTo>
                <a:lnTo>
                  <a:pt x="21164" y="16800"/>
                </a:lnTo>
                <a:lnTo>
                  <a:pt x="19418" y="17236"/>
                </a:lnTo>
                <a:lnTo>
                  <a:pt x="10036" y="17236"/>
                </a:lnTo>
                <a:lnTo>
                  <a:pt x="4364" y="21600"/>
                </a:lnTo>
                <a:close/>
                <a:moveTo>
                  <a:pt x="2182" y="2182"/>
                </a:moveTo>
                <a:lnTo>
                  <a:pt x="2182" y="15055"/>
                </a:lnTo>
                <a:lnTo>
                  <a:pt x="6545" y="15055"/>
                </a:lnTo>
                <a:lnTo>
                  <a:pt x="6545" y="17236"/>
                </a:lnTo>
                <a:lnTo>
                  <a:pt x="9600" y="15055"/>
                </a:lnTo>
                <a:lnTo>
                  <a:pt x="19418" y="15055"/>
                </a:lnTo>
                <a:lnTo>
                  <a:pt x="19418" y="2182"/>
                </a:lnTo>
                <a:lnTo>
                  <a:pt x="2182" y="218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49"/>
          <p:cNvSpPr/>
          <p:nvPr/>
        </p:nvSpPr>
        <p:spPr>
          <a:xfrm>
            <a:off x="4423834" y="5215466"/>
            <a:ext cx="419094" cy="419094"/>
          </a:xfrm>
          <a:custGeom>
            <a:rect b="b" l="l" r="r" t="t"/>
            <a:pathLst>
              <a:path extrusionOk="0" h="21600" w="21600">
                <a:moveTo>
                  <a:pt x="4364" y="21600"/>
                </a:moveTo>
                <a:lnTo>
                  <a:pt x="4364" y="17236"/>
                </a:lnTo>
                <a:lnTo>
                  <a:pt x="2182" y="17236"/>
                </a:lnTo>
                <a:lnTo>
                  <a:pt x="1309" y="17018"/>
                </a:lnTo>
                <a:lnTo>
                  <a:pt x="655" y="16800"/>
                </a:lnTo>
                <a:lnTo>
                  <a:pt x="218" y="15927"/>
                </a:lnTo>
                <a:lnTo>
                  <a:pt x="0" y="15055"/>
                </a:lnTo>
                <a:lnTo>
                  <a:pt x="0" y="2182"/>
                </a:lnTo>
                <a:lnTo>
                  <a:pt x="218" y="1309"/>
                </a:lnTo>
                <a:lnTo>
                  <a:pt x="655" y="655"/>
                </a:lnTo>
                <a:lnTo>
                  <a:pt x="1309" y="218"/>
                </a:lnTo>
                <a:lnTo>
                  <a:pt x="2182" y="0"/>
                </a:lnTo>
                <a:lnTo>
                  <a:pt x="19418" y="0"/>
                </a:lnTo>
                <a:lnTo>
                  <a:pt x="20291" y="218"/>
                </a:lnTo>
                <a:lnTo>
                  <a:pt x="20945" y="655"/>
                </a:lnTo>
                <a:lnTo>
                  <a:pt x="21382" y="1309"/>
                </a:lnTo>
                <a:lnTo>
                  <a:pt x="21600" y="2182"/>
                </a:lnTo>
                <a:lnTo>
                  <a:pt x="21600" y="15055"/>
                </a:lnTo>
                <a:lnTo>
                  <a:pt x="21382" y="15927"/>
                </a:lnTo>
                <a:lnTo>
                  <a:pt x="20945" y="16800"/>
                </a:lnTo>
                <a:lnTo>
                  <a:pt x="20291" y="17018"/>
                </a:lnTo>
                <a:lnTo>
                  <a:pt x="19418" y="17236"/>
                </a:lnTo>
                <a:lnTo>
                  <a:pt x="10036" y="17236"/>
                </a:lnTo>
                <a:lnTo>
                  <a:pt x="4364" y="21600"/>
                </a:lnTo>
                <a:close/>
                <a:moveTo>
                  <a:pt x="2182" y="2182"/>
                </a:moveTo>
                <a:lnTo>
                  <a:pt x="2182" y="15055"/>
                </a:lnTo>
                <a:lnTo>
                  <a:pt x="6545" y="15055"/>
                </a:lnTo>
                <a:lnTo>
                  <a:pt x="6545" y="17236"/>
                </a:lnTo>
                <a:lnTo>
                  <a:pt x="9382" y="15055"/>
                </a:lnTo>
                <a:lnTo>
                  <a:pt x="19418" y="15055"/>
                </a:lnTo>
                <a:lnTo>
                  <a:pt x="19418" y="2182"/>
                </a:lnTo>
                <a:lnTo>
                  <a:pt x="2182" y="218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49"/>
          <p:cNvSpPr/>
          <p:nvPr/>
        </p:nvSpPr>
        <p:spPr>
          <a:xfrm>
            <a:off x="4538133" y="5405968"/>
            <a:ext cx="190512" cy="63504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1920" y="10080"/>
                </a:lnTo>
                <a:lnTo>
                  <a:pt x="4320" y="17280"/>
                </a:lnTo>
                <a:lnTo>
                  <a:pt x="7200" y="20160"/>
                </a:lnTo>
                <a:lnTo>
                  <a:pt x="11040" y="21600"/>
                </a:lnTo>
                <a:lnTo>
                  <a:pt x="14400" y="20160"/>
                </a:lnTo>
                <a:lnTo>
                  <a:pt x="17280" y="17280"/>
                </a:lnTo>
                <a:lnTo>
                  <a:pt x="19680" y="1008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49"/>
          <p:cNvSpPr/>
          <p:nvPr/>
        </p:nvSpPr>
        <p:spPr>
          <a:xfrm>
            <a:off x="4550834" y="5304368"/>
            <a:ext cx="50814" cy="5081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1600" y="14400"/>
                </a:lnTo>
                <a:lnTo>
                  <a:pt x="19800" y="19800"/>
                </a:lnTo>
                <a:lnTo>
                  <a:pt x="14400" y="21600"/>
                </a:lnTo>
                <a:lnTo>
                  <a:pt x="5400" y="21600"/>
                </a:lnTo>
                <a:lnTo>
                  <a:pt x="1800" y="19800"/>
                </a:lnTo>
                <a:lnTo>
                  <a:pt x="0" y="14400"/>
                </a:lnTo>
                <a:lnTo>
                  <a:pt x="0" y="7200"/>
                </a:lnTo>
                <a:lnTo>
                  <a:pt x="1800" y="1800"/>
                </a:lnTo>
                <a:lnTo>
                  <a:pt x="5400" y="0"/>
                </a:lnTo>
                <a:lnTo>
                  <a:pt x="14400" y="0"/>
                </a:lnTo>
                <a:lnTo>
                  <a:pt x="19800" y="1800"/>
                </a:lnTo>
                <a:lnTo>
                  <a:pt x="21600" y="72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49"/>
          <p:cNvSpPr/>
          <p:nvPr/>
        </p:nvSpPr>
        <p:spPr>
          <a:xfrm>
            <a:off x="4665133" y="5304368"/>
            <a:ext cx="63504" cy="5081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1600" y="14400"/>
                </a:lnTo>
                <a:lnTo>
                  <a:pt x="18277" y="19800"/>
                </a:lnTo>
                <a:lnTo>
                  <a:pt x="14954" y="21600"/>
                </a:lnTo>
                <a:lnTo>
                  <a:pt x="6646" y="21600"/>
                </a:lnTo>
                <a:lnTo>
                  <a:pt x="1662" y="19800"/>
                </a:lnTo>
                <a:lnTo>
                  <a:pt x="0" y="14400"/>
                </a:lnTo>
                <a:lnTo>
                  <a:pt x="0" y="7200"/>
                </a:lnTo>
                <a:lnTo>
                  <a:pt x="1662" y="1800"/>
                </a:lnTo>
                <a:lnTo>
                  <a:pt x="6646" y="0"/>
                </a:lnTo>
                <a:lnTo>
                  <a:pt x="14954" y="0"/>
                </a:lnTo>
                <a:lnTo>
                  <a:pt x="18277" y="1800"/>
                </a:lnTo>
                <a:lnTo>
                  <a:pt x="21600" y="72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49"/>
          <p:cNvSpPr/>
          <p:nvPr/>
        </p:nvSpPr>
        <p:spPr>
          <a:xfrm>
            <a:off x="5389034" y="5317066"/>
            <a:ext cx="359856" cy="355590"/>
          </a:xfrm>
          <a:custGeom>
            <a:rect b="b" l="l" r="r" t="t"/>
            <a:pathLst>
              <a:path extrusionOk="0" h="21600" w="21600">
                <a:moveTo>
                  <a:pt x="3857" y="21600"/>
                </a:moveTo>
                <a:lnTo>
                  <a:pt x="3857" y="16457"/>
                </a:lnTo>
                <a:lnTo>
                  <a:pt x="2571" y="16457"/>
                </a:lnTo>
                <a:lnTo>
                  <a:pt x="1543" y="16200"/>
                </a:lnTo>
                <a:lnTo>
                  <a:pt x="771" y="15686"/>
                </a:lnTo>
                <a:lnTo>
                  <a:pt x="257" y="14914"/>
                </a:lnTo>
                <a:lnTo>
                  <a:pt x="0" y="13886"/>
                </a:lnTo>
                <a:lnTo>
                  <a:pt x="0" y="2571"/>
                </a:lnTo>
                <a:lnTo>
                  <a:pt x="257" y="1543"/>
                </a:lnTo>
                <a:lnTo>
                  <a:pt x="771" y="514"/>
                </a:lnTo>
                <a:lnTo>
                  <a:pt x="1543" y="257"/>
                </a:lnTo>
                <a:lnTo>
                  <a:pt x="2571" y="0"/>
                </a:lnTo>
                <a:lnTo>
                  <a:pt x="19029" y="0"/>
                </a:lnTo>
                <a:lnTo>
                  <a:pt x="21086" y="514"/>
                </a:lnTo>
                <a:lnTo>
                  <a:pt x="21600" y="2571"/>
                </a:lnTo>
                <a:lnTo>
                  <a:pt x="21600" y="13886"/>
                </a:lnTo>
                <a:lnTo>
                  <a:pt x="21343" y="14914"/>
                </a:lnTo>
                <a:lnTo>
                  <a:pt x="21086" y="15686"/>
                </a:lnTo>
                <a:lnTo>
                  <a:pt x="20057" y="16200"/>
                </a:lnTo>
                <a:lnTo>
                  <a:pt x="19029" y="16457"/>
                </a:lnTo>
                <a:lnTo>
                  <a:pt x="10543" y="16457"/>
                </a:lnTo>
                <a:lnTo>
                  <a:pt x="3857" y="21600"/>
                </a:lnTo>
                <a:close/>
                <a:moveTo>
                  <a:pt x="2571" y="2571"/>
                </a:moveTo>
                <a:lnTo>
                  <a:pt x="2571" y="13886"/>
                </a:lnTo>
                <a:lnTo>
                  <a:pt x="6429" y="13886"/>
                </a:lnTo>
                <a:lnTo>
                  <a:pt x="6429" y="16457"/>
                </a:lnTo>
                <a:lnTo>
                  <a:pt x="9771" y="13886"/>
                </a:lnTo>
                <a:lnTo>
                  <a:pt x="19029" y="13886"/>
                </a:lnTo>
                <a:lnTo>
                  <a:pt x="19029" y="2571"/>
                </a:lnTo>
                <a:lnTo>
                  <a:pt x="2571" y="257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49"/>
          <p:cNvSpPr/>
          <p:nvPr/>
        </p:nvSpPr>
        <p:spPr>
          <a:xfrm>
            <a:off x="5719234" y="5177368"/>
            <a:ext cx="169344" cy="165078"/>
          </a:xfrm>
          <a:custGeom>
            <a:rect b="b" l="l" r="r" t="t"/>
            <a:pathLst>
              <a:path extrusionOk="0" h="21600" w="21600">
                <a:moveTo>
                  <a:pt x="13500" y="8100"/>
                </a:moveTo>
                <a:lnTo>
                  <a:pt x="13500" y="0"/>
                </a:lnTo>
                <a:lnTo>
                  <a:pt x="8100" y="0"/>
                </a:lnTo>
                <a:lnTo>
                  <a:pt x="8100" y="8100"/>
                </a:lnTo>
                <a:lnTo>
                  <a:pt x="0" y="8100"/>
                </a:lnTo>
                <a:lnTo>
                  <a:pt x="0" y="13500"/>
                </a:lnTo>
                <a:lnTo>
                  <a:pt x="8100" y="13500"/>
                </a:lnTo>
                <a:lnTo>
                  <a:pt x="8100" y="21600"/>
                </a:lnTo>
                <a:lnTo>
                  <a:pt x="13500" y="21600"/>
                </a:lnTo>
                <a:lnTo>
                  <a:pt x="13500" y="13500"/>
                </a:lnTo>
                <a:lnTo>
                  <a:pt x="21600" y="13500"/>
                </a:lnTo>
                <a:lnTo>
                  <a:pt x="21600" y="8100"/>
                </a:lnTo>
                <a:lnTo>
                  <a:pt x="13500" y="81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49"/>
          <p:cNvSpPr/>
          <p:nvPr/>
        </p:nvSpPr>
        <p:spPr>
          <a:xfrm>
            <a:off x="6726767" y="5240866"/>
            <a:ext cx="1269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048" name="Google Shape;1048;p49"/>
          <p:cNvSpPr/>
          <p:nvPr/>
        </p:nvSpPr>
        <p:spPr>
          <a:xfrm>
            <a:off x="6396568" y="5317066"/>
            <a:ext cx="355590" cy="355590"/>
          </a:xfrm>
          <a:custGeom>
            <a:rect b="b" l="l" r="r" t="t"/>
            <a:pathLst>
              <a:path extrusionOk="0" h="21600" w="21600">
                <a:moveTo>
                  <a:pt x="3857" y="21600"/>
                </a:moveTo>
                <a:lnTo>
                  <a:pt x="3857" y="16457"/>
                </a:lnTo>
                <a:lnTo>
                  <a:pt x="2571" y="16457"/>
                </a:lnTo>
                <a:lnTo>
                  <a:pt x="1543" y="16200"/>
                </a:lnTo>
                <a:lnTo>
                  <a:pt x="514" y="15686"/>
                </a:lnTo>
                <a:lnTo>
                  <a:pt x="257" y="14914"/>
                </a:lnTo>
                <a:lnTo>
                  <a:pt x="0" y="13886"/>
                </a:lnTo>
                <a:lnTo>
                  <a:pt x="0" y="2571"/>
                </a:lnTo>
                <a:lnTo>
                  <a:pt x="514" y="514"/>
                </a:lnTo>
                <a:lnTo>
                  <a:pt x="2571" y="0"/>
                </a:lnTo>
                <a:lnTo>
                  <a:pt x="19029" y="0"/>
                </a:lnTo>
                <a:lnTo>
                  <a:pt x="20057" y="257"/>
                </a:lnTo>
                <a:lnTo>
                  <a:pt x="20829" y="514"/>
                </a:lnTo>
                <a:lnTo>
                  <a:pt x="21343" y="1543"/>
                </a:lnTo>
                <a:lnTo>
                  <a:pt x="21600" y="2571"/>
                </a:lnTo>
                <a:lnTo>
                  <a:pt x="21600" y="13886"/>
                </a:lnTo>
                <a:lnTo>
                  <a:pt x="21343" y="14914"/>
                </a:lnTo>
                <a:lnTo>
                  <a:pt x="20829" y="15686"/>
                </a:lnTo>
                <a:lnTo>
                  <a:pt x="20057" y="16200"/>
                </a:lnTo>
                <a:lnTo>
                  <a:pt x="19029" y="16457"/>
                </a:lnTo>
                <a:lnTo>
                  <a:pt x="10543" y="16457"/>
                </a:lnTo>
                <a:lnTo>
                  <a:pt x="3857" y="21600"/>
                </a:lnTo>
                <a:close/>
                <a:moveTo>
                  <a:pt x="2571" y="2571"/>
                </a:moveTo>
                <a:lnTo>
                  <a:pt x="2571" y="13886"/>
                </a:lnTo>
                <a:lnTo>
                  <a:pt x="6429" y="13886"/>
                </a:lnTo>
                <a:lnTo>
                  <a:pt x="6429" y="16457"/>
                </a:lnTo>
                <a:lnTo>
                  <a:pt x="9771" y="13886"/>
                </a:lnTo>
                <a:lnTo>
                  <a:pt x="19029" y="13886"/>
                </a:lnTo>
                <a:lnTo>
                  <a:pt x="19029" y="2571"/>
                </a:lnTo>
                <a:lnTo>
                  <a:pt x="2571" y="257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49"/>
          <p:cNvSpPr/>
          <p:nvPr/>
        </p:nvSpPr>
        <p:spPr>
          <a:xfrm>
            <a:off x="7399866" y="5317066"/>
            <a:ext cx="355590" cy="355590"/>
          </a:xfrm>
          <a:custGeom>
            <a:rect b="b" l="l" r="r" t="t"/>
            <a:pathLst>
              <a:path extrusionOk="0" h="21600" w="21600">
                <a:moveTo>
                  <a:pt x="3857" y="21600"/>
                </a:moveTo>
                <a:lnTo>
                  <a:pt x="3857" y="16457"/>
                </a:lnTo>
                <a:lnTo>
                  <a:pt x="2571" y="16457"/>
                </a:lnTo>
                <a:lnTo>
                  <a:pt x="1543" y="16200"/>
                </a:lnTo>
                <a:lnTo>
                  <a:pt x="514" y="15686"/>
                </a:lnTo>
                <a:lnTo>
                  <a:pt x="257" y="14914"/>
                </a:lnTo>
                <a:lnTo>
                  <a:pt x="0" y="13886"/>
                </a:lnTo>
                <a:lnTo>
                  <a:pt x="0" y="2571"/>
                </a:lnTo>
                <a:lnTo>
                  <a:pt x="514" y="514"/>
                </a:lnTo>
                <a:lnTo>
                  <a:pt x="2571" y="0"/>
                </a:lnTo>
                <a:lnTo>
                  <a:pt x="13886" y="0"/>
                </a:lnTo>
                <a:lnTo>
                  <a:pt x="13886" y="2571"/>
                </a:lnTo>
                <a:lnTo>
                  <a:pt x="2571" y="2571"/>
                </a:lnTo>
                <a:lnTo>
                  <a:pt x="2571" y="13886"/>
                </a:lnTo>
                <a:lnTo>
                  <a:pt x="6171" y="13886"/>
                </a:lnTo>
                <a:lnTo>
                  <a:pt x="6171" y="16457"/>
                </a:lnTo>
                <a:lnTo>
                  <a:pt x="9771" y="13886"/>
                </a:lnTo>
                <a:lnTo>
                  <a:pt x="19029" y="13886"/>
                </a:lnTo>
                <a:lnTo>
                  <a:pt x="19029" y="6171"/>
                </a:lnTo>
                <a:lnTo>
                  <a:pt x="21600" y="6171"/>
                </a:lnTo>
                <a:lnTo>
                  <a:pt x="21600" y="13886"/>
                </a:lnTo>
                <a:lnTo>
                  <a:pt x="21086" y="14914"/>
                </a:lnTo>
                <a:lnTo>
                  <a:pt x="20829" y="15686"/>
                </a:lnTo>
                <a:lnTo>
                  <a:pt x="19800" y="16200"/>
                </a:lnTo>
                <a:lnTo>
                  <a:pt x="19029" y="16457"/>
                </a:lnTo>
                <a:lnTo>
                  <a:pt x="10286" y="16457"/>
                </a:lnTo>
                <a:lnTo>
                  <a:pt x="3857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49"/>
          <p:cNvSpPr/>
          <p:nvPr/>
        </p:nvSpPr>
        <p:spPr>
          <a:xfrm>
            <a:off x="7653866" y="5215466"/>
            <a:ext cx="190512" cy="152388"/>
          </a:xfrm>
          <a:custGeom>
            <a:rect b="b" l="l" r="r" t="t"/>
            <a:pathLst>
              <a:path extrusionOk="0" h="21600" w="21600">
                <a:moveTo>
                  <a:pt x="8732" y="21600"/>
                </a:moveTo>
                <a:lnTo>
                  <a:pt x="0" y="10800"/>
                </a:lnTo>
                <a:lnTo>
                  <a:pt x="3677" y="6000"/>
                </a:lnTo>
                <a:lnTo>
                  <a:pt x="8732" y="12600"/>
                </a:lnTo>
                <a:lnTo>
                  <a:pt x="18383" y="0"/>
                </a:lnTo>
                <a:lnTo>
                  <a:pt x="21600" y="4800"/>
                </a:lnTo>
                <a:lnTo>
                  <a:pt x="8732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49"/>
          <p:cNvSpPr/>
          <p:nvPr/>
        </p:nvSpPr>
        <p:spPr>
          <a:xfrm>
            <a:off x="8403168" y="5317066"/>
            <a:ext cx="342900" cy="355590"/>
          </a:xfrm>
          <a:custGeom>
            <a:rect b="b" l="l" r="r" t="t"/>
            <a:pathLst>
              <a:path extrusionOk="0" h="21600" w="21600">
                <a:moveTo>
                  <a:pt x="19258" y="13886"/>
                </a:moveTo>
                <a:lnTo>
                  <a:pt x="9889" y="13886"/>
                </a:lnTo>
                <a:lnTo>
                  <a:pt x="6246" y="16457"/>
                </a:lnTo>
                <a:lnTo>
                  <a:pt x="6246" y="13886"/>
                </a:lnTo>
                <a:lnTo>
                  <a:pt x="2342" y="13886"/>
                </a:lnTo>
                <a:lnTo>
                  <a:pt x="2342" y="2571"/>
                </a:lnTo>
                <a:lnTo>
                  <a:pt x="14053" y="2571"/>
                </a:lnTo>
                <a:lnTo>
                  <a:pt x="14053" y="0"/>
                </a:lnTo>
                <a:lnTo>
                  <a:pt x="2342" y="0"/>
                </a:lnTo>
                <a:lnTo>
                  <a:pt x="1561" y="257"/>
                </a:lnTo>
                <a:lnTo>
                  <a:pt x="520" y="514"/>
                </a:lnTo>
                <a:lnTo>
                  <a:pt x="0" y="2571"/>
                </a:lnTo>
                <a:lnTo>
                  <a:pt x="0" y="13886"/>
                </a:lnTo>
                <a:lnTo>
                  <a:pt x="260" y="14914"/>
                </a:lnTo>
                <a:lnTo>
                  <a:pt x="520" y="15686"/>
                </a:lnTo>
                <a:lnTo>
                  <a:pt x="1561" y="16200"/>
                </a:lnTo>
                <a:lnTo>
                  <a:pt x="2342" y="16457"/>
                </a:lnTo>
                <a:lnTo>
                  <a:pt x="3643" y="16457"/>
                </a:lnTo>
                <a:lnTo>
                  <a:pt x="3643" y="21600"/>
                </a:lnTo>
                <a:lnTo>
                  <a:pt x="10410" y="16457"/>
                </a:lnTo>
                <a:lnTo>
                  <a:pt x="19258" y="16457"/>
                </a:lnTo>
                <a:lnTo>
                  <a:pt x="20039" y="16200"/>
                </a:lnTo>
                <a:lnTo>
                  <a:pt x="21080" y="15686"/>
                </a:lnTo>
                <a:lnTo>
                  <a:pt x="21340" y="14914"/>
                </a:lnTo>
                <a:lnTo>
                  <a:pt x="21600" y="13886"/>
                </a:lnTo>
                <a:lnTo>
                  <a:pt x="21600" y="6171"/>
                </a:lnTo>
                <a:lnTo>
                  <a:pt x="19258" y="6171"/>
                </a:lnTo>
                <a:lnTo>
                  <a:pt x="19258" y="1388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49"/>
          <p:cNvSpPr/>
          <p:nvPr/>
        </p:nvSpPr>
        <p:spPr>
          <a:xfrm>
            <a:off x="8669866" y="5215466"/>
            <a:ext cx="165078" cy="165078"/>
          </a:xfrm>
          <a:custGeom>
            <a:rect b="b" l="l" r="r" t="t"/>
            <a:pathLst>
              <a:path extrusionOk="0" h="21600" w="21600">
                <a:moveTo>
                  <a:pt x="21600" y="4670"/>
                </a:moveTo>
                <a:lnTo>
                  <a:pt x="16930" y="0"/>
                </a:lnTo>
                <a:lnTo>
                  <a:pt x="10508" y="6422"/>
                </a:lnTo>
                <a:lnTo>
                  <a:pt x="4086" y="0"/>
                </a:lnTo>
                <a:lnTo>
                  <a:pt x="0" y="4670"/>
                </a:lnTo>
                <a:lnTo>
                  <a:pt x="6422" y="11092"/>
                </a:lnTo>
                <a:lnTo>
                  <a:pt x="0" y="17514"/>
                </a:lnTo>
                <a:lnTo>
                  <a:pt x="4086" y="21600"/>
                </a:lnTo>
                <a:lnTo>
                  <a:pt x="10508" y="15178"/>
                </a:lnTo>
                <a:lnTo>
                  <a:pt x="16930" y="21600"/>
                </a:lnTo>
                <a:lnTo>
                  <a:pt x="21600" y="17514"/>
                </a:lnTo>
                <a:lnTo>
                  <a:pt x="15178" y="11092"/>
                </a:lnTo>
                <a:lnTo>
                  <a:pt x="21600" y="467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49"/>
          <p:cNvSpPr/>
          <p:nvPr/>
        </p:nvSpPr>
        <p:spPr>
          <a:xfrm>
            <a:off x="1413932" y="6472768"/>
            <a:ext cx="419094" cy="169344"/>
          </a:xfrm>
          <a:custGeom>
            <a:rect b="b" l="l" r="r" t="t"/>
            <a:pathLst>
              <a:path extrusionOk="0" h="21600" w="21600">
                <a:moveTo>
                  <a:pt x="19418" y="21600"/>
                </a:moveTo>
                <a:lnTo>
                  <a:pt x="2182" y="21600"/>
                </a:lnTo>
                <a:lnTo>
                  <a:pt x="436" y="20492"/>
                </a:lnTo>
                <a:lnTo>
                  <a:pt x="218" y="18277"/>
                </a:lnTo>
                <a:lnTo>
                  <a:pt x="0" y="16615"/>
                </a:lnTo>
                <a:lnTo>
                  <a:pt x="0" y="5538"/>
                </a:lnTo>
                <a:lnTo>
                  <a:pt x="436" y="1108"/>
                </a:lnTo>
                <a:lnTo>
                  <a:pt x="2182" y="0"/>
                </a:lnTo>
                <a:lnTo>
                  <a:pt x="19418" y="0"/>
                </a:lnTo>
                <a:lnTo>
                  <a:pt x="20073" y="554"/>
                </a:lnTo>
                <a:lnTo>
                  <a:pt x="20945" y="1108"/>
                </a:lnTo>
                <a:lnTo>
                  <a:pt x="21164" y="3323"/>
                </a:lnTo>
                <a:lnTo>
                  <a:pt x="21600" y="5538"/>
                </a:lnTo>
                <a:lnTo>
                  <a:pt x="21600" y="16615"/>
                </a:lnTo>
                <a:lnTo>
                  <a:pt x="21164" y="18277"/>
                </a:lnTo>
                <a:lnTo>
                  <a:pt x="20945" y="20492"/>
                </a:lnTo>
                <a:lnTo>
                  <a:pt x="20073" y="21046"/>
                </a:lnTo>
                <a:lnTo>
                  <a:pt x="19418" y="21600"/>
                </a:lnTo>
                <a:close/>
                <a:moveTo>
                  <a:pt x="2182" y="5538"/>
                </a:moveTo>
                <a:lnTo>
                  <a:pt x="2182" y="16615"/>
                </a:lnTo>
                <a:lnTo>
                  <a:pt x="19418" y="16615"/>
                </a:lnTo>
                <a:lnTo>
                  <a:pt x="19418" y="5538"/>
                </a:lnTo>
                <a:lnTo>
                  <a:pt x="2182" y="553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49"/>
          <p:cNvSpPr/>
          <p:nvPr/>
        </p:nvSpPr>
        <p:spPr>
          <a:xfrm>
            <a:off x="1731434" y="6536266"/>
            <a:ext cx="38124" cy="3812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1600" y="15120"/>
                </a:lnTo>
                <a:lnTo>
                  <a:pt x="17280" y="17280"/>
                </a:lnTo>
                <a:lnTo>
                  <a:pt x="15120" y="21600"/>
                </a:lnTo>
                <a:lnTo>
                  <a:pt x="4320" y="21600"/>
                </a:lnTo>
                <a:lnTo>
                  <a:pt x="2160" y="17280"/>
                </a:lnTo>
                <a:lnTo>
                  <a:pt x="0" y="15120"/>
                </a:lnTo>
                <a:lnTo>
                  <a:pt x="0" y="4320"/>
                </a:lnTo>
                <a:lnTo>
                  <a:pt x="4320" y="0"/>
                </a:lnTo>
                <a:lnTo>
                  <a:pt x="15120" y="0"/>
                </a:lnTo>
                <a:lnTo>
                  <a:pt x="17280" y="2160"/>
                </a:lnTo>
                <a:lnTo>
                  <a:pt x="21600" y="432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49"/>
          <p:cNvSpPr/>
          <p:nvPr/>
        </p:nvSpPr>
        <p:spPr>
          <a:xfrm>
            <a:off x="1464732" y="6193368"/>
            <a:ext cx="330210" cy="254016"/>
          </a:xfrm>
          <a:custGeom>
            <a:rect b="b" l="l" r="r" t="t"/>
            <a:pathLst>
              <a:path extrusionOk="0" h="21600" w="21600">
                <a:moveTo>
                  <a:pt x="18866" y="21600"/>
                </a:moveTo>
                <a:lnTo>
                  <a:pt x="2734" y="21600"/>
                </a:lnTo>
                <a:lnTo>
                  <a:pt x="547" y="20868"/>
                </a:lnTo>
                <a:lnTo>
                  <a:pt x="0" y="17939"/>
                </a:lnTo>
                <a:lnTo>
                  <a:pt x="0" y="3661"/>
                </a:lnTo>
                <a:lnTo>
                  <a:pt x="547" y="732"/>
                </a:lnTo>
                <a:lnTo>
                  <a:pt x="2734" y="0"/>
                </a:lnTo>
                <a:lnTo>
                  <a:pt x="18866" y="0"/>
                </a:lnTo>
                <a:lnTo>
                  <a:pt x="19686" y="366"/>
                </a:lnTo>
                <a:lnTo>
                  <a:pt x="20780" y="732"/>
                </a:lnTo>
                <a:lnTo>
                  <a:pt x="21053" y="2197"/>
                </a:lnTo>
                <a:lnTo>
                  <a:pt x="21600" y="3661"/>
                </a:lnTo>
                <a:lnTo>
                  <a:pt x="21600" y="17939"/>
                </a:lnTo>
                <a:lnTo>
                  <a:pt x="21053" y="19403"/>
                </a:lnTo>
                <a:lnTo>
                  <a:pt x="20780" y="20868"/>
                </a:lnTo>
                <a:lnTo>
                  <a:pt x="19686" y="21234"/>
                </a:lnTo>
                <a:lnTo>
                  <a:pt x="18866" y="21600"/>
                </a:lnTo>
                <a:close/>
                <a:moveTo>
                  <a:pt x="2734" y="3661"/>
                </a:moveTo>
                <a:lnTo>
                  <a:pt x="2734" y="17939"/>
                </a:lnTo>
                <a:lnTo>
                  <a:pt x="18866" y="17939"/>
                </a:lnTo>
                <a:lnTo>
                  <a:pt x="18866" y="3661"/>
                </a:lnTo>
                <a:lnTo>
                  <a:pt x="2734" y="366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49"/>
          <p:cNvSpPr/>
          <p:nvPr/>
        </p:nvSpPr>
        <p:spPr>
          <a:xfrm>
            <a:off x="10397066" y="5240866"/>
            <a:ext cx="512244" cy="431784"/>
          </a:xfrm>
          <a:custGeom>
            <a:rect b="b" l="l" r="r" t="t"/>
            <a:pathLst>
              <a:path extrusionOk="0" h="21600" w="21600">
                <a:moveTo>
                  <a:pt x="19785" y="0"/>
                </a:moveTo>
                <a:lnTo>
                  <a:pt x="1815" y="0"/>
                </a:lnTo>
                <a:lnTo>
                  <a:pt x="1089" y="208"/>
                </a:lnTo>
                <a:lnTo>
                  <a:pt x="545" y="623"/>
                </a:lnTo>
                <a:lnTo>
                  <a:pt x="182" y="1246"/>
                </a:lnTo>
                <a:lnTo>
                  <a:pt x="0" y="2077"/>
                </a:lnTo>
                <a:lnTo>
                  <a:pt x="0" y="15369"/>
                </a:lnTo>
                <a:lnTo>
                  <a:pt x="182" y="16200"/>
                </a:lnTo>
                <a:lnTo>
                  <a:pt x="545" y="16823"/>
                </a:lnTo>
                <a:lnTo>
                  <a:pt x="1089" y="17238"/>
                </a:lnTo>
                <a:lnTo>
                  <a:pt x="1815" y="17446"/>
                </a:lnTo>
                <a:lnTo>
                  <a:pt x="9802" y="17446"/>
                </a:lnTo>
                <a:lnTo>
                  <a:pt x="9802" y="19523"/>
                </a:lnTo>
                <a:lnTo>
                  <a:pt x="6353" y="19523"/>
                </a:lnTo>
                <a:lnTo>
                  <a:pt x="6353" y="21600"/>
                </a:lnTo>
                <a:lnTo>
                  <a:pt x="15247" y="21600"/>
                </a:lnTo>
                <a:lnTo>
                  <a:pt x="15247" y="19523"/>
                </a:lnTo>
                <a:lnTo>
                  <a:pt x="11617" y="19523"/>
                </a:lnTo>
                <a:lnTo>
                  <a:pt x="11617" y="17446"/>
                </a:lnTo>
                <a:lnTo>
                  <a:pt x="19785" y="17446"/>
                </a:lnTo>
                <a:lnTo>
                  <a:pt x="20329" y="17238"/>
                </a:lnTo>
                <a:lnTo>
                  <a:pt x="21055" y="16823"/>
                </a:lnTo>
                <a:lnTo>
                  <a:pt x="21237" y="16200"/>
                </a:lnTo>
                <a:lnTo>
                  <a:pt x="21600" y="15369"/>
                </a:lnTo>
                <a:lnTo>
                  <a:pt x="21600" y="2077"/>
                </a:lnTo>
                <a:lnTo>
                  <a:pt x="21237" y="1246"/>
                </a:lnTo>
                <a:lnTo>
                  <a:pt x="21055" y="623"/>
                </a:lnTo>
                <a:lnTo>
                  <a:pt x="20329" y="208"/>
                </a:lnTo>
                <a:lnTo>
                  <a:pt x="19785" y="0"/>
                </a:lnTo>
                <a:close/>
                <a:moveTo>
                  <a:pt x="19785" y="2077"/>
                </a:moveTo>
                <a:lnTo>
                  <a:pt x="19785" y="12254"/>
                </a:lnTo>
                <a:lnTo>
                  <a:pt x="1815" y="12254"/>
                </a:lnTo>
                <a:lnTo>
                  <a:pt x="1815" y="2077"/>
                </a:lnTo>
                <a:lnTo>
                  <a:pt x="19785" y="2077"/>
                </a:lnTo>
                <a:close/>
                <a:moveTo>
                  <a:pt x="1815" y="15369"/>
                </a:moveTo>
                <a:lnTo>
                  <a:pt x="1815" y="14331"/>
                </a:lnTo>
                <a:lnTo>
                  <a:pt x="19785" y="14331"/>
                </a:lnTo>
                <a:lnTo>
                  <a:pt x="19785" y="15369"/>
                </a:lnTo>
                <a:lnTo>
                  <a:pt x="1815" y="1536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49"/>
          <p:cNvSpPr/>
          <p:nvPr/>
        </p:nvSpPr>
        <p:spPr>
          <a:xfrm>
            <a:off x="2379133" y="6244168"/>
            <a:ext cx="495288" cy="372546"/>
          </a:xfrm>
          <a:custGeom>
            <a:rect b="b" l="l" r="r" t="t"/>
            <a:pathLst>
              <a:path extrusionOk="0" h="21600" w="21600">
                <a:moveTo>
                  <a:pt x="20868" y="14482"/>
                </a:moveTo>
                <a:lnTo>
                  <a:pt x="20685" y="14482"/>
                </a:lnTo>
                <a:lnTo>
                  <a:pt x="20685" y="491"/>
                </a:lnTo>
                <a:lnTo>
                  <a:pt x="20319" y="0"/>
                </a:lnTo>
                <a:lnTo>
                  <a:pt x="1281" y="0"/>
                </a:lnTo>
                <a:lnTo>
                  <a:pt x="915" y="491"/>
                </a:lnTo>
                <a:lnTo>
                  <a:pt x="915" y="14482"/>
                </a:lnTo>
                <a:lnTo>
                  <a:pt x="549" y="14482"/>
                </a:lnTo>
                <a:lnTo>
                  <a:pt x="183" y="14973"/>
                </a:lnTo>
                <a:lnTo>
                  <a:pt x="0" y="15464"/>
                </a:lnTo>
                <a:lnTo>
                  <a:pt x="0" y="15955"/>
                </a:lnTo>
                <a:lnTo>
                  <a:pt x="549" y="19636"/>
                </a:lnTo>
                <a:lnTo>
                  <a:pt x="915" y="20618"/>
                </a:lnTo>
                <a:lnTo>
                  <a:pt x="1281" y="21109"/>
                </a:lnTo>
                <a:lnTo>
                  <a:pt x="2746" y="21600"/>
                </a:lnTo>
                <a:lnTo>
                  <a:pt x="18854" y="21600"/>
                </a:lnTo>
                <a:lnTo>
                  <a:pt x="20319" y="21109"/>
                </a:lnTo>
                <a:lnTo>
                  <a:pt x="20685" y="20618"/>
                </a:lnTo>
                <a:lnTo>
                  <a:pt x="20868" y="19636"/>
                </a:lnTo>
                <a:lnTo>
                  <a:pt x="21600" y="15955"/>
                </a:lnTo>
                <a:lnTo>
                  <a:pt x="21600" y="15464"/>
                </a:lnTo>
                <a:lnTo>
                  <a:pt x="21417" y="14973"/>
                </a:lnTo>
                <a:lnTo>
                  <a:pt x="21234" y="14727"/>
                </a:lnTo>
                <a:lnTo>
                  <a:pt x="20868" y="14482"/>
                </a:lnTo>
                <a:close/>
                <a:moveTo>
                  <a:pt x="2746" y="2455"/>
                </a:moveTo>
                <a:lnTo>
                  <a:pt x="18854" y="2455"/>
                </a:lnTo>
                <a:lnTo>
                  <a:pt x="18854" y="14482"/>
                </a:lnTo>
                <a:lnTo>
                  <a:pt x="12997" y="14482"/>
                </a:lnTo>
                <a:lnTo>
                  <a:pt x="12081" y="15709"/>
                </a:lnTo>
                <a:lnTo>
                  <a:pt x="9519" y="15709"/>
                </a:lnTo>
                <a:lnTo>
                  <a:pt x="8603" y="14482"/>
                </a:lnTo>
                <a:lnTo>
                  <a:pt x="2746" y="14482"/>
                </a:lnTo>
                <a:lnTo>
                  <a:pt x="2746" y="2455"/>
                </a:lnTo>
                <a:close/>
                <a:moveTo>
                  <a:pt x="18854" y="19391"/>
                </a:moveTo>
                <a:lnTo>
                  <a:pt x="2746" y="19391"/>
                </a:lnTo>
                <a:lnTo>
                  <a:pt x="2380" y="18900"/>
                </a:lnTo>
                <a:lnTo>
                  <a:pt x="2014" y="16936"/>
                </a:lnTo>
                <a:lnTo>
                  <a:pt x="7688" y="16936"/>
                </a:lnTo>
                <a:lnTo>
                  <a:pt x="8603" y="18164"/>
                </a:lnTo>
                <a:lnTo>
                  <a:pt x="12997" y="18164"/>
                </a:lnTo>
                <a:lnTo>
                  <a:pt x="13912" y="16936"/>
                </a:lnTo>
                <a:lnTo>
                  <a:pt x="19586" y="16936"/>
                </a:lnTo>
                <a:lnTo>
                  <a:pt x="19220" y="18900"/>
                </a:lnTo>
                <a:lnTo>
                  <a:pt x="18854" y="1939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49"/>
          <p:cNvSpPr/>
          <p:nvPr/>
        </p:nvSpPr>
        <p:spPr>
          <a:xfrm>
            <a:off x="9571567" y="5532968"/>
            <a:ext cx="1650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059" name="Google Shape;1059;p49"/>
          <p:cNvSpPr/>
          <p:nvPr/>
        </p:nvSpPr>
        <p:spPr>
          <a:xfrm>
            <a:off x="9393767" y="5215466"/>
            <a:ext cx="507978" cy="419094"/>
          </a:xfrm>
          <a:custGeom>
            <a:rect b="b" l="l" r="r" t="t"/>
            <a:pathLst>
              <a:path extrusionOk="0" h="21600" w="21600">
                <a:moveTo>
                  <a:pt x="19785" y="6545"/>
                </a:moveTo>
                <a:lnTo>
                  <a:pt x="11617" y="6545"/>
                </a:lnTo>
                <a:lnTo>
                  <a:pt x="11617" y="4800"/>
                </a:lnTo>
                <a:lnTo>
                  <a:pt x="11980" y="4582"/>
                </a:lnTo>
                <a:lnTo>
                  <a:pt x="12161" y="4364"/>
                </a:lnTo>
                <a:lnTo>
                  <a:pt x="13432" y="4364"/>
                </a:lnTo>
                <a:lnTo>
                  <a:pt x="14521" y="4145"/>
                </a:lnTo>
                <a:lnTo>
                  <a:pt x="15973" y="2400"/>
                </a:lnTo>
                <a:lnTo>
                  <a:pt x="16155" y="1091"/>
                </a:lnTo>
                <a:lnTo>
                  <a:pt x="16155" y="0"/>
                </a:lnTo>
                <a:lnTo>
                  <a:pt x="14339" y="0"/>
                </a:lnTo>
                <a:lnTo>
                  <a:pt x="14339" y="1745"/>
                </a:lnTo>
                <a:lnTo>
                  <a:pt x="13976" y="2182"/>
                </a:lnTo>
                <a:lnTo>
                  <a:pt x="12524" y="2182"/>
                </a:lnTo>
                <a:lnTo>
                  <a:pt x="11435" y="2400"/>
                </a:lnTo>
                <a:lnTo>
                  <a:pt x="10891" y="3273"/>
                </a:lnTo>
                <a:lnTo>
                  <a:pt x="10165" y="4145"/>
                </a:lnTo>
                <a:lnTo>
                  <a:pt x="9983" y="5455"/>
                </a:lnTo>
                <a:lnTo>
                  <a:pt x="9983" y="6545"/>
                </a:lnTo>
                <a:lnTo>
                  <a:pt x="1815" y="6545"/>
                </a:lnTo>
                <a:lnTo>
                  <a:pt x="1089" y="6764"/>
                </a:lnTo>
                <a:lnTo>
                  <a:pt x="545" y="6982"/>
                </a:lnTo>
                <a:lnTo>
                  <a:pt x="363" y="7855"/>
                </a:lnTo>
                <a:lnTo>
                  <a:pt x="0" y="8727"/>
                </a:lnTo>
                <a:lnTo>
                  <a:pt x="0" y="19418"/>
                </a:lnTo>
                <a:lnTo>
                  <a:pt x="363" y="20291"/>
                </a:lnTo>
                <a:lnTo>
                  <a:pt x="545" y="20945"/>
                </a:lnTo>
                <a:lnTo>
                  <a:pt x="1089" y="21382"/>
                </a:lnTo>
                <a:lnTo>
                  <a:pt x="1815" y="21600"/>
                </a:lnTo>
                <a:lnTo>
                  <a:pt x="19785" y="21600"/>
                </a:lnTo>
                <a:lnTo>
                  <a:pt x="20511" y="21382"/>
                </a:lnTo>
                <a:lnTo>
                  <a:pt x="21055" y="20945"/>
                </a:lnTo>
                <a:lnTo>
                  <a:pt x="21237" y="20291"/>
                </a:lnTo>
                <a:lnTo>
                  <a:pt x="21600" y="19418"/>
                </a:lnTo>
                <a:lnTo>
                  <a:pt x="21600" y="8727"/>
                </a:lnTo>
                <a:lnTo>
                  <a:pt x="21237" y="7855"/>
                </a:lnTo>
                <a:lnTo>
                  <a:pt x="21055" y="6982"/>
                </a:lnTo>
                <a:lnTo>
                  <a:pt x="20511" y="6764"/>
                </a:lnTo>
                <a:lnTo>
                  <a:pt x="19785" y="6545"/>
                </a:lnTo>
                <a:close/>
                <a:moveTo>
                  <a:pt x="1815" y="19418"/>
                </a:moveTo>
                <a:lnTo>
                  <a:pt x="1815" y="8727"/>
                </a:lnTo>
                <a:lnTo>
                  <a:pt x="19785" y="8727"/>
                </a:lnTo>
                <a:lnTo>
                  <a:pt x="19785" y="19418"/>
                </a:lnTo>
                <a:lnTo>
                  <a:pt x="1815" y="194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49"/>
          <p:cNvSpPr/>
          <p:nvPr/>
        </p:nvSpPr>
        <p:spPr>
          <a:xfrm>
            <a:off x="9508066" y="5405968"/>
            <a:ext cx="38124" cy="3812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1600" y="17280"/>
                </a:lnTo>
                <a:lnTo>
                  <a:pt x="19440" y="19440"/>
                </a:lnTo>
                <a:lnTo>
                  <a:pt x="15120" y="21600"/>
                </a:lnTo>
                <a:lnTo>
                  <a:pt x="4320" y="21600"/>
                </a:lnTo>
                <a:lnTo>
                  <a:pt x="0" y="17280"/>
                </a:lnTo>
                <a:lnTo>
                  <a:pt x="0" y="6480"/>
                </a:lnTo>
                <a:lnTo>
                  <a:pt x="2160" y="4320"/>
                </a:lnTo>
                <a:lnTo>
                  <a:pt x="4320" y="0"/>
                </a:lnTo>
                <a:lnTo>
                  <a:pt x="15120" y="0"/>
                </a:lnTo>
                <a:lnTo>
                  <a:pt x="21600" y="648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49"/>
          <p:cNvSpPr/>
          <p:nvPr/>
        </p:nvSpPr>
        <p:spPr>
          <a:xfrm>
            <a:off x="9571567" y="5405968"/>
            <a:ext cx="38124" cy="3812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1600" y="17280"/>
                </a:lnTo>
                <a:lnTo>
                  <a:pt x="17280" y="19440"/>
                </a:lnTo>
                <a:lnTo>
                  <a:pt x="15120" y="21600"/>
                </a:lnTo>
                <a:lnTo>
                  <a:pt x="4320" y="21600"/>
                </a:lnTo>
                <a:lnTo>
                  <a:pt x="0" y="17280"/>
                </a:lnTo>
                <a:lnTo>
                  <a:pt x="0" y="6480"/>
                </a:lnTo>
                <a:lnTo>
                  <a:pt x="2160" y="4320"/>
                </a:lnTo>
                <a:lnTo>
                  <a:pt x="4320" y="0"/>
                </a:lnTo>
                <a:lnTo>
                  <a:pt x="15120" y="0"/>
                </a:lnTo>
                <a:lnTo>
                  <a:pt x="17280" y="4320"/>
                </a:lnTo>
                <a:lnTo>
                  <a:pt x="21600" y="648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49"/>
          <p:cNvSpPr/>
          <p:nvPr/>
        </p:nvSpPr>
        <p:spPr>
          <a:xfrm>
            <a:off x="9635066" y="5405968"/>
            <a:ext cx="38124" cy="3812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1600" y="17280"/>
                </a:lnTo>
                <a:lnTo>
                  <a:pt x="16800" y="21600"/>
                </a:lnTo>
                <a:lnTo>
                  <a:pt x="4800" y="21600"/>
                </a:lnTo>
                <a:lnTo>
                  <a:pt x="0" y="17280"/>
                </a:lnTo>
                <a:lnTo>
                  <a:pt x="0" y="6480"/>
                </a:lnTo>
                <a:lnTo>
                  <a:pt x="2400" y="4320"/>
                </a:lnTo>
                <a:lnTo>
                  <a:pt x="4800" y="0"/>
                </a:lnTo>
                <a:lnTo>
                  <a:pt x="16800" y="0"/>
                </a:lnTo>
                <a:lnTo>
                  <a:pt x="19200" y="4320"/>
                </a:lnTo>
                <a:lnTo>
                  <a:pt x="21600" y="648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49"/>
          <p:cNvSpPr/>
          <p:nvPr/>
        </p:nvSpPr>
        <p:spPr>
          <a:xfrm>
            <a:off x="9685866" y="5405968"/>
            <a:ext cx="50814" cy="3812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1600" y="17280"/>
                </a:lnTo>
                <a:lnTo>
                  <a:pt x="17280" y="21600"/>
                </a:lnTo>
                <a:lnTo>
                  <a:pt x="6480" y="21600"/>
                </a:lnTo>
                <a:lnTo>
                  <a:pt x="4320" y="19440"/>
                </a:lnTo>
                <a:lnTo>
                  <a:pt x="0" y="17280"/>
                </a:lnTo>
                <a:lnTo>
                  <a:pt x="0" y="6480"/>
                </a:lnTo>
                <a:lnTo>
                  <a:pt x="4320" y="4320"/>
                </a:lnTo>
                <a:lnTo>
                  <a:pt x="6480" y="0"/>
                </a:lnTo>
                <a:lnTo>
                  <a:pt x="17280" y="0"/>
                </a:lnTo>
                <a:lnTo>
                  <a:pt x="19440" y="4320"/>
                </a:lnTo>
                <a:lnTo>
                  <a:pt x="21600" y="648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49"/>
          <p:cNvSpPr/>
          <p:nvPr/>
        </p:nvSpPr>
        <p:spPr>
          <a:xfrm>
            <a:off x="9749367" y="5405968"/>
            <a:ext cx="50814" cy="3812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1600" y="17280"/>
                </a:lnTo>
                <a:lnTo>
                  <a:pt x="17280" y="21600"/>
                </a:lnTo>
                <a:lnTo>
                  <a:pt x="6480" y="21600"/>
                </a:lnTo>
                <a:lnTo>
                  <a:pt x="2160" y="19440"/>
                </a:lnTo>
                <a:lnTo>
                  <a:pt x="0" y="17280"/>
                </a:lnTo>
                <a:lnTo>
                  <a:pt x="0" y="6480"/>
                </a:lnTo>
                <a:lnTo>
                  <a:pt x="6480" y="0"/>
                </a:lnTo>
                <a:lnTo>
                  <a:pt x="17280" y="0"/>
                </a:lnTo>
                <a:lnTo>
                  <a:pt x="19440" y="4320"/>
                </a:lnTo>
                <a:lnTo>
                  <a:pt x="21600" y="648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49"/>
          <p:cNvSpPr/>
          <p:nvPr/>
        </p:nvSpPr>
        <p:spPr>
          <a:xfrm>
            <a:off x="9508066" y="5469466"/>
            <a:ext cx="38124" cy="3812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1600" y="17280"/>
                </a:lnTo>
                <a:lnTo>
                  <a:pt x="19440" y="19440"/>
                </a:lnTo>
                <a:lnTo>
                  <a:pt x="15120" y="21600"/>
                </a:lnTo>
                <a:lnTo>
                  <a:pt x="4320" y="21600"/>
                </a:lnTo>
                <a:lnTo>
                  <a:pt x="0" y="17280"/>
                </a:lnTo>
                <a:lnTo>
                  <a:pt x="0" y="6480"/>
                </a:lnTo>
                <a:lnTo>
                  <a:pt x="2160" y="4320"/>
                </a:lnTo>
                <a:lnTo>
                  <a:pt x="4320" y="0"/>
                </a:lnTo>
                <a:lnTo>
                  <a:pt x="15120" y="0"/>
                </a:lnTo>
                <a:lnTo>
                  <a:pt x="21600" y="648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49"/>
          <p:cNvSpPr/>
          <p:nvPr/>
        </p:nvSpPr>
        <p:spPr>
          <a:xfrm>
            <a:off x="9571567" y="5469466"/>
            <a:ext cx="38124" cy="3812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1600" y="17280"/>
                </a:lnTo>
                <a:lnTo>
                  <a:pt x="17280" y="19440"/>
                </a:lnTo>
                <a:lnTo>
                  <a:pt x="15120" y="21600"/>
                </a:lnTo>
                <a:lnTo>
                  <a:pt x="4320" y="21600"/>
                </a:lnTo>
                <a:lnTo>
                  <a:pt x="0" y="17280"/>
                </a:lnTo>
                <a:lnTo>
                  <a:pt x="0" y="6480"/>
                </a:lnTo>
                <a:lnTo>
                  <a:pt x="2160" y="4320"/>
                </a:lnTo>
                <a:lnTo>
                  <a:pt x="4320" y="0"/>
                </a:lnTo>
                <a:lnTo>
                  <a:pt x="15120" y="0"/>
                </a:lnTo>
                <a:lnTo>
                  <a:pt x="17280" y="4320"/>
                </a:lnTo>
                <a:lnTo>
                  <a:pt x="21600" y="648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49"/>
          <p:cNvSpPr/>
          <p:nvPr/>
        </p:nvSpPr>
        <p:spPr>
          <a:xfrm>
            <a:off x="9635066" y="5469466"/>
            <a:ext cx="38124" cy="3812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1600" y="17280"/>
                </a:lnTo>
                <a:lnTo>
                  <a:pt x="16800" y="21600"/>
                </a:lnTo>
                <a:lnTo>
                  <a:pt x="4800" y="21600"/>
                </a:lnTo>
                <a:lnTo>
                  <a:pt x="0" y="17280"/>
                </a:lnTo>
                <a:lnTo>
                  <a:pt x="0" y="6480"/>
                </a:lnTo>
                <a:lnTo>
                  <a:pt x="2400" y="4320"/>
                </a:lnTo>
                <a:lnTo>
                  <a:pt x="4800" y="0"/>
                </a:lnTo>
                <a:lnTo>
                  <a:pt x="16800" y="0"/>
                </a:lnTo>
                <a:lnTo>
                  <a:pt x="19200" y="4320"/>
                </a:lnTo>
                <a:lnTo>
                  <a:pt x="21600" y="648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49"/>
          <p:cNvSpPr/>
          <p:nvPr/>
        </p:nvSpPr>
        <p:spPr>
          <a:xfrm>
            <a:off x="9685866" y="5469466"/>
            <a:ext cx="50814" cy="3812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1600" y="17280"/>
                </a:lnTo>
                <a:lnTo>
                  <a:pt x="17280" y="21600"/>
                </a:lnTo>
                <a:lnTo>
                  <a:pt x="6480" y="21600"/>
                </a:lnTo>
                <a:lnTo>
                  <a:pt x="4320" y="19440"/>
                </a:lnTo>
                <a:lnTo>
                  <a:pt x="0" y="17280"/>
                </a:lnTo>
                <a:lnTo>
                  <a:pt x="0" y="6480"/>
                </a:lnTo>
                <a:lnTo>
                  <a:pt x="4320" y="4320"/>
                </a:lnTo>
                <a:lnTo>
                  <a:pt x="6480" y="0"/>
                </a:lnTo>
                <a:lnTo>
                  <a:pt x="17280" y="0"/>
                </a:lnTo>
                <a:lnTo>
                  <a:pt x="19440" y="4320"/>
                </a:lnTo>
                <a:lnTo>
                  <a:pt x="21600" y="648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49"/>
          <p:cNvSpPr/>
          <p:nvPr/>
        </p:nvSpPr>
        <p:spPr>
          <a:xfrm>
            <a:off x="9749367" y="5469466"/>
            <a:ext cx="50814" cy="3812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1600" y="17280"/>
                </a:lnTo>
                <a:lnTo>
                  <a:pt x="17280" y="21600"/>
                </a:lnTo>
                <a:lnTo>
                  <a:pt x="6480" y="21600"/>
                </a:lnTo>
                <a:lnTo>
                  <a:pt x="2160" y="19440"/>
                </a:lnTo>
                <a:lnTo>
                  <a:pt x="0" y="17280"/>
                </a:lnTo>
                <a:lnTo>
                  <a:pt x="0" y="6480"/>
                </a:lnTo>
                <a:lnTo>
                  <a:pt x="6480" y="0"/>
                </a:lnTo>
                <a:lnTo>
                  <a:pt x="17280" y="0"/>
                </a:lnTo>
                <a:lnTo>
                  <a:pt x="19440" y="4320"/>
                </a:lnTo>
                <a:lnTo>
                  <a:pt x="21600" y="648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49"/>
          <p:cNvSpPr/>
          <p:nvPr/>
        </p:nvSpPr>
        <p:spPr>
          <a:xfrm>
            <a:off x="4601634" y="6256866"/>
            <a:ext cx="203202" cy="203202"/>
          </a:xfrm>
          <a:custGeom>
            <a:rect b="b" l="l" r="r" t="t"/>
            <a:pathLst>
              <a:path extrusionOk="0" h="21600" w="21600">
                <a:moveTo>
                  <a:pt x="4050" y="0"/>
                </a:moveTo>
                <a:lnTo>
                  <a:pt x="4050" y="4500"/>
                </a:lnTo>
                <a:lnTo>
                  <a:pt x="13950" y="4500"/>
                </a:lnTo>
                <a:lnTo>
                  <a:pt x="0" y="18000"/>
                </a:lnTo>
                <a:lnTo>
                  <a:pt x="3150" y="21600"/>
                </a:lnTo>
                <a:lnTo>
                  <a:pt x="17100" y="7650"/>
                </a:lnTo>
                <a:lnTo>
                  <a:pt x="17100" y="17550"/>
                </a:lnTo>
                <a:lnTo>
                  <a:pt x="21600" y="17550"/>
                </a:lnTo>
                <a:lnTo>
                  <a:pt x="21600" y="0"/>
                </a:lnTo>
                <a:lnTo>
                  <a:pt x="405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49"/>
          <p:cNvSpPr/>
          <p:nvPr/>
        </p:nvSpPr>
        <p:spPr>
          <a:xfrm>
            <a:off x="4398434" y="6256866"/>
            <a:ext cx="406404" cy="397926"/>
          </a:xfrm>
          <a:custGeom>
            <a:rect b="b" l="l" r="r" t="t"/>
            <a:pathLst>
              <a:path extrusionOk="0" h="21600" w="21600">
                <a:moveTo>
                  <a:pt x="19302" y="12542"/>
                </a:moveTo>
                <a:lnTo>
                  <a:pt x="14706" y="12542"/>
                </a:lnTo>
                <a:lnTo>
                  <a:pt x="14017" y="12774"/>
                </a:lnTo>
                <a:lnTo>
                  <a:pt x="13098" y="13006"/>
                </a:lnTo>
                <a:lnTo>
                  <a:pt x="12638" y="14865"/>
                </a:lnTo>
                <a:lnTo>
                  <a:pt x="10570" y="13935"/>
                </a:lnTo>
                <a:lnTo>
                  <a:pt x="8962" y="12774"/>
                </a:lnTo>
                <a:lnTo>
                  <a:pt x="7813" y="11148"/>
                </a:lnTo>
                <a:lnTo>
                  <a:pt x="6894" y="9058"/>
                </a:lnTo>
                <a:lnTo>
                  <a:pt x="7813" y="8826"/>
                </a:lnTo>
                <a:lnTo>
                  <a:pt x="8502" y="8594"/>
                </a:lnTo>
                <a:lnTo>
                  <a:pt x="8962" y="7665"/>
                </a:lnTo>
                <a:lnTo>
                  <a:pt x="9191" y="6735"/>
                </a:lnTo>
                <a:lnTo>
                  <a:pt x="9191" y="2323"/>
                </a:lnTo>
                <a:lnTo>
                  <a:pt x="8962" y="1394"/>
                </a:lnTo>
                <a:lnTo>
                  <a:pt x="8502" y="465"/>
                </a:lnTo>
                <a:lnTo>
                  <a:pt x="7813" y="232"/>
                </a:lnTo>
                <a:lnTo>
                  <a:pt x="6894" y="0"/>
                </a:lnTo>
                <a:lnTo>
                  <a:pt x="2298" y="0"/>
                </a:lnTo>
                <a:lnTo>
                  <a:pt x="1379" y="232"/>
                </a:lnTo>
                <a:lnTo>
                  <a:pt x="689" y="465"/>
                </a:lnTo>
                <a:lnTo>
                  <a:pt x="460" y="1394"/>
                </a:lnTo>
                <a:lnTo>
                  <a:pt x="0" y="2323"/>
                </a:lnTo>
                <a:lnTo>
                  <a:pt x="0" y="7897"/>
                </a:lnTo>
                <a:lnTo>
                  <a:pt x="460" y="10916"/>
                </a:lnTo>
                <a:lnTo>
                  <a:pt x="1149" y="13471"/>
                </a:lnTo>
                <a:lnTo>
                  <a:pt x="2298" y="15561"/>
                </a:lnTo>
                <a:lnTo>
                  <a:pt x="4136" y="17652"/>
                </a:lnTo>
                <a:lnTo>
                  <a:pt x="5974" y="19277"/>
                </a:lnTo>
                <a:lnTo>
                  <a:pt x="8272" y="20439"/>
                </a:lnTo>
                <a:lnTo>
                  <a:pt x="10800" y="21368"/>
                </a:lnTo>
                <a:lnTo>
                  <a:pt x="13787" y="21600"/>
                </a:lnTo>
                <a:lnTo>
                  <a:pt x="19302" y="21600"/>
                </a:lnTo>
                <a:lnTo>
                  <a:pt x="21140" y="21135"/>
                </a:lnTo>
                <a:lnTo>
                  <a:pt x="21600" y="19277"/>
                </a:lnTo>
                <a:lnTo>
                  <a:pt x="21600" y="14865"/>
                </a:lnTo>
                <a:lnTo>
                  <a:pt x="21140" y="13006"/>
                </a:lnTo>
                <a:lnTo>
                  <a:pt x="19302" y="12542"/>
                </a:lnTo>
                <a:close/>
                <a:moveTo>
                  <a:pt x="13787" y="19277"/>
                </a:moveTo>
                <a:lnTo>
                  <a:pt x="11489" y="19045"/>
                </a:lnTo>
                <a:lnTo>
                  <a:pt x="9191" y="18581"/>
                </a:lnTo>
                <a:lnTo>
                  <a:pt x="7353" y="17419"/>
                </a:lnTo>
                <a:lnTo>
                  <a:pt x="5745" y="16026"/>
                </a:lnTo>
                <a:lnTo>
                  <a:pt x="4366" y="14168"/>
                </a:lnTo>
                <a:lnTo>
                  <a:pt x="3217" y="12542"/>
                </a:lnTo>
                <a:lnTo>
                  <a:pt x="2528" y="10219"/>
                </a:lnTo>
                <a:lnTo>
                  <a:pt x="2298" y="7897"/>
                </a:lnTo>
                <a:lnTo>
                  <a:pt x="2298" y="2323"/>
                </a:lnTo>
                <a:lnTo>
                  <a:pt x="6894" y="2323"/>
                </a:lnTo>
                <a:lnTo>
                  <a:pt x="6894" y="6735"/>
                </a:lnTo>
                <a:lnTo>
                  <a:pt x="5285" y="6735"/>
                </a:lnTo>
                <a:lnTo>
                  <a:pt x="4826" y="6968"/>
                </a:lnTo>
                <a:lnTo>
                  <a:pt x="4596" y="7665"/>
                </a:lnTo>
                <a:lnTo>
                  <a:pt x="4596" y="7897"/>
                </a:lnTo>
                <a:lnTo>
                  <a:pt x="4826" y="9987"/>
                </a:lnTo>
                <a:lnTo>
                  <a:pt x="5515" y="11613"/>
                </a:lnTo>
                <a:lnTo>
                  <a:pt x="6204" y="13006"/>
                </a:lnTo>
                <a:lnTo>
                  <a:pt x="7123" y="14632"/>
                </a:lnTo>
                <a:lnTo>
                  <a:pt x="9881" y="16490"/>
                </a:lnTo>
                <a:lnTo>
                  <a:pt x="11719" y="16723"/>
                </a:lnTo>
                <a:lnTo>
                  <a:pt x="13787" y="17187"/>
                </a:lnTo>
                <a:lnTo>
                  <a:pt x="14247" y="17187"/>
                </a:lnTo>
                <a:lnTo>
                  <a:pt x="14477" y="16723"/>
                </a:lnTo>
                <a:lnTo>
                  <a:pt x="14706" y="16490"/>
                </a:lnTo>
                <a:lnTo>
                  <a:pt x="14706" y="14865"/>
                </a:lnTo>
                <a:lnTo>
                  <a:pt x="19302" y="14865"/>
                </a:lnTo>
                <a:lnTo>
                  <a:pt x="19302" y="19277"/>
                </a:lnTo>
                <a:lnTo>
                  <a:pt x="13787" y="1927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2" name="Google Shape;1072;p49"/>
          <p:cNvGrpSpPr/>
          <p:nvPr/>
        </p:nvGrpSpPr>
        <p:grpSpPr>
          <a:xfrm>
            <a:off x="3407833" y="6193368"/>
            <a:ext cx="444474" cy="461439"/>
            <a:chOff x="-1" y="0"/>
            <a:chExt cx="444474" cy="461439"/>
          </a:xfrm>
        </p:grpSpPr>
        <p:sp>
          <p:nvSpPr>
            <p:cNvPr id="1073" name="Google Shape;1073;p49"/>
            <p:cNvSpPr/>
            <p:nvPr/>
          </p:nvSpPr>
          <p:spPr>
            <a:xfrm>
              <a:off x="38103" y="217899"/>
              <a:ext cx="368280" cy="243540"/>
            </a:xfrm>
            <a:custGeom>
              <a:rect b="b" l="l" r="r" t="t"/>
              <a:pathLst>
                <a:path extrusionOk="0" h="21600" w="21600">
                  <a:moveTo>
                    <a:pt x="14562" y="3661"/>
                  </a:moveTo>
                  <a:lnTo>
                    <a:pt x="14562" y="0"/>
                  </a:lnTo>
                  <a:lnTo>
                    <a:pt x="12135" y="0"/>
                  </a:lnTo>
                  <a:lnTo>
                    <a:pt x="12135" y="3661"/>
                  </a:lnTo>
                  <a:lnTo>
                    <a:pt x="9708" y="3661"/>
                  </a:lnTo>
                  <a:lnTo>
                    <a:pt x="9708" y="0"/>
                  </a:lnTo>
                  <a:lnTo>
                    <a:pt x="7281" y="0"/>
                  </a:lnTo>
                  <a:lnTo>
                    <a:pt x="7281" y="3661"/>
                  </a:lnTo>
                  <a:lnTo>
                    <a:pt x="5825" y="4027"/>
                  </a:lnTo>
                  <a:lnTo>
                    <a:pt x="4611" y="5125"/>
                  </a:lnTo>
                  <a:lnTo>
                    <a:pt x="3155" y="6224"/>
                  </a:lnTo>
                  <a:lnTo>
                    <a:pt x="1213" y="9885"/>
                  </a:lnTo>
                  <a:lnTo>
                    <a:pt x="728" y="11715"/>
                  </a:lnTo>
                  <a:lnTo>
                    <a:pt x="0" y="13912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3912"/>
                  </a:lnTo>
                  <a:lnTo>
                    <a:pt x="21115" y="11715"/>
                  </a:lnTo>
                  <a:lnTo>
                    <a:pt x="19658" y="8054"/>
                  </a:lnTo>
                  <a:lnTo>
                    <a:pt x="18688" y="6224"/>
                  </a:lnTo>
                  <a:lnTo>
                    <a:pt x="17231" y="5125"/>
                  </a:lnTo>
                  <a:lnTo>
                    <a:pt x="16018" y="4027"/>
                  </a:lnTo>
                  <a:lnTo>
                    <a:pt x="14562" y="3661"/>
                  </a:lnTo>
                  <a:close/>
                  <a:moveTo>
                    <a:pt x="8494" y="14644"/>
                  </a:moveTo>
                  <a:lnTo>
                    <a:pt x="8980" y="11715"/>
                  </a:lnTo>
                  <a:lnTo>
                    <a:pt x="10921" y="10983"/>
                  </a:lnTo>
                  <a:lnTo>
                    <a:pt x="11649" y="11349"/>
                  </a:lnTo>
                  <a:lnTo>
                    <a:pt x="12620" y="11715"/>
                  </a:lnTo>
                  <a:lnTo>
                    <a:pt x="12863" y="13180"/>
                  </a:lnTo>
                  <a:lnTo>
                    <a:pt x="13348" y="14644"/>
                  </a:lnTo>
                  <a:lnTo>
                    <a:pt x="12863" y="15742"/>
                  </a:lnTo>
                  <a:lnTo>
                    <a:pt x="12620" y="17207"/>
                  </a:lnTo>
                  <a:lnTo>
                    <a:pt x="11649" y="17573"/>
                  </a:lnTo>
                  <a:lnTo>
                    <a:pt x="10921" y="17939"/>
                  </a:lnTo>
                  <a:lnTo>
                    <a:pt x="8980" y="17207"/>
                  </a:lnTo>
                  <a:lnTo>
                    <a:pt x="8737" y="15742"/>
                  </a:lnTo>
                  <a:lnTo>
                    <a:pt x="8494" y="14644"/>
                  </a:lnTo>
                  <a:close/>
                  <a:moveTo>
                    <a:pt x="19173" y="17939"/>
                  </a:moveTo>
                  <a:lnTo>
                    <a:pt x="15047" y="17939"/>
                  </a:lnTo>
                  <a:lnTo>
                    <a:pt x="15290" y="16475"/>
                  </a:lnTo>
                  <a:lnTo>
                    <a:pt x="15775" y="14644"/>
                  </a:lnTo>
                  <a:lnTo>
                    <a:pt x="15775" y="13180"/>
                  </a:lnTo>
                  <a:lnTo>
                    <a:pt x="15290" y="11715"/>
                  </a:lnTo>
                  <a:lnTo>
                    <a:pt x="14076" y="9519"/>
                  </a:lnTo>
                  <a:lnTo>
                    <a:pt x="12620" y="7688"/>
                  </a:lnTo>
                  <a:lnTo>
                    <a:pt x="11649" y="7322"/>
                  </a:lnTo>
                  <a:lnTo>
                    <a:pt x="9951" y="7322"/>
                  </a:lnTo>
                  <a:lnTo>
                    <a:pt x="8980" y="7688"/>
                  </a:lnTo>
                  <a:lnTo>
                    <a:pt x="7524" y="9519"/>
                  </a:lnTo>
                  <a:lnTo>
                    <a:pt x="6310" y="11715"/>
                  </a:lnTo>
                  <a:lnTo>
                    <a:pt x="6067" y="13180"/>
                  </a:lnTo>
                  <a:lnTo>
                    <a:pt x="6067" y="14644"/>
                  </a:lnTo>
                  <a:lnTo>
                    <a:pt x="6310" y="16475"/>
                  </a:lnTo>
                  <a:lnTo>
                    <a:pt x="6796" y="17939"/>
                  </a:lnTo>
                  <a:lnTo>
                    <a:pt x="2427" y="17939"/>
                  </a:lnTo>
                  <a:lnTo>
                    <a:pt x="2427" y="14644"/>
                  </a:lnTo>
                  <a:lnTo>
                    <a:pt x="3155" y="12814"/>
                  </a:lnTo>
                  <a:lnTo>
                    <a:pt x="3398" y="11349"/>
                  </a:lnTo>
                  <a:lnTo>
                    <a:pt x="5097" y="8786"/>
                  </a:lnTo>
                  <a:lnTo>
                    <a:pt x="6067" y="8054"/>
                  </a:lnTo>
                  <a:lnTo>
                    <a:pt x="7281" y="7322"/>
                  </a:lnTo>
                  <a:lnTo>
                    <a:pt x="14562" y="7322"/>
                  </a:lnTo>
                  <a:lnTo>
                    <a:pt x="15775" y="8054"/>
                  </a:lnTo>
                  <a:lnTo>
                    <a:pt x="16503" y="8786"/>
                  </a:lnTo>
                  <a:lnTo>
                    <a:pt x="17474" y="9885"/>
                  </a:lnTo>
                  <a:lnTo>
                    <a:pt x="18445" y="11349"/>
                  </a:lnTo>
                  <a:lnTo>
                    <a:pt x="18688" y="12814"/>
                  </a:lnTo>
                  <a:lnTo>
                    <a:pt x="19173" y="14644"/>
                  </a:lnTo>
                  <a:lnTo>
                    <a:pt x="19173" y="17939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49"/>
            <p:cNvSpPr/>
            <p:nvPr/>
          </p:nvSpPr>
          <p:spPr>
            <a:xfrm>
              <a:off x="-1" y="0"/>
              <a:ext cx="444474" cy="243540"/>
            </a:xfrm>
            <a:custGeom>
              <a:rect b="b" l="l" r="r" t="t"/>
              <a:pathLst>
                <a:path extrusionOk="0" h="21600" w="21600">
                  <a:moveTo>
                    <a:pt x="20977" y="10996"/>
                  </a:moveTo>
                  <a:lnTo>
                    <a:pt x="17862" y="5891"/>
                  </a:lnTo>
                  <a:lnTo>
                    <a:pt x="16408" y="3142"/>
                  </a:lnTo>
                  <a:lnTo>
                    <a:pt x="14538" y="1571"/>
                  </a:lnTo>
                  <a:lnTo>
                    <a:pt x="12877" y="393"/>
                  </a:lnTo>
                  <a:lnTo>
                    <a:pt x="10800" y="0"/>
                  </a:lnTo>
                  <a:lnTo>
                    <a:pt x="8723" y="393"/>
                  </a:lnTo>
                  <a:lnTo>
                    <a:pt x="6854" y="1571"/>
                  </a:lnTo>
                  <a:lnTo>
                    <a:pt x="5192" y="3142"/>
                  </a:lnTo>
                  <a:lnTo>
                    <a:pt x="3531" y="5891"/>
                  </a:lnTo>
                  <a:lnTo>
                    <a:pt x="415" y="10996"/>
                  </a:lnTo>
                  <a:lnTo>
                    <a:pt x="0" y="14138"/>
                  </a:lnTo>
                  <a:lnTo>
                    <a:pt x="415" y="16495"/>
                  </a:lnTo>
                  <a:lnTo>
                    <a:pt x="2908" y="20815"/>
                  </a:lnTo>
                  <a:lnTo>
                    <a:pt x="3323" y="21600"/>
                  </a:lnTo>
                  <a:lnTo>
                    <a:pt x="5192" y="21600"/>
                  </a:lnTo>
                  <a:lnTo>
                    <a:pt x="7892" y="16495"/>
                  </a:lnTo>
                  <a:lnTo>
                    <a:pt x="8100" y="15316"/>
                  </a:lnTo>
                  <a:lnTo>
                    <a:pt x="8515" y="14138"/>
                  </a:lnTo>
                  <a:lnTo>
                    <a:pt x="8100" y="12567"/>
                  </a:lnTo>
                  <a:lnTo>
                    <a:pt x="7892" y="10996"/>
                  </a:lnTo>
                  <a:lnTo>
                    <a:pt x="5608" y="7069"/>
                  </a:lnTo>
                  <a:lnTo>
                    <a:pt x="8100" y="4713"/>
                  </a:lnTo>
                  <a:lnTo>
                    <a:pt x="9554" y="3927"/>
                  </a:lnTo>
                  <a:lnTo>
                    <a:pt x="12046" y="3927"/>
                  </a:lnTo>
                  <a:lnTo>
                    <a:pt x="13292" y="4713"/>
                  </a:lnTo>
                  <a:lnTo>
                    <a:pt x="15785" y="7069"/>
                  </a:lnTo>
                  <a:lnTo>
                    <a:pt x="13500" y="10996"/>
                  </a:lnTo>
                  <a:lnTo>
                    <a:pt x="13085" y="14138"/>
                  </a:lnTo>
                  <a:lnTo>
                    <a:pt x="13500" y="16495"/>
                  </a:lnTo>
                  <a:lnTo>
                    <a:pt x="15785" y="20815"/>
                  </a:lnTo>
                  <a:lnTo>
                    <a:pt x="16408" y="21600"/>
                  </a:lnTo>
                  <a:lnTo>
                    <a:pt x="18277" y="21600"/>
                  </a:lnTo>
                  <a:lnTo>
                    <a:pt x="20977" y="16495"/>
                  </a:lnTo>
                  <a:lnTo>
                    <a:pt x="21185" y="15316"/>
                  </a:lnTo>
                  <a:lnTo>
                    <a:pt x="21600" y="14138"/>
                  </a:lnTo>
                  <a:lnTo>
                    <a:pt x="21185" y="12567"/>
                  </a:lnTo>
                  <a:lnTo>
                    <a:pt x="20977" y="10996"/>
                  </a:lnTo>
                  <a:close/>
                  <a:moveTo>
                    <a:pt x="2077" y="14138"/>
                  </a:moveTo>
                  <a:lnTo>
                    <a:pt x="4362" y="9818"/>
                  </a:lnTo>
                  <a:lnTo>
                    <a:pt x="6438" y="14138"/>
                  </a:lnTo>
                  <a:lnTo>
                    <a:pt x="4362" y="17673"/>
                  </a:lnTo>
                  <a:lnTo>
                    <a:pt x="2077" y="14138"/>
                  </a:lnTo>
                  <a:close/>
                  <a:moveTo>
                    <a:pt x="17238" y="17673"/>
                  </a:moveTo>
                  <a:lnTo>
                    <a:pt x="15162" y="14138"/>
                  </a:lnTo>
                  <a:lnTo>
                    <a:pt x="17238" y="9818"/>
                  </a:lnTo>
                  <a:lnTo>
                    <a:pt x="19523" y="14138"/>
                  </a:lnTo>
                  <a:lnTo>
                    <a:pt x="17238" y="17673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5" name="Google Shape;1075;p49"/>
          <p:cNvSpPr/>
          <p:nvPr/>
        </p:nvSpPr>
        <p:spPr>
          <a:xfrm>
            <a:off x="5630333" y="6218768"/>
            <a:ext cx="207414" cy="203202"/>
          </a:xfrm>
          <a:custGeom>
            <a:rect b="b" l="l" r="r" t="t"/>
            <a:pathLst>
              <a:path extrusionOk="0" h="21600" w="21600">
                <a:moveTo>
                  <a:pt x="18000" y="17100"/>
                </a:moveTo>
                <a:lnTo>
                  <a:pt x="8100" y="17100"/>
                </a:lnTo>
                <a:lnTo>
                  <a:pt x="21600" y="3150"/>
                </a:lnTo>
                <a:lnTo>
                  <a:pt x="18450" y="0"/>
                </a:lnTo>
                <a:lnTo>
                  <a:pt x="4500" y="13950"/>
                </a:lnTo>
                <a:lnTo>
                  <a:pt x="4500" y="4050"/>
                </a:lnTo>
                <a:lnTo>
                  <a:pt x="0" y="4050"/>
                </a:lnTo>
                <a:lnTo>
                  <a:pt x="0" y="21600"/>
                </a:lnTo>
                <a:lnTo>
                  <a:pt x="18000" y="21600"/>
                </a:lnTo>
                <a:lnTo>
                  <a:pt x="18000" y="171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49"/>
          <p:cNvSpPr/>
          <p:nvPr/>
        </p:nvSpPr>
        <p:spPr>
          <a:xfrm>
            <a:off x="5401733" y="6256866"/>
            <a:ext cx="410616" cy="397926"/>
          </a:xfrm>
          <a:custGeom>
            <a:rect b="b" l="l" r="r" t="t"/>
            <a:pathLst>
              <a:path extrusionOk="0" h="21600" w="21600">
                <a:moveTo>
                  <a:pt x="19302" y="12542"/>
                </a:moveTo>
                <a:lnTo>
                  <a:pt x="14706" y="12542"/>
                </a:lnTo>
                <a:lnTo>
                  <a:pt x="14017" y="12774"/>
                </a:lnTo>
                <a:lnTo>
                  <a:pt x="13098" y="13006"/>
                </a:lnTo>
                <a:lnTo>
                  <a:pt x="12868" y="13935"/>
                </a:lnTo>
                <a:lnTo>
                  <a:pt x="12409" y="14865"/>
                </a:lnTo>
                <a:lnTo>
                  <a:pt x="10570" y="13935"/>
                </a:lnTo>
                <a:lnTo>
                  <a:pt x="8732" y="12774"/>
                </a:lnTo>
                <a:lnTo>
                  <a:pt x="7583" y="11148"/>
                </a:lnTo>
                <a:lnTo>
                  <a:pt x="6894" y="9058"/>
                </a:lnTo>
                <a:lnTo>
                  <a:pt x="7583" y="8826"/>
                </a:lnTo>
                <a:lnTo>
                  <a:pt x="8502" y="8594"/>
                </a:lnTo>
                <a:lnTo>
                  <a:pt x="8732" y="7665"/>
                </a:lnTo>
                <a:lnTo>
                  <a:pt x="9191" y="6735"/>
                </a:lnTo>
                <a:lnTo>
                  <a:pt x="9191" y="2323"/>
                </a:lnTo>
                <a:lnTo>
                  <a:pt x="8732" y="1394"/>
                </a:lnTo>
                <a:lnTo>
                  <a:pt x="8502" y="465"/>
                </a:lnTo>
                <a:lnTo>
                  <a:pt x="7583" y="232"/>
                </a:lnTo>
                <a:lnTo>
                  <a:pt x="6894" y="0"/>
                </a:lnTo>
                <a:lnTo>
                  <a:pt x="2298" y="0"/>
                </a:lnTo>
                <a:lnTo>
                  <a:pt x="1379" y="232"/>
                </a:lnTo>
                <a:lnTo>
                  <a:pt x="689" y="465"/>
                </a:lnTo>
                <a:lnTo>
                  <a:pt x="230" y="1394"/>
                </a:lnTo>
                <a:lnTo>
                  <a:pt x="0" y="2323"/>
                </a:lnTo>
                <a:lnTo>
                  <a:pt x="0" y="7897"/>
                </a:lnTo>
                <a:lnTo>
                  <a:pt x="230" y="10916"/>
                </a:lnTo>
                <a:lnTo>
                  <a:pt x="1149" y="13471"/>
                </a:lnTo>
                <a:lnTo>
                  <a:pt x="2298" y="15561"/>
                </a:lnTo>
                <a:lnTo>
                  <a:pt x="3906" y="17652"/>
                </a:lnTo>
                <a:lnTo>
                  <a:pt x="5974" y="19277"/>
                </a:lnTo>
                <a:lnTo>
                  <a:pt x="8272" y="20439"/>
                </a:lnTo>
                <a:lnTo>
                  <a:pt x="10800" y="21368"/>
                </a:lnTo>
                <a:lnTo>
                  <a:pt x="13557" y="21600"/>
                </a:lnTo>
                <a:lnTo>
                  <a:pt x="19302" y="21600"/>
                </a:lnTo>
                <a:lnTo>
                  <a:pt x="20221" y="21368"/>
                </a:lnTo>
                <a:lnTo>
                  <a:pt x="20911" y="21135"/>
                </a:lnTo>
                <a:lnTo>
                  <a:pt x="21370" y="20206"/>
                </a:lnTo>
                <a:lnTo>
                  <a:pt x="21600" y="19277"/>
                </a:lnTo>
                <a:lnTo>
                  <a:pt x="21600" y="14865"/>
                </a:lnTo>
                <a:lnTo>
                  <a:pt x="21370" y="13935"/>
                </a:lnTo>
                <a:lnTo>
                  <a:pt x="20911" y="13006"/>
                </a:lnTo>
                <a:lnTo>
                  <a:pt x="20221" y="12774"/>
                </a:lnTo>
                <a:lnTo>
                  <a:pt x="19302" y="12542"/>
                </a:lnTo>
                <a:close/>
                <a:moveTo>
                  <a:pt x="13557" y="19277"/>
                </a:moveTo>
                <a:lnTo>
                  <a:pt x="11260" y="19045"/>
                </a:lnTo>
                <a:lnTo>
                  <a:pt x="9191" y="18581"/>
                </a:lnTo>
                <a:lnTo>
                  <a:pt x="7353" y="17419"/>
                </a:lnTo>
                <a:lnTo>
                  <a:pt x="5745" y="16026"/>
                </a:lnTo>
                <a:lnTo>
                  <a:pt x="4366" y="14168"/>
                </a:lnTo>
                <a:lnTo>
                  <a:pt x="3217" y="12542"/>
                </a:lnTo>
                <a:lnTo>
                  <a:pt x="2528" y="10219"/>
                </a:lnTo>
                <a:lnTo>
                  <a:pt x="2298" y="7897"/>
                </a:lnTo>
                <a:lnTo>
                  <a:pt x="2298" y="2323"/>
                </a:lnTo>
                <a:lnTo>
                  <a:pt x="6894" y="2323"/>
                </a:lnTo>
                <a:lnTo>
                  <a:pt x="6894" y="6735"/>
                </a:lnTo>
                <a:lnTo>
                  <a:pt x="5055" y="6735"/>
                </a:lnTo>
                <a:lnTo>
                  <a:pt x="4826" y="6968"/>
                </a:lnTo>
                <a:lnTo>
                  <a:pt x="4596" y="7665"/>
                </a:lnTo>
                <a:lnTo>
                  <a:pt x="4596" y="7897"/>
                </a:lnTo>
                <a:lnTo>
                  <a:pt x="4826" y="9987"/>
                </a:lnTo>
                <a:lnTo>
                  <a:pt x="5515" y="11613"/>
                </a:lnTo>
                <a:lnTo>
                  <a:pt x="6204" y="13006"/>
                </a:lnTo>
                <a:lnTo>
                  <a:pt x="7123" y="14632"/>
                </a:lnTo>
                <a:lnTo>
                  <a:pt x="9881" y="16490"/>
                </a:lnTo>
                <a:lnTo>
                  <a:pt x="11719" y="16723"/>
                </a:lnTo>
                <a:lnTo>
                  <a:pt x="13557" y="17187"/>
                </a:lnTo>
                <a:lnTo>
                  <a:pt x="14247" y="17187"/>
                </a:lnTo>
                <a:lnTo>
                  <a:pt x="14477" y="16723"/>
                </a:lnTo>
                <a:lnTo>
                  <a:pt x="14706" y="16490"/>
                </a:lnTo>
                <a:lnTo>
                  <a:pt x="14706" y="14865"/>
                </a:lnTo>
                <a:lnTo>
                  <a:pt x="19302" y="14865"/>
                </a:lnTo>
                <a:lnTo>
                  <a:pt x="19302" y="19277"/>
                </a:lnTo>
                <a:lnTo>
                  <a:pt x="13557" y="1927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49"/>
          <p:cNvSpPr/>
          <p:nvPr/>
        </p:nvSpPr>
        <p:spPr>
          <a:xfrm>
            <a:off x="8657168" y="6345768"/>
            <a:ext cx="152388" cy="165078"/>
          </a:xfrm>
          <a:custGeom>
            <a:rect b="b" l="l" r="r" t="t"/>
            <a:pathLst>
              <a:path extrusionOk="0" h="21600" w="21600">
                <a:moveTo>
                  <a:pt x="21600" y="4086"/>
                </a:moveTo>
                <a:lnTo>
                  <a:pt x="17514" y="0"/>
                </a:lnTo>
                <a:lnTo>
                  <a:pt x="10508" y="6422"/>
                </a:lnTo>
                <a:lnTo>
                  <a:pt x="4086" y="0"/>
                </a:lnTo>
                <a:lnTo>
                  <a:pt x="0" y="4086"/>
                </a:lnTo>
                <a:lnTo>
                  <a:pt x="6422" y="10508"/>
                </a:lnTo>
                <a:lnTo>
                  <a:pt x="0" y="16930"/>
                </a:lnTo>
                <a:lnTo>
                  <a:pt x="4086" y="21600"/>
                </a:lnTo>
                <a:lnTo>
                  <a:pt x="10508" y="15178"/>
                </a:lnTo>
                <a:lnTo>
                  <a:pt x="17514" y="21600"/>
                </a:lnTo>
                <a:lnTo>
                  <a:pt x="21600" y="16930"/>
                </a:lnTo>
                <a:lnTo>
                  <a:pt x="15178" y="10508"/>
                </a:lnTo>
                <a:lnTo>
                  <a:pt x="21600" y="408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49"/>
          <p:cNvSpPr/>
          <p:nvPr/>
        </p:nvSpPr>
        <p:spPr>
          <a:xfrm>
            <a:off x="8479368" y="6218768"/>
            <a:ext cx="254016" cy="423360"/>
          </a:xfrm>
          <a:custGeom>
            <a:rect b="b" l="l" r="r" t="t"/>
            <a:pathLst>
              <a:path extrusionOk="0" h="21600" w="21600">
                <a:moveTo>
                  <a:pt x="3661" y="15208"/>
                </a:moveTo>
                <a:lnTo>
                  <a:pt x="3661" y="6392"/>
                </a:lnTo>
                <a:lnTo>
                  <a:pt x="21600" y="6392"/>
                </a:lnTo>
                <a:lnTo>
                  <a:pt x="21600" y="2204"/>
                </a:lnTo>
                <a:lnTo>
                  <a:pt x="20868" y="441"/>
                </a:lnTo>
                <a:lnTo>
                  <a:pt x="19403" y="220"/>
                </a:lnTo>
                <a:lnTo>
                  <a:pt x="18305" y="0"/>
                </a:lnTo>
                <a:lnTo>
                  <a:pt x="3661" y="0"/>
                </a:lnTo>
                <a:lnTo>
                  <a:pt x="2197" y="220"/>
                </a:lnTo>
                <a:lnTo>
                  <a:pt x="1098" y="441"/>
                </a:lnTo>
                <a:lnTo>
                  <a:pt x="732" y="1322"/>
                </a:lnTo>
                <a:lnTo>
                  <a:pt x="0" y="2204"/>
                </a:lnTo>
                <a:lnTo>
                  <a:pt x="0" y="19616"/>
                </a:lnTo>
                <a:lnTo>
                  <a:pt x="732" y="20278"/>
                </a:lnTo>
                <a:lnTo>
                  <a:pt x="1098" y="21159"/>
                </a:lnTo>
                <a:lnTo>
                  <a:pt x="2197" y="21380"/>
                </a:lnTo>
                <a:lnTo>
                  <a:pt x="3661" y="21600"/>
                </a:lnTo>
                <a:lnTo>
                  <a:pt x="18305" y="21600"/>
                </a:lnTo>
                <a:lnTo>
                  <a:pt x="19403" y="21380"/>
                </a:lnTo>
                <a:lnTo>
                  <a:pt x="20868" y="21159"/>
                </a:lnTo>
                <a:lnTo>
                  <a:pt x="21234" y="20278"/>
                </a:lnTo>
                <a:lnTo>
                  <a:pt x="21600" y="19616"/>
                </a:lnTo>
                <a:lnTo>
                  <a:pt x="21600" y="15208"/>
                </a:lnTo>
                <a:lnTo>
                  <a:pt x="3661" y="15208"/>
                </a:lnTo>
                <a:close/>
                <a:moveTo>
                  <a:pt x="18305" y="2204"/>
                </a:moveTo>
                <a:lnTo>
                  <a:pt x="18305" y="4408"/>
                </a:lnTo>
                <a:lnTo>
                  <a:pt x="3661" y="4408"/>
                </a:lnTo>
                <a:lnTo>
                  <a:pt x="3661" y="2204"/>
                </a:lnTo>
                <a:lnTo>
                  <a:pt x="18305" y="2204"/>
                </a:lnTo>
                <a:close/>
                <a:moveTo>
                  <a:pt x="3661" y="19616"/>
                </a:moveTo>
                <a:lnTo>
                  <a:pt x="3661" y="17412"/>
                </a:lnTo>
                <a:lnTo>
                  <a:pt x="18305" y="17412"/>
                </a:lnTo>
                <a:lnTo>
                  <a:pt x="18305" y="19616"/>
                </a:lnTo>
                <a:lnTo>
                  <a:pt x="3661" y="1961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49"/>
          <p:cNvSpPr/>
          <p:nvPr/>
        </p:nvSpPr>
        <p:spPr>
          <a:xfrm>
            <a:off x="6523567" y="6218768"/>
            <a:ext cx="241326" cy="279396"/>
          </a:xfrm>
          <a:custGeom>
            <a:rect b="b" l="l" r="r" t="t"/>
            <a:pathLst>
              <a:path extrusionOk="0" h="21600" w="21600">
                <a:moveTo>
                  <a:pt x="3295" y="18277"/>
                </a:moveTo>
                <a:lnTo>
                  <a:pt x="3295" y="9637"/>
                </a:lnTo>
                <a:lnTo>
                  <a:pt x="12814" y="9637"/>
                </a:lnTo>
                <a:lnTo>
                  <a:pt x="16475" y="6646"/>
                </a:lnTo>
                <a:lnTo>
                  <a:pt x="3295" y="6646"/>
                </a:lnTo>
                <a:lnTo>
                  <a:pt x="3295" y="3323"/>
                </a:lnTo>
                <a:lnTo>
                  <a:pt x="17939" y="3323"/>
                </a:lnTo>
                <a:lnTo>
                  <a:pt x="17939" y="5317"/>
                </a:lnTo>
                <a:lnTo>
                  <a:pt x="21600" y="2326"/>
                </a:lnTo>
                <a:lnTo>
                  <a:pt x="20502" y="997"/>
                </a:lnTo>
                <a:lnTo>
                  <a:pt x="19403" y="0"/>
                </a:lnTo>
                <a:lnTo>
                  <a:pt x="3295" y="0"/>
                </a:lnTo>
                <a:lnTo>
                  <a:pt x="2197" y="332"/>
                </a:lnTo>
                <a:lnTo>
                  <a:pt x="732" y="665"/>
                </a:lnTo>
                <a:lnTo>
                  <a:pt x="0" y="3323"/>
                </a:lnTo>
                <a:lnTo>
                  <a:pt x="0" y="21600"/>
                </a:lnTo>
                <a:lnTo>
                  <a:pt x="3295" y="1827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49"/>
          <p:cNvSpPr/>
          <p:nvPr/>
        </p:nvSpPr>
        <p:spPr>
          <a:xfrm>
            <a:off x="6447368" y="6231466"/>
            <a:ext cx="419094" cy="423360"/>
          </a:xfrm>
          <a:custGeom>
            <a:rect b="b" l="l" r="r" t="t"/>
            <a:pathLst>
              <a:path extrusionOk="0" h="21600" w="21600">
                <a:moveTo>
                  <a:pt x="20057" y="0"/>
                </a:moveTo>
                <a:lnTo>
                  <a:pt x="0" y="20073"/>
                </a:lnTo>
                <a:lnTo>
                  <a:pt x="1543" y="21600"/>
                </a:lnTo>
                <a:lnTo>
                  <a:pt x="3747" y="19418"/>
                </a:lnTo>
                <a:lnTo>
                  <a:pt x="3967" y="20073"/>
                </a:lnTo>
                <a:lnTo>
                  <a:pt x="4408" y="20509"/>
                </a:lnTo>
                <a:lnTo>
                  <a:pt x="5069" y="20727"/>
                </a:lnTo>
                <a:lnTo>
                  <a:pt x="14327" y="20727"/>
                </a:lnTo>
                <a:lnTo>
                  <a:pt x="15208" y="20509"/>
                </a:lnTo>
                <a:lnTo>
                  <a:pt x="15869" y="20291"/>
                </a:lnTo>
                <a:lnTo>
                  <a:pt x="16310" y="19418"/>
                </a:lnTo>
                <a:lnTo>
                  <a:pt x="16531" y="18764"/>
                </a:lnTo>
                <a:lnTo>
                  <a:pt x="16531" y="6764"/>
                </a:lnTo>
                <a:lnTo>
                  <a:pt x="21600" y="1745"/>
                </a:lnTo>
                <a:lnTo>
                  <a:pt x="20057" y="0"/>
                </a:lnTo>
                <a:close/>
                <a:moveTo>
                  <a:pt x="14327" y="8945"/>
                </a:moveTo>
                <a:lnTo>
                  <a:pt x="14327" y="14400"/>
                </a:lnTo>
                <a:lnTo>
                  <a:pt x="8816" y="14400"/>
                </a:lnTo>
                <a:lnTo>
                  <a:pt x="14327" y="8945"/>
                </a:lnTo>
                <a:close/>
                <a:moveTo>
                  <a:pt x="5510" y="18764"/>
                </a:moveTo>
                <a:lnTo>
                  <a:pt x="5510" y="17673"/>
                </a:lnTo>
                <a:lnTo>
                  <a:pt x="6612" y="16582"/>
                </a:lnTo>
                <a:lnTo>
                  <a:pt x="14327" y="16582"/>
                </a:lnTo>
                <a:lnTo>
                  <a:pt x="14327" y="18764"/>
                </a:lnTo>
                <a:lnTo>
                  <a:pt x="5510" y="1876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49"/>
          <p:cNvSpPr/>
          <p:nvPr/>
        </p:nvSpPr>
        <p:spPr>
          <a:xfrm>
            <a:off x="7476066" y="6218768"/>
            <a:ext cx="254016" cy="423360"/>
          </a:xfrm>
          <a:custGeom>
            <a:rect b="b" l="l" r="r" t="t"/>
            <a:pathLst>
              <a:path extrusionOk="0" h="21600" w="21600">
                <a:moveTo>
                  <a:pt x="3600" y="15208"/>
                </a:moveTo>
                <a:lnTo>
                  <a:pt x="3600" y="6392"/>
                </a:lnTo>
                <a:lnTo>
                  <a:pt x="21600" y="6392"/>
                </a:lnTo>
                <a:lnTo>
                  <a:pt x="21600" y="2204"/>
                </a:lnTo>
                <a:lnTo>
                  <a:pt x="20880" y="1322"/>
                </a:lnTo>
                <a:lnTo>
                  <a:pt x="20520" y="441"/>
                </a:lnTo>
                <a:lnTo>
                  <a:pt x="19440" y="220"/>
                </a:lnTo>
                <a:lnTo>
                  <a:pt x="18000" y="0"/>
                </a:lnTo>
                <a:lnTo>
                  <a:pt x="3600" y="0"/>
                </a:lnTo>
                <a:lnTo>
                  <a:pt x="2520" y="220"/>
                </a:lnTo>
                <a:lnTo>
                  <a:pt x="1080" y="441"/>
                </a:lnTo>
                <a:lnTo>
                  <a:pt x="720" y="1322"/>
                </a:lnTo>
                <a:lnTo>
                  <a:pt x="0" y="2204"/>
                </a:lnTo>
                <a:lnTo>
                  <a:pt x="0" y="19616"/>
                </a:lnTo>
                <a:lnTo>
                  <a:pt x="720" y="20278"/>
                </a:lnTo>
                <a:lnTo>
                  <a:pt x="1080" y="21159"/>
                </a:lnTo>
                <a:lnTo>
                  <a:pt x="2520" y="21380"/>
                </a:lnTo>
                <a:lnTo>
                  <a:pt x="3600" y="21600"/>
                </a:lnTo>
                <a:lnTo>
                  <a:pt x="18000" y="21600"/>
                </a:lnTo>
                <a:lnTo>
                  <a:pt x="19440" y="21380"/>
                </a:lnTo>
                <a:lnTo>
                  <a:pt x="20520" y="21159"/>
                </a:lnTo>
                <a:lnTo>
                  <a:pt x="20880" y="20278"/>
                </a:lnTo>
                <a:lnTo>
                  <a:pt x="21600" y="19616"/>
                </a:lnTo>
                <a:lnTo>
                  <a:pt x="21600" y="15208"/>
                </a:lnTo>
                <a:lnTo>
                  <a:pt x="3600" y="15208"/>
                </a:lnTo>
                <a:close/>
                <a:moveTo>
                  <a:pt x="18000" y="2204"/>
                </a:moveTo>
                <a:lnTo>
                  <a:pt x="18000" y="4408"/>
                </a:lnTo>
                <a:lnTo>
                  <a:pt x="3600" y="4408"/>
                </a:lnTo>
                <a:lnTo>
                  <a:pt x="3600" y="2204"/>
                </a:lnTo>
                <a:lnTo>
                  <a:pt x="18000" y="2204"/>
                </a:lnTo>
                <a:close/>
                <a:moveTo>
                  <a:pt x="3600" y="19616"/>
                </a:moveTo>
                <a:lnTo>
                  <a:pt x="3600" y="17412"/>
                </a:lnTo>
                <a:lnTo>
                  <a:pt x="18000" y="17412"/>
                </a:lnTo>
                <a:lnTo>
                  <a:pt x="18000" y="19616"/>
                </a:lnTo>
                <a:lnTo>
                  <a:pt x="3600" y="1961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49"/>
          <p:cNvSpPr/>
          <p:nvPr/>
        </p:nvSpPr>
        <p:spPr>
          <a:xfrm>
            <a:off x="7590367" y="6282266"/>
            <a:ext cx="241326" cy="215892"/>
          </a:xfrm>
          <a:custGeom>
            <a:rect b="b" l="l" r="r" t="t"/>
            <a:pathLst>
              <a:path extrusionOk="0" h="21600" w="21600">
                <a:moveTo>
                  <a:pt x="2979" y="9257"/>
                </a:moveTo>
                <a:lnTo>
                  <a:pt x="0" y="13665"/>
                </a:lnTo>
                <a:lnTo>
                  <a:pt x="9310" y="21600"/>
                </a:lnTo>
                <a:lnTo>
                  <a:pt x="21600" y="3086"/>
                </a:lnTo>
                <a:lnTo>
                  <a:pt x="17876" y="0"/>
                </a:lnTo>
                <a:lnTo>
                  <a:pt x="8566" y="14106"/>
                </a:lnTo>
                <a:lnTo>
                  <a:pt x="2979" y="925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49"/>
          <p:cNvSpPr/>
          <p:nvPr/>
        </p:nvSpPr>
        <p:spPr>
          <a:xfrm>
            <a:off x="9444567" y="6218768"/>
            <a:ext cx="241326" cy="423360"/>
          </a:xfrm>
          <a:custGeom>
            <a:rect b="b" l="l" r="r" t="t"/>
            <a:pathLst>
              <a:path extrusionOk="0" h="21600" w="21600">
                <a:moveTo>
                  <a:pt x="21600" y="6392"/>
                </a:moveTo>
                <a:lnTo>
                  <a:pt x="21600" y="2204"/>
                </a:lnTo>
                <a:lnTo>
                  <a:pt x="20868" y="441"/>
                </a:lnTo>
                <a:lnTo>
                  <a:pt x="19403" y="220"/>
                </a:lnTo>
                <a:lnTo>
                  <a:pt x="18305" y="0"/>
                </a:lnTo>
                <a:lnTo>
                  <a:pt x="3661" y="0"/>
                </a:lnTo>
                <a:lnTo>
                  <a:pt x="2197" y="220"/>
                </a:lnTo>
                <a:lnTo>
                  <a:pt x="1098" y="441"/>
                </a:lnTo>
                <a:lnTo>
                  <a:pt x="366" y="1322"/>
                </a:lnTo>
                <a:lnTo>
                  <a:pt x="0" y="2204"/>
                </a:lnTo>
                <a:lnTo>
                  <a:pt x="0" y="19616"/>
                </a:lnTo>
                <a:lnTo>
                  <a:pt x="366" y="20278"/>
                </a:lnTo>
                <a:lnTo>
                  <a:pt x="1098" y="21159"/>
                </a:lnTo>
                <a:lnTo>
                  <a:pt x="2197" y="21380"/>
                </a:lnTo>
                <a:lnTo>
                  <a:pt x="3661" y="21600"/>
                </a:lnTo>
                <a:lnTo>
                  <a:pt x="18305" y="21600"/>
                </a:lnTo>
                <a:lnTo>
                  <a:pt x="19403" y="21380"/>
                </a:lnTo>
                <a:lnTo>
                  <a:pt x="20868" y="21159"/>
                </a:lnTo>
                <a:lnTo>
                  <a:pt x="21234" y="20278"/>
                </a:lnTo>
                <a:lnTo>
                  <a:pt x="21600" y="19616"/>
                </a:lnTo>
                <a:lnTo>
                  <a:pt x="21600" y="15208"/>
                </a:lnTo>
                <a:lnTo>
                  <a:pt x="3661" y="15208"/>
                </a:lnTo>
                <a:lnTo>
                  <a:pt x="3661" y="6392"/>
                </a:lnTo>
                <a:lnTo>
                  <a:pt x="21600" y="6392"/>
                </a:lnTo>
                <a:close/>
                <a:moveTo>
                  <a:pt x="18305" y="2204"/>
                </a:moveTo>
                <a:lnTo>
                  <a:pt x="18305" y="4408"/>
                </a:lnTo>
                <a:lnTo>
                  <a:pt x="3661" y="4408"/>
                </a:lnTo>
                <a:lnTo>
                  <a:pt x="3661" y="2204"/>
                </a:lnTo>
                <a:lnTo>
                  <a:pt x="18305" y="2204"/>
                </a:lnTo>
                <a:close/>
                <a:moveTo>
                  <a:pt x="18305" y="17412"/>
                </a:moveTo>
                <a:lnTo>
                  <a:pt x="18305" y="19616"/>
                </a:lnTo>
                <a:lnTo>
                  <a:pt x="3661" y="19616"/>
                </a:lnTo>
                <a:lnTo>
                  <a:pt x="3661" y="17412"/>
                </a:lnTo>
                <a:lnTo>
                  <a:pt x="18305" y="1741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49"/>
          <p:cNvSpPr/>
          <p:nvPr/>
        </p:nvSpPr>
        <p:spPr>
          <a:xfrm>
            <a:off x="9673167" y="6218768"/>
            <a:ext cx="152388" cy="254016"/>
          </a:xfrm>
          <a:custGeom>
            <a:rect b="b" l="l" r="r" t="t"/>
            <a:pathLst>
              <a:path extrusionOk="0" h="21600" w="21600">
                <a:moveTo>
                  <a:pt x="8757" y="0"/>
                </a:moveTo>
                <a:lnTo>
                  <a:pt x="8757" y="14152"/>
                </a:lnTo>
                <a:lnTo>
                  <a:pt x="7589" y="14152"/>
                </a:lnTo>
                <a:lnTo>
                  <a:pt x="4670" y="14524"/>
                </a:lnTo>
                <a:lnTo>
                  <a:pt x="2335" y="15269"/>
                </a:lnTo>
                <a:lnTo>
                  <a:pt x="1168" y="16386"/>
                </a:lnTo>
                <a:lnTo>
                  <a:pt x="0" y="17876"/>
                </a:lnTo>
                <a:lnTo>
                  <a:pt x="2335" y="20855"/>
                </a:lnTo>
                <a:lnTo>
                  <a:pt x="4670" y="21228"/>
                </a:lnTo>
                <a:lnTo>
                  <a:pt x="7589" y="21600"/>
                </a:lnTo>
                <a:lnTo>
                  <a:pt x="10508" y="21228"/>
                </a:lnTo>
                <a:lnTo>
                  <a:pt x="12259" y="20855"/>
                </a:lnTo>
                <a:lnTo>
                  <a:pt x="14011" y="19366"/>
                </a:lnTo>
                <a:lnTo>
                  <a:pt x="14595" y="17876"/>
                </a:lnTo>
                <a:lnTo>
                  <a:pt x="14595" y="6331"/>
                </a:lnTo>
                <a:lnTo>
                  <a:pt x="19265" y="8193"/>
                </a:lnTo>
                <a:lnTo>
                  <a:pt x="21600" y="5586"/>
                </a:lnTo>
                <a:lnTo>
                  <a:pt x="8757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49"/>
          <p:cNvSpPr/>
          <p:nvPr/>
        </p:nvSpPr>
        <p:spPr>
          <a:xfrm>
            <a:off x="10515600" y="6218768"/>
            <a:ext cx="292086" cy="423360"/>
          </a:xfrm>
          <a:custGeom>
            <a:rect b="b" l="l" r="r" t="t"/>
            <a:pathLst>
              <a:path extrusionOk="0" h="21600" w="21600">
                <a:moveTo>
                  <a:pt x="20035" y="3306"/>
                </a:moveTo>
                <a:lnTo>
                  <a:pt x="16904" y="3306"/>
                </a:lnTo>
                <a:lnTo>
                  <a:pt x="16904" y="441"/>
                </a:lnTo>
                <a:lnTo>
                  <a:pt x="16278" y="0"/>
                </a:lnTo>
                <a:lnTo>
                  <a:pt x="5322" y="0"/>
                </a:lnTo>
                <a:lnTo>
                  <a:pt x="4696" y="441"/>
                </a:lnTo>
                <a:lnTo>
                  <a:pt x="4696" y="3306"/>
                </a:lnTo>
                <a:lnTo>
                  <a:pt x="626" y="3306"/>
                </a:lnTo>
                <a:lnTo>
                  <a:pt x="0" y="3747"/>
                </a:lnTo>
                <a:lnTo>
                  <a:pt x="0" y="19616"/>
                </a:lnTo>
                <a:lnTo>
                  <a:pt x="313" y="20278"/>
                </a:lnTo>
                <a:lnTo>
                  <a:pt x="626" y="21159"/>
                </a:lnTo>
                <a:lnTo>
                  <a:pt x="3130" y="21600"/>
                </a:lnTo>
                <a:lnTo>
                  <a:pt x="18470" y="21600"/>
                </a:lnTo>
                <a:lnTo>
                  <a:pt x="19722" y="21380"/>
                </a:lnTo>
                <a:lnTo>
                  <a:pt x="20661" y="21159"/>
                </a:lnTo>
                <a:lnTo>
                  <a:pt x="21287" y="20278"/>
                </a:lnTo>
                <a:lnTo>
                  <a:pt x="21600" y="19616"/>
                </a:lnTo>
                <a:lnTo>
                  <a:pt x="21600" y="3747"/>
                </a:lnTo>
                <a:lnTo>
                  <a:pt x="21287" y="3527"/>
                </a:lnTo>
                <a:lnTo>
                  <a:pt x="20661" y="3306"/>
                </a:lnTo>
                <a:lnTo>
                  <a:pt x="20035" y="3306"/>
                </a:lnTo>
                <a:close/>
                <a:moveTo>
                  <a:pt x="6261" y="5290"/>
                </a:moveTo>
                <a:lnTo>
                  <a:pt x="6887" y="5290"/>
                </a:lnTo>
                <a:lnTo>
                  <a:pt x="7513" y="4849"/>
                </a:lnTo>
                <a:lnTo>
                  <a:pt x="7513" y="2204"/>
                </a:lnTo>
                <a:lnTo>
                  <a:pt x="13774" y="2204"/>
                </a:lnTo>
                <a:lnTo>
                  <a:pt x="13774" y="4849"/>
                </a:lnTo>
                <a:lnTo>
                  <a:pt x="14087" y="5069"/>
                </a:lnTo>
                <a:lnTo>
                  <a:pt x="14713" y="5290"/>
                </a:lnTo>
                <a:lnTo>
                  <a:pt x="18470" y="5290"/>
                </a:lnTo>
                <a:lnTo>
                  <a:pt x="18470" y="8596"/>
                </a:lnTo>
                <a:lnTo>
                  <a:pt x="3130" y="8596"/>
                </a:lnTo>
                <a:lnTo>
                  <a:pt x="3130" y="5290"/>
                </a:lnTo>
                <a:lnTo>
                  <a:pt x="6261" y="5290"/>
                </a:lnTo>
                <a:close/>
                <a:moveTo>
                  <a:pt x="3130" y="19616"/>
                </a:moveTo>
                <a:lnTo>
                  <a:pt x="3130" y="10800"/>
                </a:lnTo>
                <a:lnTo>
                  <a:pt x="18470" y="10800"/>
                </a:lnTo>
                <a:lnTo>
                  <a:pt x="18470" y="19616"/>
                </a:lnTo>
                <a:lnTo>
                  <a:pt x="3130" y="1961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49"/>
          <p:cNvSpPr/>
          <p:nvPr/>
        </p:nvSpPr>
        <p:spPr>
          <a:xfrm>
            <a:off x="2480733" y="7226301"/>
            <a:ext cx="292086" cy="419094"/>
          </a:xfrm>
          <a:custGeom>
            <a:rect b="b" l="l" r="r" t="t"/>
            <a:pathLst>
              <a:path extrusionOk="0" h="21600" w="21600">
                <a:moveTo>
                  <a:pt x="20057" y="3273"/>
                </a:moveTo>
                <a:lnTo>
                  <a:pt x="16971" y="3273"/>
                </a:lnTo>
                <a:lnTo>
                  <a:pt x="16971" y="655"/>
                </a:lnTo>
                <a:lnTo>
                  <a:pt x="16354" y="436"/>
                </a:lnTo>
                <a:lnTo>
                  <a:pt x="16046" y="0"/>
                </a:lnTo>
                <a:lnTo>
                  <a:pt x="5554" y="0"/>
                </a:lnTo>
                <a:lnTo>
                  <a:pt x="4629" y="655"/>
                </a:lnTo>
                <a:lnTo>
                  <a:pt x="4629" y="3273"/>
                </a:lnTo>
                <a:lnTo>
                  <a:pt x="926" y="3273"/>
                </a:lnTo>
                <a:lnTo>
                  <a:pt x="617" y="3709"/>
                </a:lnTo>
                <a:lnTo>
                  <a:pt x="0" y="3927"/>
                </a:lnTo>
                <a:lnTo>
                  <a:pt x="0" y="19418"/>
                </a:lnTo>
                <a:lnTo>
                  <a:pt x="617" y="20291"/>
                </a:lnTo>
                <a:lnTo>
                  <a:pt x="926" y="21164"/>
                </a:lnTo>
                <a:lnTo>
                  <a:pt x="2160" y="21382"/>
                </a:lnTo>
                <a:lnTo>
                  <a:pt x="3086" y="21600"/>
                </a:lnTo>
                <a:lnTo>
                  <a:pt x="18514" y="21600"/>
                </a:lnTo>
                <a:lnTo>
                  <a:pt x="19440" y="21382"/>
                </a:lnTo>
                <a:lnTo>
                  <a:pt x="20674" y="21164"/>
                </a:lnTo>
                <a:lnTo>
                  <a:pt x="20983" y="20291"/>
                </a:lnTo>
                <a:lnTo>
                  <a:pt x="21600" y="19418"/>
                </a:lnTo>
                <a:lnTo>
                  <a:pt x="21600" y="3927"/>
                </a:lnTo>
                <a:lnTo>
                  <a:pt x="20983" y="3709"/>
                </a:lnTo>
                <a:lnTo>
                  <a:pt x="20674" y="3273"/>
                </a:lnTo>
                <a:lnTo>
                  <a:pt x="20057" y="3273"/>
                </a:lnTo>
                <a:close/>
                <a:moveTo>
                  <a:pt x="3086" y="19418"/>
                </a:moveTo>
                <a:lnTo>
                  <a:pt x="3086" y="5455"/>
                </a:lnTo>
                <a:lnTo>
                  <a:pt x="7097" y="5455"/>
                </a:lnTo>
                <a:lnTo>
                  <a:pt x="7714" y="5018"/>
                </a:lnTo>
                <a:lnTo>
                  <a:pt x="7714" y="2182"/>
                </a:lnTo>
                <a:lnTo>
                  <a:pt x="13886" y="2182"/>
                </a:lnTo>
                <a:lnTo>
                  <a:pt x="13886" y="5018"/>
                </a:lnTo>
                <a:lnTo>
                  <a:pt x="14503" y="5455"/>
                </a:lnTo>
                <a:lnTo>
                  <a:pt x="18514" y="5455"/>
                </a:lnTo>
                <a:lnTo>
                  <a:pt x="18514" y="19418"/>
                </a:lnTo>
                <a:lnTo>
                  <a:pt x="3086" y="194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49"/>
          <p:cNvSpPr/>
          <p:nvPr/>
        </p:nvSpPr>
        <p:spPr>
          <a:xfrm>
            <a:off x="2544234" y="7353301"/>
            <a:ext cx="165078" cy="203202"/>
          </a:xfrm>
          <a:custGeom>
            <a:rect b="b" l="l" r="r" t="t"/>
            <a:pathLst>
              <a:path extrusionOk="0" h="21600" w="21600">
                <a:moveTo>
                  <a:pt x="13500" y="0"/>
                </a:moveTo>
                <a:lnTo>
                  <a:pt x="0" y="13224"/>
                </a:lnTo>
                <a:lnTo>
                  <a:pt x="8100" y="13224"/>
                </a:lnTo>
                <a:lnTo>
                  <a:pt x="8100" y="21600"/>
                </a:lnTo>
                <a:lnTo>
                  <a:pt x="21600" y="8816"/>
                </a:lnTo>
                <a:lnTo>
                  <a:pt x="13500" y="8816"/>
                </a:lnTo>
                <a:lnTo>
                  <a:pt x="135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49"/>
          <p:cNvSpPr/>
          <p:nvPr/>
        </p:nvSpPr>
        <p:spPr>
          <a:xfrm>
            <a:off x="1477434" y="7226301"/>
            <a:ext cx="292086" cy="419094"/>
          </a:xfrm>
          <a:custGeom>
            <a:rect b="b" l="l" r="r" t="t"/>
            <a:pathLst>
              <a:path extrusionOk="0" h="21600" w="21600">
                <a:moveTo>
                  <a:pt x="20035" y="3273"/>
                </a:moveTo>
                <a:lnTo>
                  <a:pt x="16904" y="3273"/>
                </a:lnTo>
                <a:lnTo>
                  <a:pt x="16904" y="655"/>
                </a:lnTo>
                <a:lnTo>
                  <a:pt x="15965" y="0"/>
                </a:lnTo>
                <a:lnTo>
                  <a:pt x="5322" y="0"/>
                </a:lnTo>
                <a:lnTo>
                  <a:pt x="5009" y="436"/>
                </a:lnTo>
                <a:lnTo>
                  <a:pt x="4383" y="655"/>
                </a:lnTo>
                <a:lnTo>
                  <a:pt x="4383" y="3273"/>
                </a:lnTo>
                <a:lnTo>
                  <a:pt x="626" y="3273"/>
                </a:lnTo>
                <a:lnTo>
                  <a:pt x="313" y="3709"/>
                </a:lnTo>
                <a:lnTo>
                  <a:pt x="0" y="3927"/>
                </a:lnTo>
                <a:lnTo>
                  <a:pt x="0" y="19418"/>
                </a:lnTo>
                <a:lnTo>
                  <a:pt x="626" y="21164"/>
                </a:lnTo>
                <a:lnTo>
                  <a:pt x="3130" y="21600"/>
                </a:lnTo>
                <a:lnTo>
                  <a:pt x="18470" y="21600"/>
                </a:lnTo>
                <a:lnTo>
                  <a:pt x="19722" y="21382"/>
                </a:lnTo>
                <a:lnTo>
                  <a:pt x="20661" y="21164"/>
                </a:lnTo>
                <a:lnTo>
                  <a:pt x="20974" y="20291"/>
                </a:lnTo>
                <a:lnTo>
                  <a:pt x="21600" y="19418"/>
                </a:lnTo>
                <a:lnTo>
                  <a:pt x="21600" y="3927"/>
                </a:lnTo>
                <a:lnTo>
                  <a:pt x="20974" y="3709"/>
                </a:lnTo>
                <a:lnTo>
                  <a:pt x="20661" y="3273"/>
                </a:lnTo>
                <a:lnTo>
                  <a:pt x="20035" y="3273"/>
                </a:lnTo>
                <a:close/>
                <a:moveTo>
                  <a:pt x="5948" y="5455"/>
                </a:moveTo>
                <a:lnTo>
                  <a:pt x="6887" y="5455"/>
                </a:lnTo>
                <a:lnTo>
                  <a:pt x="7513" y="5018"/>
                </a:lnTo>
                <a:lnTo>
                  <a:pt x="7513" y="2182"/>
                </a:lnTo>
                <a:lnTo>
                  <a:pt x="13774" y="2182"/>
                </a:lnTo>
                <a:lnTo>
                  <a:pt x="13774" y="5018"/>
                </a:lnTo>
                <a:lnTo>
                  <a:pt x="14087" y="5236"/>
                </a:lnTo>
                <a:lnTo>
                  <a:pt x="14713" y="5455"/>
                </a:lnTo>
                <a:lnTo>
                  <a:pt x="18470" y="5455"/>
                </a:lnTo>
                <a:lnTo>
                  <a:pt x="18470" y="15273"/>
                </a:lnTo>
                <a:lnTo>
                  <a:pt x="3130" y="15273"/>
                </a:lnTo>
                <a:lnTo>
                  <a:pt x="3130" y="5455"/>
                </a:lnTo>
                <a:lnTo>
                  <a:pt x="5948" y="5455"/>
                </a:lnTo>
                <a:close/>
                <a:moveTo>
                  <a:pt x="3130" y="19418"/>
                </a:moveTo>
                <a:lnTo>
                  <a:pt x="3130" y="17236"/>
                </a:lnTo>
                <a:lnTo>
                  <a:pt x="18470" y="17236"/>
                </a:lnTo>
                <a:lnTo>
                  <a:pt x="18470" y="19418"/>
                </a:lnTo>
                <a:lnTo>
                  <a:pt x="3130" y="194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49"/>
          <p:cNvSpPr/>
          <p:nvPr/>
        </p:nvSpPr>
        <p:spPr>
          <a:xfrm>
            <a:off x="3420533" y="7226301"/>
            <a:ext cx="330210" cy="419094"/>
          </a:xfrm>
          <a:custGeom>
            <a:rect b="b" l="l" r="r" t="t"/>
            <a:pathLst>
              <a:path extrusionOk="0" h="21600" w="21600">
                <a:moveTo>
                  <a:pt x="13671" y="19418"/>
                </a:moveTo>
                <a:lnTo>
                  <a:pt x="2734" y="19418"/>
                </a:lnTo>
                <a:lnTo>
                  <a:pt x="2734" y="18327"/>
                </a:lnTo>
                <a:lnTo>
                  <a:pt x="13671" y="18327"/>
                </a:lnTo>
                <a:lnTo>
                  <a:pt x="13671" y="16145"/>
                </a:lnTo>
                <a:lnTo>
                  <a:pt x="2734" y="16145"/>
                </a:lnTo>
                <a:lnTo>
                  <a:pt x="2734" y="5455"/>
                </a:lnTo>
                <a:lnTo>
                  <a:pt x="19139" y="5455"/>
                </a:lnTo>
                <a:lnTo>
                  <a:pt x="19139" y="6545"/>
                </a:lnTo>
                <a:lnTo>
                  <a:pt x="21600" y="6545"/>
                </a:lnTo>
                <a:lnTo>
                  <a:pt x="21600" y="2182"/>
                </a:lnTo>
                <a:lnTo>
                  <a:pt x="21327" y="1527"/>
                </a:lnTo>
                <a:lnTo>
                  <a:pt x="21053" y="655"/>
                </a:lnTo>
                <a:lnTo>
                  <a:pt x="19959" y="436"/>
                </a:lnTo>
                <a:lnTo>
                  <a:pt x="19139" y="0"/>
                </a:lnTo>
                <a:lnTo>
                  <a:pt x="2734" y="0"/>
                </a:lnTo>
                <a:lnTo>
                  <a:pt x="1914" y="436"/>
                </a:lnTo>
                <a:lnTo>
                  <a:pt x="820" y="655"/>
                </a:lnTo>
                <a:lnTo>
                  <a:pt x="547" y="1527"/>
                </a:lnTo>
                <a:lnTo>
                  <a:pt x="0" y="2182"/>
                </a:lnTo>
                <a:lnTo>
                  <a:pt x="0" y="19418"/>
                </a:lnTo>
                <a:lnTo>
                  <a:pt x="547" y="20291"/>
                </a:lnTo>
                <a:lnTo>
                  <a:pt x="820" y="21164"/>
                </a:lnTo>
                <a:lnTo>
                  <a:pt x="1914" y="21382"/>
                </a:lnTo>
                <a:lnTo>
                  <a:pt x="2734" y="21600"/>
                </a:lnTo>
                <a:lnTo>
                  <a:pt x="13671" y="21600"/>
                </a:lnTo>
                <a:lnTo>
                  <a:pt x="13671" y="19418"/>
                </a:lnTo>
                <a:close/>
                <a:moveTo>
                  <a:pt x="2734" y="2182"/>
                </a:moveTo>
                <a:lnTo>
                  <a:pt x="19139" y="2182"/>
                </a:lnTo>
                <a:lnTo>
                  <a:pt x="19139" y="3273"/>
                </a:lnTo>
                <a:lnTo>
                  <a:pt x="2734" y="3273"/>
                </a:lnTo>
                <a:lnTo>
                  <a:pt x="2734" y="218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49"/>
          <p:cNvSpPr/>
          <p:nvPr/>
        </p:nvSpPr>
        <p:spPr>
          <a:xfrm>
            <a:off x="3674533" y="7391400"/>
            <a:ext cx="165078" cy="254016"/>
          </a:xfrm>
          <a:custGeom>
            <a:rect b="b" l="l" r="r" t="t"/>
            <a:pathLst>
              <a:path extrusionOk="0" h="21600" w="21600">
                <a:moveTo>
                  <a:pt x="16062" y="0"/>
                </a:moveTo>
                <a:lnTo>
                  <a:pt x="5538" y="0"/>
                </a:lnTo>
                <a:lnTo>
                  <a:pt x="1108" y="732"/>
                </a:lnTo>
                <a:lnTo>
                  <a:pt x="0" y="3661"/>
                </a:lnTo>
                <a:lnTo>
                  <a:pt x="0" y="17939"/>
                </a:lnTo>
                <a:lnTo>
                  <a:pt x="1108" y="20868"/>
                </a:lnTo>
                <a:lnTo>
                  <a:pt x="5538" y="21600"/>
                </a:lnTo>
                <a:lnTo>
                  <a:pt x="16062" y="21600"/>
                </a:lnTo>
                <a:lnTo>
                  <a:pt x="20492" y="20868"/>
                </a:lnTo>
                <a:lnTo>
                  <a:pt x="21600" y="17939"/>
                </a:lnTo>
                <a:lnTo>
                  <a:pt x="21600" y="3661"/>
                </a:lnTo>
                <a:lnTo>
                  <a:pt x="20492" y="732"/>
                </a:lnTo>
                <a:lnTo>
                  <a:pt x="16062" y="0"/>
                </a:lnTo>
                <a:close/>
                <a:moveTo>
                  <a:pt x="16062" y="3661"/>
                </a:moveTo>
                <a:lnTo>
                  <a:pt x="16062" y="12447"/>
                </a:lnTo>
                <a:lnTo>
                  <a:pt x="5538" y="12447"/>
                </a:lnTo>
                <a:lnTo>
                  <a:pt x="5538" y="3661"/>
                </a:lnTo>
                <a:lnTo>
                  <a:pt x="16062" y="3661"/>
                </a:lnTo>
                <a:close/>
                <a:moveTo>
                  <a:pt x="5538" y="17939"/>
                </a:moveTo>
                <a:lnTo>
                  <a:pt x="5538" y="16108"/>
                </a:lnTo>
                <a:lnTo>
                  <a:pt x="16062" y="16108"/>
                </a:lnTo>
                <a:lnTo>
                  <a:pt x="16062" y="17939"/>
                </a:lnTo>
                <a:lnTo>
                  <a:pt x="5538" y="1793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1" name="Google Shape;1091;p49"/>
          <p:cNvGrpSpPr/>
          <p:nvPr/>
        </p:nvGrpSpPr>
        <p:grpSpPr>
          <a:xfrm>
            <a:off x="5465233" y="7188198"/>
            <a:ext cx="347112" cy="495288"/>
            <a:chOff x="-1" y="-1"/>
            <a:chExt cx="347112" cy="495288"/>
          </a:xfrm>
        </p:grpSpPr>
        <p:sp>
          <p:nvSpPr>
            <p:cNvPr id="1092" name="Google Shape;1092;p49"/>
            <p:cNvSpPr/>
            <p:nvPr/>
          </p:nvSpPr>
          <p:spPr>
            <a:xfrm>
              <a:off x="-1" y="-1"/>
              <a:ext cx="347112" cy="495288"/>
            </a:xfrm>
            <a:custGeom>
              <a:rect b="b" l="l" r="r" t="t"/>
              <a:pathLst>
                <a:path extrusionOk="0" h="21600" w="21600">
                  <a:moveTo>
                    <a:pt x="18046" y="5492"/>
                  </a:moveTo>
                  <a:lnTo>
                    <a:pt x="15858" y="0"/>
                  </a:lnTo>
                  <a:lnTo>
                    <a:pt x="5742" y="0"/>
                  </a:lnTo>
                  <a:lnTo>
                    <a:pt x="3281" y="5492"/>
                  </a:lnTo>
                  <a:lnTo>
                    <a:pt x="1914" y="6773"/>
                  </a:lnTo>
                  <a:lnTo>
                    <a:pt x="1094" y="7871"/>
                  </a:lnTo>
                  <a:lnTo>
                    <a:pt x="273" y="9153"/>
                  </a:lnTo>
                  <a:lnTo>
                    <a:pt x="0" y="10800"/>
                  </a:lnTo>
                  <a:lnTo>
                    <a:pt x="273" y="12264"/>
                  </a:lnTo>
                  <a:lnTo>
                    <a:pt x="1094" y="13729"/>
                  </a:lnTo>
                  <a:lnTo>
                    <a:pt x="1914" y="14827"/>
                  </a:lnTo>
                  <a:lnTo>
                    <a:pt x="3281" y="15925"/>
                  </a:lnTo>
                  <a:lnTo>
                    <a:pt x="5742" y="21600"/>
                  </a:lnTo>
                  <a:lnTo>
                    <a:pt x="15858" y="21600"/>
                  </a:lnTo>
                  <a:lnTo>
                    <a:pt x="18046" y="15925"/>
                  </a:lnTo>
                  <a:lnTo>
                    <a:pt x="19413" y="14827"/>
                  </a:lnTo>
                  <a:lnTo>
                    <a:pt x="20506" y="13729"/>
                  </a:lnTo>
                  <a:lnTo>
                    <a:pt x="21327" y="12264"/>
                  </a:lnTo>
                  <a:lnTo>
                    <a:pt x="21600" y="10800"/>
                  </a:lnTo>
                  <a:lnTo>
                    <a:pt x="21327" y="9153"/>
                  </a:lnTo>
                  <a:lnTo>
                    <a:pt x="20506" y="7871"/>
                  </a:lnTo>
                  <a:lnTo>
                    <a:pt x="19413" y="6773"/>
                  </a:lnTo>
                  <a:lnTo>
                    <a:pt x="18046" y="5492"/>
                  </a:lnTo>
                  <a:close/>
                  <a:moveTo>
                    <a:pt x="7656" y="1647"/>
                  </a:moveTo>
                  <a:lnTo>
                    <a:pt x="13671" y="1647"/>
                  </a:lnTo>
                  <a:lnTo>
                    <a:pt x="14765" y="4027"/>
                  </a:lnTo>
                  <a:lnTo>
                    <a:pt x="12851" y="3844"/>
                  </a:lnTo>
                  <a:lnTo>
                    <a:pt x="10663" y="3478"/>
                  </a:lnTo>
                  <a:lnTo>
                    <a:pt x="8749" y="3844"/>
                  </a:lnTo>
                  <a:lnTo>
                    <a:pt x="6835" y="4027"/>
                  </a:lnTo>
                  <a:lnTo>
                    <a:pt x="7656" y="1647"/>
                  </a:lnTo>
                  <a:close/>
                  <a:moveTo>
                    <a:pt x="13671" y="19769"/>
                  </a:moveTo>
                  <a:lnTo>
                    <a:pt x="7656" y="19769"/>
                  </a:lnTo>
                  <a:lnTo>
                    <a:pt x="6835" y="17573"/>
                  </a:lnTo>
                  <a:lnTo>
                    <a:pt x="10663" y="17939"/>
                  </a:lnTo>
                  <a:lnTo>
                    <a:pt x="12851" y="17756"/>
                  </a:lnTo>
                  <a:lnTo>
                    <a:pt x="14765" y="17573"/>
                  </a:lnTo>
                  <a:lnTo>
                    <a:pt x="13671" y="19769"/>
                  </a:lnTo>
                  <a:close/>
                  <a:moveTo>
                    <a:pt x="10663" y="16108"/>
                  </a:moveTo>
                  <a:lnTo>
                    <a:pt x="9023" y="16108"/>
                  </a:lnTo>
                  <a:lnTo>
                    <a:pt x="7656" y="15742"/>
                  </a:lnTo>
                  <a:lnTo>
                    <a:pt x="4922" y="14644"/>
                  </a:lnTo>
                  <a:lnTo>
                    <a:pt x="3281" y="12814"/>
                  </a:lnTo>
                  <a:lnTo>
                    <a:pt x="2734" y="11898"/>
                  </a:lnTo>
                  <a:lnTo>
                    <a:pt x="2734" y="9702"/>
                  </a:lnTo>
                  <a:lnTo>
                    <a:pt x="3281" y="8786"/>
                  </a:lnTo>
                  <a:lnTo>
                    <a:pt x="4922" y="6956"/>
                  </a:lnTo>
                  <a:lnTo>
                    <a:pt x="6289" y="6224"/>
                  </a:lnTo>
                  <a:lnTo>
                    <a:pt x="7656" y="5858"/>
                  </a:lnTo>
                  <a:lnTo>
                    <a:pt x="9023" y="5308"/>
                  </a:lnTo>
                  <a:lnTo>
                    <a:pt x="12577" y="5308"/>
                  </a:lnTo>
                  <a:lnTo>
                    <a:pt x="13671" y="5858"/>
                  </a:lnTo>
                  <a:lnTo>
                    <a:pt x="15038" y="6224"/>
                  </a:lnTo>
                  <a:lnTo>
                    <a:pt x="16405" y="6956"/>
                  </a:lnTo>
                  <a:lnTo>
                    <a:pt x="17499" y="7871"/>
                  </a:lnTo>
                  <a:lnTo>
                    <a:pt x="18046" y="8786"/>
                  </a:lnTo>
                  <a:lnTo>
                    <a:pt x="18866" y="9702"/>
                  </a:lnTo>
                  <a:lnTo>
                    <a:pt x="18866" y="11898"/>
                  </a:lnTo>
                  <a:lnTo>
                    <a:pt x="18046" y="12814"/>
                  </a:lnTo>
                  <a:lnTo>
                    <a:pt x="17499" y="13729"/>
                  </a:lnTo>
                  <a:lnTo>
                    <a:pt x="16405" y="14644"/>
                  </a:lnTo>
                  <a:lnTo>
                    <a:pt x="13671" y="15742"/>
                  </a:lnTo>
                  <a:lnTo>
                    <a:pt x="12577" y="16108"/>
                  </a:lnTo>
                  <a:lnTo>
                    <a:pt x="10663" y="16108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49"/>
            <p:cNvSpPr/>
            <p:nvPr/>
          </p:nvSpPr>
          <p:spPr>
            <a:xfrm>
              <a:off x="115715" y="177799"/>
              <a:ext cx="115722" cy="127008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10428" y="0"/>
                  </a:lnTo>
                  <a:lnTo>
                    <a:pt x="21600" y="21600"/>
                  </a:lnTo>
                  <a:lnTo>
                    <a:pt x="10428" y="144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4" name="Google Shape;1094;p49"/>
          <p:cNvSpPr/>
          <p:nvPr/>
        </p:nvSpPr>
        <p:spPr>
          <a:xfrm>
            <a:off x="4677834" y="7416800"/>
            <a:ext cx="165078" cy="266706"/>
          </a:xfrm>
          <a:custGeom>
            <a:rect b="b" l="l" r="r" t="t"/>
            <a:pathLst>
              <a:path extrusionOk="0" h="21600" w="21600">
                <a:moveTo>
                  <a:pt x="8100" y="0"/>
                </a:moveTo>
                <a:lnTo>
                  <a:pt x="16200" y="5063"/>
                </a:lnTo>
                <a:lnTo>
                  <a:pt x="16200" y="13162"/>
                </a:lnTo>
                <a:lnTo>
                  <a:pt x="21600" y="21600"/>
                </a:lnTo>
                <a:lnTo>
                  <a:pt x="8100" y="21600"/>
                </a:lnTo>
                <a:lnTo>
                  <a:pt x="8100" y="14850"/>
                </a:lnTo>
                <a:lnTo>
                  <a:pt x="0" y="9787"/>
                </a:lnTo>
                <a:lnTo>
                  <a:pt x="2700" y="8438"/>
                </a:lnTo>
                <a:lnTo>
                  <a:pt x="8100" y="9787"/>
                </a:lnTo>
                <a:lnTo>
                  <a:pt x="81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49"/>
          <p:cNvSpPr/>
          <p:nvPr/>
        </p:nvSpPr>
        <p:spPr>
          <a:xfrm>
            <a:off x="4512733" y="7366000"/>
            <a:ext cx="203202" cy="292086"/>
          </a:xfrm>
          <a:custGeom>
            <a:rect b="b" l="l" r="r" t="t"/>
            <a:pathLst>
              <a:path extrusionOk="0" h="21600" w="21600">
                <a:moveTo>
                  <a:pt x="17192" y="21600"/>
                </a:moveTo>
                <a:lnTo>
                  <a:pt x="4408" y="21600"/>
                </a:lnTo>
                <a:lnTo>
                  <a:pt x="882" y="20974"/>
                </a:lnTo>
                <a:lnTo>
                  <a:pt x="0" y="18470"/>
                </a:lnTo>
                <a:lnTo>
                  <a:pt x="0" y="3130"/>
                </a:lnTo>
                <a:lnTo>
                  <a:pt x="882" y="626"/>
                </a:lnTo>
                <a:lnTo>
                  <a:pt x="4408" y="0"/>
                </a:lnTo>
                <a:lnTo>
                  <a:pt x="17192" y="0"/>
                </a:lnTo>
                <a:lnTo>
                  <a:pt x="20718" y="626"/>
                </a:lnTo>
                <a:lnTo>
                  <a:pt x="21600" y="3130"/>
                </a:lnTo>
                <a:lnTo>
                  <a:pt x="21600" y="9391"/>
                </a:lnTo>
                <a:lnTo>
                  <a:pt x="17192" y="9391"/>
                </a:lnTo>
                <a:lnTo>
                  <a:pt x="17192" y="3130"/>
                </a:lnTo>
                <a:lnTo>
                  <a:pt x="4408" y="3130"/>
                </a:lnTo>
                <a:lnTo>
                  <a:pt x="4408" y="18470"/>
                </a:lnTo>
                <a:lnTo>
                  <a:pt x="17192" y="18470"/>
                </a:lnTo>
                <a:lnTo>
                  <a:pt x="17192" y="16904"/>
                </a:lnTo>
                <a:lnTo>
                  <a:pt x="21600" y="16904"/>
                </a:lnTo>
                <a:lnTo>
                  <a:pt x="21600" y="18470"/>
                </a:lnTo>
                <a:lnTo>
                  <a:pt x="20718" y="20974"/>
                </a:lnTo>
                <a:lnTo>
                  <a:pt x="17192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49"/>
          <p:cNvSpPr/>
          <p:nvPr/>
        </p:nvSpPr>
        <p:spPr>
          <a:xfrm>
            <a:off x="4449234" y="7188200"/>
            <a:ext cx="330210" cy="88884"/>
          </a:xfrm>
          <a:custGeom>
            <a:rect b="b" l="l" r="r" t="t"/>
            <a:pathLst>
              <a:path extrusionOk="0" h="21600" w="21600">
                <a:moveTo>
                  <a:pt x="2525" y="21600"/>
                </a:moveTo>
                <a:lnTo>
                  <a:pt x="0" y="15965"/>
                </a:lnTo>
                <a:lnTo>
                  <a:pt x="2525" y="8452"/>
                </a:lnTo>
                <a:lnTo>
                  <a:pt x="5049" y="4696"/>
                </a:lnTo>
                <a:lnTo>
                  <a:pt x="7855" y="939"/>
                </a:lnTo>
                <a:lnTo>
                  <a:pt x="10940" y="0"/>
                </a:lnTo>
                <a:lnTo>
                  <a:pt x="14026" y="939"/>
                </a:lnTo>
                <a:lnTo>
                  <a:pt x="16831" y="4696"/>
                </a:lnTo>
                <a:lnTo>
                  <a:pt x="19075" y="8452"/>
                </a:lnTo>
                <a:lnTo>
                  <a:pt x="21600" y="15965"/>
                </a:lnTo>
                <a:lnTo>
                  <a:pt x="19075" y="21600"/>
                </a:lnTo>
                <a:lnTo>
                  <a:pt x="15709" y="12209"/>
                </a:lnTo>
                <a:lnTo>
                  <a:pt x="13184" y="10330"/>
                </a:lnTo>
                <a:lnTo>
                  <a:pt x="10940" y="8452"/>
                </a:lnTo>
                <a:lnTo>
                  <a:pt x="8416" y="10330"/>
                </a:lnTo>
                <a:lnTo>
                  <a:pt x="6452" y="12209"/>
                </a:lnTo>
                <a:lnTo>
                  <a:pt x="4208" y="16904"/>
                </a:lnTo>
                <a:lnTo>
                  <a:pt x="2525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49"/>
          <p:cNvSpPr/>
          <p:nvPr/>
        </p:nvSpPr>
        <p:spPr>
          <a:xfrm>
            <a:off x="4512733" y="7264400"/>
            <a:ext cx="203202" cy="76194"/>
          </a:xfrm>
          <a:custGeom>
            <a:rect b="b" l="l" r="r" t="t"/>
            <a:pathLst>
              <a:path extrusionOk="0" h="21600" w="21600">
                <a:moveTo>
                  <a:pt x="18383" y="21600"/>
                </a:moveTo>
                <a:lnTo>
                  <a:pt x="16545" y="18000"/>
                </a:lnTo>
                <a:lnTo>
                  <a:pt x="14706" y="15600"/>
                </a:lnTo>
                <a:lnTo>
                  <a:pt x="13328" y="12000"/>
                </a:lnTo>
                <a:lnTo>
                  <a:pt x="8732" y="12000"/>
                </a:lnTo>
                <a:lnTo>
                  <a:pt x="6894" y="15600"/>
                </a:lnTo>
                <a:lnTo>
                  <a:pt x="5055" y="18000"/>
                </a:lnTo>
                <a:lnTo>
                  <a:pt x="3677" y="21600"/>
                </a:lnTo>
                <a:lnTo>
                  <a:pt x="0" y="15600"/>
                </a:lnTo>
                <a:lnTo>
                  <a:pt x="2298" y="9600"/>
                </a:lnTo>
                <a:lnTo>
                  <a:pt x="4596" y="4800"/>
                </a:lnTo>
                <a:lnTo>
                  <a:pt x="11030" y="0"/>
                </a:lnTo>
                <a:lnTo>
                  <a:pt x="14247" y="2400"/>
                </a:lnTo>
                <a:lnTo>
                  <a:pt x="17004" y="4800"/>
                </a:lnTo>
                <a:lnTo>
                  <a:pt x="19302" y="9600"/>
                </a:lnTo>
                <a:lnTo>
                  <a:pt x="21600" y="15600"/>
                </a:lnTo>
                <a:lnTo>
                  <a:pt x="18383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49"/>
          <p:cNvSpPr/>
          <p:nvPr/>
        </p:nvSpPr>
        <p:spPr>
          <a:xfrm>
            <a:off x="4588933" y="7531101"/>
            <a:ext cx="50814" cy="50814"/>
          </a:xfrm>
          <a:custGeom>
            <a:rect b="b" l="l" r="r" t="t"/>
            <a:pathLst>
              <a:path extrusionOk="0" h="21600" w="21600">
                <a:moveTo>
                  <a:pt x="21600" y="9969"/>
                </a:moveTo>
                <a:lnTo>
                  <a:pt x="21600" y="14954"/>
                </a:lnTo>
                <a:lnTo>
                  <a:pt x="19938" y="18277"/>
                </a:lnTo>
                <a:lnTo>
                  <a:pt x="14954" y="21600"/>
                </a:lnTo>
                <a:lnTo>
                  <a:pt x="6646" y="21600"/>
                </a:lnTo>
                <a:lnTo>
                  <a:pt x="0" y="14954"/>
                </a:lnTo>
                <a:lnTo>
                  <a:pt x="0" y="6646"/>
                </a:lnTo>
                <a:lnTo>
                  <a:pt x="3323" y="1662"/>
                </a:lnTo>
                <a:lnTo>
                  <a:pt x="6646" y="0"/>
                </a:lnTo>
                <a:lnTo>
                  <a:pt x="14954" y="0"/>
                </a:lnTo>
                <a:lnTo>
                  <a:pt x="19938" y="1662"/>
                </a:lnTo>
                <a:lnTo>
                  <a:pt x="21600" y="6646"/>
                </a:lnTo>
                <a:lnTo>
                  <a:pt x="21600" y="996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49"/>
          <p:cNvSpPr/>
          <p:nvPr/>
        </p:nvSpPr>
        <p:spPr>
          <a:xfrm>
            <a:off x="4588933" y="7442200"/>
            <a:ext cx="50814" cy="63504"/>
          </a:xfrm>
          <a:custGeom>
            <a:rect b="b" l="l" r="r" t="t"/>
            <a:pathLst>
              <a:path extrusionOk="0" h="21600" w="21600">
                <a:moveTo>
                  <a:pt x="21600" y="11631"/>
                </a:moveTo>
                <a:lnTo>
                  <a:pt x="21600" y="14954"/>
                </a:lnTo>
                <a:lnTo>
                  <a:pt x="19938" y="19938"/>
                </a:lnTo>
                <a:lnTo>
                  <a:pt x="14954" y="21600"/>
                </a:lnTo>
                <a:lnTo>
                  <a:pt x="6646" y="21600"/>
                </a:lnTo>
                <a:lnTo>
                  <a:pt x="3323" y="19938"/>
                </a:lnTo>
                <a:lnTo>
                  <a:pt x="0" y="14954"/>
                </a:lnTo>
                <a:lnTo>
                  <a:pt x="0" y="6646"/>
                </a:lnTo>
                <a:lnTo>
                  <a:pt x="6646" y="0"/>
                </a:lnTo>
                <a:lnTo>
                  <a:pt x="14954" y="0"/>
                </a:lnTo>
                <a:lnTo>
                  <a:pt x="19938" y="3323"/>
                </a:lnTo>
                <a:lnTo>
                  <a:pt x="21600" y="6646"/>
                </a:lnTo>
                <a:lnTo>
                  <a:pt x="21600" y="1163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49"/>
          <p:cNvSpPr/>
          <p:nvPr/>
        </p:nvSpPr>
        <p:spPr>
          <a:xfrm>
            <a:off x="6472768" y="7302501"/>
            <a:ext cx="355590" cy="254016"/>
          </a:xfrm>
          <a:custGeom>
            <a:rect b="b" l="l" r="r" t="t"/>
            <a:pathLst>
              <a:path extrusionOk="0" h="21600" w="21600">
                <a:moveTo>
                  <a:pt x="20829" y="4027"/>
                </a:moveTo>
                <a:lnTo>
                  <a:pt x="20314" y="3661"/>
                </a:lnTo>
                <a:lnTo>
                  <a:pt x="19543" y="3661"/>
                </a:lnTo>
                <a:lnTo>
                  <a:pt x="16457" y="6224"/>
                </a:lnTo>
                <a:lnTo>
                  <a:pt x="16457" y="3661"/>
                </a:lnTo>
                <a:lnTo>
                  <a:pt x="16200" y="2197"/>
                </a:lnTo>
                <a:lnTo>
                  <a:pt x="15686" y="1098"/>
                </a:lnTo>
                <a:lnTo>
                  <a:pt x="14914" y="366"/>
                </a:lnTo>
                <a:lnTo>
                  <a:pt x="13886" y="0"/>
                </a:lnTo>
                <a:lnTo>
                  <a:pt x="2571" y="0"/>
                </a:lnTo>
                <a:lnTo>
                  <a:pt x="1543" y="366"/>
                </a:lnTo>
                <a:lnTo>
                  <a:pt x="514" y="1098"/>
                </a:lnTo>
                <a:lnTo>
                  <a:pt x="257" y="2197"/>
                </a:lnTo>
                <a:lnTo>
                  <a:pt x="0" y="3661"/>
                </a:lnTo>
                <a:lnTo>
                  <a:pt x="0" y="18305"/>
                </a:lnTo>
                <a:lnTo>
                  <a:pt x="257" y="19403"/>
                </a:lnTo>
                <a:lnTo>
                  <a:pt x="514" y="20868"/>
                </a:lnTo>
                <a:lnTo>
                  <a:pt x="2571" y="21600"/>
                </a:lnTo>
                <a:lnTo>
                  <a:pt x="13886" y="21600"/>
                </a:lnTo>
                <a:lnTo>
                  <a:pt x="14914" y="21234"/>
                </a:lnTo>
                <a:lnTo>
                  <a:pt x="15686" y="20868"/>
                </a:lnTo>
                <a:lnTo>
                  <a:pt x="16200" y="19403"/>
                </a:lnTo>
                <a:lnTo>
                  <a:pt x="16457" y="18305"/>
                </a:lnTo>
                <a:lnTo>
                  <a:pt x="16457" y="15376"/>
                </a:lnTo>
                <a:lnTo>
                  <a:pt x="19543" y="18305"/>
                </a:lnTo>
                <a:lnTo>
                  <a:pt x="20314" y="18305"/>
                </a:lnTo>
                <a:lnTo>
                  <a:pt x="21600" y="16475"/>
                </a:lnTo>
                <a:lnTo>
                  <a:pt x="21600" y="5492"/>
                </a:lnTo>
                <a:lnTo>
                  <a:pt x="21086" y="4759"/>
                </a:lnTo>
                <a:lnTo>
                  <a:pt x="20829" y="4027"/>
                </a:lnTo>
                <a:close/>
                <a:moveTo>
                  <a:pt x="13886" y="18305"/>
                </a:moveTo>
                <a:lnTo>
                  <a:pt x="2571" y="18305"/>
                </a:lnTo>
                <a:lnTo>
                  <a:pt x="2571" y="3661"/>
                </a:lnTo>
                <a:lnTo>
                  <a:pt x="13886" y="3661"/>
                </a:lnTo>
                <a:lnTo>
                  <a:pt x="13886" y="18305"/>
                </a:lnTo>
                <a:close/>
                <a:moveTo>
                  <a:pt x="19029" y="13546"/>
                </a:moveTo>
                <a:lnTo>
                  <a:pt x="16457" y="11715"/>
                </a:lnTo>
                <a:lnTo>
                  <a:pt x="16457" y="9885"/>
                </a:lnTo>
                <a:lnTo>
                  <a:pt x="19029" y="8054"/>
                </a:lnTo>
                <a:lnTo>
                  <a:pt x="19029" y="1354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49"/>
          <p:cNvSpPr/>
          <p:nvPr/>
        </p:nvSpPr>
        <p:spPr>
          <a:xfrm>
            <a:off x="7437967" y="7226301"/>
            <a:ext cx="330210" cy="457218"/>
          </a:xfrm>
          <a:custGeom>
            <a:rect b="b" l="l" r="r" t="t"/>
            <a:pathLst>
              <a:path extrusionOk="0" h="21600" w="21600">
                <a:moveTo>
                  <a:pt x="18866" y="15655"/>
                </a:moveTo>
                <a:lnTo>
                  <a:pt x="2461" y="15655"/>
                </a:lnTo>
                <a:lnTo>
                  <a:pt x="2461" y="5945"/>
                </a:lnTo>
                <a:lnTo>
                  <a:pt x="13397" y="5945"/>
                </a:lnTo>
                <a:lnTo>
                  <a:pt x="13397" y="3963"/>
                </a:lnTo>
                <a:lnTo>
                  <a:pt x="2461" y="3963"/>
                </a:lnTo>
                <a:lnTo>
                  <a:pt x="2461" y="1982"/>
                </a:lnTo>
                <a:lnTo>
                  <a:pt x="13397" y="1982"/>
                </a:lnTo>
                <a:lnTo>
                  <a:pt x="13397" y="0"/>
                </a:lnTo>
                <a:lnTo>
                  <a:pt x="2461" y="0"/>
                </a:lnTo>
                <a:lnTo>
                  <a:pt x="1641" y="396"/>
                </a:lnTo>
                <a:lnTo>
                  <a:pt x="547" y="594"/>
                </a:lnTo>
                <a:lnTo>
                  <a:pt x="273" y="1387"/>
                </a:lnTo>
                <a:lnTo>
                  <a:pt x="0" y="1982"/>
                </a:lnTo>
                <a:lnTo>
                  <a:pt x="0" y="19618"/>
                </a:lnTo>
                <a:lnTo>
                  <a:pt x="273" y="20411"/>
                </a:lnTo>
                <a:lnTo>
                  <a:pt x="547" y="21006"/>
                </a:lnTo>
                <a:lnTo>
                  <a:pt x="1641" y="21402"/>
                </a:lnTo>
                <a:lnTo>
                  <a:pt x="2461" y="21600"/>
                </a:lnTo>
                <a:lnTo>
                  <a:pt x="18866" y="21600"/>
                </a:lnTo>
                <a:lnTo>
                  <a:pt x="19686" y="21402"/>
                </a:lnTo>
                <a:lnTo>
                  <a:pt x="20780" y="21006"/>
                </a:lnTo>
                <a:lnTo>
                  <a:pt x="21053" y="20411"/>
                </a:lnTo>
                <a:lnTo>
                  <a:pt x="21600" y="19618"/>
                </a:lnTo>
                <a:lnTo>
                  <a:pt x="21600" y="6936"/>
                </a:lnTo>
                <a:lnTo>
                  <a:pt x="18866" y="6936"/>
                </a:lnTo>
                <a:lnTo>
                  <a:pt x="18866" y="15655"/>
                </a:lnTo>
                <a:close/>
                <a:moveTo>
                  <a:pt x="2461" y="19618"/>
                </a:moveTo>
                <a:lnTo>
                  <a:pt x="2461" y="17637"/>
                </a:lnTo>
                <a:lnTo>
                  <a:pt x="18866" y="17637"/>
                </a:lnTo>
                <a:lnTo>
                  <a:pt x="18866" y="19618"/>
                </a:lnTo>
                <a:lnTo>
                  <a:pt x="2461" y="196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49"/>
          <p:cNvSpPr/>
          <p:nvPr/>
        </p:nvSpPr>
        <p:spPr>
          <a:xfrm>
            <a:off x="7539567" y="7480301"/>
            <a:ext cx="127008" cy="508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1600"/>
                </a:lnTo>
                <a:lnTo>
                  <a:pt x="20880" y="12343"/>
                </a:lnTo>
                <a:lnTo>
                  <a:pt x="18720" y="4629"/>
                </a:lnTo>
                <a:lnTo>
                  <a:pt x="15120" y="1543"/>
                </a:lnTo>
                <a:lnTo>
                  <a:pt x="10800" y="0"/>
                </a:lnTo>
                <a:lnTo>
                  <a:pt x="6480" y="1543"/>
                </a:lnTo>
                <a:lnTo>
                  <a:pt x="2880" y="4629"/>
                </a:lnTo>
                <a:lnTo>
                  <a:pt x="1440" y="12343"/>
                </a:lnTo>
                <a:lnTo>
                  <a:pt x="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49"/>
          <p:cNvSpPr/>
          <p:nvPr/>
        </p:nvSpPr>
        <p:spPr>
          <a:xfrm>
            <a:off x="7564967" y="7366000"/>
            <a:ext cx="76194" cy="8888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0520" y="6480"/>
                </a:lnTo>
                <a:lnTo>
                  <a:pt x="18360" y="2160"/>
                </a:lnTo>
                <a:lnTo>
                  <a:pt x="15120" y="1080"/>
                </a:lnTo>
                <a:lnTo>
                  <a:pt x="10800" y="0"/>
                </a:lnTo>
                <a:lnTo>
                  <a:pt x="6480" y="1080"/>
                </a:lnTo>
                <a:lnTo>
                  <a:pt x="3240" y="2160"/>
                </a:lnTo>
                <a:lnTo>
                  <a:pt x="1080" y="6480"/>
                </a:lnTo>
                <a:lnTo>
                  <a:pt x="0" y="10800"/>
                </a:lnTo>
                <a:lnTo>
                  <a:pt x="1080" y="15120"/>
                </a:lnTo>
                <a:lnTo>
                  <a:pt x="3240" y="18360"/>
                </a:lnTo>
                <a:lnTo>
                  <a:pt x="6480" y="19440"/>
                </a:lnTo>
                <a:lnTo>
                  <a:pt x="10800" y="21600"/>
                </a:lnTo>
                <a:lnTo>
                  <a:pt x="15120" y="19440"/>
                </a:lnTo>
                <a:lnTo>
                  <a:pt x="18360" y="18360"/>
                </a:lnTo>
                <a:lnTo>
                  <a:pt x="20520" y="1512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49"/>
          <p:cNvSpPr/>
          <p:nvPr/>
        </p:nvSpPr>
        <p:spPr>
          <a:xfrm>
            <a:off x="7691967" y="7200901"/>
            <a:ext cx="177822" cy="127008"/>
          </a:xfrm>
          <a:custGeom>
            <a:rect b="b" l="l" r="r" t="t"/>
            <a:pathLst>
              <a:path extrusionOk="0" h="21600" w="21600">
                <a:moveTo>
                  <a:pt x="14236" y="6703"/>
                </a:moveTo>
                <a:lnTo>
                  <a:pt x="14236" y="1490"/>
                </a:lnTo>
                <a:lnTo>
                  <a:pt x="13255" y="0"/>
                </a:lnTo>
                <a:lnTo>
                  <a:pt x="982" y="0"/>
                </a:lnTo>
                <a:lnTo>
                  <a:pt x="0" y="1490"/>
                </a:lnTo>
                <a:lnTo>
                  <a:pt x="0" y="20110"/>
                </a:lnTo>
                <a:lnTo>
                  <a:pt x="982" y="21600"/>
                </a:lnTo>
                <a:lnTo>
                  <a:pt x="13255" y="21600"/>
                </a:lnTo>
                <a:lnTo>
                  <a:pt x="14236" y="20110"/>
                </a:lnTo>
                <a:lnTo>
                  <a:pt x="14236" y="14152"/>
                </a:lnTo>
                <a:lnTo>
                  <a:pt x="21600" y="17876"/>
                </a:lnTo>
                <a:lnTo>
                  <a:pt x="21600" y="2979"/>
                </a:lnTo>
                <a:lnTo>
                  <a:pt x="14236" y="670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49"/>
          <p:cNvSpPr/>
          <p:nvPr/>
        </p:nvSpPr>
        <p:spPr>
          <a:xfrm>
            <a:off x="8479368" y="7264400"/>
            <a:ext cx="330210" cy="330210"/>
          </a:xfrm>
          <a:custGeom>
            <a:rect b="b" l="l" r="r" t="t"/>
            <a:pathLst>
              <a:path extrusionOk="0" h="21600" w="21600">
                <a:moveTo>
                  <a:pt x="21600" y="19662"/>
                </a:moveTo>
                <a:lnTo>
                  <a:pt x="14400" y="12462"/>
                </a:lnTo>
                <a:lnTo>
                  <a:pt x="18831" y="8031"/>
                </a:lnTo>
                <a:lnTo>
                  <a:pt x="19108" y="7200"/>
                </a:lnTo>
                <a:lnTo>
                  <a:pt x="19108" y="6646"/>
                </a:lnTo>
                <a:lnTo>
                  <a:pt x="18831" y="5815"/>
                </a:lnTo>
                <a:lnTo>
                  <a:pt x="18277" y="5538"/>
                </a:lnTo>
                <a:lnTo>
                  <a:pt x="1662" y="0"/>
                </a:lnTo>
                <a:lnTo>
                  <a:pt x="1108" y="0"/>
                </a:lnTo>
                <a:lnTo>
                  <a:pt x="0" y="1108"/>
                </a:lnTo>
                <a:lnTo>
                  <a:pt x="0" y="1938"/>
                </a:lnTo>
                <a:lnTo>
                  <a:pt x="5538" y="18277"/>
                </a:lnTo>
                <a:lnTo>
                  <a:pt x="5815" y="18831"/>
                </a:lnTo>
                <a:lnTo>
                  <a:pt x="6646" y="19108"/>
                </a:lnTo>
                <a:lnTo>
                  <a:pt x="7477" y="19108"/>
                </a:lnTo>
                <a:lnTo>
                  <a:pt x="8031" y="18831"/>
                </a:lnTo>
                <a:lnTo>
                  <a:pt x="12462" y="14400"/>
                </a:lnTo>
                <a:lnTo>
                  <a:pt x="19662" y="21600"/>
                </a:lnTo>
                <a:lnTo>
                  <a:pt x="21600" y="19662"/>
                </a:lnTo>
                <a:close/>
                <a:moveTo>
                  <a:pt x="7477" y="15508"/>
                </a:moveTo>
                <a:lnTo>
                  <a:pt x="3600" y="3600"/>
                </a:lnTo>
                <a:lnTo>
                  <a:pt x="15508" y="7477"/>
                </a:lnTo>
                <a:lnTo>
                  <a:pt x="7477" y="1550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49"/>
          <p:cNvSpPr/>
          <p:nvPr/>
        </p:nvSpPr>
        <p:spPr>
          <a:xfrm>
            <a:off x="9457266" y="7239000"/>
            <a:ext cx="406404" cy="406404"/>
          </a:xfrm>
          <a:custGeom>
            <a:rect b="b" l="l" r="r" t="t"/>
            <a:pathLst>
              <a:path extrusionOk="0" h="21600" w="21600">
                <a:moveTo>
                  <a:pt x="9191" y="21600"/>
                </a:moveTo>
                <a:lnTo>
                  <a:pt x="8502" y="21370"/>
                </a:lnTo>
                <a:lnTo>
                  <a:pt x="8043" y="21140"/>
                </a:lnTo>
                <a:lnTo>
                  <a:pt x="0" y="1838"/>
                </a:lnTo>
                <a:lnTo>
                  <a:pt x="0" y="919"/>
                </a:lnTo>
                <a:lnTo>
                  <a:pt x="230" y="460"/>
                </a:lnTo>
                <a:lnTo>
                  <a:pt x="919" y="0"/>
                </a:lnTo>
                <a:lnTo>
                  <a:pt x="1838" y="0"/>
                </a:lnTo>
                <a:lnTo>
                  <a:pt x="20911" y="8043"/>
                </a:lnTo>
                <a:lnTo>
                  <a:pt x="21370" y="8502"/>
                </a:lnTo>
                <a:lnTo>
                  <a:pt x="21600" y="9191"/>
                </a:lnTo>
                <a:lnTo>
                  <a:pt x="21370" y="10111"/>
                </a:lnTo>
                <a:lnTo>
                  <a:pt x="20681" y="10340"/>
                </a:lnTo>
                <a:lnTo>
                  <a:pt x="12179" y="12179"/>
                </a:lnTo>
                <a:lnTo>
                  <a:pt x="10340" y="20681"/>
                </a:lnTo>
                <a:lnTo>
                  <a:pt x="9881" y="21370"/>
                </a:lnTo>
                <a:lnTo>
                  <a:pt x="9191" y="21600"/>
                </a:lnTo>
                <a:close/>
                <a:moveTo>
                  <a:pt x="3217" y="3217"/>
                </a:moveTo>
                <a:lnTo>
                  <a:pt x="8732" y="16774"/>
                </a:lnTo>
                <a:lnTo>
                  <a:pt x="10340" y="11030"/>
                </a:lnTo>
                <a:lnTo>
                  <a:pt x="10570" y="10570"/>
                </a:lnTo>
                <a:lnTo>
                  <a:pt x="11030" y="10340"/>
                </a:lnTo>
                <a:lnTo>
                  <a:pt x="16774" y="8962"/>
                </a:lnTo>
                <a:lnTo>
                  <a:pt x="3217" y="321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49"/>
          <p:cNvSpPr/>
          <p:nvPr/>
        </p:nvSpPr>
        <p:spPr>
          <a:xfrm>
            <a:off x="10579100" y="7327901"/>
            <a:ext cx="241326" cy="317520"/>
          </a:xfrm>
          <a:custGeom>
            <a:rect b="b" l="l" r="r" t="t"/>
            <a:pathLst>
              <a:path extrusionOk="0" h="21600" w="21600">
                <a:moveTo>
                  <a:pt x="19769" y="21600"/>
                </a:moveTo>
                <a:lnTo>
                  <a:pt x="6956" y="21600"/>
                </a:lnTo>
                <a:lnTo>
                  <a:pt x="6224" y="21308"/>
                </a:lnTo>
                <a:lnTo>
                  <a:pt x="5125" y="21016"/>
                </a:lnTo>
                <a:lnTo>
                  <a:pt x="0" y="12259"/>
                </a:lnTo>
                <a:lnTo>
                  <a:pt x="0" y="11676"/>
                </a:lnTo>
                <a:lnTo>
                  <a:pt x="366" y="10800"/>
                </a:lnTo>
                <a:lnTo>
                  <a:pt x="732" y="10508"/>
                </a:lnTo>
                <a:lnTo>
                  <a:pt x="1831" y="10216"/>
                </a:lnTo>
                <a:lnTo>
                  <a:pt x="5125" y="10216"/>
                </a:lnTo>
                <a:lnTo>
                  <a:pt x="5125" y="876"/>
                </a:lnTo>
                <a:lnTo>
                  <a:pt x="6224" y="292"/>
                </a:lnTo>
                <a:lnTo>
                  <a:pt x="6590" y="0"/>
                </a:lnTo>
                <a:lnTo>
                  <a:pt x="7688" y="0"/>
                </a:lnTo>
                <a:lnTo>
                  <a:pt x="12814" y="1459"/>
                </a:lnTo>
                <a:lnTo>
                  <a:pt x="13912" y="2335"/>
                </a:lnTo>
                <a:lnTo>
                  <a:pt x="14278" y="2919"/>
                </a:lnTo>
                <a:lnTo>
                  <a:pt x="14278" y="9049"/>
                </a:lnTo>
                <a:lnTo>
                  <a:pt x="20136" y="10216"/>
                </a:lnTo>
                <a:lnTo>
                  <a:pt x="21234" y="10800"/>
                </a:lnTo>
                <a:lnTo>
                  <a:pt x="21600" y="11676"/>
                </a:lnTo>
                <a:lnTo>
                  <a:pt x="21600" y="21016"/>
                </a:lnTo>
                <a:lnTo>
                  <a:pt x="21234" y="21308"/>
                </a:lnTo>
                <a:lnTo>
                  <a:pt x="20502" y="21600"/>
                </a:lnTo>
                <a:lnTo>
                  <a:pt x="19769" y="21600"/>
                </a:lnTo>
                <a:close/>
                <a:moveTo>
                  <a:pt x="8054" y="18681"/>
                </a:moveTo>
                <a:lnTo>
                  <a:pt x="17939" y="18681"/>
                </a:lnTo>
                <a:lnTo>
                  <a:pt x="17939" y="12551"/>
                </a:lnTo>
                <a:lnTo>
                  <a:pt x="12081" y="11676"/>
                </a:lnTo>
                <a:lnTo>
                  <a:pt x="10983" y="10800"/>
                </a:lnTo>
                <a:lnTo>
                  <a:pt x="10617" y="10216"/>
                </a:lnTo>
                <a:lnTo>
                  <a:pt x="10617" y="4086"/>
                </a:lnTo>
                <a:lnTo>
                  <a:pt x="8786" y="3503"/>
                </a:lnTo>
                <a:lnTo>
                  <a:pt x="8786" y="12259"/>
                </a:lnTo>
                <a:lnTo>
                  <a:pt x="8420" y="12551"/>
                </a:lnTo>
                <a:lnTo>
                  <a:pt x="8054" y="13135"/>
                </a:lnTo>
                <a:lnTo>
                  <a:pt x="4393" y="13135"/>
                </a:lnTo>
                <a:lnTo>
                  <a:pt x="8054" y="1868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49"/>
          <p:cNvSpPr/>
          <p:nvPr/>
        </p:nvSpPr>
        <p:spPr>
          <a:xfrm>
            <a:off x="10490200" y="7226301"/>
            <a:ext cx="330210" cy="228582"/>
          </a:xfrm>
          <a:custGeom>
            <a:rect b="b" l="l" r="r" t="t"/>
            <a:pathLst>
              <a:path extrusionOk="0" h="21600" w="21600">
                <a:moveTo>
                  <a:pt x="18866" y="0"/>
                </a:moveTo>
                <a:lnTo>
                  <a:pt x="2734" y="0"/>
                </a:lnTo>
                <a:lnTo>
                  <a:pt x="1641" y="785"/>
                </a:lnTo>
                <a:lnTo>
                  <a:pt x="547" y="1178"/>
                </a:lnTo>
                <a:lnTo>
                  <a:pt x="273" y="2749"/>
                </a:lnTo>
                <a:lnTo>
                  <a:pt x="0" y="3927"/>
                </a:lnTo>
                <a:lnTo>
                  <a:pt x="0" y="17673"/>
                </a:lnTo>
                <a:lnTo>
                  <a:pt x="273" y="19244"/>
                </a:lnTo>
                <a:lnTo>
                  <a:pt x="547" y="20422"/>
                </a:lnTo>
                <a:lnTo>
                  <a:pt x="1641" y="20815"/>
                </a:lnTo>
                <a:lnTo>
                  <a:pt x="2734" y="21600"/>
                </a:lnTo>
                <a:lnTo>
                  <a:pt x="6835" y="21600"/>
                </a:lnTo>
                <a:lnTo>
                  <a:pt x="6835" y="17673"/>
                </a:lnTo>
                <a:lnTo>
                  <a:pt x="2734" y="17673"/>
                </a:lnTo>
                <a:lnTo>
                  <a:pt x="2734" y="3927"/>
                </a:lnTo>
                <a:lnTo>
                  <a:pt x="18866" y="3927"/>
                </a:lnTo>
                <a:lnTo>
                  <a:pt x="18866" y="17673"/>
                </a:lnTo>
                <a:lnTo>
                  <a:pt x="21600" y="17673"/>
                </a:lnTo>
                <a:lnTo>
                  <a:pt x="21600" y="3927"/>
                </a:lnTo>
                <a:lnTo>
                  <a:pt x="21327" y="2749"/>
                </a:lnTo>
                <a:lnTo>
                  <a:pt x="20780" y="1178"/>
                </a:lnTo>
                <a:lnTo>
                  <a:pt x="19959" y="785"/>
                </a:lnTo>
                <a:lnTo>
                  <a:pt x="18866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49"/>
          <p:cNvSpPr/>
          <p:nvPr/>
        </p:nvSpPr>
        <p:spPr>
          <a:xfrm>
            <a:off x="1401234" y="8204200"/>
            <a:ext cx="457218" cy="457218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600" y="198"/>
                </a:lnTo>
                <a:lnTo>
                  <a:pt x="6600" y="793"/>
                </a:lnTo>
                <a:lnTo>
                  <a:pt x="4600" y="1982"/>
                </a:lnTo>
                <a:lnTo>
                  <a:pt x="3200" y="3171"/>
                </a:lnTo>
                <a:lnTo>
                  <a:pt x="2000" y="4756"/>
                </a:lnTo>
                <a:lnTo>
                  <a:pt x="800" y="6738"/>
                </a:lnTo>
                <a:lnTo>
                  <a:pt x="200" y="8521"/>
                </a:lnTo>
                <a:lnTo>
                  <a:pt x="0" y="10701"/>
                </a:lnTo>
                <a:lnTo>
                  <a:pt x="200" y="13079"/>
                </a:lnTo>
                <a:lnTo>
                  <a:pt x="800" y="14862"/>
                </a:lnTo>
                <a:lnTo>
                  <a:pt x="2000" y="16844"/>
                </a:lnTo>
                <a:lnTo>
                  <a:pt x="3200" y="18429"/>
                </a:lnTo>
                <a:lnTo>
                  <a:pt x="4600" y="19618"/>
                </a:lnTo>
                <a:lnTo>
                  <a:pt x="6600" y="20807"/>
                </a:lnTo>
                <a:lnTo>
                  <a:pt x="8600" y="21204"/>
                </a:lnTo>
                <a:lnTo>
                  <a:pt x="10800" y="21600"/>
                </a:lnTo>
                <a:lnTo>
                  <a:pt x="13000" y="21204"/>
                </a:lnTo>
                <a:lnTo>
                  <a:pt x="15000" y="20807"/>
                </a:lnTo>
                <a:lnTo>
                  <a:pt x="17000" y="19618"/>
                </a:lnTo>
                <a:lnTo>
                  <a:pt x="18400" y="18429"/>
                </a:lnTo>
                <a:lnTo>
                  <a:pt x="19800" y="16844"/>
                </a:lnTo>
                <a:lnTo>
                  <a:pt x="21000" y="14862"/>
                </a:lnTo>
                <a:lnTo>
                  <a:pt x="21400" y="13079"/>
                </a:lnTo>
                <a:lnTo>
                  <a:pt x="21600" y="10701"/>
                </a:lnTo>
                <a:lnTo>
                  <a:pt x="21400" y="8521"/>
                </a:lnTo>
                <a:lnTo>
                  <a:pt x="21000" y="6738"/>
                </a:lnTo>
                <a:lnTo>
                  <a:pt x="19800" y="4756"/>
                </a:lnTo>
                <a:lnTo>
                  <a:pt x="18400" y="3171"/>
                </a:lnTo>
                <a:lnTo>
                  <a:pt x="17000" y="1982"/>
                </a:lnTo>
                <a:lnTo>
                  <a:pt x="15000" y="793"/>
                </a:lnTo>
                <a:lnTo>
                  <a:pt x="13000" y="198"/>
                </a:lnTo>
                <a:lnTo>
                  <a:pt x="10800" y="0"/>
                </a:lnTo>
                <a:close/>
                <a:moveTo>
                  <a:pt x="10800" y="19618"/>
                </a:moveTo>
                <a:lnTo>
                  <a:pt x="9200" y="19420"/>
                </a:lnTo>
                <a:lnTo>
                  <a:pt x="7400" y="18826"/>
                </a:lnTo>
                <a:lnTo>
                  <a:pt x="6000" y="18033"/>
                </a:lnTo>
                <a:lnTo>
                  <a:pt x="4600" y="16844"/>
                </a:lnTo>
                <a:lnTo>
                  <a:pt x="3400" y="15655"/>
                </a:lnTo>
                <a:lnTo>
                  <a:pt x="2600" y="14268"/>
                </a:lnTo>
                <a:lnTo>
                  <a:pt x="2200" y="12484"/>
                </a:lnTo>
                <a:lnTo>
                  <a:pt x="2000" y="10701"/>
                </a:lnTo>
                <a:lnTo>
                  <a:pt x="2200" y="9116"/>
                </a:lnTo>
                <a:lnTo>
                  <a:pt x="2600" y="7332"/>
                </a:lnTo>
                <a:lnTo>
                  <a:pt x="3400" y="5945"/>
                </a:lnTo>
                <a:lnTo>
                  <a:pt x="6000" y="3369"/>
                </a:lnTo>
                <a:lnTo>
                  <a:pt x="7400" y="2774"/>
                </a:lnTo>
                <a:lnTo>
                  <a:pt x="9200" y="2180"/>
                </a:lnTo>
                <a:lnTo>
                  <a:pt x="10800" y="1982"/>
                </a:lnTo>
                <a:lnTo>
                  <a:pt x="12600" y="2180"/>
                </a:lnTo>
                <a:lnTo>
                  <a:pt x="15800" y="3369"/>
                </a:lnTo>
                <a:lnTo>
                  <a:pt x="17000" y="4756"/>
                </a:lnTo>
                <a:lnTo>
                  <a:pt x="18200" y="5945"/>
                </a:lnTo>
                <a:lnTo>
                  <a:pt x="19000" y="7332"/>
                </a:lnTo>
                <a:lnTo>
                  <a:pt x="19400" y="9116"/>
                </a:lnTo>
                <a:lnTo>
                  <a:pt x="19800" y="10701"/>
                </a:lnTo>
                <a:lnTo>
                  <a:pt x="19000" y="14268"/>
                </a:lnTo>
                <a:lnTo>
                  <a:pt x="18200" y="15655"/>
                </a:lnTo>
                <a:lnTo>
                  <a:pt x="15800" y="18033"/>
                </a:lnTo>
                <a:lnTo>
                  <a:pt x="14200" y="18826"/>
                </a:lnTo>
                <a:lnTo>
                  <a:pt x="12600" y="19420"/>
                </a:lnTo>
                <a:lnTo>
                  <a:pt x="10800" y="196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49"/>
          <p:cNvSpPr/>
          <p:nvPr/>
        </p:nvSpPr>
        <p:spPr>
          <a:xfrm>
            <a:off x="1490132" y="8293101"/>
            <a:ext cx="266706" cy="241326"/>
          </a:xfrm>
          <a:custGeom>
            <a:rect b="b" l="l" r="r" t="t"/>
            <a:pathLst>
              <a:path extrusionOk="0" h="21600" w="21600">
                <a:moveTo>
                  <a:pt x="14632" y="6821"/>
                </a:moveTo>
                <a:lnTo>
                  <a:pt x="6968" y="6821"/>
                </a:lnTo>
                <a:lnTo>
                  <a:pt x="10452" y="3032"/>
                </a:lnTo>
                <a:lnTo>
                  <a:pt x="7665" y="0"/>
                </a:lnTo>
                <a:lnTo>
                  <a:pt x="0" y="8716"/>
                </a:lnTo>
                <a:lnTo>
                  <a:pt x="7665" y="17053"/>
                </a:lnTo>
                <a:lnTo>
                  <a:pt x="10452" y="14021"/>
                </a:lnTo>
                <a:lnTo>
                  <a:pt x="6968" y="10611"/>
                </a:lnTo>
                <a:lnTo>
                  <a:pt x="14632" y="10611"/>
                </a:lnTo>
                <a:lnTo>
                  <a:pt x="16026" y="10989"/>
                </a:lnTo>
                <a:lnTo>
                  <a:pt x="17071" y="11368"/>
                </a:lnTo>
                <a:lnTo>
                  <a:pt x="17768" y="12884"/>
                </a:lnTo>
                <a:lnTo>
                  <a:pt x="18116" y="14021"/>
                </a:lnTo>
                <a:lnTo>
                  <a:pt x="17768" y="15537"/>
                </a:lnTo>
                <a:lnTo>
                  <a:pt x="17071" y="17053"/>
                </a:lnTo>
                <a:lnTo>
                  <a:pt x="16026" y="17432"/>
                </a:lnTo>
                <a:lnTo>
                  <a:pt x="14632" y="17811"/>
                </a:lnTo>
                <a:lnTo>
                  <a:pt x="12890" y="17811"/>
                </a:lnTo>
                <a:lnTo>
                  <a:pt x="12890" y="21600"/>
                </a:lnTo>
                <a:lnTo>
                  <a:pt x="16026" y="21600"/>
                </a:lnTo>
                <a:lnTo>
                  <a:pt x="17071" y="21221"/>
                </a:lnTo>
                <a:lnTo>
                  <a:pt x="19510" y="19326"/>
                </a:lnTo>
                <a:lnTo>
                  <a:pt x="21252" y="17053"/>
                </a:lnTo>
                <a:lnTo>
                  <a:pt x="21600" y="15537"/>
                </a:lnTo>
                <a:lnTo>
                  <a:pt x="21600" y="12884"/>
                </a:lnTo>
                <a:lnTo>
                  <a:pt x="21252" y="11368"/>
                </a:lnTo>
                <a:lnTo>
                  <a:pt x="19510" y="9095"/>
                </a:lnTo>
                <a:lnTo>
                  <a:pt x="17071" y="7200"/>
                </a:lnTo>
                <a:lnTo>
                  <a:pt x="16026" y="6821"/>
                </a:lnTo>
                <a:lnTo>
                  <a:pt x="14632" y="682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49"/>
          <p:cNvSpPr/>
          <p:nvPr/>
        </p:nvSpPr>
        <p:spPr>
          <a:xfrm>
            <a:off x="2404533" y="8204200"/>
            <a:ext cx="457218" cy="457218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600" y="198"/>
                </a:lnTo>
                <a:lnTo>
                  <a:pt x="6600" y="793"/>
                </a:lnTo>
                <a:lnTo>
                  <a:pt x="4600" y="1982"/>
                </a:lnTo>
                <a:lnTo>
                  <a:pt x="3200" y="3171"/>
                </a:lnTo>
                <a:lnTo>
                  <a:pt x="2000" y="4756"/>
                </a:lnTo>
                <a:lnTo>
                  <a:pt x="600" y="6738"/>
                </a:lnTo>
                <a:lnTo>
                  <a:pt x="200" y="8521"/>
                </a:lnTo>
                <a:lnTo>
                  <a:pt x="0" y="10701"/>
                </a:lnTo>
                <a:lnTo>
                  <a:pt x="200" y="13079"/>
                </a:lnTo>
                <a:lnTo>
                  <a:pt x="600" y="14862"/>
                </a:lnTo>
                <a:lnTo>
                  <a:pt x="2000" y="16844"/>
                </a:lnTo>
                <a:lnTo>
                  <a:pt x="3200" y="18429"/>
                </a:lnTo>
                <a:lnTo>
                  <a:pt x="4600" y="19618"/>
                </a:lnTo>
                <a:lnTo>
                  <a:pt x="6600" y="20807"/>
                </a:lnTo>
                <a:lnTo>
                  <a:pt x="8600" y="21204"/>
                </a:lnTo>
                <a:lnTo>
                  <a:pt x="10800" y="21600"/>
                </a:lnTo>
                <a:lnTo>
                  <a:pt x="13000" y="21204"/>
                </a:lnTo>
                <a:lnTo>
                  <a:pt x="15000" y="20807"/>
                </a:lnTo>
                <a:lnTo>
                  <a:pt x="17000" y="19618"/>
                </a:lnTo>
                <a:lnTo>
                  <a:pt x="18400" y="18429"/>
                </a:lnTo>
                <a:lnTo>
                  <a:pt x="19600" y="16844"/>
                </a:lnTo>
                <a:lnTo>
                  <a:pt x="21000" y="14862"/>
                </a:lnTo>
                <a:lnTo>
                  <a:pt x="21400" y="13079"/>
                </a:lnTo>
                <a:lnTo>
                  <a:pt x="21600" y="10701"/>
                </a:lnTo>
                <a:lnTo>
                  <a:pt x="21400" y="8521"/>
                </a:lnTo>
                <a:lnTo>
                  <a:pt x="21000" y="6738"/>
                </a:lnTo>
                <a:lnTo>
                  <a:pt x="19600" y="4756"/>
                </a:lnTo>
                <a:lnTo>
                  <a:pt x="18400" y="3171"/>
                </a:lnTo>
                <a:lnTo>
                  <a:pt x="17000" y="1982"/>
                </a:lnTo>
                <a:lnTo>
                  <a:pt x="15000" y="793"/>
                </a:lnTo>
                <a:lnTo>
                  <a:pt x="13000" y="198"/>
                </a:lnTo>
                <a:lnTo>
                  <a:pt x="10800" y="0"/>
                </a:lnTo>
                <a:close/>
                <a:moveTo>
                  <a:pt x="10800" y="19618"/>
                </a:moveTo>
                <a:lnTo>
                  <a:pt x="9000" y="19420"/>
                </a:lnTo>
                <a:lnTo>
                  <a:pt x="7400" y="18826"/>
                </a:lnTo>
                <a:lnTo>
                  <a:pt x="5800" y="18033"/>
                </a:lnTo>
                <a:lnTo>
                  <a:pt x="3400" y="15655"/>
                </a:lnTo>
                <a:lnTo>
                  <a:pt x="2600" y="14268"/>
                </a:lnTo>
                <a:lnTo>
                  <a:pt x="2200" y="12484"/>
                </a:lnTo>
                <a:lnTo>
                  <a:pt x="2000" y="10701"/>
                </a:lnTo>
                <a:lnTo>
                  <a:pt x="2200" y="9116"/>
                </a:lnTo>
                <a:lnTo>
                  <a:pt x="2600" y="7332"/>
                </a:lnTo>
                <a:lnTo>
                  <a:pt x="3400" y="5945"/>
                </a:lnTo>
                <a:lnTo>
                  <a:pt x="4600" y="4756"/>
                </a:lnTo>
                <a:lnTo>
                  <a:pt x="5800" y="3369"/>
                </a:lnTo>
                <a:lnTo>
                  <a:pt x="9000" y="2180"/>
                </a:lnTo>
                <a:lnTo>
                  <a:pt x="10800" y="1982"/>
                </a:lnTo>
                <a:lnTo>
                  <a:pt x="12600" y="2180"/>
                </a:lnTo>
                <a:lnTo>
                  <a:pt x="15800" y="3369"/>
                </a:lnTo>
                <a:lnTo>
                  <a:pt x="17000" y="4756"/>
                </a:lnTo>
                <a:lnTo>
                  <a:pt x="18200" y="5945"/>
                </a:lnTo>
                <a:lnTo>
                  <a:pt x="19000" y="7332"/>
                </a:lnTo>
                <a:lnTo>
                  <a:pt x="19400" y="9116"/>
                </a:lnTo>
                <a:lnTo>
                  <a:pt x="19600" y="10701"/>
                </a:lnTo>
                <a:lnTo>
                  <a:pt x="19400" y="12484"/>
                </a:lnTo>
                <a:lnTo>
                  <a:pt x="19000" y="14268"/>
                </a:lnTo>
                <a:lnTo>
                  <a:pt x="18200" y="15655"/>
                </a:lnTo>
                <a:lnTo>
                  <a:pt x="15800" y="18033"/>
                </a:lnTo>
                <a:lnTo>
                  <a:pt x="14200" y="18826"/>
                </a:lnTo>
                <a:lnTo>
                  <a:pt x="12600" y="19420"/>
                </a:lnTo>
                <a:lnTo>
                  <a:pt x="10800" y="196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49"/>
          <p:cNvSpPr/>
          <p:nvPr/>
        </p:nvSpPr>
        <p:spPr>
          <a:xfrm>
            <a:off x="2506133" y="8293101"/>
            <a:ext cx="254016" cy="241326"/>
          </a:xfrm>
          <a:custGeom>
            <a:rect b="b" l="l" r="r" t="t"/>
            <a:pathLst>
              <a:path extrusionOk="0" h="21600" w="21600">
                <a:moveTo>
                  <a:pt x="13935" y="0"/>
                </a:moveTo>
                <a:lnTo>
                  <a:pt x="11148" y="3032"/>
                </a:lnTo>
                <a:lnTo>
                  <a:pt x="14632" y="6821"/>
                </a:lnTo>
                <a:lnTo>
                  <a:pt x="5574" y="6821"/>
                </a:lnTo>
                <a:lnTo>
                  <a:pt x="4529" y="7200"/>
                </a:lnTo>
                <a:lnTo>
                  <a:pt x="2439" y="9095"/>
                </a:lnTo>
                <a:lnTo>
                  <a:pt x="697" y="11368"/>
                </a:lnTo>
                <a:lnTo>
                  <a:pt x="0" y="12884"/>
                </a:lnTo>
                <a:lnTo>
                  <a:pt x="0" y="15537"/>
                </a:lnTo>
                <a:lnTo>
                  <a:pt x="697" y="17053"/>
                </a:lnTo>
                <a:lnTo>
                  <a:pt x="2439" y="19326"/>
                </a:lnTo>
                <a:lnTo>
                  <a:pt x="4529" y="21221"/>
                </a:lnTo>
                <a:lnTo>
                  <a:pt x="5574" y="21600"/>
                </a:lnTo>
                <a:lnTo>
                  <a:pt x="8710" y="21600"/>
                </a:lnTo>
                <a:lnTo>
                  <a:pt x="8710" y="17811"/>
                </a:lnTo>
                <a:lnTo>
                  <a:pt x="6968" y="17811"/>
                </a:lnTo>
                <a:lnTo>
                  <a:pt x="5574" y="17432"/>
                </a:lnTo>
                <a:lnTo>
                  <a:pt x="4529" y="17053"/>
                </a:lnTo>
                <a:lnTo>
                  <a:pt x="3832" y="15537"/>
                </a:lnTo>
                <a:lnTo>
                  <a:pt x="3484" y="14021"/>
                </a:lnTo>
                <a:lnTo>
                  <a:pt x="3832" y="12884"/>
                </a:lnTo>
                <a:lnTo>
                  <a:pt x="4529" y="11368"/>
                </a:lnTo>
                <a:lnTo>
                  <a:pt x="5574" y="10989"/>
                </a:lnTo>
                <a:lnTo>
                  <a:pt x="6968" y="10611"/>
                </a:lnTo>
                <a:lnTo>
                  <a:pt x="14632" y="10611"/>
                </a:lnTo>
                <a:lnTo>
                  <a:pt x="11148" y="14021"/>
                </a:lnTo>
                <a:lnTo>
                  <a:pt x="13935" y="17053"/>
                </a:lnTo>
                <a:lnTo>
                  <a:pt x="21600" y="8716"/>
                </a:lnTo>
                <a:lnTo>
                  <a:pt x="13935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49"/>
          <p:cNvSpPr/>
          <p:nvPr/>
        </p:nvSpPr>
        <p:spPr>
          <a:xfrm>
            <a:off x="3420533" y="8267701"/>
            <a:ext cx="419094" cy="355590"/>
          </a:xfrm>
          <a:custGeom>
            <a:rect b="b" l="l" r="r" t="t"/>
            <a:pathLst>
              <a:path extrusionOk="0" h="21600" w="21600">
                <a:moveTo>
                  <a:pt x="20509" y="0"/>
                </a:moveTo>
                <a:lnTo>
                  <a:pt x="12436" y="0"/>
                </a:lnTo>
                <a:lnTo>
                  <a:pt x="10909" y="1800"/>
                </a:lnTo>
                <a:lnTo>
                  <a:pt x="9600" y="257"/>
                </a:lnTo>
                <a:lnTo>
                  <a:pt x="9164" y="0"/>
                </a:lnTo>
                <a:lnTo>
                  <a:pt x="655" y="0"/>
                </a:lnTo>
                <a:lnTo>
                  <a:pt x="436" y="257"/>
                </a:lnTo>
                <a:lnTo>
                  <a:pt x="0" y="514"/>
                </a:lnTo>
                <a:lnTo>
                  <a:pt x="0" y="18514"/>
                </a:lnTo>
                <a:lnTo>
                  <a:pt x="436" y="18771"/>
                </a:lnTo>
                <a:lnTo>
                  <a:pt x="655" y="19029"/>
                </a:lnTo>
                <a:lnTo>
                  <a:pt x="8073" y="19029"/>
                </a:lnTo>
                <a:lnTo>
                  <a:pt x="10255" y="21600"/>
                </a:lnTo>
                <a:lnTo>
                  <a:pt x="11345" y="21600"/>
                </a:lnTo>
                <a:lnTo>
                  <a:pt x="13527" y="19029"/>
                </a:lnTo>
                <a:lnTo>
                  <a:pt x="21164" y="19029"/>
                </a:lnTo>
                <a:lnTo>
                  <a:pt x="21600" y="18514"/>
                </a:lnTo>
                <a:lnTo>
                  <a:pt x="21600" y="514"/>
                </a:lnTo>
                <a:lnTo>
                  <a:pt x="21164" y="0"/>
                </a:lnTo>
                <a:lnTo>
                  <a:pt x="20509" y="0"/>
                </a:lnTo>
                <a:close/>
                <a:moveTo>
                  <a:pt x="8727" y="16457"/>
                </a:moveTo>
                <a:lnTo>
                  <a:pt x="2182" y="16457"/>
                </a:lnTo>
                <a:lnTo>
                  <a:pt x="2182" y="2571"/>
                </a:lnTo>
                <a:lnTo>
                  <a:pt x="8073" y="2571"/>
                </a:lnTo>
                <a:lnTo>
                  <a:pt x="9818" y="4371"/>
                </a:lnTo>
                <a:lnTo>
                  <a:pt x="9818" y="17229"/>
                </a:lnTo>
                <a:lnTo>
                  <a:pt x="9600" y="16714"/>
                </a:lnTo>
                <a:lnTo>
                  <a:pt x="9164" y="16457"/>
                </a:lnTo>
                <a:lnTo>
                  <a:pt x="8727" y="16457"/>
                </a:lnTo>
                <a:close/>
                <a:moveTo>
                  <a:pt x="19418" y="16457"/>
                </a:moveTo>
                <a:lnTo>
                  <a:pt x="12436" y="16457"/>
                </a:lnTo>
                <a:lnTo>
                  <a:pt x="12218" y="16714"/>
                </a:lnTo>
                <a:lnTo>
                  <a:pt x="12000" y="17229"/>
                </a:lnTo>
                <a:lnTo>
                  <a:pt x="12000" y="4371"/>
                </a:lnTo>
                <a:lnTo>
                  <a:pt x="13527" y="2571"/>
                </a:lnTo>
                <a:lnTo>
                  <a:pt x="19418" y="2571"/>
                </a:lnTo>
                <a:lnTo>
                  <a:pt x="19418" y="1645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49"/>
          <p:cNvSpPr/>
          <p:nvPr/>
        </p:nvSpPr>
        <p:spPr>
          <a:xfrm>
            <a:off x="4449234" y="8229600"/>
            <a:ext cx="368280" cy="419094"/>
          </a:xfrm>
          <a:custGeom>
            <a:rect b="b" l="l" r="r" t="t"/>
            <a:pathLst>
              <a:path extrusionOk="0" h="21600" w="21600">
                <a:moveTo>
                  <a:pt x="20387" y="0"/>
                </a:moveTo>
                <a:lnTo>
                  <a:pt x="728" y="0"/>
                </a:lnTo>
                <a:lnTo>
                  <a:pt x="243" y="218"/>
                </a:lnTo>
                <a:lnTo>
                  <a:pt x="0" y="655"/>
                </a:lnTo>
                <a:lnTo>
                  <a:pt x="0" y="20945"/>
                </a:lnTo>
                <a:lnTo>
                  <a:pt x="243" y="21382"/>
                </a:lnTo>
                <a:lnTo>
                  <a:pt x="728" y="21600"/>
                </a:lnTo>
                <a:lnTo>
                  <a:pt x="21115" y="21600"/>
                </a:lnTo>
                <a:lnTo>
                  <a:pt x="21357" y="21382"/>
                </a:lnTo>
                <a:lnTo>
                  <a:pt x="21600" y="20945"/>
                </a:lnTo>
                <a:lnTo>
                  <a:pt x="21600" y="655"/>
                </a:lnTo>
                <a:lnTo>
                  <a:pt x="21357" y="218"/>
                </a:lnTo>
                <a:lnTo>
                  <a:pt x="21115" y="0"/>
                </a:lnTo>
                <a:lnTo>
                  <a:pt x="20387" y="0"/>
                </a:lnTo>
                <a:close/>
                <a:moveTo>
                  <a:pt x="2427" y="2182"/>
                </a:moveTo>
                <a:lnTo>
                  <a:pt x="4854" y="2182"/>
                </a:lnTo>
                <a:lnTo>
                  <a:pt x="4854" y="19418"/>
                </a:lnTo>
                <a:lnTo>
                  <a:pt x="2427" y="19418"/>
                </a:lnTo>
                <a:lnTo>
                  <a:pt x="2427" y="2182"/>
                </a:lnTo>
                <a:close/>
                <a:moveTo>
                  <a:pt x="19173" y="19418"/>
                </a:moveTo>
                <a:lnTo>
                  <a:pt x="7281" y="19418"/>
                </a:lnTo>
                <a:lnTo>
                  <a:pt x="7281" y="2182"/>
                </a:lnTo>
                <a:lnTo>
                  <a:pt x="19173" y="2182"/>
                </a:lnTo>
                <a:lnTo>
                  <a:pt x="19173" y="194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49"/>
          <p:cNvSpPr/>
          <p:nvPr/>
        </p:nvSpPr>
        <p:spPr>
          <a:xfrm>
            <a:off x="5452533" y="8229600"/>
            <a:ext cx="372546" cy="419094"/>
          </a:xfrm>
          <a:custGeom>
            <a:rect b="b" l="l" r="r" t="t"/>
            <a:pathLst>
              <a:path extrusionOk="0" h="21600" w="21600">
                <a:moveTo>
                  <a:pt x="20387" y="0"/>
                </a:moveTo>
                <a:lnTo>
                  <a:pt x="485" y="0"/>
                </a:lnTo>
                <a:lnTo>
                  <a:pt x="243" y="218"/>
                </a:lnTo>
                <a:lnTo>
                  <a:pt x="0" y="655"/>
                </a:lnTo>
                <a:lnTo>
                  <a:pt x="0" y="20945"/>
                </a:lnTo>
                <a:lnTo>
                  <a:pt x="243" y="21382"/>
                </a:lnTo>
                <a:lnTo>
                  <a:pt x="485" y="21600"/>
                </a:lnTo>
                <a:lnTo>
                  <a:pt x="20872" y="21600"/>
                </a:lnTo>
                <a:lnTo>
                  <a:pt x="21357" y="21382"/>
                </a:lnTo>
                <a:lnTo>
                  <a:pt x="21600" y="20945"/>
                </a:lnTo>
                <a:lnTo>
                  <a:pt x="21600" y="655"/>
                </a:lnTo>
                <a:lnTo>
                  <a:pt x="21357" y="218"/>
                </a:lnTo>
                <a:lnTo>
                  <a:pt x="20872" y="0"/>
                </a:lnTo>
                <a:lnTo>
                  <a:pt x="20387" y="0"/>
                </a:lnTo>
                <a:close/>
                <a:moveTo>
                  <a:pt x="2427" y="2182"/>
                </a:moveTo>
                <a:lnTo>
                  <a:pt x="4854" y="2182"/>
                </a:lnTo>
                <a:lnTo>
                  <a:pt x="4854" y="19418"/>
                </a:lnTo>
                <a:lnTo>
                  <a:pt x="2427" y="19418"/>
                </a:lnTo>
                <a:lnTo>
                  <a:pt x="2427" y="2182"/>
                </a:lnTo>
                <a:close/>
                <a:moveTo>
                  <a:pt x="19173" y="19418"/>
                </a:moveTo>
                <a:lnTo>
                  <a:pt x="7281" y="19418"/>
                </a:lnTo>
                <a:lnTo>
                  <a:pt x="7281" y="2182"/>
                </a:lnTo>
                <a:lnTo>
                  <a:pt x="10679" y="2182"/>
                </a:lnTo>
                <a:lnTo>
                  <a:pt x="10679" y="11782"/>
                </a:lnTo>
                <a:lnTo>
                  <a:pt x="13834" y="9818"/>
                </a:lnTo>
                <a:lnTo>
                  <a:pt x="16746" y="11782"/>
                </a:lnTo>
                <a:lnTo>
                  <a:pt x="16746" y="2182"/>
                </a:lnTo>
                <a:lnTo>
                  <a:pt x="19173" y="2182"/>
                </a:lnTo>
                <a:lnTo>
                  <a:pt x="19173" y="194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6" name="Google Shape;1116;p49"/>
          <p:cNvGrpSpPr/>
          <p:nvPr/>
        </p:nvGrpSpPr>
        <p:grpSpPr>
          <a:xfrm>
            <a:off x="6460065" y="8242300"/>
            <a:ext cx="368280" cy="381024"/>
            <a:chOff x="-1" y="-1"/>
            <a:chExt cx="368280" cy="381024"/>
          </a:xfrm>
        </p:grpSpPr>
        <p:sp>
          <p:nvSpPr>
            <p:cNvPr id="1117" name="Google Shape;1117;p49"/>
            <p:cNvSpPr/>
            <p:nvPr/>
          </p:nvSpPr>
          <p:spPr>
            <a:xfrm>
              <a:off x="-1" y="-1"/>
              <a:ext cx="368280" cy="381024"/>
            </a:xfrm>
            <a:custGeom>
              <a:rect b="b" l="l" r="r" t="t"/>
              <a:pathLst>
                <a:path extrusionOk="0" h="21600" w="21600">
                  <a:moveTo>
                    <a:pt x="17960" y="0"/>
                  </a:moveTo>
                  <a:lnTo>
                    <a:pt x="3640" y="0"/>
                  </a:lnTo>
                  <a:lnTo>
                    <a:pt x="1942" y="243"/>
                  </a:lnTo>
                  <a:lnTo>
                    <a:pt x="1213" y="1213"/>
                  </a:lnTo>
                  <a:lnTo>
                    <a:pt x="243" y="2184"/>
                  </a:lnTo>
                  <a:lnTo>
                    <a:pt x="0" y="3640"/>
                  </a:lnTo>
                  <a:lnTo>
                    <a:pt x="0" y="19173"/>
                  </a:lnTo>
                  <a:lnTo>
                    <a:pt x="243" y="20144"/>
                  </a:lnTo>
                  <a:lnTo>
                    <a:pt x="485" y="20872"/>
                  </a:lnTo>
                  <a:lnTo>
                    <a:pt x="1456" y="21357"/>
                  </a:lnTo>
                  <a:lnTo>
                    <a:pt x="2427" y="21600"/>
                  </a:lnTo>
                  <a:lnTo>
                    <a:pt x="19173" y="21600"/>
                  </a:lnTo>
                  <a:lnTo>
                    <a:pt x="19901" y="21357"/>
                  </a:lnTo>
                  <a:lnTo>
                    <a:pt x="20872" y="20872"/>
                  </a:lnTo>
                  <a:lnTo>
                    <a:pt x="21115" y="20144"/>
                  </a:lnTo>
                  <a:lnTo>
                    <a:pt x="21600" y="19173"/>
                  </a:lnTo>
                  <a:lnTo>
                    <a:pt x="21600" y="3640"/>
                  </a:lnTo>
                  <a:lnTo>
                    <a:pt x="21115" y="2184"/>
                  </a:lnTo>
                  <a:lnTo>
                    <a:pt x="20387" y="1213"/>
                  </a:lnTo>
                  <a:lnTo>
                    <a:pt x="19416" y="243"/>
                  </a:lnTo>
                  <a:lnTo>
                    <a:pt x="17960" y="0"/>
                  </a:lnTo>
                  <a:close/>
                  <a:moveTo>
                    <a:pt x="19173" y="3640"/>
                  </a:moveTo>
                  <a:lnTo>
                    <a:pt x="19173" y="4854"/>
                  </a:lnTo>
                  <a:lnTo>
                    <a:pt x="15533" y="4854"/>
                  </a:lnTo>
                  <a:lnTo>
                    <a:pt x="15533" y="2427"/>
                  </a:lnTo>
                  <a:lnTo>
                    <a:pt x="18445" y="2427"/>
                  </a:lnTo>
                  <a:lnTo>
                    <a:pt x="18688" y="2670"/>
                  </a:lnTo>
                  <a:lnTo>
                    <a:pt x="19173" y="2912"/>
                  </a:lnTo>
                  <a:lnTo>
                    <a:pt x="19173" y="3640"/>
                  </a:lnTo>
                  <a:close/>
                  <a:moveTo>
                    <a:pt x="8252" y="4854"/>
                  </a:moveTo>
                  <a:lnTo>
                    <a:pt x="8252" y="2427"/>
                  </a:lnTo>
                  <a:lnTo>
                    <a:pt x="13106" y="2427"/>
                  </a:lnTo>
                  <a:lnTo>
                    <a:pt x="13106" y="4854"/>
                  </a:lnTo>
                  <a:lnTo>
                    <a:pt x="8252" y="4854"/>
                  </a:lnTo>
                  <a:close/>
                  <a:moveTo>
                    <a:pt x="3640" y="2427"/>
                  </a:moveTo>
                  <a:lnTo>
                    <a:pt x="5825" y="2427"/>
                  </a:lnTo>
                  <a:lnTo>
                    <a:pt x="5825" y="4854"/>
                  </a:lnTo>
                  <a:lnTo>
                    <a:pt x="2427" y="4854"/>
                  </a:lnTo>
                  <a:lnTo>
                    <a:pt x="2427" y="2912"/>
                  </a:lnTo>
                  <a:lnTo>
                    <a:pt x="2912" y="2427"/>
                  </a:lnTo>
                  <a:lnTo>
                    <a:pt x="3640" y="2427"/>
                  </a:lnTo>
                  <a:close/>
                  <a:moveTo>
                    <a:pt x="2427" y="19173"/>
                  </a:moveTo>
                  <a:lnTo>
                    <a:pt x="2427" y="7281"/>
                  </a:lnTo>
                  <a:lnTo>
                    <a:pt x="19173" y="7281"/>
                  </a:lnTo>
                  <a:lnTo>
                    <a:pt x="19173" y="19173"/>
                  </a:lnTo>
                  <a:lnTo>
                    <a:pt x="2427" y="19173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49"/>
            <p:cNvSpPr/>
            <p:nvPr/>
          </p:nvSpPr>
          <p:spPr>
            <a:xfrm>
              <a:off x="203197" y="152399"/>
              <a:ext cx="88884" cy="165132"/>
            </a:xfrm>
            <a:custGeom>
              <a:rect b="b" l="l" r="r" t="t"/>
              <a:pathLst>
                <a:path extrusionOk="0" h="21600" w="21600">
                  <a:moveTo>
                    <a:pt x="18514" y="554"/>
                  </a:moveTo>
                  <a:lnTo>
                    <a:pt x="16457" y="0"/>
                  </a:lnTo>
                  <a:lnTo>
                    <a:pt x="13371" y="0"/>
                  </a:lnTo>
                  <a:lnTo>
                    <a:pt x="0" y="3877"/>
                  </a:lnTo>
                  <a:lnTo>
                    <a:pt x="4114" y="8862"/>
                  </a:lnTo>
                  <a:lnTo>
                    <a:pt x="11314" y="6646"/>
                  </a:lnTo>
                  <a:lnTo>
                    <a:pt x="11314" y="21600"/>
                  </a:lnTo>
                  <a:lnTo>
                    <a:pt x="21600" y="21600"/>
                  </a:lnTo>
                  <a:lnTo>
                    <a:pt x="21600" y="2769"/>
                  </a:lnTo>
                  <a:lnTo>
                    <a:pt x="20571" y="1108"/>
                  </a:lnTo>
                  <a:lnTo>
                    <a:pt x="18514" y="55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49"/>
            <p:cNvSpPr/>
            <p:nvPr/>
          </p:nvSpPr>
          <p:spPr>
            <a:xfrm>
              <a:off x="63502" y="177800"/>
              <a:ext cx="114318" cy="114318"/>
            </a:xfrm>
            <a:custGeom>
              <a:rect b="b" l="l" r="r" t="t"/>
              <a:pathLst>
                <a:path extrusionOk="0" h="21600" w="21600">
                  <a:moveTo>
                    <a:pt x="14152" y="0"/>
                  </a:moveTo>
                  <a:lnTo>
                    <a:pt x="6703" y="0"/>
                  </a:lnTo>
                  <a:lnTo>
                    <a:pt x="6703" y="6703"/>
                  </a:lnTo>
                  <a:lnTo>
                    <a:pt x="0" y="6703"/>
                  </a:lnTo>
                  <a:lnTo>
                    <a:pt x="0" y="14152"/>
                  </a:lnTo>
                  <a:lnTo>
                    <a:pt x="6703" y="14152"/>
                  </a:lnTo>
                  <a:lnTo>
                    <a:pt x="6703" y="21600"/>
                  </a:lnTo>
                  <a:lnTo>
                    <a:pt x="14152" y="21600"/>
                  </a:lnTo>
                  <a:lnTo>
                    <a:pt x="14152" y="14152"/>
                  </a:lnTo>
                  <a:lnTo>
                    <a:pt x="21600" y="14152"/>
                  </a:lnTo>
                  <a:lnTo>
                    <a:pt x="21600" y="6703"/>
                  </a:lnTo>
                  <a:lnTo>
                    <a:pt x="14152" y="6703"/>
                  </a:lnTo>
                  <a:lnTo>
                    <a:pt x="14152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0" name="Google Shape;1120;p49"/>
          <p:cNvSpPr/>
          <p:nvPr/>
        </p:nvSpPr>
        <p:spPr>
          <a:xfrm>
            <a:off x="7437967" y="8229600"/>
            <a:ext cx="419094" cy="419094"/>
          </a:xfrm>
          <a:custGeom>
            <a:rect b="b" l="l" r="r" t="t"/>
            <a:pathLst>
              <a:path extrusionOk="0" h="21600" w="21600">
                <a:moveTo>
                  <a:pt x="19396" y="6545"/>
                </a:moveTo>
                <a:lnTo>
                  <a:pt x="16310" y="6545"/>
                </a:lnTo>
                <a:lnTo>
                  <a:pt x="17412" y="5455"/>
                </a:lnTo>
                <a:lnTo>
                  <a:pt x="18073" y="4582"/>
                </a:lnTo>
                <a:lnTo>
                  <a:pt x="18294" y="3273"/>
                </a:lnTo>
                <a:lnTo>
                  <a:pt x="18073" y="1964"/>
                </a:lnTo>
                <a:lnTo>
                  <a:pt x="17412" y="1091"/>
                </a:lnTo>
                <a:lnTo>
                  <a:pt x="16531" y="218"/>
                </a:lnTo>
                <a:lnTo>
                  <a:pt x="15208" y="0"/>
                </a:lnTo>
                <a:lnTo>
                  <a:pt x="13886" y="218"/>
                </a:lnTo>
                <a:lnTo>
                  <a:pt x="13004" y="1091"/>
                </a:lnTo>
                <a:lnTo>
                  <a:pt x="12122" y="1745"/>
                </a:lnTo>
                <a:lnTo>
                  <a:pt x="11902" y="2400"/>
                </a:lnTo>
                <a:lnTo>
                  <a:pt x="11020" y="4364"/>
                </a:lnTo>
                <a:lnTo>
                  <a:pt x="10800" y="6545"/>
                </a:lnTo>
                <a:lnTo>
                  <a:pt x="10580" y="4364"/>
                </a:lnTo>
                <a:lnTo>
                  <a:pt x="9698" y="2400"/>
                </a:lnTo>
                <a:lnTo>
                  <a:pt x="9478" y="1745"/>
                </a:lnTo>
                <a:lnTo>
                  <a:pt x="8596" y="1091"/>
                </a:lnTo>
                <a:lnTo>
                  <a:pt x="7714" y="218"/>
                </a:lnTo>
                <a:lnTo>
                  <a:pt x="6392" y="0"/>
                </a:lnTo>
                <a:lnTo>
                  <a:pt x="5069" y="218"/>
                </a:lnTo>
                <a:lnTo>
                  <a:pt x="4188" y="1091"/>
                </a:lnTo>
                <a:lnTo>
                  <a:pt x="3527" y="1964"/>
                </a:lnTo>
                <a:lnTo>
                  <a:pt x="3086" y="3273"/>
                </a:lnTo>
                <a:lnTo>
                  <a:pt x="3527" y="4582"/>
                </a:lnTo>
                <a:lnTo>
                  <a:pt x="4188" y="5455"/>
                </a:lnTo>
                <a:lnTo>
                  <a:pt x="5290" y="6545"/>
                </a:lnTo>
                <a:lnTo>
                  <a:pt x="1984" y="6545"/>
                </a:lnTo>
                <a:lnTo>
                  <a:pt x="1322" y="6764"/>
                </a:lnTo>
                <a:lnTo>
                  <a:pt x="441" y="6982"/>
                </a:lnTo>
                <a:lnTo>
                  <a:pt x="0" y="8727"/>
                </a:lnTo>
                <a:lnTo>
                  <a:pt x="0" y="12436"/>
                </a:lnTo>
                <a:lnTo>
                  <a:pt x="441" y="12873"/>
                </a:lnTo>
                <a:lnTo>
                  <a:pt x="1102" y="12873"/>
                </a:lnTo>
                <a:lnTo>
                  <a:pt x="1102" y="19418"/>
                </a:lnTo>
                <a:lnTo>
                  <a:pt x="1322" y="20291"/>
                </a:lnTo>
                <a:lnTo>
                  <a:pt x="1543" y="20945"/>
                </a:lnTo>
                <a:lnTo>
                  <a:pt x="2424" y="21382"/>
                </a:lnTo>
                <a:lnTo>
                  <a:pt x="3086" y="21600"/>
                </a:lnTo>
                <a:lnTo>
                  <a:pt x="18294" y="21600"/>
                </a:lnTo>
                <a:lnTo>
                  <a:pt x="19176" y="21382"/>
                </a:lnTo>
                <a:lnTo>
                  <a:pt x="20057" y="20945"/>
                </a:lnTo>
                <a:lnTo>
                  <a:pt x="20278" y="20291"/>
                </a:lnTo>
                <a:lnTo>
                  <a:pt x="20498" y="19418"/>
                </a:lnTo>
                <a:lnTo>
                  <a:pt x="20498" y="12873"/>
                </a:lnTo>
                <a:lnTo>
                  <a:pt x="21159" y="12873"/>
                </a:lnTo>
                <a:lnTo>
                  <a:pt x="21600" y="12436"/>
                </a:lnTo>
                <a:lnTo>
                  <a:pt x="21600" y="8727"/>
                </a:lnTo>
                <a:lnTo>
                  <a:pt x="21159" y="6982"/>
                </a:lnTo>
                <a:lnTo>
                  <a:pt x="19396" y="6545"/>
                </a:lnTo>
                <a:close/>
                <a:moveTo>
                  <a:pt x="6392" y="19418"/>
                </a:moveTo>
                <a:lnTo>
                  <a:pt x="3086" y="19418"/>
                </a:lnTo>
                <a:lnTo>
                  <a:pt x="3086" y="12873"/>
                </a:lnTo>
                <a:lnTo>
                  <a:pt x="6392" y="12873"/>
                </a:lnTo>
                <a:lnTo>
                  <a:pt x="6392" y="19418"/>
                </a:lnTo>
                <a:close/>
                <a:moveTo>
                  <a:pt x="6392" y="10691"/>
                </a:moveTo>
                <a:lnTo>
                  <a:pt x="1984" y="10691"/>
                </a:lnTo>
                <a:lnTo>
                  <a:pt x="1984" y="8727"/>
                </a:lnTo>
                <a:lnTo>
                  <a:pt x="6392" y="8727"/>
                </a:lnTo>
                <a:lnTo>
                  <a:pt x="6392" y="10691"/>
                </a:lnTo>
                <a:close/>
                <a:moveTo>
                  <a:pt x="5731" y="4145"/>
                </a:moveTo>
                <a:lnTo>
                  <a:pt x="5290" y="3709"/>
                </a:lnTo>
                <a:lnTo>
                  <a:pt x="5290" y="2618"/>
                </a:lnTo>
                <a:lnTo>
                  <a:pt x="5731" y="2400"/>
                </a:lnTo>
                <a:lnTo>
                  <a:pt x="5951" y="2182"/>
                </a:lnTo>
                <a:lnTo>
                  <a:pt x="7053" y="2182"/>
                </a:lnTo>
                <a:lnTo>
                  <a:pt x="7273" y="2400"/>
                </a:lnTo>
                <a:lnTo>
                  <a:pt x="8155" y="3709"/>
                </a:lnTo>
                <a:lnTo>
                  <a:pt x="8376" y="5236"/>
                </a:lnTo>
                <a:lnTo>
                  <a:pt x="7053" y="4800"/>
                </a:lnTo>
                <a:lnTo>
                  <a:pt x="5731" y="4145"/>
                </a:lnTo>
                <a:close/>
                <a:moveTo>
                  <a:pt x="13004" y="19418"/>
                </a:moveTo>
                <a:lnTo>
                  <a:pt x="8596" y="19418"/>
                </a:lnTo>
                <a:lnTo>
                  <a:pt x="8596" y="12873"/>
                </a:lnTo>
                <a:lnTo>
                  <a:pt x="13004" y="12873"/>
                </a:lnTo>
                <a:lnTo>
                  <a:pt x="13004" y="19418"/>
                </a:lnTo>
                <a:close/>
                <a:moveTo>
                  <a:pt x="13004" y="10691"/>
                </a:moveTo>
                <a:lnTo>
                  <a:pt x="8596" y="10691"/>
                </a:lnTo>
                <a:lnTo>
                  <a:pt x="8596" y="8727"/>
                </a:lnTo>
                <a:lnTo>
                  <a:pt x="13004" y="8727"/>
                </a:lnTo>
                <a:lnTo>
                  <a:pt x="13004" y="10691"/>
                </a:lnTo>
                <a:close/>
                <a:moveTo>
                  <a:pt x="14327" y="2400"/>
                </a:moveTo>
                <a:lnTo>
                  <a:pt x="14547" y="2182"/>
                </a:lnTo>
                <a:lnTo>
                  <a:pt x="15649" y="2182"/>
                </a:lnTo>
                <a:lnTo>
                  <a:pt x="15869" y="2400"/>
                </a:lnTo>
                <a:lnTo>
                  <a:pt x="16310" y="2618"/>
                </a:lnTo>
                <a:lnTo>
                  <a:pt x="16310" y="3709"/>
                </a:lnTo>
                <a:lnTo>
                  <a:pt x="15869" y="4145"/>
                </a:lnTo>
                <a:lnTo>
                  <a:pt x="14547" y="4800"/>
                </a:lnTo>
                <a:lnTo>
                  <a:pt x="13224" y="5236"/>
                </a:lnTo>
                <a:lnTo>
                  <a:pt x="13445" y="3709"/>
                </a:lnTo>
                <a:lnTo>
                  <a:pt x="14327" y="2400"/>
                </a:lnTo>
                <a:close/>
                <a:moveTo>
                  <a:pt x="18294" y="19418"/>
                </a:moveTo>
                <a:lnTo>
                  <a:pt x="15208" y="19418"/>
                </a:lnTo>
                <a:lnTo>
                  <a:pt x="15208" y="12873"/>
                </a:lnTo>
                <a:lnTo>
                  <a:pt x="18294" y="12873"/>
                </a:lnTo>
                <a:lnTo>
                  <a:pt x="18294" y="19418"/>
                </a:lnTo>
                <a:close/>
                <a:moveTo>
                  <a:pt x="19396" y="10691"/>
                </a:moveTo>
                <a:lnTo>
                  <a:pt x="15208" y="10691"/>
                </a:lnTo>
                <a:lnTo>
                  <a:pt x="15208" y="8727"/>
                </a:lnTo>
                <a:lnTo>
                  <a:pt x="19396" y="8727"/>
                </a:lnTo>
                <a:lnTo>
                  <a:pt x="19396" y="1069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1" name="Google Shape;1121;p49"/>
          <p:cNvGrpSpPr/>
          <p:nvPr/>
        </p:nvGrpSpPr>
        <p:grpSpPr>
          <a:xfrm>
            <a:off x="8504767" y="8229598"/>
            <a:ext cx="292086" cy="419100"/>
            <a:chOff x="-1" y="-1"/>
            <a:chExt cx="292086" cy="419100"/>
          </a:xfrm>
        </p:grpSpPr>
        <p:sp>
          <p:nvSpPr>
            <p:cNvPr id="1122" name="Google Shape;1122;p49"/>
            <p:cNvSpPr/>
            <p:nvPr/>
          </p:nvSpPr>
          <p:spPr>
            <a:xfrm>
              <a:off x="-1" y="-1"/>
              <a:ext cx="292086" cy="215892"/>
            </a:xfrm>
            <a:custGeom>
              <a:rect b="b" l="l" r="r" t="t"/>
              <a:pathLst>
                <a:path extrusionOk="0" h="21600" w="21600">
                  <a:moveTo>
                    <a:pt x="21287" y="424"/>
                  </a:moveTo>
                  <a:lnTo>
                    <a:pt x="20974" y="0"/>
                  </a:lnTo>
                  <a:lnTo>
                    <a:pt x="939" y="0"/>
                  </a:lnTo>
                  <a:lnTo>
                    <a:pt x="313" y="424"/>
                  </a:lnTo>
                  <a:lnTo>
                    <a:pt x="0" y="1694"/>
                  </a:lnTo>
                  <a:lnTo>
                    <a:pt x="0" y="2541"/>
                  </a:lnTo>
                  <a:lnTo>
                    <a:pt x="3130" y="21600"/>
                  </a:lnTo>
                  <a:lnTo>
                    <a:pt x="6261" y="20329"/>
                  </a:lnTo>
                  <a:lnTo>
                    <a:pt x="3443" y="4235"/>
                  </a:lnTo>
                  <a:lnTo>
                    <a:pt x="8139" y="4235"/>
                  </a:lnTo>
                  <a:lnTo>
                    <a:pt x="9391" y="12706"/>
                  </a:lnTo>
                  <a:lnTo>
                    <a:pt x="12522" y="12706"/>
                  </a:lnTo>
                  <a:lnTo>
                    <a:pt x="13461" y="4235"/>
                  </a:lnTo>
                  <a:lnTo>
                    <a:pt x="18157" y="4235"/>
                  </a:lnTo>
                  <a:lnTo>
                    <a:pt x="15652" y="20329"/>
                  </a:lnTo>
                  <a:lnTo>
                    <a:pt x="18470" y="21600"/>
                  </a:lnTo>
                  <a:lnTo>
                    <a:pt x="21600" y="2541"/>
                  </a:lnTo>
                  <a:lnTo>
                    <a:pt x="21600" y="1694"/>
                  </a:lnTo>
                  <a:lnTo>
                    <a:pt x="21287" y="42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49"/>
            <p:cNvSpPr/>
            <p:nvPr/>
          </p:nvSpPr>
          <p:spPr>
            <a:xfrm>
              <a:off x="12695" y="139703"/>
              <a:ext cx="254016" cy="279396"/>
            </a:xfrm>
            <a:custGeom>
              <a:rect b="b" l="l" r="r" t="t"/>
              <a:pathLst>
                <a:path extrusionOk="0" h="21600" w="21600">
                  <a:moveTo>
                    <a:pt x="17939" y="21600"/>
                  </a:moveTo>
                  <a:lnTo>
                    <a:pt x="17207" y="21600"/>
                  </a:lnTo>
                  <a:lnTo>
                    <a:pt x="10983" y="18225"/>
                  </a:lnTo>
                  <a:lnTo>
                    <a:pt x="4393" y="21600"/>
                  </a:lnTo>
                  <a:lnTo>
                    <a:pt x="3661" y="21600"/>
                  </a:lnTo>
                  <a:lnTo>
                    <a:pt x="2197" y="21263"/>
                  </a:lnTo>
                  <a:lnTo>
                    <a:pt x="1831" y="20250"/>
                  </a:lnTo>
                  <a:lnTo>
                    <a:pt x="1831" y="19575"/>
                  </a:lnTo>
                  <a:lnTo>
                    <a:pt x="3661" y="13500"/>
                  </a:lnTo>
                  <a:lnTo>
                    <a:pt x="366" y="9113"/>
                  </a:lnTo>
                  <a:lnTo>
                    <a:pt x="0" y="8100"/>
                  </a:lnTo>
                  <a:lnTo>
                    <a:pt x="0" y="7425"/>
                  </a:lnTo>
                  <a:lnTo>
                    <a:pt x="1098" y="7088"/>
                  </a:lnTo>
                  <a:lnTo>
                    <a:pt x="1831" y="6413"/>
                  </a:lnTo>
                  <a:lnTo>
                    <a:pt x="6224" y="6413"/>
                  </a:lnTo>
                  <a:lnTo>
                    <a:pt x="9153" y="675"/>
                  </a:lnTo>
                  <a:lnTo>
                    <a:pt x="9885" y="337"/>
                  </a:lnTo>
                  <a:lnTo>
                    <a:pt x="10983" y="0"/>
                  </a:lnTo>
                  <a:lnTo>
                    <a:pt x="11715" y="337"/>
                  </a:lnTo>
                  <a:lnTo>
                    <a:pt x="12814" y="675"/>
                  </a:lnTo>
                  <a:lnTo>
                    <a:pt x="15376" y="6413"/>
                  </a:lnTo>
                  <a:lnTo>
                    <a:pt x="19769" y="6413"/>
                  </a:lnTo>
                  <a:lnTo>
                    <a:pt x="20868" y="7088"/>
                  </a:lnTo>
                  <a:lnTo>
                    <a:pt x="21600" y="7425"/>
                  </a:lnTo>
                  <a:lnTo>
                    <a:pt x="21600" y="8100"/>
                  </a:lnTo>
                  <a:lnTo>
                    <a:pt x="21234" y="9113"/>
                  </a:lnTo>
                  <a:lnTo>
                    <a:pt x="17939" y="13500"/>
                  </a:lnTo>
                  <a:lnTo>
                    <a:pt x="19769" y="19575"/>
                  </a:lnTo>
                  <a:lnTo>
                    <a:pt x="19769" y="20250"/>
                  </a:lnTo>
                  <a:lnTo>
                    <a:pt x="19403" y="21263"/>
                  </a:lnTo>
                  <a:lnTo>
                    <a:pt x="17939" y="21600"/>
                  </a:lnTo>
                  <a:close/>
                  <a:moveTo>
                    <a:pt x="10983" y="14850"/>
                  </a:moveTo>
                  <a:lnTo>
                    <a:pt x="11715" y="14850"/>
                  </a:lnTo>
                  <a:lnTo>
                    <a:pt x="15376" y="16875"/>
                  </a:lnTo>
                  <a:lnTo>
                    <a:pt x="14644" y="13500"/>
                  </a:lnTo>
                  <a:lnTo>
                    <a:pt x="14644" y="12825"/>
                  </a:lnTo>
                  <a:lnTo>
                    <a:pt x="15010" y="12488"/>
                  </a:lnTo>
                  <a:lnTo>
                    <a:pt x="16841" y="9788"/>
                  </a:lnTo>
                  <a:lnTo>
                    <a:pt x="14644" y="9788"/>
                  </a:lnTo>
                  <a:lnTo>
                    <a:pt x="13546" y="9450"/>
                  </a:lnTo>
                  <a:lnTo>
                    <a:pt x="12814" y="9113"/>
                  </a:lnTo>
                  <a:lnTo>
                    <a:pt x="10983" y="5400"/>
                  </a:lnTo>
                  <a:lnTo>
                    <a:pt x="9153" y="9113"/>
                  </a:lnTo>
                  <a:lnTo>
                    <a:pt x="8054" y="9450"/>
                  </a:lnTo>
                  <a:lnTo>
                    <a:pt x="7322" y="9788"/>
                  </a:lnTo>
                  <a:lnTo>
                    <a:pt x="5125" y="9788"/>
                  </a:lnTo>
                  <a:lnTo>
                    <a:pt x="6956" y="12488"/>
                  </a:lnTo>
                  <a:lnTo>
                    <a:pt x="7322" y="12825"/>
                  </a:lnTo>
                  <a:lnTo>
                    <a:pt x="7322" y="13500"/>
                  </a:lnTo>
                  <a:lnTo>
                    <a:pt x="6224" y="16875"/>
                  </a:lnTo>
                  <a:lnTo>
                    <a:pt x="9885" y="14850"/>
                  </a:lnTo>
                  <a:lnTo>
                    <a:pt x="10983" y="1485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4" name="Google Shape;1124;p49"/>
          <p:cNvSpPr/>
          <p:nvPr/>
        </p:nvSpPr>
        <p:spPr>
          <a:xfrm>
            <a:off x="9520767" y="8229600"/>
            <a:ext cx="292086" cy="419094"/>
          </a:xfrm>
          <a:custGeom>
            <a:rect b="b" l="l" r="r" t="t"/>
            <a:pathLst>
              <a:path extrusionOk="0" h="21600" w="21600">
                <a:moveTo>
                  <a:pt x="18470" y="10691"/>
                </a:moveTo>
                <a:lnTo>
                  <a:pt x="18470" y="18545"/>
                </a:lnTo>
                <a:lnTo>
                  <a:pt x="11583" y="15273"/>
                </a:lnTo>
                <a:lnTo>
                  <a:pt x="10643" y="15055"/>
                </a:lnTo>
                <a:lnTo>
                  <a:pt x="10017" y="15273"/>
                </a:lnTo>
                <a:lnTo>
                  <a:pt x="3130" y="18545"/>
                </a:lnTo>
                <a:lnTo>
                  <a:pt x="3130" y="2182"/>
                </a:lnTo>
                <a:lnTo>
                  <a:pt x="21600" y="2182"/>
                </a:lnTo>
                <a:lnTo>
                  <a:pt x="21287" y="1309"/>
                </a:lnTo>
                <a:lnTo>
                  <a:pt x="20974" y="655"/>
                </a:lnTo>
                <a:lnTo>
                  <a:pt x="19722" y="218"/>
                </a:lnTo>
                <a:lnTo>
                  <a:pt x="18470" y="0"/>
                </a:lnTo>
                <a:lnTo>
                  <a:pt x="3130" y="0"/>
                </a:lnTo>
                <a:lnTo>
                  <a:pt x="1878" y="218"/>
                </a:lnTo>
                <a:lnTo>
                  <a:pt x="626" y="655"/>
                </a:lnTo>
                <a:lnTo>
                  <a:pt x="313" y="1309"/>
                </a:lnTo>
                <a:lnTo>
                  <a:pt x="0" y="2182"/>
                </a:lnTo>
                <a:lnTo>
                  <a:pt x="0" y="20509"/>
                </a:lnTo>
                <a:lnTo>
                  <a:pt x="313" y="20945"/>
                </a:lnTo>
                <a:lnTo>
                  <a:pt x="626" y="21600"/>
                </a:lnTo>
                <a:lnTo>
                  <a:pt x="1565" y="21600"/>
                </a:lnTo>
                <a:lnTo>
                  <a:pt x="2191" y="21382"/>
                </a:lnTo>
                <a:lnTo>
                  <a:pt x="10643" y="17455"/>
                </a:lnTo>
                <a:lnTo>
                  <a:pt x="19409" y="21382"/>
                </a:lnTo>
                <a:lnTo>
                  <a:pt x="20035" y="21600"/>
                </a:lnTo>
                <a:lnTo>
                  <a:pt x="20974" y="21600"/>
                </a:lnTo>
                <a:lnTo>
                  <a:pt x="21287" y="20945"/>
                </a:lnTo>
                <a:lnTo>
                  <a:pt x="21600" y="20509"/>
                </a:lnTo>
                <a:lnTo>
                  <a:pt x="21600" y="10691"/>
                </a:lnTo>
                <a:lnTo>
                  <a:pt x="18470" y="1069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49"/>
          <p:cNvSpPr/>
          <p:nvPr/>
        </p:nvSpPr>
        <p:spPr>
          <a:xfrm>
            <a:off x="9584266" y="8305800"/>
            <a:ext cx="215892" cy="165078"/>
          </a:xfrm>
          <a:custGeom>
            <a:rect b="b" l="l" r="r" t="t"/>
            <a:pathLst>
              <a:path extrusionOk="0" h="21600" w="21600">
                <a:moveTo>
                  <a:pt x="8376" y="21600"/>
                </a:moveTo>
                <a:lnTo>
                  <a:pt x="0" y="11368"/>
                </a:lnTo>
                <a:lnTo>
                  <a:pt x="4408" y="5684"/>
                </a:lnTo>
                <a:lnTo>
                  <a:pt x="8376" y="11937"/>
                </a:lnTo>
                <a:lnTo>
                  <a:pt x="17192" y="0"/>
                </a:lnTo>
                <a:lnTo>
                  <a:pt x="21600" y="5684"/>
                </a:lnTo>
                <a:lnTo>
                  <a:pt x="8376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49"/>
          <p:cNvSpPr/>
          <p:nvPr/>
        </p:nvSpPr>
        <p:spPr>
          <a:xfrm>
            <a:off x="1413932" y="9309100"/>
            <a:ext cx="419094" cy="279396"/>
          </a:xfrm>
          <a:custGeom>
            <a:rect b="b" l="l" r="r" t="t"/>
            <a:pathLst>
              <a:path extrusionOk="0" h="21600" w="21600">
                <a:moveTo>
                  <a:pt x="20509" y="8100"/>
                </a:moveTo>
                <a:lnTo>
                  <a:pt x="15055" y="8100"/>
                </a:lnTo>
                <a:lnTo>
                  <a:pt x="15055" y="675"/>
                </a:lnTo>
                <a:lnTo>
                  <a:pt x="14836" y="337"/>
                </a:lnTo>
                <a:lnTo>
                  <a:pt x="14400" y="0"/>
                </a:lnTo>
                <a:lnTo>
                  <a:pt x="6982" y="0"/>
                </a:lnTo>
                <a:lnTo>
                  <a:pt x="6764" y="337"/>
                </a:lnTo>
                <a:lnTo>
                  <a:pt x="6327" y="675"/>
                </a:lnTo>
                <a:lnTo>
                  <a:pt x="6327" y="6412"/>
                </a:lnTo>
                <a:lnTo>
                  <a:pt x="436" y="6412"/>
                </a:lnTo>
                <a:lnTo>
                  <a:pt x="218" y="7087"/>
                </a:lnTo>
                <a:lnTo>
                  <a:pt x="0" y="7425"/>
                </a:lnTo>
                <a:lnTo>
                  <a:pt x="0" y="20588"/>
                </a:lnTo>
                <a:lnTo>
                  <a:pt x="218" y="20925"/>
                </a:lnTo>
                <a:lnTo>
                  <a:pt x="436" y="21600"/>
                </a:lnTo>
                <a:lnTo>
                  <a:pt x="20945" y="21600"/>
                </a:lnTo>
                <a:lnTo>
                  <a:pt x="21164" y="20925"/>
                </a:lnTo>
                <a:lnTo>
                  <a:pt x="21600" y="20588"/>
                </a:lnTo>
                <a:lnTo>
                  <a:pt x="21600" y="9112"/>
                </a:lnTo>
                <a:lnTo>
                  <a:pt x="20945" y="8100"/>
                </a:lnTo>
                <a:lnTo>
                  <a:pt x="20509" y="8100"/>
                </a:lnTo>
                <a:close/>
                <a:moveTo>
                  <a:pt x="2182" y="9787"/>
                </a:moveTo>
                <a:lnTo>
                  <a:pt x="6327" y="9787"/>
                </a:lnTo>
                <a:lnTo>
                  <a:pt x="6327" y="18225"/>
                </a:lnTo>
                <a:lnTo>
                  <a:pt x="2182" y="18225"/>
                </a:lnTo>
                <a:lnTo>
                  <a:pt x="2182" y="9787"/>
                </a:lnTo>
                <a:close/>
                <a:moveTo>
                  <a:pt x="8509" y="3037"/>
                </a:moveTo>
                <a:lnTo>
                  <a:pt x="12873" y="3037"/>
                </a:lnTo>
                <a:lnTo>
                  <a:pt x="12873" y="18225"/>
                </a:lnTo>
                <a:lnTo>
                  <a:pt x="8509" y="18225"/>
                </a:lnTo>
                <a:lnTo>
                  <a:pt x="8509" y="3037"/>
                </a:lnTo>
                <a:close/>
                <a:moveTo>
                  <a:pt x="19418" y="18225"/>
                </a:moveTo>
                <a:lnTo>
                  <a:pt x="15055" y="18225"/>
                </a:lnTo>
                <a:lnTo>
                  <a:pt x="15055" y="11475"/>
                </a:lnTo>
                <a:lnTo>
                  <a:pt x="19418" y="11475"/>
                </a:lnTo>
                <a:lnTo>
                  <a:pt x="19418" y="1822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49"/>
          <p:cNvSpPr/>
          <p:nvPr/>
        </p:nvSpPr>
        <p:spPr>
          <a:xfrm>
            <a:off x="10447866" y="8229600"/>
            <a:ext cx="423360" cy="419094"/>
          </a:xfrm>
          <a:custGeom>
            <a:rect b="b" l="l" r="r" t="t"/>
            <a:pathLst>
              <a:path extrusionOk="0" h="21600" w="21600">
                <a:moveTo>
                  <a:pt x="20509" y="1091"/>
                </a:moveTo>
                <a:lnTo>
                  <a:pt x="17018" y="1091"/>
                </a:lnTo>
                <a:lnTo>
                  <a:pt x="16145" y="218"/>
                </a:lnTo>
                <a:lnTo>
                  <a:pt x="15055" y="0"/>
                </a:lnTo>
                <a:lnTo>
                  <a:pt x="6545" y="0"/>
                </a:lnTo>
                <a:lnTo>
                  <a:pt x="5455" y="218"/>
                </a:lnTo>
                <a:lnTo>
                  <a:pt x="4582" y="1091"/>
                </a:lnTo>
                <a:lnTo>
                  <a:pt x="436" y="1091"/>
                </a:lnTo>
                <a:lnTo>
                  <a:pt x="218" y="1309"/>
                </a:lnTo>
                <a:lnTo>
                  <a:pt x="0" y="1745"/>
                </a:lnTo>
                <a:lnTo>
                  <a:pt x="0" y="6327"/>
                </a:lnTo>
                <a:lnTo>
                  <a:pt x="218" y="6764"/>
                </a:lnTo>
                <a:lnTo>
                  <a:pt x="873" y="7636"/>
                </a:lnTo>
                <a:lnTo>
                  <a:pt x="1309" y="8073"/>
                </a:lnTo>
                <a:lnTo>
                  <a:pt x="5673" y="11564"/>
                </a:lnTo>
                <a:lnTo>
                  <a:pt x="6545" y="12436"/>
                </a:lnTo>
                <a:lnTo>
                  <a:pt x="7636" y="13309"/>
                </a:lnTo>
                <a:lnTo>
                  <a:pt x="8509" y="13527"/>
                </a:lnTo>
                <a:lnTo>
                  <a:pt x="9600" y="13964"/>
                </a:lnTo>
                <a:lnTo>
                  <a:pt x="9600" y="16145"/>
                </a:lnTo>
                <a:lnTo>
                  <a:pt x="6982" y="16145"/>
                </a:lnTo>
                <a:lnTo>
                  <a:pt x="6764" y="16364"/>
                </a:lnTo>
                <a:lnTo>
                  <a:pt x="6545" y="16800"/>
                </a:lnTo>
                <a:lnTo>
                  <a:pt x="6545" y="19418"/>
                </a:lnTo>
                <a:lnTo>
                  <a:pt x="5455" y="19418"/>
                </a:lnTo>
                <a:lnTo>
                  <a:pt x="5455" y="21600"/>
                </a:lnTo>
                <a:lnTo>
                  <a:pt x="16145" y="21600"/>
                </a:lnTo>
                <a:lnTo>
                  <a:pt x="16145" y="19418"/>
                </a:lnTo>
                <a:lnTo>
                  <a:pt x="15055" y="19418"/>
                </a:lnTo>
                <a:lnTo>
                  <a:pt x="15055" y="16800"/>
                </a:lnTo>
                <a:lnTo>
                  <a:pt x="14836" y="16364"/>
                </a:lnTo>
                <a:lnTo>
                  <a:pt x="14618" y="16145"/>
                </a:lnTo>
                <a:lnTo>
                  <a:pt x="11782" y="16145"/>
                </a:lnTo>
                <a:lnTo>
                  <a:pt x="11782" y="13964"/>
                </a:lnTo>
                <a:lnTo>
                  <a:pt x="12873" y="13527"/>
                </a:lnTo>
                <a:lnTo>
                  <a:pt x="13964" y="13309"/>
                </a:lnTo>
                <a:lnTo>
                  <a:pt x="15055" y="12436"/>
                </a:lnTo>
                <a:lnTo>
                  <a:pt x="15927" y="11564"/>
                </a:lnTo>
                <a:lnTo>
                  <a:pt x="20073" y="8073"/>
                </a:lnTo>
                <a:lnTo>
                  <a:pt x="20727" y="7636"/>
                </a:lnTo>
                <a:lnTo>
                  <a:pt x="21164" y="6764"/>
                </a:lnTo>
                <a:lnTo>
                  <a:pt x="21600" y="6327"/>
                </a:lnTo>
                <a:lnTo>
                  <a:pt x="21600" y="1745"/>
                </a:lnTo>
                <a:lnTo>
                  <a:pt x="20945" y="1091"/>
                </a:lnTo>
                <a:lnTo>
                  <a:pt x="20509" y="1091"/>
                </a:lnTo>
                <a:close/>
                <a:moveTo>
                  <a:pt x="12873" y="19418"/>
                </a:moveTo>
                <a:lnTo>
                  <a:pt x="8509" y="19418"/>
                </a:lnTo>
                <a:lnTo>
                  <a:pt x="8509" y="18327"/>
                </a:lnTo>
                <a:lnTo>
                  <a:pt x="12873" y="18327"/>
                </a:lnTo>
                <a:lnTo>
                  <a:pt x="12873" y="19418"/>
                </a:lnTo>
                <a:close/>
                <a:moveTo>
                  <a:pt x="2618" y="6327"/>
                </a:moveTo>
                <a:lnTo>
                  <a:pt x="2182" y="5891"/>
                </a:lnTo>
                <a:lnTo>
                  <a:pt x="2182" y="3273"/>
                </a:lnTo>
                <a:lnTo>
                  <a:pt x="4364" y="3273"/>
                </a:lnTo>
                <a:lnTo>
                  <a:pt x="4364" y="7636"/>
                </a:lnTo>
                <a:lnTo>
                  <a:pt x="2618" y="6327"/>
                </a:lnTo>
                <a:close/>
                <a:moveTo>
                  <a:pt x="10691" y="11782"/>
                </a:moveTo>
                <a:lnTo>
                  <a:pt x="10036" y="11782"/>
                </a:lnTo>
                <a:lnTo>
                  <a:pt x="9164" y="11564"/>
                </a:lnTo>
                <a:lnTo>
                  <a:pt x="7855" y="10473"/>
                </a:lnTo>
                <a:lnTo>
                  <a:pt x="6764" y="9164"/>
                </a:lnTo>
                <a:lnTo>
                  <a:pt x="6545" y="8291"/>
                </a:lnTo>
                <a:lnTo>
                  <a:pt x="6545" y="2182"/>
                </a:lnTo>
                <a:lnTo>
                  <a:pt x="15055" y="2182"/>
                </a:lnTo>
                <a:lnTo>
                  <a:pt x="15055" y="8291"/>
                </a:lnTo>
                <a:lnTo>
                  <a:pt x="14836" y="9164"/>
                </a:lnTo>
                <a:lnTo>
                  <a:pt x="13745" y="10473"/>
                </a:lnTo>
                <a:lnTo>
                  <a:pt x="12436" y="11564"/>
                </a:lnTo>
                <a:lnTo>
                  <a:pt x="11564" y="11782"/>
                </a:lnTo>
                <a:lnTo>
                  <a:pt x="10691" y="11782"/>
                </a:lnTo>
                <a:close/>
                <a:moveTo>
                  <a:pt x="19418" y="5455"/>
                </a:moveTo>
                <a:lnTo>
                  <a:pt x="19418" y="5891"/>
                </a:lnTo>
                <a:lnTo>
                  <a:pt x="18764" y="6327"/>
                </a:lnTo>
                <a:lnTo>
                  <a:pt x="17236" y="7636"/>
                </a:lnTo>
                <a:lnTo>
                  <a:pt x="17236" y="3273"/>
                </a:lnTo>
                <a:lnTo>
                  <a:pt x="19418" y="3273"/>
                </a:lnTo>
                <a:lnTo>
                  <a:pt x="19418" y="545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49"/>
          <p:cNvSpPr/>
          <p:nvPr/>
        </p:nvSpPr>
        <p:spPr>
          <a:xfrm>
            <a:off x="2417234" y="9232900"/>
            <a:ext cx="419094" cy="40640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8596" y="21380"/>
                </a:lnTo>
                <a:lnTo>
                  <a:pt x="6392" y="20939"/>
                </a:lnTo>
                <a:lnTo>
                  <a:pt x="4849" y="19837"/>
                </a:lnTo>
                <a:lnTo>
                  <a:pt x="3086" y="18514"/>
                </a:lnTo>
                <a:lnTo>
                  <a:pt x="1763" y="16751"/>
                </a:lnTo>
                <a:lnTo>
                  <a:pt x="661" y="15208"/>
                </a:lnTo>
                <a:lnTo>
                  <a:pt x="220" y="13004"/>
                </a:lnTo>
                <a:lnTo>
                  <a:pt x="0" y="10800"/>
                </a:lnTo>
                <a:lnTo>
                  <a:pt x="220" y="8596"/>
                </a:lnTo>
                <a:lnTo>
                  <a:pt x="661" y="6392"/>
                </a:lnTo>
                <a:lnTo>
                  <a:pt x="1763" y="4849"/>
                </a:lnTo>
                <a:lnTo>
                  <a:pt x="3086" y="3306"/>
                </a:lnTo>
                <a:lnTo>
                  <a:pt x="4849" y="1763"/>
                </a:lnTo>
                <a:lnTo>
                  <a:pt x="6392" y="882"/>
                </a:lnTo>
                <a:lnTo>
                  <a:pt x="8596" y="220"/>
                </a:lnTo>
                <a:lnTo>
                  <a:pt x="10800" y="0"/>
                </a:lnTo>
                <a:lnTo>
                  <a:pt x="13004" y="220"/>
                </a:lnTo>
                <a:lnTo>
                  <a:pt x="15208" y="882"/>
                </a:lnTo>
                <a:lnTo>
                  <a:pt x="16751" y="1763"/>
                </a:lnTo>
                <a:lnTo>
                  <a:pt x="18514" y="3306"/>
                </a:lnTo>
                <a:lnTo>
                  <a:pt x="19837" y="4849"/>
                </a:lnTo>
                <a:lnTo>
                  <a:pt x="20939" y="6392"/>
                </a:lnTo>
                <a:lnTo>
                  <a:pt x="21380" y="8596"/>
                </a:lnTo>
                <a:lnTo>
                  <a:pt x="21600" y="10800"/>
                </a:lnTo>
                <a:lnTo>
                  <a:pt x="21380" y="13004"/>
                </a:lnTo>
                <a:lnTo>
                  <a:pt x="20939" y="15208"/>
                </a:lnTo>
                <a:lnTo>
                  <a:pt x="19837" y="16751"/>
                </a:lnTo>
                <a:lnTo>
                  <a:pt x="18514" y="18514"/>
                </a:lnTo>
                <a:lnTo>
                  <a:pt x="16751" y="19837"/>
                </a:lnTo>
                <a:lnTo>
                  <a:pt x="15208" y="20939"/>
                </a:lnTo>
                <a:lnTo>
                  <a:pt x="13004" y="21380"/>
                </a:lnTo>
                <a:lnTo>
                  <a:pt x="10800" y="21600"/>
                </a:lnTo>
                <a:close/>
                <a:moveTo>
                  <a:pt x="10800" y="2204"/>
                </a:moveTo>
                <a:lnTo>
                  <a:pt x="9257" y="2424"/>
                </a:lnTo>
                <a:lnTo>
                  <a:pt x="7494" y="2865"/>
                </a:lnTo>
                <a:lnTo>
                  <a:pt x="5951" y="3527"/>
                </a:lnTo>
                <a:lnTo>
                  <a:pt x="4629" y="4629"/>
                </a:lnTo>
                <a:lnTo>
                  <a:pt x="3527" y="5951"/>
                </a:lnTo>
                <a:lnTo>
                  <a:pt x="2865" y="7494"/>
                </a:lnTo>
                <a:lnTo>
                  <a:pt x="2424" y="9257"/>
                </a:lnTo>
                <a:lnTo>
                  <a:pt x="2204" y="10800"/>
                </a:lnTo>
                <a:lnTo>
                  <a:pt x="2424" y="12563"/>
                </a:lnTo>
                <a:lnTo>
                  <a:pt x="2865" y="14106"/>
                </a:lnTo>
                <a:lnTo>
                  <a:pt x="3527" y="15649"/>
                </a:lnTo>
                <a:lnTo>
                  <a:pt x="4629" y="16971"/>
                </a:lnTo>
                <a:lnTo>
                  <a:pt x="5951" y="18073"/>
                </a:lnTo>
                <a:lnTo>
                  <a:pt x="7494" y="18735"/>
                </a:lnTo>
                <a:lnTo>
                  <a:pt x="9257" y="19176"/>
                </a:lnTo>
                <a:lnTo>
                  <a:pt x="10800" y="19616"/>
                </a:lnTo>
                <a:lnTo>
                  <a:pt x="12343" y="19176"/>
                </a:lnTo>
                <a:lnTo>
                  <a:pt x="14106" y="18735"/>
                </a:lnTo>
                <a:lnTo>
                  <a:pt x="15649" y="18073"/>
                </a:lnTo>
                <a:lnTo>
                  <a:pt x="16971" y="16971"/>
                </a:lnTo>
                <a:lnTo>
                  <a:pt x="18073" y="15649"/>
                </a:lnTo>
                <a:lnTo>
                  <a:pt x="18735" y="14106"/>
                </a:lnTo>
                <a:lnTo>
                  <a:pt x="19176" y="12563"/>
                </a:lnTo>
                <a:lnTo>
                  <a:pt x="19396" y="10800"/>
                </a:lnTo>
                <a:lnTo>
                  <a:pt x="19176" y="9257"/>
                </a:lnTo>
                <a:lnTo>
                  <a:pt x="18735" y="7494"/>
                </a:lnTo>
                <a:lnTo>
                  <a:pt x="18073" y="5951"/>
                </a:lnTo>
                <a:lnTo>
                  <a:pt x="16971" y="4629"/>
                </a:lnTo>
                <a:lnTo>
                  <a:pt x="15649" y="3527"/>
                </a:lnTo>
                <a:lnTo>
                  <a:pt x="14106" y="2865"/>
                </a:lnTo>
                <a:lnTo>
                  <a:pt x="12343" y="2424"/>
                </a:lnTo>
                <a:lnTo>
                  <a:pt x="10800" y="220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49"/>
          <p:cNvSpPr/>
          <p:nvPr/>
        </p:nvSpPr>
        <p:spPr>
          <a:xfrm>
            <a:off x="2506133" y="9334500"/>
            <a:ext cx="254016" cy="228582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0080" y="20815"/>
                </a:lnTo>
                <a:lnTo>
                  <a:pt x="8280" y="20029"/>
                </a:lnTo>
                <a:lnTo>
                  <a:pt x="4680" y="16495"/>
                </a:lnTo>
                <a:lnTo>
                  <a:pt x="1440" y="12960"/>
                </a:lnTo>
                <a:lnTo>
                  <a:pt x="720" y="10211"/>
                </a:lnTo>
                <a:lnTo>
                  <a:pt x="0" y="7855"/>
                </a:lnTo>
                <a:lnTo>
                  <a:pt x="0" y="6676"/>
                </a:lnTo>
                <a:lnTo>
                  <a:pt x="720" y="4713"/>
                </a:lnTo>
                <a:lnTo>
                  <a:pt x="1440" y="3535"/>
                </a:lnTo>
                <a:lnTo>
                  <a:pt x="1800" y="1964"/>
                </a:lnTo>
                <a:lnTo>
                  <a:pt x="3240" y="1571"/>
                </a:lnTo>
                <a:lnTo>
                  <a:pt x="3960" y="785"/>
                </a:lnTo>
                <a:lnTo>
                  <a:pt x="5760" y="0"/>
                </a:lnTo>
                <a:lnTo>
                  <a:pt x="7200" y="0"/>
                </a:lnTo>
                <a:lnTo>
                  <a:pt x="10800" y="1571"/>
                </a:lnTo>
                <a:lnTo>
                  <a:pt x="14400" y="0"/>
                </a:lnTo>
                <a:lnTo>
                  <a:pt x="15840" y="0"/>
                </a:lnTo>
                <a:lnTo>
                  <a:pt x="17280" y="785"/>
                </a:lnTo>
                <a:lnTo>
                  <a:pt x="18360" y="1571"/>
                </a:lnTo>
                <a:lnTo>
                  <a:pt x="19800" y="1964"/>
                </a:lnTo>
                <a:lnTo>
                  <a:pt x="20160" y="3535"/>
                </a:lnTo>
                <a:lnTo>
                  <a:pt x="20880" y="4713"/>
                </a:lnTo>
                <a:lnTo>
                  <a:pt x="21600" y="6676"/>
                </a:lnTo>
                <a:lnTo>
                  <a:pt x="21600" y="7855"/>
                </a:lnTo>
                <a:lnTo>
                  <a:pt x="20880" y="10211"/>
                </a:lnTo>
                <a:lnTo>
                  <a:pt x="20160" y="12960"/>
                </a:lnTo>
                <a:lnTo>
                  <a:pt x="16920" y="16495"/>
                </a:lnTo>
                <a:lnTo>
                  <a:pt x="13320" y="20029"/>
                </a:lnTo>
                <a:lnTo>
                  <a:pt x="11520" y="20815"/>
                </a:lnTo>
                <a:lnTo>
                  <a:pt x="10800" y="21600"/>
                </a:lnTo>
                <a:close/>
                <a:moveTo>
                  <a:pt x="7200" y="3927"/>
                </a:moveTo>
                <a:lnTo>
                  <a:pt x="5400" y="4713"/>
                </a:lnTo>
                <a:lnTo>
                  <a:pt x="3960" y="5498"/>
                </a:lnTo>
                <a:lnTo>
                  <a:pt x="3600" y="7069"/>
                </a:lnTo>
                <a:lnTo>
                  <a:pt x="3600" y="9425"/>
                </a:lnTo>
                <a:lnTo>
                  <a:pt x="4680" y="10211"/>
                </a:lnTo>
                <a:lnTo>
                  <a:pt x="6480" y="13353"/>
                </a:lnTo>
                <a:lnTo>
                  <a:pt x="8640" y="15709"/>
                </a:lnTo>
                <a:lnTo>
                  <a:pt x="10800" y="17280"/>
                </a:lnTo>
                <a:lnTo>
                  <a:pt x="12960" y="15709"/>
                </a:lnTo>
                <a:lnTo>
                  <a:pt x="15120" y="13353"/>
                </a:lnTo>
                <a:lnTo>
                  <a:pt x="16920" y="10211"/>
                </a:lnTo>
                <a:lnTo>
                  <a:pt x="18000" y="9425"/>
                </a:lnTo>
                <a:lnTo>
                  <a:pt x="18000" y="7069"/>
                </a:lnTo>
                <a:lnTo>
                  <a:pt x="17280" y="5498"/>
                </a:lnTo>
                <a:lnTo>
                  <a:pt x="16200" y="4713"/>
                </a:lnTo>
                <a:lnTo>
                  <a:pt x="14400" y="3927"/>
                </a:lnTo>
                <a:lnTo>
                  <a:pt x="12960" y="4713"/>
                </a:lnTo>
                <a:lnTo>
                  <a:pt x="12600" y="5891"/>
                </a:lnTo>
                <a:lnTo>
                  <a:pt x="12600" y="7069"/>
                </a:lnTo>
                <a:lnTo>
                  <a:pt x="12240" y="7462"/>
                </a:lnTo>
                <a:lnTo>
                  <a:pt x="11520" y="7855"/>
                </a:lnTo>
                <a:lnTo>
                  <a:pt x="10080" y="7855"/>
                </a:lnTo>
                <a:lnTo>
                  <a:pt x="9360" y="7462"/>
                </a:lnTo>
                <a:lnTo>
                  <a:pt x="9000" y="7069"/>
                </a:lnTo>
                <a:lnTo>
                  <a:pt x="9000" y="5891"/>
                </a:lnTo>
                <a:lnTo>
                  <a:pt x="8640" y="4713"/>
                </a:lnTo>
                <a:lnTo>
                  <a:pt x="7200" y="392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49"/>
          <p:cNvSpPr/>
          <p:nvPr/>
        </p:nvSpPr>
        <p:spPr>
          <a:xfrm>
            <a:off x="3420533" y="9232900"/>
            <a:ext cx="444528" cy="368280"/>
          </a:xfrm>
          <a:custGeom>
            <a:rect b="b" l="l" r="r" t="t"/>
            <a:pathLst>
              <a:path extrusionOk="0" h="21600" w="21600">
                <a:moveTo>
                  <a:pt x="21392" y="6310"/>
                </a:moveTo>
                <a:lnTo>
                  <a:pt x="21185" y="5825"/>
                </a:lnTo>
                <a:lnTo>
                  <a:pt x="14538" y="5825"/>
                </a:lnTo>
                <a:lnTo>
                  <a:pt x="14538" y="485"/>
                </a:lnTo>
                <a:lnTo>
                  <a:pt x="14123" y="243"/>
                </a:lnTo>
                <a:lnTo>
                  <a:pt x="13915" y="0"/>
                </a:lnTo>
                <a:lnTo>
                  <a:pt x="10385" y="0"/>
                </a:lnTo>
                <a:lnTo>
                  <a:pt x="9762" y="243"/>
                </a:lnTo>
                <a:lnTo>
                  <a:pt x="9346" y="485"/>
                </a:lnTo>
                <a:lnTo>
                  <a:pt x="6438" y="8252"/>
                </a:lnTo>
                <a:lnTo>
                  <a:pt x="6231" y="8252"/>
                </a:lnTo>
                <a:lnTo>
                  <a:pt x="6231" y="7766"/>
                </a:lnTo>
                <a:lnTo>
                  <a:pt x="6023" y="7524"/>
                </a:lnTo>
                <a:lnTo>
                  <a:pt x="5815" y="7038"/>
                </a:lnTo>
                <a:lnTo>
                  <a:pt x="623" y="7038"/>
                </a:lnTo>
                <a:lnTo>
                  <a:pt x="415" y="7524"/>
                </a:lnTo>
                <a:lnTo>
                  <a:pt x="0" y="7766"/>
                </a:lnTo>
                <a:lnTo>
                  <a:pt x="0" y="20872"/>
                </a:lnTo>
                <a:lnTo>
                  <a:pt x="415" y="21115"/>
                </a:lnTo>
                <a:lnTo>
                  <a:pt x="623" y="21600"/>
                </a:lnTo>
                <a:lnTo>
                  <a:pt x="5815" y="21600"/>
                </a:lnTo>
                <a:lnTo>
                  <a:pt x="6023" y="21115"/>
                </a:lnTo>
                <a:lnTo>
                  <a:pt x="6231" y="20872"/>
                </a:lnTo>
                <a:lnTo>
                  <a:pt x="6231" y="19658"/>
                </a:lnTo>
                <a:lnTo>
                  <a:pt x="10177" y="21600"/>
                </a:lnTo>
                <a:lnTo>
                  <a:pt x="18485" y="21600"/>
                </a:lnTo>
                <a:lnTo>
                  <a:pt x="19315" y="21115"/>
                </a:lnTo>
                <a:lnTo>
                  <a:pt x="19523" y="20629"/>
                </a:lnTo>
                <a:lnTo>
                  <a:pt x="21600" y="7524"/>
                </a:lnTo>
                <a:lnTo>
                  <a:pt x="21600" y="6796"/>
                </a:lnTo>
                <a:lnTo>
                  <a:pt x="21392" y="6310"/>
                </a:lnTo>
                <a:close/>
                <a:moveTo>
                  <a:pt x="4154" y="19173"/>
                </a:moveTo>
                <a:lnTo>
                  <a:pt x="2077" y="19173"/>
                </a:lnTo>
                <a:lnTo>
                  <a:pt x="2077" y="9465"/>
                </a:lnTo>
                <a:lnTo>
                  <a:pt x="4154" y="9465"/>
                </a:lnTo>
                <a:lnTo>
                  <a:pt x="4154" y="19173"/>
                </a:lnTo>
                <a:close/>
                <a:moveTo>
                  <a:pt x="17862" y="19173"/>
                </a:moveTo>
                <a:lnTo>
                  <a:pt x="10592" y="19173"/>
                </a:lnTo>
                <a:lnTo>
                  <a:pt x="6231" y="16989"/>
                </a:lnTo>
                <a:lnTo>
                  <a:pt x="6231" y="10679"/>
                </a:lnTo>
                <a:lnTo>
                  <a:pt x="7269" y="10679"/>
                </a:lnTo>
                <a:lnTo>
                  <a:pt x="7685" y="10436"/>
                </a:lnTo>
                <a:lnTo>
                  <a:pt x="8308" y="10193"/>
                </a:lnTo>
                <a:lnTo>
                  <a:pt x="11008" y="2427"/>
                </a:lnTo>
                <a:lnTo>
                  <a:pt x="12462" y="2427"/>
                </a:lnTo>
                <a:lnTo>
                  <a:pt x="12462" y="7766"/>
                </a:lnTo>
                <a:lnTo>
                  <a:pt x="12877" y="8252"/>
                </a:lnTo>
                <a:lnTo>
                  <a:pt x="19315" y="8252"/>
                </a:lnTo>
                <a:lnTo>
                  <a:pt x="17862" y="1917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49"/>
          <p:cNvSpPr/>
          <p:nvPr/>
        </p:nvSpPr>
        <p:spPr>
          <a:xfrm>
            <a:off x="4398434" y="9232900"/>
            <a:ext cx="444474" cy="368280"/>
          </a:xfrm>
          <a:custGeom>
            <a:rect b="b" l="l" r="r" t="t"/>
            <a:pathLst>
              <a:path extrusionOk="0" h="21600" w="21600">
                <a:moveTo>
                  <a:pt x="20562" y="0"/>
                </a:moveTo>
                <a:lnTo>
                  <a:pt x="15992" y="0"/>
                </a:lnTo>
                <a:lnTo>
                  <a:pt x="15785" y="243"/>
                </a:lnTo>
                <a:lnTo>
                  <a:pt x="15369" y="485"/>
                </a:lnTo>
                <a:lnTo>
                  <a:pt x="15369" y="1699"/>
                </a:lnTo>
                <a:lnTo>
                  <a:pt x="11631" y="0"/>
                </a:lnTo>
                <a:lnTo>
                  <a:pt x="3115" y="0"/>
                </a:lnTo>
                <a:lnTo>
                  <a:pt x="2285" y="243"/>
                </a:lnTo>
                <a:lnTo>
                  <a:pt x="2077" y="971"/>
                </a:lnTo>
                <a:lnTo>
                  <a:pt x="0" y="14076"/>
                </a:lnTo>
                <a:lnTo>
                  <a:pt x="0" y="14562"/>
                </a:lnTo>
                <a:lnTo>
                  <a:pt x="415" y="15290"/>
                </a:lnTo>
                <a:lnTo>
                  <a:pt x="623" y="15533"/>
                </a:lnTo>
                <a:lnTo>
                  <a:pt x="7269" y="15533"/>
                </a:lnTo>
                <a:lnTo>
                  <a:pt x="7269" y="20872"/>
                </a:lnTo>
                <a:lnTo>
                  <a:pt x="7477" y="21115"/>
                </a:lnTo>
                <a:lnTo>
                  <a:pt x="7685" y="21600"/>
                </a:lnTo>
                <a:lnTo>
                  <a:pt x="11423" y="21600"/>
                </a:lnTo>
                <a:lnTo>
                  <a:pt x="11838" y="21115"/>
                </a:lnTo>
                <a:lnTo>
                  <a:pt x="12462" y="20872"/>
                </a:lnTo>
                <a:lnTo>
                  <a:pt x="15162" y="13106"/>
                </a:lnTo>
                <a:lnTo>
                  <a:pt x="15369" y="13106"/>
                </a:lnTo>
                <a:lnTo>
                  <a:pt x="15369" y="13834"/>
                </a:lnTo>
                <a:lnTo>
                  <a:pt x="15785" y="14076"/>
                </a:lnTo>
                <a:lnTo>
                  <a:pt x="15992" y="14319"/>
                </a:lnTo>
                <a:lnTo>
                  <a:pt x="20977" y="14319"/>
                </a:lnTo>
                <a:lnTo>
                  <a:pt x="21392" y="14076"/>
                </a:lnTo>
                <a:lnTo>
                  <a:pt x="21600" y="13834"/>
                </a:lnTo>
                <a:lnTo>
                  <a:pt x="21600" y="485"/>
                </a:lnTo>
                <a:lnTo>
                  <a:pt x="21392" y="243"/>
                </a:lnTo>
                <a:lnTo>
                  <a:pt x="20977" y="0"/>
                </a:lnTo>
                <a:lnTo>
                  <a:pt x="20562" y="0"/>
                </a:lnTo>
                <a:close/>
                <a:moveTo>
                  <a:pt x="14331" y="10679"/>
                </a:moveTo>
                <a:lnTo>
                  <a:pt x="13915" y="10921"/>
                </a:lnTo>
                <a:lnTo>
                  <a:pt x="13292" y="11407"/>
                </a:lnTo>
                <a:lnTo>
                  <a:pt x="10592" y="19173"/>
                </a:lnTo>
                <a:lnTo>
                  <a:pt x="9346" y="19173"/>
                </a:lnTo>
                <a:lnTo>
                  <a:pt x="9346" y="13834"/>
                </a:lnTo>
                <a:lnTo>
                  <a:pt x="8723" y="13106"/>
                </a:lnTo>
                <a:lnTo>
                  <a:pt x="2285" y="13106"/>
                </a:lnTo>
                <a:lnTo>
                  <a:pt x="3946" y="2427"/>
                </a:lnTo>
                <a:lnTo>
                  <a:pt x="11008" y="2427"/>
                </a:lnTo>
                <a:lnTo>
                  <a:pt x="15369" y="4369"/>
                </a:lnTo>
                <a:lnTo>
                  <a:pt x="15369" y="10679"/>
                </a:lnTo>
                <a:lnTo>
                  <a:pt x="14331" y="10679"/>
                </a:lnTo>
                <a:close/>
                <a:moveTo>
                  <a:pt x="19523" y="11892"/>
                </a:moveTo>
                <a:lnTo>
                  <a:pt x="17446" y="11892"/>
                </a:lnTo>
                <a:lnTo>
                  <a:pt x="17446" y="2427"/>
                </a:lnTo>
                <a:lnTo>
                  <a:pt x="19523" y="2427"/>
                </a:lnTo>
                <a:lnTo>
                  <a:pt x="19523" y="1189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49"/>
          <p:cNvSpPr/>
          <p:nvPr/>
        </p:nvSpPr>
        <p:spPr>
          <a:xfrm>
            <a:off x="6434666" y="10287000"/>
            <a:ext cx="419094" cy="292086"/>
          </a:xfrm>
          <a:custGeom>
            <a:rect b="b" l="l" r="r" t="t"/>
            <a:pathLst>
              <a:path extrusionOk="0" h="21600" w="21600">
                <a:moveTo>
                  <a:pt x="14106" y="21600"/>
                </a:moveTo>
                <a:lnTo>
                  <a:pt x="4408" y="21600"/>
                </a:lnTo>
                <a:lnTo>
                  <a:pt x="3306" y="20974"/>
                </a:lnTo>
                <a:lnTo>
                  <a:pt x="2424" y="20661"/>
                </a:lnTo>
                <a:lnTo>
                  <a:pt x="1543" y="19409"/>
                </a:lnTo>
                <a:lnTo>
                  <a:pt x="882" y="18157"/>
                </a:lnTo>
                <a:lnTo>
                  <a:pt x="441" y="17217"/>
                </a:lnTo>
                <a:lnTo>
                  <a:pt x="0" y="15652"/>
                </a:lnTo>
                <a:lnTo>
                  <a:pt x="0" y="12522"/>
                </a:lnTo>
                <a:lnTo>
                  <a:pt x="441" y="10957"/>
                </a:lnTo>
                <a:lnTo>
                  <a:pt x="882" y="9704"/>
                </a:lnTo>
                <a:lnTo>
                  <a:pt x="1543" y="8452"/>
                </a:lnTo>
                <a:lnTo>
                  <a:pt x="2424" y="7513"/>
                </a:lnTo>
                <a:lnTo>
                  <a:pt x="3306" y="6887"/>
                </a:lnTo>
                <a:lnTo>
                  <a:pt x="4408" y="6261"/>
                </a:lnTo>
                <a:lnTo>
                  <a:pt x="5290" y="6261"/>
                </a:lnTo>
                <a:lnTo>
                  <a:pt x="7053" y="6574"/>
                </a:lnTo>
                <a:lnTo>
                  <a:pt x="7494" y="5009"/>
                </a:lnTo>
                <a:lnTo>
                  <a:pt x="9698" y="1878"/>
                </a:lnTo>
                <a:lnTo>
                  <a:pt x="13004" y="0"/>
                </a:lnTo>
                <a:lnTo>
                  <a:pt x="14106" y="0"/>
                </a:lnTo>
                <a:lnTo>
                  <a:pt x="15649" y="626"/>
                </a:lnTo>
                <a:lnTo>
                  <a:pt x="17192" y="939"/>
                </a:lnTo>
                <a:lnTo>
                  <a:pt x="18514" y="1878"/>
                </a:lnTo>
                <a:lnTo>
                  <a:pt x="19616" y="3130"/>
                </a:lnTo>
                <a:lnTo>
                  <a:pt x="20278" y="4696"/>
                </a:lnTo>
                <a:lnTo>
                  <a:pt x="21159" y="6574"/>
                </a:lnTo>
                <a:lnTo>
                  <a:pt x="21380" y="8452"/>
                </a:lnTo>
                <a:lnTo>
                  <a:pt x="21600" y="10957"/>
                </a:lnTo>
                <a:lnTo>
                  <a:pt x="21380" y="13148"/>
                </a:lnTo>
                <a:lnTo>
                  <a:pt x="21159" y="15026"/>
                </a:lnTo>
                <a:lnTo>
                  <a:pt x="20278" y="17217"/>
                </a:lnTo>
                <a:lnTo>
                  <a:pt x="19616" y="18470"/>
                </a:lnTo>
                <a:lnTo>
                  <a:pt x="18514" y="19722"/>
                </a:lnTo>
                <a:lnTo>
                  <a:pt x="17192" y="20974"/>
                </a:lnTo>
                <a:lnTo>
                  <a:pt x="14106" y="21600"/>
                </a:lnTo>
                <a:close/>
                <a:moveTo>
                  <a:pt x="5290" y="9391"/>
                </a:moveTo>
                <a:lnTo>
                  <a:pt x="3967" y="9704"/>
                </a:lnTo>
                <a:lnTo>
                  <a:pt x="3306" y="10957"/>
                </a:lnTo>
                <a:lnTo>
                  <a:pt x="2424" y="12209"/>
                </a:lnTo>
                <a:lnTo>
                  <a:pt x="2204" y="14087"/>
                </a:lnTo>
                <a:lnTo>
                  <a:pt x="2424" y="15965"/>
                </a:lnTo>
                <a:lnTo>
                  <a:pt x="3967" y="18157"/>
                </a:lnTo>
                <a:lnTo>
                  <a:pt x="5290" y="18470"/>
                </a:lnTo>
                <a:lnTo>
                  <a:pt x="15208" y="18470"/>
                </a:lnTo>
                <a:lnTo>
                  <a:pt x="16310" y="17843"/>
                </a:lnTo>
                <a:lnTo>
                  <a:pt x="17192" y="17530"/>
                </a:lnTo>
                <a:lnTo>
                  <a:pt x="17853" y="16278"/>
                </a:lnTo>
                <a:lnTo>
                  <a:pt x="18735" y="15026"/>
                </a:lnTo>
                <a:lnTo>
                  <a:pt x="18955" y="14087"/>
                </a:lnTo>
                <a:lnTo>
                  <a:pt x="19616" y="12522"/>
                </a:lnTo>
                <a:lnTo>
                  <a:pt x="19616" y="9391"/>
                </a:lnTo>
                <a:lnTo>
                  <a:pt x="18955" y="7826"/>
                </a:lnTo>
                <a:lnTo>
                  <a:pt x="18735" y="6574"/>
                </a:lnTo>
                <a:lnTo>
                  <a:pt x="17853" y="5635"/>
                </a:lnTo>
                <a:lnTo>
                  <a:pt x="17192" y="4383"/>
                </a:lnTo>
                <a:lnTo>
                  <a:pt x="16310" y="4070"/>
                </a:lnTo>
                <a:lnTo>
                  <a:pt x="15208" y="3130"/>
                </a:lnTo>
                <a:lnTo>
                  <a:pt x="14106" y="3130"/>
                </a:lnTo>
                <a:lnTo>
                  <a:pt x="12122" y="3443"/>
                </a:lnTo>
                <a:lnTo>
                  <a:pt x="10800" y="4696"/>
                </a:lnTo>
                <a:lnTo>
                  <a:pt x="9478" y="6574"/>
                </a:lnTo>
                <a:lnTo>
                  <a:pt x="9037" y="9078"/>
                </a:lnTo>
                <a:lnTo>
                  <a:pt x="8596" y="9704"/>
                </a:lnTo>
                <a:lnTo>
                  <a:pt x="8155" y="10017"/>
                </a:lnTo>
                <a:lnTo>
                  <a:pt x="7494" y="10643"/>
                </a:lnTo>
                <a:lnTo>
                  <a:pt x="7053" y="10017"/>
                </a:lnTo>
                <a:lnTo>
                  <a:pt x="6171" y="9391"/>
                </a:lnTo>
                <a:lnTo>
                  <a:pt x="5290" y="939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49"/>
          <p:cNvSpPr/>
          <p:nvPr/>
        </p:nvSpPr>
        <p:spPr>
          <a:xfrm>
            <a:off x="7501466" y="10185400"/>
            <a:ext cx="292086" cy="215892"/>
          </a:xfrm>
          <a:custGeom>
            <a:rect b="b" l="l" r="r" t="t"/>
            <a:pathLst>
              <a:path extrusionOk="0" h="21600" w="21600">
                <a:moveTo>
                  <a:pt x="6261" y="21600"/>
                </a:moveTo>
                <a:lnTo>
                  <a:pt x="15652" y="21600"/>
                </a:lnTo>
                <a:lnTo>
                  <a:pt x="17217" y="20278"/>
                </a:lnTo>
                <a:lnTo>
                  <a:pt x="18157" y="19837"/>
                </a:lnTo>
                <a:lnTo>
                  <a:pt x="19409" y="18514"/>
                </a:lnTo>
                <a:lnTo>
                  <a:pt x="20661" y="16751"/>
                </a:lnTo>
                <a:lnTo>
                  <a:pt x="20974" y="14988"/>
                </a:lnTo>
                <a:lnTo>
                  <a:pt x="21600" y="12784"/>
                </a:lnTo>
                <a:lnTo>
                  <a:pt x="21600" y="8376"/>
                </a:lnTo>
                <a:lnTo>
                  <a:pt x="20974" y="6171"/>
                </a:lnTo>
                <a:lnTo>
                  <a:pt x="20661" y="4849"/>
                </a:lnTo>
                <a:lnTo>
                  <a:pt x="18157" y="1322"/>
                </a:lnTo>
                <a:lnTo>
                  <a:pt x="17217" y="882"/>
                </a:lnTo>
                <a:lnTo>
                  <a:pt x="15652" y="0"/>
                </a:lnTo>
                <a:lnTo>
                  <a:pt x="14087" y="0"/>
                </a:lnTo>
                <a:lnTo>
                  <a:pt x="12209" y="441"/>
                </a:lnTo>
                <a:lnTo>
                  <a:pt x="10643" y="882"/>
                </a:lnTo>
                <a:lnTo>
                  <a:pt x="9078" y="2645"/>
                </a:lnTo>
                <a:lnTo>
                  <a:pt x="7826" y="4408"/>
                </a:lnTo>
                <a:lnTo>
                  <a:pt x="5009" y="4408"/>
                </a:lnTo>
                <a:lnTo>
                  <a:pt x="4070" y="4849"/>
                </a:lnTo>
                <a:lnTo>
                  <a:pt x="2191" y="7053"/>
                </a:lnTo>
                <a:lnTo>
                  <a:pt x="626" y="9698"/>
                </a:lnTo>
                <a:lnTo>
                  <a:pt x="0" y="11461"/>
                </a:lnTo>
                <a:lnTo>
                  <a:pt x="0" y="14547"/>
                </a:lnTo>
                <a:lnTo>
                  <a:pt x="626" y="16310"/>
                </a:lnTo>
                <a:lnTo>
                  <a:pt x="2191" y="18955"/>
                </a:lnTo>
                <a:lnTo>
                  <a:pt x="4070" y="21159"/>
                </a:lnTo>
                <a:lnTo>
                  <a:pt x="5009" y="21600"/>
                </a:lnTo>
                <a:lnTo>
                  <a:pt x="6261" y="21600"/>
                </a:lnTo>
                <a:close/>
                <a:moveTo>
                  <a:pt x="6261" y="8376"/>
                </a:moveTo>
                <a:lnTo>
                  <a:pt x="7826" y="9257"/>
                </a:lnTo>
                <a:lnTo>
                  <a:pt x="9078" y="9257"/>
                </a:lnTo>
                <a:lnTo>
                  <a:pt x="9391" y="8376"/>
                </a:lnTo>
                <a:lnTo>
                  <a:pt x="9704" y="7935"/>
                </a:lnTo>
                <a:lnTo>
                  <a:pt x="10643" y="6171"/>
                </a:lnTo>
                <a:lnTo>
                  <a:pt x="11583" y="5290"/>
                </a:lnTo>
                <a:lnTo>
                  <a:pt x="12835" y="4408"/>
                </a:lnTo>
                <a:lnTo>
                  <a:pt x="14087" y="4408"/>
                </a:lnTo>
                <a:lnTo>
                  <a:pt x="15965" y="4849"/>
                </a:lnTo>
                <a:lnTo>
                  <a:pt x="17217" y="6171"/>
                </a:lnTo>
                <a:lnTo>
                  <a:pt x="18157" y="7935"/>
                </a:lnTo>
                <a:lnTo>
                  <a:pt x="18783" y="10580"/>
                </a:lnTo>
                <a:lnTo>
                  <a:pt x="18157" y="13224"/>
                </a:lnTo>
                <a:lnTo>
                  <a:pt x="17217" y="14988"/>
                </a:lnTo>
                <a:lnTo>
                  <a:pt x="15965" y="16751"/>
                </a:lnTo>
                <a:lnTo>
                  <a:pt x="14087" y="17192"/>
                </a:lnTo>
                <a:lnTo>
                  <a:pt x="6261" y="17192"/>
                </a:lnTo>
                <a:lnTo>
                  <a:pt x="5009" y="16751"/>
                </a:lnTo>
                <a:lnTo>
                  <a:pt x="4070" y="16310"/>
                </a:lnTo>
                <a:lnTo>
                  <a:pt x="3757" y="14547"/>
                </a:lnTo>
                <a:lnTo>
                  <a:pt x="3130" y="12784"/>
                </a:lnTo>
                <a:lnTo>
                  <a:pt x="3757" y="11461"/>
                </a:lnTo>
                <a:lnTo>
                  <a:pt x="4070" y="9698"/>
                </a:lnTo>
                <a:lnTo>
                  <a:pt x="5009" y="9257"/>
                </a:lnTo>
                <a:lnTo>
                  <a:pt x="6261" y="837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49"/>
          <p:cNvSpPr/>
          <p:nvPr/>
        </p:nvSpPr>
        <p:spPr>
          <a:xfrm>
            <a:off x="7463367" y="10439400"/>
            <a:ext cx="368280" cy="254016"/>
          </a:xfrm>
          <a:custGeom>
            <a:rect b="b" l="l" r="r" t="t"/>
            <a:pathLst>
              <a:path extrusionOk="0" h="21600" w="21600">
                <a:moveTo>
                  <a:pt x="19145" y="0"/>
                </a:moveTo>
                <a:lnTo>
                  <a:pt x="2209" y="0"/>
                </a:lnTo>
                <a:lnTo>
                  <a:pt x="1473" y="366"/>
                </a:lnTo>
                <a:lnTo>
                  <a:pt x="491" y="732"/>
                </a:lnTo>
                <a:lnTo>
                  <a:pt x="0" y="3661"/>
                </a:lnTo>
                <a:lnTo>
                  <a:pt x="0" y="17939"/>
                </a:lnTo>
                <a:lnTo>
                  <a:pt x="491" y="20868"/>
                </a:lnTo>
                <a:lnTo>
                  <a:pt x="1473" y="21234"/>
                </a:lnTo>
                <a:lnTo>
                  <a:pt x="2209" y="21600"/>
                </a:lnTo>
                <a:lnTo>
                  <a:pt x="19145" y="21600"/>
                </a:lnTo>
                <a:lnTo>
                  <a:pt x="21109" y="20868"/>
                </a:lnTo>
                <a:lnTo>
                  <a:pt x="21600" y="17939"/>
                </a:lnTo>
                <a:lnTo>
                  <a:pt x="21600" y="3661"/>
                </a:lnTo>
                <a:lnTo>
                  <a:pt x="21109" y="732"/>
                </a:lnTo>
                <a:lnTo>
                  <a:pt x="19145" y="0"/>
                </a:lnTo>
                <a:close/>
                <a:moveTo>
                  <a:pt x="19145" y="3661"/>
                </a:moveTo>
                <a:lnTo>
                  <a:pt x="19145" y="8786"/>
                </a:lnTo>
                <a:lnTo>
                  <a:pt x="2209" y="8786"/>
                </a:lnTo>
                <a:lnTo>
                  <a:pt x="2209" y="3661"/>
                </a:lnTo>
                <a:lnTo>
                  <a:pt x="19145" y="3661"/>
                </a:lnTo>
                <a:close/>
                <a:moveTo>
                  <a:pt x="2209" y="17939"/>
                </a:moveTo>
                <a:lnTo>
                  <a:pt x="2209" y="12447"/>
                </a:lnTo>
                <a:lnTo>
                  <a:pt x="19145" y="12447"/>
                </a:lnTo>
                <a:lnTo>
                  <a:pt x="19145" y="17939"/>
                </a:lnTo>
                <a:lnTo>
                  <a:pt x="2209" y="1793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49"/>
          <p:cNvSpPr/>
          <p:nvPr/>
        </p:nvSpPr>
        <p:spPr>
          <a:xfrm>
            <a:off x="7653866" y="10591800"/>
            <a:ext cx="38124" cy="5081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4320" y="2160"/>
                </a:lnTo>
                <a:lnTo>
                  <a:pt x="0" y="4320"/>
                </a:lnTo>
                <a:lnTo>
                  <a:pt x="0" y="15120"/>
                </a:lnTo>
                <a:lnTo>
                  <a:pt x="4320" y="17280"/>
                </a:lnTo>
                <a:lnTo>
                  <a:pt x="6480" y="21600"/>
                </a:lnTo>
                <a:lnTo>
                  <a:pt x="17280" y="21600"/>
                </a:lnTo>
                <a:lnTo>
                  <a:pt x="19440" y="17280"/>
                </a:lnTo>
                <a:lnTo>
                  <a:pt x="21600" y="15120"/>
                </a:lnTo>
                <a:lnTo>
                  <a:pt x="21600" y="432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49"/>
          <p:cNvSpPr/>
          <p:nvPr/>
        </p:nvSpPr>
        <p:spPr>
          <a:xfrm>
            <a:off x="7717367" y="10591800"/>
            <a:ext cx="38124" cy="5081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2160" y="2160"/>
                </a:lnTo>
                <a:lnTo>
                  <a:pt x="0" y="4320"/>
                </a:lnTo>
                <a:lnTo>
                  <a:pt x="0" y="15120"/>
                </a:lnTo>
                <a:lnTo>
                  <a:pt x="6480" y="21600"/>
                </a:lnTo>
                <a:lnTo>
                  <a:pt x="17280" y="21600"/>
                </a:lnTo>
                <a:lnTo>
                  <a:pt x="19440" y="17280"/>
                </a:lnTo>
                <a:lnTo>
                  <a:pt x="21600" y="15120"/>
                </a:lnTo>
                <a:lnTo>
                  <a:pt x="21600" y="432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49"/>
          <p:cNvSpPr/>
          <p:nvPr/>
        </p:nvSpPr>
        <p:spPr>
          <a:xfrm>
            <a:off x="7653866" y="10490200"/>
            <a:ext cx="38124" cy="3812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2160"/>
                </a:lnTo>
                <a:lnTo>
                  <a:pt x="17280" y="0"/>
                </a:lnTo>
                <a:lnTo>
                  <a:pt x="6480" y="0"/>
                </a:lnTo>
                <a:lnTo>
                  <a:pt x="0" y="6480"/>
                </a:lnTo>
                <a:lnTo>
                  <a:pt x="0" y="17280"/>
                </a:lnTo>
                <a:lnTo>
                  <a:pt x="4320" y="19440"/>
                </a:lnTo>
                <a:lnTo>
                  <a:pt x="648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49"/>
          <p:cNvSpPr/>
          <p:nvPr/>
        </p:nvSpPr>
        <p:spPr>
          <a:xfrm>
            <a:off x="7717367" y="10490200"/>
            <a:ext cx="38124" cy="3812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2160"/>
                </a:lnTo>
                <a:lnTo>
                  <a:pt x="17280" y="0"/>
                </a:lnTo>
                <a:lnTo>
                  <a:pt x="6480" y="0"/>
                </a:lnTo>
                <a:lnTo>
                  <a:pt x="2160" y="2160"/>
                </a:lnTo>
                <a:lnTo>
                  <a:pt x="0" y="6480"/>
                </a:lnTo>
                <a:lnTo>
                  <a:pt x="0" y="17280"/>
                </a:lnTo>
                <a:lnTo>
                  <a:pt x="2160" y="19440"/>
                </a:lnTo>
                <a:lnTo>
                  <a:pt x="648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49"/>
          <p:cNvSpPr/>
          <p:nvPr/>
        </p:nvSpPr>
        <p:spPr>
          <a:xfrm>
            <a:off x="8441266" y="10236200"/>
            <a:ext cx="419094" cy="406404"/>
          </a:xfrm>
          <a:custGeom>
            <a:rect b="b" l="l" r="r" t="t"/>
            <a:pathLst>
              <a:path extrusionOk="0" h="21600" w="21600">
                <a:moveTo>
                  <a:pt x="10909" y="0"/>
                </a:moveTo>
                <a:lnTo>
                  <a:pt x="8727" y="220"/>
                </a:lnTo>
                <a:lnTo>
                  <a:pt x="6764" y="661"/>
                </a:lnTo>
                <a:lnTo>
                  <a:pt x="5018" y="1763"/>
                </a:lnTo>
                <a:lnTo>
                  <a:pt x="3273" y="3086"/>
                </a:lnTo>
                <a:lnTo>
                  <a:pt x="1091" y="882"/>
                </a:lnTo>
                <a:lnTo>
                  <a:pt x="1091" y="7494"/>
                </a:lnTo>
                <a:lnTo>
                  <a:pt x="7636" y="7494"/>
                </a:lnTo>
                <a:lnTo>
                  <a:pt x="4582" y="4408"/>
                </a:lnTo>
                <a:lnTo>
                  <a:pt x="7636" y="2645"/>
                </a:lnTo>
                <a:lnTo>
                  <a:pt x="9164" y="2424"/>
                </a:lnTo>
                <a:lnTo>
                  <a:pt x="10909" y="1984"/>
                </a:lnTo>
                <a:lnTo>
                  <a:pt x="12436" y="2424"/>
                </a:lnTo>
                <a:lnTo>
                  <a:pt x="14182" y="2865"/>
                </a:lnTo>
                <a:lnTo>
                  <a:pt x="15709" y="3527"/>
                </a:lnTo>
                <a:lnTo>
                  <a:pt x="17018" y="4408"/>
                </a:lnTo>
                <a:lnTo>
                  <a:pt x="18109" y="5951"/>
                </a:lnTo>
                <a:lnTo>
                  <a:pt x="18545" y="7494"/>
                </a:lnTo>
                <a:lnTo>
                  <a:pt x="19200" y="9037"/>
                </a:lnTo>
                <a:lnTo>
                  <a:pt x="19418" y="10800"/>
                </a:lnTo>
                <a:lnTo>
                  <a:pt x="19200" y="12343"/>
                </a:lnTo>
                <a:lnTo>
                  <a:pt x="18545" y="14106"/>
                </a:lnTo>
                <a:lnTo>
                  <a:pt x="18109" y="15649"/>
                </a:lnTo>
                <a:lnTo>
                  <a:pt x="17018" y="16971"/>
                </a:lnTo>
                <a:lnTo>
                  <a:pt x="15709" y="18073"/>
                </a:lnTo>
                <a:lnTo>
                  <a:pt x="14182" y="18735"/>
                </a:lnTo>
                <a:lnTo>
                  <a:pt x="12436" y="19176"/>
                </a:lnTo>
                <a:lnTo>
                  <a:pt x="10909" y="19396"/>
                </a:lnTo>
                <a:lnTo>
                  <a:pt x="9164" y="19176"/>
                </a:lnTo>
                <a:lnTo>
                  <a:pt x="7636" y="18735"/>
                </a:lnTo>
                <a:lnTo>
                  <a:pt x="6109" y="18073"/>
                </a:lnTo>
                <a:lnTo>
                  <a:pt x="4582" y="16971"/>
                </a:lnTo>
                <a:lnTo>
                  <a:pt x="3491" y="15649"/>
                </a:lnTo>
                <a:lnTo>
                  <a:pt x="3055" y="14106"/>
                </a:lnTo>
                <a:lnTo>
                  <a:pt x="2618" y="12343"/>
                </a:lnTo>
                <a:lnTo>
                  <a:pt x="2182" y="10800"/>
                </a:lnTo>
                <a:lnTo>
                  <a:pt x="0" y="10800"/>
                </a:lnTo>
                <a:lnTo>
                  <a:pt x="873" y="15208"/>
                </a:lnTo>
                <a:lnTo>
                  <a:pt x="1964" y="16751"/>
                </a:lnTo>
                <a:lnTo>
                  <a:pt x="3273" y="18294"/>
                </a:lnTo>
                <a:lnTo>
                  <a:pt x="5018" y="19837"/>
                </a:lnTo>
                <a:lnTo>
                  <a:pt x="6545" y="20718"/>
                </a:lnTo>
                <a:lnTo>
                  <a:pt x="8727" y="21380"/>
                </a:lnTo>
                <a:lnTo>
                  <a:pt x="10909" y="21600"/>
                </a:lnTo>
                <a:lnTo>
                  <a:pt x="13091" y="21380"/>
                </a:lnTo>
                <a:lnTo>
                  <a:pt x="15055" y="20718"/>
                </a:lnTo>
                <a:lnTo>
                  <a:pt x="16800" y="19837"/>
                </a:lnTo>
                <a:lnTo>
                  <a:pt x="18327" y="18294"/>
                </a:lnTo>
                <a:lnTo>
                  <a:pt x="19636" y="16751"/>
                </a:lnTo>
                <a:lnTo>
                  <a:pt x="20727" y="15208"/>
                </a:lnTo>
                <a:lnTo>
                  <a:pt x="21382" y="13004"/>
                </a:lnTo>
                <a:lnTo>
                  <a:pt x="21600" y="10800"/>
                </a:lnTo>
                <a:lnTo>
                  <a:pt x="21382" y="8596"/>
                </a:lnTo>
                <a:lnTo>
                  <a:pt x="20727" y="6392"/>
                </a:lnTo>
                <a:lnTo>
                  <a:pt x="19636" y="4849"/>
                </a:lnTo>
                <a:lnTo>
                  <a:pt x="18327" y="3086"/>
                </a:lnTo>
                <a:lnTo>
                  <a:pt x="16800" y="1763"/>
                </a:lnTo>
                <a:lnTo>
                  <a:pt x="15055" y="661"/>
                </a:lnTo>
                <a:lnTo>
                  <a:pt x="13091" y="220"/>
                </a:lnTo>
                <a:lnTo>
                  <a:pt x="10909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49"/>
          <p:cNvSpPr/>
          <p:nvPr/>
        </p:nvSpPr>
        <p:spPr>
          <a:xfrm>
            <a:off x="9457266" y="10236200"/>
            <a:ext cx="406404" cy="203202"/>
          </a:xfrm>
          <a:custGeom>
            <a:rect b="b" l="l" r="r" t="t"/>
            <a:pathLst>
              <a:path extrusionOk="0" h="21600" w="21600">
                <a:moveTo>
                  <a:pt x="3677" y="8816"/>
                </a:moveTo>
                <a:lnTo>
                  <a:pt x="5055" y="7053"/>
                </a:lnTo>
                <a:lnTo>
                  <a:pt x="6894" y="5290"/>
                </a:lnTo>
                <a:lnTo>
                  <a:pt x="8502" y="4849"/>
                </a:lnTo>
                <a:lnTo>
                  <a:pt x="10340" y="3967"/>
                </a:lnTo>
                <a:lnTo>
                  <a:pt x="13557" y="5731"/>
                </a:lnTo>
                <a:lnTo>
                  <a:pt x="15396" y="7053"/>
                </a:lnTo>
                <a:lnTo>
                  <a:pt x="16774" y="8816"/>
                </a:lnTo>
                <a:lnTo>
                  <a:pt x="17923" y="11902"/>
                </a:lnTo>
                <a:lnTo>
                  <a:pt x="18383" y="14988"/>
                </a:lnTo>
                <a:lnTo>
                  <a:pt x="19072" y="18073"/>
                </a:lnTo>
                <a:lnTo>
                  <a:pt x="19302" y="21600"/>
                </a:lnTo>
                <a:lnTo>
                  <a:pt x="21600" y="21600"/>
                </a:lnTo>
                <a:lnTo>
                  <a:pt x="21370" y="17192"/>
                </a:lnTo>
                <a:lnTo>
                  <a:pt x="20681" y="12784"/>
                </a:lnTo>
                <a:lnTo>
                  <a:pt x="19532" y="9698"/>
                </a:lnTo>
                <a:lnTo>
                  <a:pt x="18153" y="6171"/>
                </a:lnTo>
                <a:lnTo>
                  <a:pt x="16545" y="3527"/>
                </a:lnTo>
                <a:lnTo>
                  <a:pt x="14706" y="1322"/>
                </a:lnTo>
                <a:lnTo>
                  <a:pt x="12409" y="441"/>
                </a:lnTo>
                <a:lnTo>
                  <a:pt x="10340" y="0"/>
                </a:lnTo>
                <a:lnTo>
                  <a:pt x="8043" y="441"/>
                </a:lnTo>
                <a:lnTo>
                  <a:pt x="5974" y="1322"/>
                </a:lnTo>
                <a:lnTo>
                  <a:pt x="3906" y="3527"/>
                </a:lnTo>
                <a:lnTo>
                  <a:pt x="2298" y="6171"/>
                </a:lnTo>
                <a:lnTo>
                  <a:pt x="0" y="1763"/>
                </a:lnTo>
                <a:lnTo>
                  <a:pt x="0" y="14988"/>
                </a:lnTo>
                <a:lnTo>
                  <a:pt x="6894" y="14988"/>
                </a:lnTo>
                <a:lnTo>
                  <a:pt x="3677" y="881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49"/>
          <p:cNvSpPr/>
          <p:nvPr/>
        </p:nvSpPr>
        <p:spPr>
          <a:xfrm>
            <a:off x="9444567" y="10439400"/>
            <a:ext cx="393714" cy="203202"/>
          </a:xfrm>
          <a:custGeom>
            <a:rect b="b" l="l" r="r" t="t"/>
            <a:pathLst>
              <a:path extrusionOk="0" h="21600" w="21600">
                <a:moveTo>
                  <a:pt x="17923" y="12343"/>
                </a:moveTo>
                <a:lnTo>
                  <a:pt x="16545" y="14547"/>
                </a:lnTo>
                <a:lnTo>
                  <a:pt x="14706" y="16310"/>
                </a:lnTo>
                <a:lnTo>
                  <a:pt x="11489" y="17192"/>
                </a:lnTo>
                <a:lnTo>
                  <a:pt x="9651" y="16751"/>
                </a:lnTo>
                <a:lnTo>
                  <a:pt x="8043" y="15869"/>
                </a:lnTo>
                <a:lnTo>
                  <a:pt x="6204" y="14547"/>
                </a:lnTo>
                <a:lnTo>
                  <a:pt x="4826" y="12343"/>
                </a:lnTo>
                <a:lnTo>
                  <a:pt x="3677" y="9698"/>
                </a:lnTo>
                <a:lnTo>
                  <a:pt x="3217" y="6612"/>
                </a:lnTo>
                <a:lnTo>
                  <a:pt x="2528" y="3086"/>
                </a:lnTo>
                <a:lnTo>
                  <a:pt x="2298" y="0"/>
                </a:lnTo>
                <a:lnTo>
                  <a:pt x="0" y="0"/>
                </a:lnTo>
                <a:lnTo>
                  <a:pt x="230" y="4408"/>
                </a:lnTo>
                <a:lnTo>
                  <a:pt x="919" y="8816"/>
                </a:lnTo>
                <a:lnTo>
                  <a:pt x="2068" y="11902"/>
                </a:lnTo>
                <a:lnTo>
                  <a:pt x="3447" y="14988"/>
                </a:lnTo>
                <a:lnTo>
                  <a:pt x="5055" y="18073"/>
                </a:lnTo>
                <a:lnTo>
                  <a:pt x="6894" y="19837"/>
                </a:lnTo>
                <a:lnTo>
                  <a:pt x="9191" y="21159"/>
                </a:lnTo>
                <a:lnTo>
                  <a:pt x="11489" y="21600"/>
                </a:lnTo>
                <a:lnTo>
                  <a:pt x="13557" y="21159"/>
                </a:lnTo>
                <a:lnTo>
                  <a:pt x="15626" y="19837"/>
                </a:lnTo>
                <a:lnTo>
                  <a:pt x="17694" y="18073"/>
                </a:lnTo>
                <a:lnTo>
                  <a:pt x="19302" y="14988"/>
                </a:lnTo>
                <a:lnTo>
                  <a:pt x="21600" y="19396"/>
                </a:lnTo>
                <a:lnTo>
                  <a:pt x="21600" y="6612"/>
                </a:lnTo>
                <a:lnTo>
                  <a:pt x="14706" y="6612"/>
                </a:lnTo>
                <a:lnTo>
                  <a:pt x="17923" y="1234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49"/>
          <p:cNvSpPr/>
          <p:nvPr/>
        </p:nvSpPr>
        <p:spPr>
          <a:xfrm>
            <a:off x="9609666" y="10401300"/>
            <a:ext cx="76194" cy="7619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1137" y="15120"/>
                </a:lnTo>
                <a:lnTo>
                  <a:pt x="2274" y="18360"/>
                </a:lnTo>
                <a:lnTo>
                  <a:pt x="6821" y="19440"/>
                </a:lnTo>
                <a:lnTo>
                  <a:pt x="11368" y="21600"/>
                </a:lnTo>
                <a:lnTo>
                  <a:pt x="14779" y="19440"/>
                </a:lnTo>
                <a:lnTo>
                  <a:pt x="19326" y="18360"/>
                </a:lnTo>
                <a:lnTo>
                  <a:pt x="20463" y="15120"/>
                </a:lnTo>
                <a:lnTo>
                  <a:pt x="21600" y="10800"/>
                </a:lnTo>
                <a:lnTo>
                  <a:pt x="19326" y="2160"/>
                </a:lnTo>
                <a:lnTo>
                  <a:pt x="14779" y="1080"/>
                </a:lnTo>
                <a:lnTo>
                  <a:pt x="11368" y="0"/>
                </a:lnTo>
                <a:lnTo>
                  <a:pt x="2274" y="2160"/>
                </a:lnTo>
                <a:lnTo>
                  <a:pt x="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49"/>
          <p:cNvSpPr/>
          <p:nvPr/>
        </p:nvSpPr>
        <p:spPr>
          <a:xfrm>
            <a:off x="1439332" y="11226800"/>
            <a:ext cx="381024" cy="423360"/>
          </a:xfrm>
          <a:custGeom>
            <a:rect b="b" l="l" r="r" t="t"/>
            <a:pathLst>
              <a:path extrusionOk="0" h="21600" w="21600">
                <a:moveTo>
                  <a:pt x="10679" y="0"/>
                </a:moveTo>
                <a:lnTo>
                  <a:pt x="6796" y="218"/>
                </a:lnTo>
                <a:lnTo>
                  <a:pt x="5097" y="655"/>
                </a:lnTo>
                <a:lnTo>
                  <a:pt x="3155" y="1091"/>
                </a:lnTo>
                <a:lnTo>
                  <a:pt x="728" y="2400"/>
                </a:lnTo>
                <a:lnTo>
                  <a:pt x="243" y="3273"/>
                </a:lnTo>
                <a:lnTo>
                  <a:pt x="0" y="4364"/>
                </a:lnTo>
                <a:lnTo>
                  <a:pt x="0" y="17236"/>
                </a:lnTo>
                <a:lnTo>
                  <a:pt x="243" y="18327"/>
                </a:lnTo>
                <a:lnTo>
                  <a:pt x="728" y="19200"/>
                </a:lnTo>
                <a:lnTo>
                  <a:pt x="3155" y="20509"/>
                </a:lnTo>
                <a:lnTo>
                  <a:pt x="5097" y="20945"/>
                </a:lnTo>
                <a:lnTo>
                  <a:pt x="6796" y="21382"/>
                </a:lnTo>
                <a:lnTo>
                  <a:pt x="10679" y="21600"/>
                </a:lnTo>
                <a:lnTo>
                  <a:pt x="14562" y="21382"/>
                </a:lnTo>
                <a:lnTo>
                  <a:pt x="16503" y="20945"/>
                </a:lnTo>
                <a:lnTo>
                  <a:pt x="18202" y="20509"/>
                </a:lnTo>
                <a:lnTo>
                  <a:pt x="20629" y="19200"/>
                </a:lnTo>
                <a:lnTo>
                  <a:pt x="21115" y="18327"/>
                </a:lnTo>
                <a:lnTo>
                  <a:pt x="21600" y="17236"/>
                </a:lnTo>
                <a:lnTo>
                  <a:pt x="21600" y="4364"/>
                </a:lnTo>
                <a:lnTo>
                  <a:pt x="21115" y="3273"/>
                </a:lnTo>
                <a:lnTo>
                  <a:pt x="20629" y="2400"/>
                </a:lnTo>
                <a:lnTo>
                  <a:pt x="18202" y="1091"/>
                </a:lnTo>
                <a:lnTo>
                  <a:pt x="16503" y="655"/>
                </a:lnTo>
                <a:lnTo>
                  <a:pt x="14562" y="218"/>
                </a:lnTo>
                <a:lnTo>
                  <a:pt x="10679" y="0"/>
                </a:lnTo>
                <a:close/>
                <a:moveTo>
                  <a:pt x="10679" y="2182"/>
                </a:moveTo>
                <a:lnTo>
                  <a:pt x="14319" y="2400"/>
                </a:lnTo>
                <a:lnTo>
                  <a:pt x="16989" y="3055"/>
                </a:lnTo>
                <a:lnTo>
                  <a:pt x="18445" y="3709"/>
                </a:lnTo>
                <a:lnTo>
                  <a:pt x="19173" y="4364"/>
                </a:lnTo>
                <a:lnTo>
                  <a:pt x="16989" y="5673"/>
                </a:lnTo>
                <a:lnTo>
                  <a:pt x="14319" y="6327"/>
                </a:lnTo>
                <a:lnTo>
                  <a:pt x="10679" y="6545"/>
                </a:lnTo>
                <a:lnTo>
                  <a:pt x="7038" y="6327"/>
                </a:lnTo>
                <a:lnTo>
                  <a:pt x="4369" y="5673"/>
                </a:lnTo>
                <a:lnTo>
                  <a:pt x="2912" y="4800"/>
                </a:lnTo>
                <a:lnTo>
                  <a:pt x="2427" y="4364"/>
                </a:lnTo>
                <a:lnTo>
                  <a:pt x="2912" y="3709"/>
                </a:lnTo>
                <a:lnTo>
                  <a:pt x="4369" y="3055"/>
                </a:lnTo>
                <a:lnTo>
                  <a:pt x="7038" y="2400"/>
                </a:lnTo>
                <a:lnTo>
                  <a:pt x="10679" y="2182"/>
                </a:lnTo>
                <a:close/>
                <a:moveTo>
                  <a:pt x="10679" y="19418"/>
                </a:moveTo>
                <a:lnTo>
                  <a:pt x="7038" y="19200"/>
                </a:lnTo>
                <a:lnTo>
                  <a:pt x="4369" y="18545"/>
                </a:lnTo>
                <a:lnTo>
                  <a:pt x="2912" y="17891"/>
                </a:lnTo>
                <a:lnTo>
                  <a:pt x="2427" y="17236"/>
                </a:lnTo>
                <a:lnTo>
                  <a:pt x="2427" y="15709"/>
                </a:lnTo>
                <a:lnTo>
                  <a:pt x="4126" y="16364"/>
                </a:lnTo>
                <a:lnTo>
                  <a:pt x="6310" y="17018"/>
                </a:lnTo>
                <a:lnTo>
                  <a:pt x="8252" y="17236"/>
                </a:lnTo>
                <a:lnTo>
                  <a:pt x="13106" y="17236"/>
                </a:lnTo>
                <a:lnTo>
                  <a:pt x="15290" y="17018"/>
                </a:lnTo>
                <a:lnTo>
                  <a:pt x="19173" y="15709"/>
                </a:lnTo>
                <a:lnTo>
                  <a:pt x="19173" y="17236"/>
                </a:lnTo>
                <a:lnTo>
                  <a:pt x="18445" y="17891"/>
                </a:lnTo>
                <a:lnTo>
                  <a:pt x="16989" y="18545"/>
                </a:lnTo>
                <a:lnTo>
                  <a:pt x="14319" y="19200"/>
                </a:lnTo>
                <a:lnTo>
                  <a:pt x="10679" y="19418"/>
                </a:lnTo>
                <a:close/>
                <a:moveTo>
                  <a:pt x="10679" y="15055"/>
                </a:moveTo>
                <a:lnTo>
                  <a:pt x="7038" y="14836"/>
                </a:lnTo>
                <a:lnTo>
                  <a:pt x="4369" y="14400"/>
                </a:lnTo>
                <a:lnTo>
                  <a:pt x="2912" y="13527"/>
                </a:lnTo>
                <a:lnTo>
                  <a:pt x="2427" y="12873"/>
                </a:lnTo>
                <a:lnTo>
                  <a:pt x="2427" y="11345"/>
                </a:lnTo>
                <a:lnTo>
                  <a:pt x="4126" y="12218"/>
                </a:lnTo>
                <a:lnTo>
                  <a:pt x="6310" y="12655"/>
                </a:lnTo>
                <a:lnTo>
                  <a:pt x="8252" y="12873"/>
                </a:lnTo>
                <a:lnTo>
                  <a:pt x="13106" y="12873"/>
                </a:lnTo>
                <a:lnTo>
                  <a:pt x="15290" y="12655"/>
                </a:lnTo>
                <a:lnTo>
                  <a:pt x="17231" y="12218"/>
                </a:lnTo>
                <a:lnTo>
                  <a:pt x="19173" y="11345"/>
                </a:lnTo>
                <a:lnTo>
                  <a:pt x="19173" y="12873"/>
                </a:lnTo>
                <a:lnTo>
                  <a:pt x="18445" y="13527"/>
                </a:lnTo>
                <a:lnTo>
                  <a:pt x="16989" y="14400"/>
                </a:lnTo>
                <a:lnTo>
                  <a:pt x="14319" y="14836"/>
                </a:lnTo>
                <a:lnTo>
                  <a:pt x="10679" y="15055"/>
                </a:lnTo>
                <a:close/>
                <a:moveTo>
                  <a:pt x="10679" y="10909"/>
                </a:moveTo>
                <a:lnTo>
                  <a:pt x="7038" y="10473"/>
                </a:lnTo>
                <a:lnTo>
                  <a:pt x="4369" y="10036"/>
                </a:lnTo>
                <a:lnTo>
                  <a:pt x="2912" y="9164"/>
                </a:lnTo>
                <a:lnTo>
                  <a:pt x="2427" y="8727"/>
                </a:lnTo>
                <a:lnTo>
                  <a:pt x="2427" y="6982"/>
                </a:lnTo>
                <a:lnTo>
                  <a:pt x="4126" y="7855"/>
                </a:lnTo>
                <a:lnTo>
                  <a:pt x="6310" y="8291"/>
                </a:lnTo>
                <a:lnTo>
                  <a:pt x="8252" y="8727"/>
                </a:lnTo>
                <a:lnTo>
                  <a:pt x="13106" y="8727"/>
                </a:lnTo>
                <a:lnTo>
                  <a:pt x="15290" y="8291"/>
                </a:lnTo>
                <a:lnTo>
                  <a:pt x="17231" y="7855"/>
                </a:lnTo>
                <a:lnTo>
                  <a:pt x="19173" y="6982"/>
                </a:lnTo>
                <a:lnTo>
                  <a:pt x="19173" y="8727"/>
                </a:lnTo>
                <a:lnTo>
                  <a:pt x="16989" y="10036"/>
                </a:lnTo>
                <a:lnTo>
                  <a:pt x="14319" y="10473"/>
                </a:lnTo>
                <a:lnTo>
                  <a:pt x="10679" y="1090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49"/>
          <p:cNvSpPr/>
          <p:nvPr/>
        </p:nvSpPr>
        <p:spPr>
          <a:xfrm>
            <a:off x="2379133" y="11188700"/>
            <a:ext cx="381024" cy="423360"/>
          </a:xfrm>
          <a:custGeom>
            <a:rect b="b" l="l" r="r" t="t"/>
            <a:pathLst>
              <a:path extrusionOk="0" h="21600" w="21600">
                <a:moveTo>
                  <a:pt x="13106" y="19418"/>
                </a:moveTo>
                <a:lnTo>
                  <a:pt x="10679" y="19418"/>
                </a:lnTo>
                <a:lnTo>
                  <a:pt x="7038" y="19200"/>
                </a:lnTo>
                <a:lnTo>
                  <a:pt x="4369" y="18545"/>
                </a:lnTo>
                <a:lnTo>
                  <a:pt x="2912" y="17891"/>
                </a:lnTo>
                <a:lnTo>
                  <a:pt x="2427" y="17236"/>
                </a:lnTo>
                <a:lnTo>
                  <a:pt x="2427" y="15709"/>
                </a:lnTo>
                <a:lnTo>
                  <a:pt x="4126" y="16582"/>
                </a:lnTo>
                <a:lnTo>
                  <a:pt x="6310" y="17018"/>
                </a:lnTo>
                <a:lnTo>
                  <a:pt x="8252" y="17236"/>
                </a:lnTo>
                <a:lnTo>
                  <a:pt x="13106" y="17236"/>
                </a:lnTo>
                <a:lnTo>
                  <a:pt x="13106" y="15055"/>
                </a:lnTo>
                <a:lnTo>
                  <a:pt x="10679" y="15055"/>
                </a:lnTo>
                <a:lnTo>
                  <a:pt x="7038" y="14836"/>
                </a:lnTo>
                <a:lnTo>
                  <a:pt x="4369" y="14400"/>
                </a:lnTo>
                <a:lnTo>
                  <a:pt x="2912" y="13527"/>
                </a:lnTo>
                <a:lnTo>
                  <a:pt x="2427" y="13091"/>
                </a:lnTo>
                <a:lnTo>
                  <a:pt x="2427" y="11345"/>
                </a:lnTo>
                <a:lnTo>
                  <a:pt x="4126" y="12218"/>
                </a:lnTo>
                <a:lnTo>
                  <a:pt x="6310" y="12655"/>
                </a:lnTo>
                <a:lnTo>
                  <a:pt x="8252" y="13091"/>
                </a:lnTo>
                <a:lnTo>
                  <a:pt x="13106" y="13091"/>
                </a:lnTo>
                <a:lnTo>
                  <a:pt x="15533" y="12436"/>
                </a:lnTo>
                <a:lnTo>
                  <a:pt x="15533" y="10255"/>
                </a:lnTo>
                <a:lnTo>
                  <a:pt x="13348" y="10909"/>
                </a:lnTo>
                <a:lnTo>
                  <a:pt x="10679" y="10909"/>
                </a:lnTo>
                <a:lnTo>
                  <a:pt x="7038" y="10473"/>
                </a:lnTo>
                <a:lnTo>
                  <a:pt x="4369" y="10036"/>
                </a:lnTo>
                <a:lnTo>
                  <a:pt x="2912" y="9164"/>
                </a:lnTo>
                <a:lnTo>
                  <a:pt x="2427" y="8727"/>
                </a:lnTo>
                <a:lnTo>
                  <a:pt x="2427" y="6982"/>
                </a:lnTo>
                <a:lnTo>
                  <a:pt x="4126" y="7855"/>
                </a:lnTo>
                <a:lnTo>
                  <a:pt x="6310" y="8509"/>
                </a:lnTo>
                <a:lnTo>
                  <a:pt x="8252" y="8727"/>
                </a:lnTo>
                <a:lnTo>
                  <a:pt x="13106" y="8727"/>
                </a:lnTo>
                <a:lnTo>
                  <a:pt x="15290" y="8509"/>
                </a:lnTo>
                <a:lnTo>
                  <a:pt x="17231" y="7855"/>
                </a:lnTo>
                <a:lnTo>
                  <a:pt x="19173" y="6982"/>
                </a:lnTo>
                <a:lnTo>
                  <a:pt x="19173" y="9818"/>
                </a:lnTo>
                <a:lnTo>
                  <a:pt x="21600" y="9818"/>
                </a:lnTo>
                <a:lnTo>
                  <a:pt x="21600" y="4364"/>
                </a:lnTo>
                <a:lnTo>
                  <a:pt x="21115" y="3273"/>
                </a:lnTo>
                <a:lnTo>
                  <a:pt x="20629" y="2400"/>
                </a:lnTo>
                <a:lnTo>
                  <a:pt x="18202" y="1091"/>
                </a:lnTo>
                <a:lnTo>
                  <a:pt x="16503" y="655"/>
                </a:lnTo>
                <a:lnTo>
                  <a:pt x="10679" y="0"/>
                </a:lnTo>
                <a:lnTo>
                  <a:pt x="6796" y="436"/>
                </a:lnTo>
                <a:lnTo>
                  <a:pt x="5097" y="655"/>
                </a:lnTo>
                <a:lnTo>
                  <a:pt x="3155" y="1091"/>
                </a:lnTo>
                <a:lnTo>
                  <a:pt x="728" y="2400"/>
                </a:lnTo>
                <a:lnTo>
                  <a:pt x="243" y="3273"/>
                </a:lnTo>
                <a:lnTo>
                  <a:pt x="0" y="4364"/>
                </a:lnTo>
                <a:lnTo>
                  <a:pt x="0" y="17236"/>
                </a:lnTo>
                <a:lnTo>
                  <a:pt x="243" y="18327"/>
                </a:lnTo>
                <a:lnTo>
                  <a:pt x="728" y="19200"/>
                </a:lnTo>
                <a:lnTo>
                  <a:pt x="1942" y="20073"/>
                </a:lnTo>
                <a:lnTo>
                  <a:pt x="3155" y="20509"/>
                </a:lnTo>
                <a:lnTo>
                  <a:pt x="5097" y="20945"/>
                </a:lnTo>
                <a:lnTo>
                  <a:pt x="6796" y="21382"/>
                </a:lnTo>
                <a:lnTo>
                  <a:pt x="10679" y="21600"/>
                </a:lnTo>
                <a:lnTo>
                  <a:pt x="13106" y="21600"/>
                </a:lnTo>
                <a:lnTo>
                  <a:pt x="13106" y="19418"/>
                </a:lnTo>
                <a:close/>
                <a:moveTo>
                  <a:pt x="10679" y="2182"/>
                </a:moveTo>
                <a:lnTo>
                  <a:pt x="14319" y="2400"/>
                </a:lnTo>
                <a:lnTo>
                  <a:pt x="16989" y="3055"/>
                </a:lnTo>
                <a:lnTo>
                  <a:pt x="19173" y="4364"/>
                </a:lnTo>
                <a:lnTo>
                  <a:pt x="18445" y="5018"/>
                </a:lnTo>
                <a:lnTo>
                  <a:pt x="16989" y="5673"/>
                </a:lnTo>
                <a:lnTo>
                  <a:pt x="14319" y="6327"/>
                </a:lnTo>
                <a:lnTo>
                  <a:pt x="10679" y="6545"/>
                </a:lnTo>
                <a:lnTo>
                  <a:pt x="7038" y="6327"/>
                </a:lnTo>
                <a:lnTo>
                  <a:pt x="4369" y="5673"/>
                </a:lnTo>
                <a:lnTo>
                  <a:pt x="2912" y="5018"/>
                </a:lnTo>
                <a:lnTo>
                  <a:pt x="2427" y="4364"/>
                </a:lnTo>
                <a:lnTo>
                  <a:pt x="2912" y="3927"/>
                </a:lnTo>
                <a:lnTo>
                  <a:pt x="4369" y="3055"/>
                </a:lnTo>
                <a:lnTo>
                  <a:pt x="7038" y="2400"/>
                </a:lnTo>
                <a:lnTo>
                  <a:pt x="10679" y="218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49"/>
          <p:cNvSpPr/>
          <p:nvPr/>
        </p:nvSpPr>
        <p:spPr>
          <a:xfrm>
            <a:off x="2671234" y="11421533"/>
            <a:ext cx="165078" cy="88884"/>
          </a:xfrm>
          <a:custGeom>
            <a:rect b="b" l="l" r="r" t="t"/>
            <a:pathLst>
              <a:path extrusionOk="0" h="21600" w="21600">
                <a:moveTo>
                  <a:pt x="11077" y="10232"/>
                </a:moveTo>
                <a:lnTo>
                  <a:pt x="12738" y="12505"/>
                </a:lnTo>
                <a:lnTo>
                  <a:pt x="14954" y="13642"/>
                </a:lnTo>
                <a:lnTo>
                  <a:pt x="15508" y="18189"/>
                </a:lnTo>
                <a:lnTo>
                  <a:pt x="16062" y="21600"/>
                </a:lnTo>
                <a:lnTo>
                  <a:pt x="21600" y="21600"/>
                </a:lnTo>
                <a:lnTo>
                  <a:pt x="21600" y="18189"/>
                </a:lnTo>
                <a:lnTo>
                  <a:pt x="21046" y="13642"/>
                </a:lnTo>
                <a:lnTo>
                  <a:pt x="18277" y="6821"/>
                </a:lnTo>
                <a:lnTo>
                  <a:pt x="14954" y="1137"/>
                </a:lnTo>
                <a:lnTo>
                  <a:pt x="12738" y="0"/>
                </a:lnTo>
                <a:lnTo>
                  <a:pt x="8862" y="0"/>
                </a:lnTo>
                <a:lnTo>
                  <a:pt x="6646" y="1137"/>
                </a:lnTo>
                <a:lnTo>
                  <a:pt x="3323" y="6821"/>
                </a:lnTo>
                <a:lnTo>
                  <a:pt x="554" y="13642"/>
                </a:lnTo>
                <a:lnTo>
                  <a:pt x="0" y="18189"/>
                </a:lnTo>
                <a:lnTo>
                  <a:pt x="0" y="21600"/>
                </a:lnTo>
                <a:lnTo>
                  <a:pt x="5538" y="21600"/>
                </a:lnTo>
                <a:lnTo>
                  <a:pt x="6092" y="18189"/>
                </a:lnTo>
                <a:lnTo>
                  <a:pt x="6646" y="13642"/>
                </a:lnTo>
                <a:lnTo>
                  <a:pt x="8862" y="12505"/>
                </a:lnTo>
                <a:lnTo>
                  <a:pt x="11077" y="1023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49"/>
          <p:cNvSpPr/>
          <p:nvPr/>
        </p:nvSpPr>
        <p:spPr>
          <a:xfrm>
            <a:off x="2633133" y="11523133"/>
            <a:ext cx="241326" cy="177822"/>
          </a:xfrm>
          <a:custGeom>
            <a:rect b="b" l="l" r="r" t="t"/>
            <a:pathLst>
              <a:path extrusionOk="0" h="21600" w="21600">
                <a:moveTo>
                  <a:pt x="21600" y="5400"/>
                </a:moveTo>
                <a:lnTo>
                  <a:pt x="21600" y="0"/>
                </a:lnTo>
                <a:lnTo>
                  <a:pt x="0" y="0"/>
                </a:lnTo>
                <a:lnTo>
                  <a:pt x="0" y="5400"/>
                </a:lnTo>
                <a:lnTo>
                  <a:pt x="3661" y="5400"/>
                </a:lnTo>
                <a:lnTo>
                  <a:pt x="3661" y="8100"/>
                </a:lnTo>
                <a:lnTo>
                  <a:pt x="0" y="8100"/>
                </a:lnTo>
                <a:lnTo>
                  <a:pt x="0" y="13500"/>
                </a:lnTo>
                <a:lnTo>
                  <a:pt x="3661" y="13500"/>
                </a:lnTo>
                <a:lnTo>
                  <a:pt x="3661" y="14580"/>
                </a:lnTo>
                <a:lnTo>
                  <a:pt x="4393" y="15660"/>
                </a:lnTo>
                <a:lnTo>
                  <a:pt x="9885" y="20520"/>
                </a:lnTo>
                <a:lnTo>
                  <a:pt x="10983" y="21600"/>
                </a:lnTo>
                <a:lnTo>
                  <a:pt x="11715" y="20520"/>
                </a:lnTo>
                <a:lnTo>
                  <a:pt x="17207" y="15660"/>
                </a:lnTo>
                <a:lnTo>
                  <a:pt x="17939" y="14580"/>
                </a:lnTo>
                <a:lnTo>
                  <a:pt x="17939" y="13500"/>
                </a:lnTo>
                <a:lnTo>
                  <a:pt x="21600" y="13500"/>
                </a:lnTo>
                <a:lnTo>
                  <a:pt x="21600" y="8100"/>
                </a:lnTo>
                <a:lnTo>
                  <a:pt x="17939" y="8100"/>
                </a:lnTo>
                <a:lnTo>
                  <a:pt x="17939" y="5400"/>
                </a:lnTo>
                <a:lnTo>
                  <a:pt x="21600" y="5400"/>
                </a:lnTo>
                <a:close/>
                <a:moveTo>
                  <a:pt x="14278" y="11880"/>
                </a:moveTo>
                <a:lnTo>
                  <a:pt x="10983" y="15660"/>
                </a:lnTo>
                <a:lnTo>
                  <a:pt x="7322" y="11880"/>
                </a:lnTo>
                <a:lnTo>
                  <a:pt x="7322" y="5400"/>
                </a:lnTo>
                <a:lnTo>
                  <a:pt x="14278" y="5400"/>
                </a:lnTo>
                <a:lnTo>
                  <a:pt x="14278" y="1188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49"/>
          <p:cNvSpPr/>
          <p:nvPr/>
        </p:nvSpPr>
        <p:spPr>
          <a:xfrm>
            <a:off x="5389034" y="11188700"/>
            <a:ext cx="372546" cy="423360"/>
          </a:xfrm>
          <a:custGeom>
            <a:rect b="b" l="l" r="r" t="t"/>
            <a:pathLst>
              <a:path extrusionOk="0" h="21600" w="21600">
                <a:moveTo>
                  <a:pt x="15533" y="18982"/>
                </a:moveTo>
                <a:lnTo>
                  <a:pt x="13591" y="19418"/>
                </a:lnTo>
                <a:lnTo>
                  <a:pt x="10921" y="19418"/>
                </a:lnTo>
                <a:lnTo>
                  <a:pt x="7281" y="19200"/>
                </a:lnTo>
                <a:lnTo>
                  <a:pt x="4611" y="18545"/>
                </a:lnTo>
                <a:lnTo>
                  <a:pt x="2912" y="17891"/>
                </a:lnTo>
                <a:lnTo>
                  <a:pt x="2427" y="17236"/>
                </a:lnTo>
                <a:lnTo>
                  <a:pt x="2427" y="15709"/>
                </a:lnTo>
                <a:lnTo>
                  <a:pt x="4126" y="16582"/>
                </a:lnTo>
                <a:lnTo>
                  <a:pt x="6310" y="17018"/>
                </a:lnTo>
                <a:lnTo>
                  <a:pt x="8494" y="17236"/>
                </a:lnTo>
                <a:lnTo>
                  <a:pt x="13106" y="17236"/>
                </a:lnTo>
                <a:lnTo>
                  <a:pt x="15290" y="17018"/>
                </a:lnTo>
                <a:lnTo>
                  <a:pt x="17474" y="16582"/>
                </a:lnTo>
                <a:lnTo>
                  <a:pt x="19173" y="15709"/>
                </a:lnTo>
                <a:lnTo>
                  <a:pt x="19173" y="17236"/>
                </a:lnTo>
                <a:lnTo>
                  <a:pt x="21600" y="17236"/>
                </a:lnTo>
                <a:lnTo>
                  <a:pt x="21600" y="4364"/>
                </a:lnTo>
                <a:lnTo>
                  <a:pt x="21357" y="3273"/>
                </a:lnTo>
                <a:lnTo>
                  <a:pt x="20629" y="2400"/>
                </a:lnTo>
                <a:lnTo>
                  <a:pt x="18202" y="1091"/>
                </a:lnTo>
                <a:lnTo>
                  <a:pt x="16503" y="655"/>
                </a:lnTo>
                <a:lnTo>
                  <a:pt x="14804" y="436"/>
                </a:lnTo>
                <a:lnTo>
                  <a:pt x="10921" y="0"/>
                </a:lnTo>
                <a:lnTo>
                  <a:pt x="5097" y="655"/>
                </a:lnTo>
                <a:lnTo>
                  <a:pt x="3398" y="1091"/>
                </a:lnTo>
                <a:lnTo>
                  <a:pt x="971" y="2400"/>
                </a:lnTo>
                <a:lnTo>
                  <a:pt x="243" y="3273"/>
                </a:lnTo>
                <a:lnTo>
                  <a:pt x="0" y="4364"/>
                </a:lnTo>
                <a:lnTo>
                  <a:pt x="0" y="17236"/>
                </a:lnTo>
                <a:lnTo>
                  <a:pt x="243" y="18327"/>
                </a:lnTo>
                <a:lnTo>
                  <a:pt x="971" y="19200"/>
                </a:lnTo>
                <a:lnTo>
                  <a:pt x="2184" y="20073"/>
                </a:lnTo>
                <a:lnTo>
                  <a:pt x="3398" y="20509"/>
                </a:lnTo>
                <a:lnTo>
                  <a:pt x="5097" y="20945"/>
                </a:lnTo>
                <a:lnTo>
                  <a:pt x="7038" y="21382"/>
                </a:lnTo>
                <a:lnTo>
                  <a:pt x="10921" y="21600"/>
                </a:lnTo>
                <a:lnTo>
                  <a:pt x="13106" y="21600"/>
                </a:lnTo>
                <a:lnTo>
                  <a:pt x="15533" y="20945"/>
                </a:lnTo>
                <a:lnTo>
                  <a:pt x="15533" y="18982"/>
                </a:lnTo>
                <a:close/>
                <a:moveTo>
                  <a:pt x="10921" y="2182"/>
                </a:moveTo>
                <a:lnTo>
                  <a:pt x="14319" y="2400"/>
                </a:lnTo>
                <a:lnTo>
                  <a:pt x="16989" y="3055"/>
                </a:lnTo>
                <a:lnTo>
                  <a:pt x="18688" y="3927"/>
                </a:lnTo>
                <a:lnTo>
                  <a:pt x="19173" y="4364"/>
                </a:lnTo>
                <a:lnTo>
                  <a:pt x="18688" y="5018"/>
                </a:lnTo>
                <a:lnTo>
                  <a:pt x="16989" y="5673"/>
                </a:lnTo>
                <a:lnTo>
                  <a:pt x="14319" y="6327"/>
                </a:lnTo>
                <a:lnTo>
                  <a:pt x="10921" y="6545"/>
                </a:lnTo>
                <a:lnTo>
                  <a:pt x="7281" y="6327"/>
                </a:lnTo>
                <a:lnTo>
                  <a:pt x="4611" y="5673"/>
                </a:lnTo>
                <a:lnTo>
                  <a:pt x="2912" y="5018"/>
                </a:lnTo>
                <a:lnTo>
                  <a:pt x="2427" y="4364"/>
                </a:lnTo>
                <a:lnTo>
                  <a:pt x="2912" y="3927"/>
                </a:lnTo>
                <a:lnTo>
                  <a:pt x="4611" y="3055"/>
                </a:lnTo>
                <a:lnTo>
                  <a:pt x="7281" y="2400"/>
                </a:lnTo>
                <a:lnTo>
                  <a:pt x="10921" y="2182"/>
                </a:lnTo>
                <a:close/>
                <a:moveTo>
                  <a:pt x="2427" y="6982"/>
                </a:moveTo>
                <a:lnTo>
                  <a:pt x="4126" y="7855"/>
                </a:lnTo>
                <a:lnTo>
                  <a:pt x="6310" y="8509"/>
                </a:lnTo>
                <a:lnTo>
                  <a:pt x="8494" y="8727"/>
                </a:lnTo>
                <a:lnTo>
                  <a:pt x="13106" y="8727"/>
                </a:lnTo>
                <a:lnTo>
                  <a:pt x="15290" y="8509"/>
                </a:lnTo>
                <a:lnTo>
                  <a:pt x="17474" y="7855"/>
                </a:lnTo>
                <a:lnTo>
                  <a:pt x="19173" y="6982"/>
                </a:lnTo>
                <a:lnTo>
                  <a:pt x="19173" y="8727"/>
                </a:lnTo>
                <a:lnTo>
                  <a:pt x="18688" y="9164"/>
                </a:lnTo>
                <a:lnTo>
                  <a:pt x="16989" y="10036"/>
                </a:lnTo>
                <a:lnTo>
                  <a:pt x="14319" y="10473"/>
                </a:lnTo>
                <a:lnTo>
                  <a:pt x="10921" y="10909"/>
                </a:lnTo>
                <a:lnTo>
                  <a:pt x="7281" y="10473"/>
                </a:lnTo>
                <a:lnTo>
                  <a:pt x="4611" y="10036"/>
                </a:lnTo>
                <a:lnTo>
                  <a:pt x="2912" y="9164"/>
                </a:lnTo>
                <a:lnTo>
                  <a:pt x="2427" y="8727"/>
                </a:lnTo>
                <a:lnTo>
                  <a:pt x="2427" y="6982"/>
                </a:lnTo>
                <a:close/>
                <a:moveTo>
                  <a:pt x="2427" y="11345"/>
                </a:moveTo>
                <a:lnTo>
                  <a:pt x="4126" y="12218"/>
                </a:lnTo>
                <a:lnTo>
                  <a:pt x="8494" y="13091"/>
                </a:lnTo>
                <a:lnTo>
                  <a:pt x="13106" y="13091"/>
                </a:lnTo>
                <a:lnTo>
                  <a:pt x="17474" y="12218"/>
                </a:lnTo>
                <a:lnTo>
                  <a:pt x="19173" y="11345"/>
                </a:lnTo>
                <a:lnTo>
                  <a:pt x="19173" y="13091"/>
                </a:lnTo>
                <a:lnTo>
                  <a:pt x="18688" y="13527"/>
                </a:lnTo>
                <a:lnTo>
                  <a:pt x="16989" y="14400"/>
                </a:lnTo>
                <a:lnTo>
                  <a:pt x="14319" y="14836"/>
                </a:lnTo>
                <a:lnTo>
                  <a:pt x="10921" y="15055"/>
                </a:lnTo>
                <a:lnTo>
                  <a:pt x="7281" y="14836"/>
                </a:lnTo>
                <a:lnTo>
                  <a:pt x="4611" y="14400"/>
                </a:lnTo>
                <a:lnTo>
                  <a:pt x="2912" y="13527"/>
                </a:lnTo>
                <a:lnTo>
                  <a:pt x="2427" y="13091"/>
                </a:lnTo>
                <a:lnTo>
                  <a:pt x="2427" y="1134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49"/>
          <p:cNvSpPr/>
          <p:nvPr/>
        </p:nvSpPr>
        <p:spPr>
          <a:xfrm>
            <a:off x="5681133" y="11535834"/>
            <a:ext cx="207414" cy="152388"/>
          </a:xfrm>
          <a:custGeom>
            <a:rect b="b" l="l" r="r" t="t"/>
            <a:pathLst>
              <a:path extrusionOk="0" h="21600" w="21600">
                <a:moveTo>
                  <a:pt x="8732" y="21600"/>
                </a:moveTo>
                <a:lnTo>
                  <a:pt x="0" y="10800"/>
                </a:lnTo>
                <a:lnTo>
                  <a:pt x="3677" y="6000"/>
                </a:lnTo>
                <a:lnTo>
                  <a:pt x="8732" y="12600"/>
                </a:lnTo>
                <a:lnTo>
                  <a:pt x="18383" y="0"/>
                </a:lnTo>
                <a:lnTo>
                  <a:pt x="21600" y="4800"/>
                </a:lnTo>
                <a:lnTo>
                  <a:pt x="8732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49"/>
          <p:cNvSpPr/>
          <p:nvPr/>
        </p:nvSpPr>
        <p:spPr>
          <a:xfrm>
            <a:off x="6396568" y="11188700"/>
            <a:ext cx="368280" cy="423360"/>
          </a:xfrm>
          <a:custGeom>
            <a:rect b="b" l="l" r="r" t="t"/>
            <a:pathLst>
              <a:path extrusionOk="0" h="21600" w="21600">
                <a:moveTo>
                  <a:pt x="21600" y="16145"/>
                </a:moveTo>
                <a:lnTo>
                  <a:pt x="21600" y="4364"/>
                </a:lnTo>
                <a:lnTo>
                  <a:pt x="21357" y="3273"/>
                </a:lnTo>
                <a:lnTo>
                  <a:pt x="20629" y="2400"/>
                </a:lnTo>
                <a:lnTo>
                  <a:pt x="18202" y="1091"/>
                </a:lnTo>
                <a:lnTo>
                  <a:pt x="16503" y="655"/>
                </a:lnTo>
                <a:lnTo>
                  <a:pt x="10679" y="0"/>
                </a:lnTo>
                <a:lnTo>
                  <a:pt x="6796" y="436"/>
                </a:lnTo>
                <a:lnTo>
                  <a:pt x="5097" y="655"/>
                </a:lnTo>
                <a:lnTo>
                  <a:pt x="3398" y="1091"/>
                </a:lnTo>
                <a:lnTo>
                  <a:pt x="971" y="2400"/>
                </a:lnTo>
                <a:lnTo>
                  <a:pt x="243" y="3273"/>
                </a:lnTo>
                <a:lnTo>
                  <a:pt x="0" y="4364"/>
                </a:lnTo>
                <a:lnTo>
                  <a:pt x="0" y="17236"/>
                </a:lnTo>
                <a:lnTo>
                  <a:pt x="243" y="18327"/>
                </a:lnTo>
                <a:lnTo>
                  <a:pt x="971" y="19200"/>
                </a:lnTo>
                <a:lnTo>
                  <a:pt x="2184" y="20073"/>
                </a:lnTo>
                <a:lnTo>
                  <a:pt x="3398" y="20509"/>
                </a:lnTo>
                <a:lnTo>
                  <a:pt x="6796" y="21382"/>
                </a:lnTo>
                <a:lnTo>
                  <a:pt x="10679" y="21600"/>
                </a:lnTo>
                <a:lnTo>
                  <a:pt x="14562" y="21382"/>
                </a:lnTo>
                <a:lnTo>
                  <a:pt x="17960" y="20509"/>
                </a:lnTo>
                <a:lnTo>
                  <a:pt x="17960" y="18327"/>
                </a:lnTo>
                <a:lnTo>
                  <a:pt x="16746" y="18545"/>
                </a:lnTo>
                <a:lnTo>
                  <a:pt x="15290" y="19200"/>
                </a:lnTo>
                <a:lnTo>
                  <a:pt x="13106" y="19418"/>
                </a:lnTo>
                <a:lnTo>
                  <a:pt x="10679" y="19418"/>
                </a:lnTo>
                <a:lnTo>
                  <a:pt x="7281" y="19200"/>
                </a:lnTo>
                <a:lnTo>
                  <a:pt x="4369" y="18545"/>
                </a:lnTo>
                <a:lnTo>
                  <a:pt x="2912" y="17891"/>
                </a:lnTo>
                <a:lnTo>
                  <a:pt x="2427" y="17236"/>
                </a:lnTo>
                <a:lnTo>
                  <a:pt x="2427" y="15709"/>
                </a:lnTo>
                <a:lnTo>
                  <a:pt x="4126" y="16582"/>
                </a:lnTo>
                <a:lnTo>
                  <a:pt x="6310" y="17018"/>
                </a:lnTo>
                <a:lnTo>
                  <a:pt x="8252" y="17236"/>
                </a:lnTo>
                <a:lnTo>
                  <a:pt x="13106" y="17236"/>
                </a:lnTo>
                <a:lnTo>
                  <a:pt x="15290" y="17018"/>
                </a:lnTo>
                <a:lnTo>
                  <a:pt x="17231" y="16582"/>
                </a:lnTo>
                <a:lnTo>
                  <a:pt x="19173" y="15709"/>
                </a:lnTo>
                <a:lnTo>
                  <a:pt x="19173" y="16145"/>
                </a:lnTo>
                <a:lnTo>
                  <a:pt x="21600" y="16145"/>
                </a:lnTo>
                <a:close/>
                <a:moveTo>
                  <a:pt x="10679" y="2182"/>
                </a:moveTo>
                <a:lnTo>
                  <a:pt x="14319" y="2400"/>
                </a:lnTo>
                <a:lnTo>
                  <a:pt x="16989" y="3055"/>
                </a:lnTo>
                <a:lnTo>
                  <a:pt x="19173" y="4364"/>
                </a:lnTo>
                <a:lnTo>
                  <a:pt x="18445" y="5018"/>
                </a:lnTo>
                <a:lnTo>
                  <a:pt x="16989" y="5673"/>
                </a:lnTo>
                <a:lnTo>
                  <a:pt x="14319" y="6327"/>
                </a:lnTo>
                <a:lnTo>
                  <a:pt x="10679" y="6545"/>
                </a:lnTo>
                <a:lnTo>
                  <a:pt x="7281" y="6327"/>
                </a:lnTo>
                <a:lnTo>
                  <a:pt x="4369" y="5673"/>
                </a:lnTo>
                <a:lnTo>
                  <a:pt x="2912" y="5018"/>
                </a:lnTo>
                <a:lnTo>
                  <a:pt x="2427" y="4364"/>
                </a:lnTo>
                <a:lnTo>
                  <a:pt x="2912" y="3927"/>
                </a:lnTo>
                <a:lnTo>
                  <a:pt x="4369" y="3055"/>
                </a:lnTo>
                <a:lnTo>
                  <a:pt x="7281" y="2400"/>
                </a:lnTo>
                <a:lnTo>
                  <a:pt x="10679" y="2182"/>
                </a:lnTo>
                <a:close/>
                <a:moveTo>
                  <a:pt x="2427" y="6982"/>
                </a:moveTo>
                <a:lnTo>
                  <a:pt x="4126" y="7855"/>
                </a:lnTo>
                <a:lnTo>
                  <a:pt x="6310" y="8509"/>
                </a:lnTo>
                <a:lnTo>
                  <a:pt x="8252" y="8727"/>
                </a:lnTo>
                <a:lnTo>
                  <a:pt x="13106" y="8727"/>
                </a:lnTo>
                <a:lnTo>
                  <a:pt x="15290" y="8509"/>
                </a:lnTo>
                <a:lnTo>
                  <a:pt x="17231" y="7855"/>
                </a:lnTo>
                <a:lnTo>
                  <a:pt x="19173" y="6982"/>
                </a:lnTo>
                <a:lnTo>
                  <a:pt x="19173" y="8727"/>
                </a:lnTo>
                <a:lnTo>
                  <a:pt x="16989" y="10036"/>
                </a:lnTo>
                <a:lnTo>
                  <a:pt x="14319" y="10473"/>
                </a:lnTo>
                <a:lnTo>
                  <a:pt x="10679" y="10909"/>
                </a:lnTo>
                <a:lnTo>
                  <a:pt x="7281" y="10473"/>
                </a:lnTo>
                <a:lnTo>
                  <a:pt x="4369" y="10036"/>
                </a:lnTo>
                <a:lnTo>
                  <a:pt x="2912" y="9164"/>
                </a:lnTo>
                <a:lnTo>
                  <a:pt x="2427" y="8727"/>
                </a:lnTo>
                <a:lnTo>
                  <a:pt x="2427" y="6982"/>
                </a:lnTo>
                <a:close/>
                <a:moveTo>
                  <a:pt x="2427" y="13091"/>
                </a:moveTo>
                <a:lnTo>
                  <a:pt x="2427" y="11345"/>
                </a:lnTo>
                <a:lnTo>
                  <a:pt x="4126" y="12218"/>
                </a:lnTo>
                <a:lnTo>
                  <a:pt x="6310" y="12655"/>
                </a:lnTo>
                <a:lnTo>
                  <a:pt x="8252" y="13091"/>
                </a:lnTo>
                <a:lnTo>
                  <a:pt x="13106" y="13091"/>
                </a:lnTo>
                <a:lnTo>
                  <a:pt x="15290" y="12655"/>
                </a:lnTo>
                <a:lnTo>
                  <a:pt x="17231" y="12218"/>
                </a:lnTo>
                <a:lnTo>
                  <a:pt x="19173" y="11345"/>
                </a:lnTo>
                <a:lnTo>
                  <a:pt x="19173" y="13091"/>
                </a:lnTo>
                <a:lnTo>
                  <a:pt x="16989" y="14400"/>
                </a:lnTo>
                <a:lnTo>
                  <a:pt x="14319" y="14836"/>
                </a:lnTo>
                <a:lnTo>
                  <a:pt x="10679" y="15055"/>
                </a:lnTo>
                <a:lnTo>
                  <a:pt x="7281" y="14836"/>
                </a:lnTo>
                <a:lnTo>
                  <a:pt x="4369" y="14400"/>
                </a:lnTo>
                <a:lnTo>
                  <a:pt x="2912" y="13527"/>
                </a:lnTo>
                <a:lnTo>
                  <a:pt x="2427" y="1309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49"/>
          <p:cNvSpPr/>
          <p:nvPr/>
        </p:nvSpPr>
        <p:spPr>
          <a:xfrm>
            <a:off x="6726767" y="11535834"/>
            <a:ext cx="165078" cy="152388"/>
          </a:xfrm>
          <a:custGeom>
            <a:rect b="b" l="l" r="r" t="t"/>
            <a:pathLst>
              <a:path extrusionOk="0" h="21600" w="21600">
                <a:moveTo>
                  <a:pt x="21600" y="4670"/>
                </a:moveTo>
                <a:lnTo>
                  <a:pt x="17514" y="0"/>
                </a:lnTo>
                <a:lnTo>
                  <a:pt x="11092" y="7005"/>
                </a:lnTo>
                <a:lnTo>
                  <a:pt x="4670" y="0"/>
                </a:lnTo>
                <a:lnTo>
                  <a:pt x="0" y="4670"/>
                </a:lnTo>
                <a:lnTo>
                  <a:pt x="6422" y="11092"/>
                </a:lnTo>
                <a:lnTo>
                  <a:pt x="0" y="17514"/>
                </a:lnTo>
                <a:lnTo>
                  <a:pt x="4670" y="21600"/>
                </a:lnTo>
                <a:lnTo>
                  <a:pt x="11092" y="15178"/>
                </a:lnTo>
                <a:lnTo>
                  <a:pt x="17514" y="21600"/>
                </a:lnTo>
                <a:lnTo>
                  <a:pt x="21600" y="17514"/>
                </a:lnTo>
                <a:lnTo>
                  <a:pt x="15178" y="11092"/>
                </a:lnTo>
                <a:lnTo>
                  <a:pt x="21600" y="467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49"/>
          <p:cNvSpPr/>
          <p:nvPr/>
        </p:nvSpPr>
        <p:spPr>
          <a:xfrm>
            <a:off x="10447866" y="10236200"/>
            <a:ext cx="423360" cy="406404"/>
          </a:xfrm>
          <a:custGeom>
            <a:rect b="b" l="l" r="r" t="t"/>
            <a:pathLst>
              <a:path extrusionOk="0" h="21600" w="21600">
                <a:moveTo>
                  <a:pt x="19418" y="0"/>
                </a:moveTo>
                <a:lnTo>
                  <a:pt x="2182" y="0"/>
                </a:lnTo>
                <a:lnTo>
                  <a:pt x="436" y="441"/>
                </a:lnTo>
                <a:lnTo>
                  <a:pt x="218" y="1322"/>
                </a:lnTo>
                <a:lnTo>
                  <a:pt x="0" y="1984"/>
                </a:lnTo>
                <a:lnTo>
                  <a:pt x="0" y="13004"/>
                </a:lnTo>
                <a:lnTo>
                  <a:pt x="218" y="13665"/>
                </a:lnTo>
                <a:lnTo>
                  <a:pt x="436" y="14547"/>
                </a:lnTo>
                <a:lnTo>
                  <a:pt x="1309" y="14767"/>
                </a:lnTo>
                <a:lnTo>
                  <a:pt x="2182" y="15208"/>
                </a:lnTo>
                <a:lnTo>
                  <a:pt x="9600" y="15208"/>
                </a:lnTo>
                <a:lnTo>
                  <a:pt x="9600" y="19396"/>
                </a:lnTo>
                <a:lnTo>
                  <a:pt x="4364" y="19396"/>
                </a:lnTo>
                <a:lnTo>
                  <a:pt x="4364" y="21600"/>
                </a:lnTo>
                <a:lnTo>
                  <a:pt x="17236" y="21600"/>
                </a:lnTo>
                <a:lnTo>
                  <a:pt x="17236" y="19396"/>
                </a:lnTo>
                <a:lnTo>
                  <a:pt x="11782" y="19396"/>
                </a:lnTo>
                <a:lnTo>
                  <a:pt x="11782" y="15208"/>
                </a:lnTo>
                <a:lnTo>
                  <a:pt x="19418" y="15208"/>
                </a:lnTo>
                <a:lnTo>
                  <a:pt x="20073" y="14767"/>
                </a:lnTo>
                <a:lnTo>
                  <a:pt x="20945" y="14547"/>
                </a:lnTo>
                <a:lnTo>
                  <a:pt x="21164" y="13665"/>
                </a:lnTo>
                <a:lnTo>
                  <a:pt x="21600" y="13004"/>
                </a:lnTo>
                <a:lnTo>
                  <a:pt x="21600" y="1984"/>
                </a:lnTo>
                <a:lnTo>
                  <a:pt x="21164" y="1322"/>
                </a:lnTo>
                <a:lnTo>
                  <a:pt x="20945" y="441"/>
                </a:lnTo>
                <a:lnTo>
                  <a:pt x="20073" y="220"/>
                </a:lnTo>
                <a:lnTo>
                  <a:pt x="19418" y="0"/>
                </a:lnTo>
                <a:close/>
                <a:moveTo>
                  <a:pt x="19418" y="1984"/>
                </a:moveTo>
                <a:lnTo>
                  <a:pt x="19418" y="6392"/>
                </a:lnTo>
                <a:lnTo>
                  <a:pt x="2182" y="6392"/>
                </a:lnTo>
                <a:lnTo>
                  <a:pt x="2182" y="1984"/>
                </a:lnTo>
                <a:lnTo>
                  <a:pt x="19418" y="1984"/>
                </a:lnTo>
                <a:close/>
                <a:moveTo>
                  <a:pt x="2182" y="13004"/>
                </a:moveTo>
                <a:lnTo>
                  <a:pt x="2182" y="8596"/>
                </a:lnTo>
                <a:lnTo>
                  <a:pt x="19418" y="8596"/>
                </a:lnTo>
                <a:lnTo>
                  <a:pt x="19418" y="13004"/>
                </a:lnTo>
                <a:lnTo>
                  <a:pt x="2182" y="1300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49"/>
          <p:cNvSpPr/>
          <p:nvPr/>
        </p:nvSpPr>
        <p:spPr>
          <a:xfrm>
            <a:off x="10515600" y="10287000"/>
            <a:ext cx="101700" cy="507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153" name="Google Shape;1153;p49"/>
          <p:cNvSpPr/>
          <p:nvPr/>
        </p:nvSpPr>
        <p:spPr>
          <a:xfrm>
            <a:off x="10515600" y="10414000"/>
            <a:ext cx="101700" cy="507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154" name="Google Shape;1154;p49"/>
          <p:cNvSpPr/>
          <p:nvPr/>
        </p:nvSpPr>
        <p:spPr>
          <a:xfrm>
            <a:off x="10807700" y="10604500"/>
            <a:ext cx="38124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2160" y="4320"/>
                </a:lnTo>
                <a:lnTo>
                  <a:pt x="0" y="6480"/>
                </a:lnTo>
                <a:lnTo>
                  <a:pt x="0" y="17280"/>
                </a:lnTo>
                <a:lnTo>
                  <a:pt x="4320" y="21600"/>
                </a:lnTo>
                <a:lnTo>
                  <a:pt x="15120" y="21600"/>
                </a:lnTo>
                <a:lnTo>
                  <a:pt x="17280" y="19440"/>
                </a:lnTo>
                <a:lnTo>
                  <a:pt x="21600" y="17280"/>
                </a:lnTo>
                <a:lnTo>
                  <a:pt x="21600" y="6480"/>
                </a:lnTo>
                <a:lnTo>
                  <a:pt x="17280" y="432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49"/>
          <p:cNvSpPr/>
          <p:nvPr/>
        </p:nvSpPr>
        <p:spPr>
          <a:xfrm>
            <a:off x="10464800" y="10604500"/>
            <a:ext cx="50814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2160" y="4320"/>
                </a:lnTo>
                <a:lnTo>
                  <a:pt x="0" y="6480"/>
                </a:lnTo>
                <a:lnTo>
                  <a:pt x="0" y="17280"/>
                </a:lnTo>
                <a:lnTo>
                  <a:pt x="4320" y="21600"/>
                </a:lnTo>
                <a:lnTo>
                  <a:pt x="15120" y="21600"/>
                </a:lnTo>
                <a:lnTo>
                  <a:pt x="19440" y="19440"/>
                </a:lnTo>
                <a:lnTo>
                  <a:pt x="21600" y="17280"/>
                </a:lnTo>
                <a:lnTo>
                  <a:pt x="21600" y="648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49"/>
          <p:cNvSpPr/>
          <p:nvPr/>
        </p:nvSpPr>
        <p:spPr>
          <a:xfrm>
            <a:off x="10693400" y="10287000"/>
            <a:ext cx="50814" cy="5081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4320"/>
                </a:lnTo>
                <a:lnTo>
                  <a:pt x="17280" y="0"/>
                </a:lnTo>
                <a:lnTo>
                  <a:pt x="6480" y="0"/>
                </a:lnTo>
                <a:lnTo>
                  <a:pt x="0" y="6480"/>
                </a:lnTo>
                <a:lnTo>
                  <a:pt x="0" y="17280"/>
                </a:lnTo>
                <a:lnTo>
                  <a:pt x="2160" y="19440"/>
                </a:lnTo>
                <a:lnTo>
                  <a:pt x="648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49"/>
          <p:cNvSpPr/>
          <p:nvPr/>
        </p:nvSpPr>
        <p:spPr>
          <a:xfrm>
            <a:off x="10756900" y="10287000"/>
            <a:ext cx="50814" cy="5081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5120" y="21600"/>
                </a:lnTo>
                <a:lnTo>
                  <a:pt x="19440" y="19440"/>
                </a:lnTo>
                <a:lnTo>
                  <a:pt x="21600" y="17280"/>
                </a:lnTo>
                <a:lnTo>
                  <a:pt x="21600" y="6480"/>
                </a:lnTo>
                <a:lnTo>
                  <a:pt x="15120" y="0"/>
                </a:lnTo>
                <a:lnTo>
                  <a:pt x="4320" y="0"/>
                </a:lnTo>
                <a:lnTo>
                  <a:pt x="2160" y="4320"/>
                </a:lnTo>
                <a:lnTo>
                  <a:pt x="0" y="6480"/>
                </a:lnTo>
                <a:lnTo>
                  <a:pt x="0" y="17280"/>
                </a:lnTo>
                <a:lnTo>
                  <a:pt x="432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49"/>
          <p:cNvSpPr/>
          <p:nvPr/>
        </p:nvSpPr>
        <p:spPr>
          <a:xfrm>
            <a:off x="10693400" y="10414000"/>
            <a:ext cx="50814" cy="5081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2160" y="2160"/>
                </a:lnTo>
                <a:lnTo>
                  <a:pt x="0" y="4320"/>
                </a:lnTo>
                <a:lnTo>
                  <a:pt x="0" y="15120"/>
                </a:lnTo>
                <a:lnTo>
                  <a:pt x="2160" y="19440"/>
                </a:lnTo>
                <a:lnTo>
                  <a:pt x="6480" y="21600"/>
                </a:lnTo>
                <a:lnTo>
                  <a:pt x="17280" y="21600"/>
                </a:lnTo>
                <a:lnTo>
                  <a:pt x="19440" y="19440"/>
                </a:lnTo>
                <a:lnTo>
                  <a:pt x="21600" y="15120"/>
                </a:lnTo>
                <a:lnTo>
                  <a:pt x="21600" y="432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49"/>
          <p:cNvSpPr/>
          <p:nvPr/>
        </p:nvSpPr>
        <p:spPr>
          <a:xfrm>
            <a:off x="10756900" y="10414000"/>
            <a:ext cx="50814" cy="5081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0" y="4320"/>
                </a:lnTo>
                <a:lnTo>
                  <a:pt x="0" y="15120"/>
                </a:lnTo>
                <a:lnTo>
                  <a:pt x="2160" y="19440"/>
                </a:lnTo>
                <a:lnTo>
                  <a:pt x="4320" y="21600"/>
                </a:lnTo>
                <a:lnTo>
                  <a:pt x="15120" y="21600"/>
                </a:lnTo>
                <a:lnTo>
                  <a:pt x="19440" y="19440"/>
                </a:lnTo>
                <a:lnTo>
                  <a:pt x="21600" y="15120"/>
                </a:lnTo>
                <a:lnTo>
                  <a:pt x="21600" y="4320"/>
                </a:lnTo>
                <a:lnTo>
                  <a:pt x="19440" y="216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49"/>
          <p:cNvSpPr/>
          <p:nvPr/>
        </p:nvSpPr>
        <p:spPr>
          <a:xfrm>
            <a:off x="4385733" y="11188700"/>
            <a:ext cx="368280" cy="423360"/>
          </a:xfrm>
          <a:custGeom>
            <a:rect b="b" l="l" r="r" t="t"/>
            <a:pathLst>
              <a:path extrusionOk="0" h="21600" w="21600">
                <a:moveTo>
                  <a:pt x="16746" y="18545"/>
                </a:moveTo>
                <a:lnTo>
                  <a:pt x="14076" y="19200"/>
                </a:lnTo>
                <a:lnTo>
                  <a:pt x="10921" y="19418"/>
                </a:lnTo>
                <a:lnTo>
                  <a:pt x="7281" y="19200"/>
                </a:lnTo>
                <a:lnTo>
                  <a:pt x="4611" y="18545"/>
                </a:lnTo>
                <a:lnTo>
                  <a:pt x="3155" y="17891"/>
                </a:lnTo>
                <a:lnTo>
                  <a:pt x="2427" y="17236"/>
                </a:lnTo>
                <a:lnTo>
                  <a:pt x="2427" y="15709"/>
                </a:lnTo>
                <a:lnTo>
                  <a:pt x="4369" y="16582"/>
                </a:lnTo>
                <a:lnTo>
                  <a:pt x="6310" y="17018"/>
                </a:lnTo>
                <a:lnTo>
                  <a:pt x="8494" y="17236"/>
                </a:lnTo>
                <a:lnTo>
                  <a:pt x="13348" y="17236"/>
                </a:lnTo>
                <a:lnTo>
                  <a:pt x="15290" y="17018"/>
                </a:lnTo>
                <a:lnTo>
                  <a:pt x="17474" y="16582"/>
                </a:lnTo>
                <a:lnTo>
                  <a:pt x="19173" y="15709"/>
                </a:lnTo>
                <a:lnTo>
                  <a:pt x="19173" y="17236"/>
                </a:lnTo>
                <a:lnTo>
                  <a:pt x="21600" y="17236"/>
                </a:lnTo>
                <a:lnTo>
                  <a:pt x="21600" y="4364"/>
                </a:lnTo>
                <a:lnTo>
                  <a:pt x="21357" y="3273"/>
                </a:lnTo>
                <a:lnTo>
                  <a:pt x="20629" y="2400"/>
                </a:lnTo>
                <a:lnTo>
                  <a:pt x="19658" y="1745"/>
                </a:lnTo>
                <a:lnTo>
                  <a:pt x="18445" y="1091"/>
                </a:lnTo>
                <a:lnTo>
                  <a:pt x="16503" y="655"/>
                </a:lnTo>
                <a:lnTo>
                  <a:pt x="14804" y="436"/>
                </a:lnTo>
                <a:lnTo>
                  <a:pt x="10921" y="0"/>
                </a:lnTo>
                <a:lnTo>
                  <a:pt x="5097" y="655"/>
                </a:lnTo>
                <a:lnTo>
                  <a:pt x="3398" y="1091"/>
                </a:lnTo>
                <a:lnTo>
                  <a:pt x="971" y="2400"/>
                </a:lnTo>
                <a:lnTo>
                  <a:pt x="485" y="3273"/>
                </a:lnTo>
                <a:lnTo>
                  <a:pt x="0" y="4364"/>
                </a:lnTo>
                <a:lnTo>
                  <a:pt x="0" y="17236"/>
                </a:lnTo>
                <a:lnTo>
                  <a:pt x="485" y="18327"/>
                </a:lnTo>
                <a:lnTo>
                  <a:pt x="971" y="19200"/>
                </a:lnTo>
                <a:lnTo>
                  <a:pt x="2184" y="20073"/>
                </a:lnTo>
                <a:lnTo>
                  <a:pt x="3398" y="20509"/>
                </a:lnTo>
                <a:lnTo>
                  <a:pt x="5097" y="20945"/>
                </a:lnTo>
                <a:lnTo>
                  <a:pt x="7038" y="21382"/>
                </a:lnTo>
                <a:lnTo>
                  <a:pt x="10921" y="21600"/>
                </a:lnTo>
                <a:lnTo>
                  <a:pt x="13834" y="21382"/>
                </a:lnTo>
                <a:lnTo>
                  <a:pt x="16746" y="20727"/>
                </a:lnTo>
                <a:lnTo>
                  <a:pt x="16746" y="18545"/>
                </a:lnTo>
                <a:close/>
                <a:moveTo>
                  <a:pt x="10921" y="2182"/>
                </a:moveTo>
                <a:lnTo>
                  <a:pt x="14562" y="2400"/>
                </a:lnTo>
                <a:lnTo>
                  <a:pt x="17231" y="3055"/>
                </a:lnTo>
                <a:lnTo>
                  <a:pt x="18688" y="3927"/>
                </a:lnTo>
                <a:lnTo>
                  <a:pt x="19173" y="4364"/>
                </a:lnTo>
                <a:lnTo>
                  <a:pt x="18688" y="5018"/>
                </a:lnTo>
                <a:lnTo>
                  <a:pt x="17231" y="5673"/>
                </a:lnTo>
                <a:lnTo>
                  <a:pt x="14562" y="6327"/>
                </a:lnTo>
                <a:lnTo>
                  <a:pt x="10921" y="6545"/>
                </a:lnTo>
                <a:lnTo>
                  <a:pt x="7281" y="6327"/>
                </a:lnTo>
                <a:lnTo>
                  <a:pt x="4611" y="5673"/>
                </a:lnTo>
                <a:lnTo>
                  <a:pt x="3155" y="5018"/>
                </a:lnTo>
                <a:lnTo>
                  <a:pt x="2427" y="4364"/>
                </a:lnTo>
                <a:lnTo>
                  <a:pt x="4611" y="3055"/>
                </a:lnTo>
                <a:lnTo>
                  <a:pt x="7281" y="2400"/>
                </a:lnTo>
                <a:lnTo>
                  <a:pt x="10921" y="2182"/>
                </a:lnTo>
                <a:close/>
                <a:moveTo>
                  <a:pt x="2427" y="6982"/>
                </a:moveTo>
                <a:lnTo>
                  <a:pt x="4369" y="7855"/>
                </a:lnTo>
                <a:lnTo>
                  <a:pt x="6310" y="8509"/>
                </a:lnTo>
                <a:lnTo>
                  <a:pt x="8494" y="8727"/>
                </a:lnTo>
                <a:lnTo>
                  <a:pt x="13348" y="8727"/>
                </a:lnTo>
                <a:lnTo>
                  <a:pt x="15290" y="8509"/>
                </a:lnTo>
                <a:lnTo>
                  <a:pt x="17474" y="7855"/>
                </a:lnTo>
                <a:lnTo>
                  <a:pt x="19173" y="6982"/>
                </a:lnTo>
                <a:lnTo>
                  <a:pt x="19173" y="8727"/>
                </a:lnTo>
                <a:lnTo>
                  <a:pt x="18688" y="9164"/>
                </a:lnTo>
                <a:lnTo>
                  <a:pt x="17231" y="10036"/>
                </a:lnTo>
                <a:lnTo>
                  <a:pt x="14562" y="10473"/>
                </a:lnTo>
                <a:lnTo>
                  <a:pt x="10921" y="10909"/>
                </a:lnTo>
                <a:lnTo>
                  <a:pt x="7281" y="10473"/>
                </a:lnTo>
                <a:lnTo>
                  <a:pt x="4611" y="10036"/>
                </a:lnTo>
                <a:lnTo>
                  <a:pt x="2427" y="8727"/>
                </a:lnTo>
                <a:lnTo>
                  <a:pt x="2427" y="6982"/>
                </a:lnTo>
                <a:close/>
                <a:moveTo>
                  <a:pt x="2427" y="11345"/>
                </a:moveTo>
                <a:lnTo>
                  <a:pt x="4369" y="12218"/>
                </a:lnTo>
                <a:lnTo>
                  <a:pt x="6310" y="12655"/>
                </a:lnTo>
                <a:lnTo>
                  <a:pt x="8494" y="13091"/>
                </a:lnTo>
                <a:lnTo>
                  <a:pt x="13348" y="13091"/>
                </a:lnTo>
                <a:lnTo>
                  <a:pt x="15290" y="12655"/>
                </a:lnTo>
                <a:lnTo>
                  <a:pt x="17474" y="12218"/>
                </a:lnTo>
                <a:lnTo>
                  <a:pt x="19173" y="11345"/>
                </a:lnTo>
                <a:lnTo>
                  <a:pt x="19173" y="13091"/>
                </a:lnTo>
                <a:lnTo>
                  <a:pt x="18688" y="13527"/>
                </a:lnTo>
                <a:lnTo>
                  <a:pt x="17231" y="14400"/>
                </a:lnTo>
                <a:lnTo>
                  <a:pt x="14562" y="14836"/>
                </a:lnTo>
                <a:lnTo>
                  <a:pt x="10921" y="15055"/>
                </a:lnTo>
                <a:lnTo>
                  <a:pt x="7281" y="14836"/>
                </a:lnTo>
                <a:lnTo>
                  <a:pt x="4611" y="14400"/>
                </a:lnTo>
                <a:lnTo>
                  <a:pt x="2427" y="13091"/>
                </a:lnTo>
                <a:lnTo>
                  <a:pt x="2427" y="1134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49"/>
          <p:cNvSpPr/>
          <p:nvPr/>
        </p:nvSpPr>
        <p:spPr>
          <a:xfrm>
            <a:off x="4741333" y="11586634"/>
            <a:ext cx="126900" cy="507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162" name="Google Shape;1162;p49"/>
          <p:cNvSpPr/>
          <p:nvPr/>
        </p:nvSpPr>
        <p:spPr>
          <a:xfrm>
            <a:off x="3382434" y="11188700"/>
            <a:ext cx="368280" cy="423360"/>
          </a:xfrm>
          <a:custGeom>
            <a:rect b="b" l="l" r="r" t="t"/>
            <a:pathLst>
              <a:path extrusionOk="0" h="21600" w="21600">
                <a:moveTo>
                  <a:pt x="16936" y="18545"/>
                </a:moveTo>
                <a:lnTo>
                  <a:pt x="14236" y="19200"/>
                </a:lnTo>
                <a:lnTo>
                  <a:pt x="10800" y="19418"/>
                </a:lnTo>
                <a:lnTo>
                  <a:pt x="7118" y="19200"/>
                </a:lnTo>
                <a:lnTo>
                  <a:pt x="4418" y="18545"/>
                </a:lnTo>
                <a:lnTo>
                  <a:pt x="2945" y="17891"/>
                </a:lnTo>
                <a:lnTo>
                  <a:pt x="2209" y="17236"/>
                </a:lnTo>
                <a:lnTo>
                  <a:pt x="2209" y="15709"/>
                </a:lnTo>
                <a:lnTo>
                  <a:pt x="4173" y="16582"/>
                </a:lnTo>
                <a:lnTo>
                  <a:pt x="6136" y="17018"/>
                </a:lnTo>
                <a:lnTo>
                  <a:pt x="8345" y="17236"/>
                </a:lnTo>
                <a:lnTo>
                  <a:pt x="10800" y="17236"/>
                </a:lnTo>
                <a:lnTo>
                  <a:pt x="13745" y="17018"/>
                </a:lnTo>
                <a:lnTo>
                  <a:pt x="16936" y="16582"/>
                </a:lnTo>
                <a:lnTo>
                  <a:pt x="16936" y="14400"/>
                </a:lnTo>
                <a:lnTo>
                  <a:pt x="14236" y="14836"/>
                </a:lnTo>
                <a:lnTo>
                  <a:pt x="10800" y="15055"/>
                </a:lnTo>
                <a:lnTo>
                  <a:pt x="7118" y="14836"/>
                </a:lnTo>
                <a:lnTo>
                  <a:pt x="4418" y="14400"/>
                </a:lnTo>
                <a:lnTo>
                  <a:pt x="2209" y="13091"/>
                </a:lnTo>
                <a:lnTo>
                  <a:pt x="2209" y="11345"/>
                </a:lnTo>
                <a:lnTo>
                  <a:pt x="4173" y="12218"/>
                </a:lnTo>
                <a:lnTo>
                  <a:pt x="6136" y="12655"/>
                </a:lnTo>
                <a:lnTo>
                  <a:pt x="8345" y="13091"/>
                </a:lnTo>
                <a:lnTo>
                  <a:pt x="13255" y="13091"/>
                </a:lnTo>
                <a:lnTo>
                  <a:pt x="15218" y="12655"/>
                </a:lnTo>
                <a:lnTo>
                  <a:pt x="17427" y="12218"/>
                </a:lnTo>
                <a:lnTo>
                  <a:pt x="19391" y="11345"/>
                </a:lnTo>
                <a:lnTo>
                  <a:pt x="19391" y="13091"/>
                </a:lnTo>
                <a:lnTo>
                  <a:pt x="21600" y="13091"/>
                </a:lnTo>
                <a:lnTo>
                  <a:pt x="21600" y="4364"/>
                </a:lnTo>
                <a:lnTo>
                  <a:pt x="21355" y="3273"/>
                </a:lnTo>
                <a:lnTo>
                  <a:pt x="20864" y="2400"/>
                </a:lnTo>
                <a:lnTo>
                  <a:pt x="18409" y="1091"/>
                </a:lnTo>
                <a:lnTo>
                  <a:pt x="16445" y="655"/>
                </a:lnTo>
                <a:lnTo>
                  <a:pt x="14727" y="436"/>
                </a:lnTo>
                <a:lnTo>
                  <a:pt x="10800" y="0"/>
                </a:lnTo>
                <a:lnTo>
                  <a:pt x="6873" y="436"/>
                </a:lnTo>
                <a:lnTo>
                  <a:pt x="5155" y="655"/>
                </a:lnTo>
                <a:lnTo>
                  <a:pt x="3191" y="1091"/>
                </a:lnTo>
                <a:lnTo>
                  <a:pt x="736" y="2400"/>
                </a:lnTo>
                <a:lnTo>
                  <a:pt x="245" y="3273"/>
                </a:lnTo>
                <a:lnTo>
                  <a:pt x="0" y="4364"/>
                </a:lnTo>
                <a:lnTo>
                  <a:pt x="0" y="17236"/>
                </a:lnTo>
                <a:lnTo>
                  <a:pt x="245" y="18327"/>
                </a:lnTo>
                <a:lnTo>
                  <a:pt x="736" y="19200"/>
                </a:lnTo>
                <a:lnTo>
                  <a:pt x="1964" y="20073"/>
                </a:lnTo>
                <a:lnTo>
                  <a:pt x="3191" y="20509"/>
                </a:lnTo>
                <a:lnTo>
                  <a:pt x="5155" y="20945"/>
                </a:lnTo>
                <a:lnTo>
                  <a:pt x="6873" y="21382"/>
                </a:lnTo>
                <a:lnTo>
                  <a:pt x="10800" y="21600"/>
                </a:lnTo>
                <a:lnTo>
                  <a:pt x="13745" y="21382"/>
                </a:lnTo>
                <a:lnTo>
                  <a:pt x="16936" y="20727"/>
                </a:lnTo>
                <a:lnTo>
                  <a:pt x="16936" y="18545"/>
                </a:lnTo>
                <a:close/>
                <a:moveTo>
                  <a:pt x="10800" y="2182"/>
                </a:moveTo>
                <a:lnTo>
                  <a:pt x="14482" y="2400"/>
                </a:lnTo>
                <a:lnTo>
                  <a:pt x="17182" y="3055"/>
                </a:lnTo>
                <a:lnTo>
                  <a:pt x="19391" y="4364"/>
                </a:lnTo>
                <a:lnTo>
                  <a:pt x="18655" y="5018"/>
                </a:lnTo>
                <a:lnTo>
                  <a:pt x="17182" y="5673"/>
                </a:lnTo>
                <a:lnTo>
                  <a:pt x="14482" y="6327"/>
                </a:lnTo>
                <a:lnTo>
                  <a:pt x="10800" y="6545"/>
                </a:lnTo>
                <a:lnTo>
                  <a:pt x="7118" y="6327"/>
                </a:lnTo>
                <a:lnTo>
                  <a:pt x="4418" y="5673"/>
                </a:lnTo>
                <a:lnTo>
                  <a:pt x="2945" y="5018"/>
                </a:lnTo>
                <a:lnTo>
                  <a:pt x="2209" y="4364"/>
                </a:lnTo>
                <a:lnTo>
                  <a:pt x="4418" y="3055"/>
                </a:lnTo>
                <a:lnTo>
                  <a:pt x="7118" y="2400"/>
                </a:lnTo>
                <a:lnTo>
                  <a:pt x="10800" y="2182"/>
                </a:lnTo>
                <a:close/>
                <a:moveTo>
                  <a:pt x="2209" y="6982"/>
                </a:moveTo>
                <a:lnTo>
                  <a:pt x="4173" y="7855"/>
                </a:lnTo>
                <a:lnTo>
                  <a:pt x="6136" y="8509"/>
                </a:lnTo>
                <a:lnTo>
                  <a:pt x="8345" y="8727"/>
                </a:lnTo>
                <a:lnTo>
                  <a:pt x="13255" y="8727"/>
                </a:lnTo>
                <a:lnTo>
                  <a:pt x="15218" y="8509"/>
                </a:lnTo>
                <a:lnTo>
                  <a:pt x="17427" y="7855"/>
                </a:lnTo>
                <a:lnTo>
                  <a:pt x="19391" y="6982"/>
                </a:lnTo>
                <a:lnTo>
                  <a:pt x="19391" y="8727"/>
                </a:lnTo>
                <a:lnTo>
                  <a:pt x="17182" y="10036"/>
                </a:lnTo>
                <a:lnTo>
                  <a:pt x="14482" y="10473"/>
                </a:lnTo>
                <a:lnTo>
                  <a:pt x="10800" y="10909"/>
                </a:lnTo>
                <a:lnTo>
                  <a:pt x="7118" y="10473"/>
                </a:lnTo>
                <a:lnTo>
                  <a:pt x="4418" y="10036"/>
                </a:lnTo>
                <a:lnTo>
                  <a:pt x="2209" y="8727"/>
                </a:lnTo>
                <a:lnTo>
                  <a:pt x="2209" y="698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49"/>
          <p:cNvSpPr/>
          <p:nvPr/>
        </p:nvSpPr>
        <p:spPr>
          <a:xfrm>
            <a:off x="3712634" y="11523133"/>
            <a:ext cx="165078" cy="177822"/>
          </a:xfrm>
          <a:custGeom>
            <a:rect b="b" l="l" r="r" t="t"/>
            <a:pathLst>
              <a:path extrusionOk="0" h="21600" w="21600">
                <a:moveTo>
                  <a:pt x="21600" y="8100"/>
                </a:moveTo>
                <a:lnTo>
                  <a:pt x="13292" y="8100"/>
                </a:lnTo>
                <a:lnTo>
                  <a:pt x="13292" y="0"/>
                </a:lnTo>
                <a:lnTo>
                  <a:pt x="7754" y="0"/>
                </a:lnTo>
                <a:lnTo>
                  <a:pt x="7754" y="8100"/>
                </a:lnTo>
                <a:lnTo>
                  <a:pt x="0" y="8100"/>
                </a:lnTo>
                <a:lnTo>
                  <a:pt x="0" y="13500"/>
                </a:lnTo>
                <a:lnTo>
                  <a:pt x="7754" y="13500"/>
                </a:lnTo>
                <a:lnTo>
                  <a:pt x="7754" y="21600"/>
                </a:lnTo>
                <a:lnTo>
                  <a:pt x="13292" y="21600"/>
                </a:lnTo>
                <a:lnTo>
                  <a:pt x="13292" y="13500"/>
                </a:lnTo>
                <a:lnTo>
                  <a:pt x="21600" y="13500"/>
                </a:lnTo>
                <a:lnTo>
                  <a:pt x="21600" y="81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49"/>
          <p:cNvSpPr/>
          <p:nvPr/>
        </p:nvSpPr>
        <p:spPr>
          <a:xfrm>
            <a:off x="7437967" y="11226800"/>
            <a:ext cx="419094" cy="423360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596" y="218"/>
                </a:lnTo>
                <a:lnTo>
                  <a:pt x="6392" y="873"/>
                </a:lnTo>
                <a:lnTo>
                  <a:pt x="4849" y="1964"/>
                </a:lnTo>
                <a:lnTo>
                  <a:pt x="3086" y="3273"/>
                </a:lnTo>
                <a:lnTo>
                  <a:pt x="1763" y="4800"/>
                </a:lnTo>
                <a:lnTo>
                  <a:pt x="661" y="6545"/>
                </a:lnTo>
                <a:lnTo>
                  <a:pt x="220" y="8727"/>
                </a:lnTo>
                <a:lnTo>
                  <a:pt x="0" y="10909"/>
                </a:lnTo>
                <a:lnTo>
                  <a:pt x="220" y="12873"/>
                </a:lnTo>
                <a:lnTo>
                  <a:pt x="661" y="15055"/>
                </a:lnTo>
                <a:lnTo>
                  <a:pt x="1763" y="16800"/>
                </a:lnTo>
                <a:lnTo>
                  <a:pt x="3086" y="18327"/>
                </a:lnTo>
                <a:lnTo>
                  <a:pt x="4849" y="19636"/>
                </a:lnTo>
                <a:lnTo>
                  <a:pt x="6392" y="20727"/>
                </a:lnTo>
                <a:lnTo>
                  <a:pt x="8596" y="21382"/>
                </a:lnTo>
                <a:lnTo>
                  <a:pt x="10800" y="21600"/>
                </a:lnTo>
                <a:lnTo>
                  <a:pt x="13004" y="21382"/>
                </a:lnTo>
                <a:lnTo>
                  <a:pt x="15208" y="20727"/>
                </a:lnTo>
                <a:lnTo>
                  <a:pt x="16751" y="19636"/>
                </a:lnTo>
                <a:lnTo>
                  <a:pt x="18294" y="18327"/>
                </a:lnTo>
                <a:lnTo>
                  <a:pt x="19837" y="16800"/>
                </a:lnTo>
                <a:lnTo>
                  <a:pt x="20939" y="15055"/>
                </a:lnTo>
                <a:lnTo>
                  <a:pt x="21380" y="12873"/>
                </a:lnTo>
                <a:lnTo>
                  <a:pt x="21600" y="10909"/>
                </a:lnTo>
                <a:lnTo>
                  <a:pt x="21380" y="8727"/>
                </a:lnTo>
                <a:lnTo>
                  <a:pt x="20939" y="6545"/>
                </a:lnTo>
                <a:lnTo>
                  <a:pt x="19837" y="4800"/>
                </a:lnTo>
                <a:lnTo>
                  <a:pt x="18294" y="3273"/>
                </a:lnTo>
                <a:lnTo>
                  <a:pt x="16751" y="1964"/>
                </a:lnTo>
                <a:lnTo>
                  <a:pt x="15208" y="873"/>
                </a:lnTo>
                <a:lnTo>
                  <a:pt x="13004" y="218"/>
                </a:lnTo>
                <a:lnTo>
                  <a:pt x="10800" y="0"/>
                </a:lnTo>
                <a:close/>
                <a:moveTo>
                  <a:pt x="10800" y="19418"/>
                </a:moveTo>
                <a:lnTo>
                  <a:pt x="9257" y="19200"/>
                </a:lnTo>
                <a:lnTo>
                  <a:pt x="7494" y="18545"/>
                </a:lnTo>
                <a:lnTo>
                  <a:pt x="5951" y="18109"/>
                </a:lnTo>
                <a:lnTo>
                  <a:pt x="4629" y="17018"/>
                </a:lnTo>
                <a:lnTo>
                  <a:pt x="3527" y="15709"/>
                </a:lnTo>
                <a:lnTo>
                  <a:pt x="2865" y="13964"/>
                </a:lnTo>
                <a:lnTo>
                  <a:pt x="1984" y="10909"/>
                </a:lnTo>
                <a:lnTo>
                  <a:pt x="2424" y="9164"/>
                </a:lnTo>
                <a:lnTo>
                  <a:pt x="2865" y="7636"/>
                </a:lnTo>
                <a:lnTo>
                  <a:pt x="3527" y="5891"/>
                </a:lnTo>
                <a:lnTo>
                  <a:pt x="4629" y="4582"/>
                </a:lnTo>
                <a:lnTo>
                  <a:pt x="5951" y="3491"/>
                </a:lnTo>
                <a:lnTo>
                  <a:pt x="7494" y="3055"/>
                </a:lnTo>
                <a:lnTo>
                  <a:pt x="9257" y="2400"/>
                </a:lnTo>
                <a:lnTo>
                  <a:pt x="10800" y="2182"/>
                </a:lnTo>
                <a:lnTo>
                  <a:pt x="12343" y="2400"/>
                </a:lnTo>
                <a:lnTo>
                  <a:pt x="14106" y="3055"/>
                </a:lnTo>
                <a:lnTo>
                  <a:pt x="15649" y="3491"/>
                </a:lnTo>
                <a:lnTo>
                  <a:pt x="16971" y="4582"/>
                </a:lnTo>
                <a:lnTo>
                  <a:pt x="18073" y="5891"/>
                </a:lnTo>
                <a:lnTo>
                  <a:pt x="18735" y="7636"/>
                </a:lnTo>
                <a:lnTo>
                  <a:pt x="19176" y="9164"/>
                </a:lnTo>
                <a:lnTo>
                  <a:pt x="19396" y="10909"/>
                </a:lnTo>
                <a:lnTo>
                  <a:pt x="19176" y="12436"/>
                </a:lnTo>
                <a:lnTo>
                  <a:pt x="18735" y="13964"/>
                </a:lnTo>
                <a:lnTo>
                  <a:pt x="18073" y="15709"/>
                </a:lnTo>
                <a:lnTo>
                  <a:pt x="16971" y="17018"/>
                </a:lnTo>
                <a:lnTo>
                  <a:pt x="15649" y="18109"/>
                </a:lnTo>
                <a:lnTo>
                  <a:pt x="14106" y="18545"/>
                </a:lnTo>
                <a:lnTo>
                  <a:pt x="12343" y="19200"/>
                </a:lnTo>
                <a:lnTo>
                  <a:pt x="10800" y="194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49"/>
          <p:cNvSpPr/>
          <p:nvPr/>
        </p:nvSpPr>
        <p:spPr>
          <a:xfrm>
            <a:off x="7539567" y="11345333"/>
            <a:ext cx="215892" cy="203202"/>
          </a:xfrm>
          <a:custGeom>
            <a:rect b="b" l="l" r="r" t="t"/>
            <a:pathLst>
              <a:path extrusionOk="0" h="21600" w="21600">
                <a:moveTo>
                  <a:pt x="12960" y="0"/>
                </a:moveTo>
                <a:lnTo>
                  <a:pt x="8640" y="0"/>
                </a:lnTo>
                <a:lnTo>
                  <a:pt x="8640" y="8816"/>
                </a:lnTo>
                <a:lnTo>
                  <a:pt x="0" y="8816"/>
                </a:lnTo>
                <a:lnTo>
                  <a:pt x="0" y="12784"/>
                </a:lnTo>
                <a:lnTo>
                  <a:pt x="8640" y="12784"/>
                </a:lnTo>
                <a:lnTo>
                  <a:pt x="8640" y="21600"/>
                </a:lnTo>
                <a:lnTo>
                  <a:pt x="12960" y="21600"/>
                </a:lnTo>
                <a:lnTo>
                  <a:pt x="12960" y="12784"/>
                </a:lnTo>
                <a:lnTo>
                  <a:pt x="21600" y="12784"/>
                </a:lnTo>
                <a:lnTo>
                  <a:pt x="21600" y="8816"/>
                </a:lnTo>
                <a:lnTo>
                  <a:pt x="12960" y="8816"/>
                </a:lnTo>
                <a:lnTo>
                  <a:pt x="1296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49"/>
          <p:cNvSpPr/>
          <p:nvPr/>
        </p:nvSpPr>
        <p:spPr>
          <a:xfrm>
            <a:off x="8441266" y="11226800"/>
            <a:ext cx="419094" cy="423360"/>
          </a:xfrm>
          <a:custGeom>
            <a:rect b="b" l="l" r="r" t="t"/>
            <a:pathLst>
              <a:path extrusionOk="0" h="21600" w="21600">
                <a:moveTo>
                  <a:pt x="10909" y="21600"/>
                </a:moveTo>
                <a:lnTo>
                  <a:pt x="8727" y="21382"/>
                </a:lnTo>
                <a:lnTo>
                  <a:pt x="6545" y="20727"/>
                </a:lnTo>
                <a:lnTo>
                  <a:pt x="5018" y="19636"/>
                </a:lnTo>
                <a:lnTo>
                  <a:pt x="3273" y="18327"/>
                </a:lnTo>
                <a:lnTo>
                  <a:pt x="1964" y="16800"/>
                </a:lnTo>
                <a:lnTo>
                  <a:pt x="873" y="15055"/>
                </a:lnTo>
                <a:lnTo>
                  <a:pt x="436" y="12873"/>
                </a:lnTo>
                <a:lnTo>
                  <a:pt x="0" y="10909"/>
                </a:lnTo>
                <a:lnTo>
                  <a:pt x="873" y="6545"/>
                </a:lnTo>
                <a:lnTo>
                  <a:pt x="1964" y="4800"/>
                </a:lnTo>
                <a:lnTo>
                  <a:pt x="3273" y="3273"/>
                </a:lnTo>
                <a:lnTo>
                  <a:pt x="5018" y="1964"/>
                </a:lnTo>
                <a:lnTo>
                  <a:pt x="6545" y="873"/>
                </a:lnTo>
                <a:lnTo>
                  <a:pt x="8727" y="218"/>
                </a:lnTo>
                <a:lnTo>
                  <a:pt x="10909" y="0"/>
                </a:lnTo>
                <a:lnTo>
                  <a:pt x="13091" y="218"/>
                </a:lnTo>
                <a:lnTo>
                  <a:pt x="15055" y="873"/>
                </a:lnTo>
                <a:lnTo>
                  <a:pt x="16800" y="1964"/>
                </a:lnTo>
                <a:lnTo>
                  <a:pt x="18327" y="3273"/>
                </a:lnTo>
                <a:lnTo>
                  <a:pt x="19636" y="4800"/>
                </a:lnTo>
                <a:lnTo>
                  <a:pt x="20727" y="6545"/>
                </a:lnTo>
                <a:lnTo>
                  <a:pt x="21382" y="8727"/>
                </a:lnTo>
                <a:lnTo>
                  <a:pt x="21600" y="10909"/>
                </a:lnTo>
                <a:lnTo>
                  <a:pt x="21382" y="12873"/>
                </a:lnTo>
                <a:lnTo>
                  <a:pt x="20727" y="15055"/>
                </a:lnTo>
                <a:lnTo>
                  <a:pt x="19636" y="16800"/>
                </a:lnTo>
                <a:lnTo>
                  <a:pt x="18327" y="18327"/>
                </a:lnTo>
                <a:lnTo>
                  <a:pt x="16800" y="19636"/>
                </a:lnTo>
                <a:lnTo>
                  <a:pt x="15055" y="20727"/>
                </a:lnTo>
                <a:lnTo>
                  <a:pt x="13091" y="21382"/>
                </a:lnTo>
                <a:lnTo>
                  <a:pt x="10909" y="21600"/>
                </a:lnTo>
                <a:close/>
                <a:moveTo>
                  <a:pt x="10909" y="2182"/>
                </a:moveTo>
                <a:lnTo>
                  <a:pt x="9164" y="2400"/>
                </a:lnTo>
                <a:lnTo>
                  <a:pt x="7636" y="3055"/>
                </a:lnTo>
                <a:lnTo>
                  <a:pt x="6109" y="3491"/>
                </a:lnTo>
                <a:lnTo>
                  <a:pt x="4582" y="4582"/>
                </a:lnTo>
                <a:lnTo>
                  <a:pt x="3491" y="5891"/>
                </a:lnTo>
                <a:lnTo>
                  <a:pt x="3055" y="7636"/>
                </a:lnTo>
                <a:lnTo>
                  <a:pt x="2618" y="9164"/>
                </a:lnTo>
                <a:lnTo>
                  <a:pt x="2182" y="10909"/>
                </a:lnTo>
                <a:lnTo>
                  <a:pt x="3055" y="13964"/>
                </a:lnTo>
                <a:lnTo>
                  <a:pt x="3491" y="15709"/>
                </a:lnTo>
                <a:lnTo>
                  <a:pt x="4582" y="17018"/>
                </a:lnTo>
                <a:lnTo>
                  <a:pt x="6109" y="18109"/>
                </a:lnTo>
                <a:lnTo>
                  <a:pt x="7636" y="18545"/>
                </a:lnTo>
                <a:lnTo>
                  <a:pt x="9164" y="19200"/>
                </a:lnTo>
                <a:lnTo>
                  <a:pt x="10909" y="19418"/>
                </a:lnTo>
                <a:lnTo>
                  <a:pt x="12436" y="19200"/>
                </a:lnTo>
                <a:lnTo>
                  <a:pt x="14182" y="18545"/>
                </a:lnTo>
                <a:lnTo>
                  <a:pt x="15709" y="18109"/>
                </a:lnTo>
                <a:lnTo>
                  <a:pt x="17018" y="17018"/>
                </a:lnTo>
                <a:lnTo>
                  <a:pt x="18109" y="15709"/>
                </a:lnTo>
                <a:lnTo>
                  <a:pt x="18545" y="13964"/>
                </a:lnTo>
                <a:lnTo>
                  <a:pt x="19200" y="12436"/>
                </a:lnTo>
                <a:lnTo>
                  <a:pt x="19418" y="10909"/>
                </a:lnTo>
                <a:lnTo>
                  <a:pt x="19200" y="9164"/>
                </a:lnTo>
                <a:lnTo>
                  <a:pt x="18545" y="7636"/>
                </a:lnTo>
                <a:lnTo>
                  <a:pt x="18109" y="5891"/>
                </a:lnTo>
                <a:lnTo>
                  <a:pt x="17018" y="4582"/>
                </a:lnTo>
                <a:lnTo>
                  <a:pt x="15709" y="3491"/>
                </a:lnTo>
                <a:lnTo>
                  <a:pt x="14182" y="3055"/>
                </a:lnTo>
                <a:lnTo>
                  <a:pt x="12436" y="2400"/>
                </a:lnTo>
                <a:lnTo>
                  <a:pt x="10909" y="218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49"/>
          <p:cNvSpPr/>
          <p:nvPr/>
        </p:nvSpPr>
        <p:spPr>
          <a:xfrm>
            <a:off x="8542866" y="11421533"/>
            <a:ext cx="2031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168" name="Google Shape;1168;p49"/>
          <p:cNvSpPr/>
          <p:nvPr/>
        </p:nvSpPr>
        <p:spPr>
          <a:xfrm>
            <a:off x="9444567" y="11226800"/>
            <a:ext cx="419094" cy="423360"/>
          </a:xfrm>
          <a:custGeom>
            <a:rect b="b" l="l" r="r" t="t"/>
            <a:pathLst>
              <a:path extrusionOk="0" h="21600" w="21600">
                <a:moveTo>
                  <a:pt x="10909" y="0"/>
                </a:moveTo>
                <a:lnTo>
                  <a:pt x="8727" y="218"/>
                </a:lnTo>
                <a:lnTo>
                  <a:pt x="6545" y="873"/>
                </a:lnTo>
                <a:lnTo>
                  <a:pt x="4800" y="1964"/>
                </a:lnTo>
                <a:lnTo>
                  <a:pt x="3273" y="3273"/>
                </a:lnTo>
                <a:lnTo>
                  <a:pt x="1964" y="4800"/>
                </a:lnTo>
                <a:lnTo>
                  <a:pt x="873" y="6545"/>
                </a:lnTo>
                <a:lnTo>
                  <a:pt x="218" y="8727"/>
                </a:lnTo>
                <a:lnTo>
                  <a:pt x="0" y="10909"/>
                </a:lnTo>
                <a:lnTo>
                  <a:pt x="218" y="12873"/>
                </a:lnTo>
                <a:lnTo>
                  <a:pt x="873" y="15055"/>
                </a:lnTo>
                <a:lnTo>
                  <a:pt x="1964" y="16800"/>
                </a:lnTo>
                <a:lnTo>
                  <a:pt x="3273" y="18327"/>
                </a:lnTo>
                <a:lnTo>
                  <a:pt x="4800" y="19636"/>
                </a:lnTo>
                <a:lnTo>
                  <a:pt x="6545" y="20727"/>
                </a:lnTo>
                <a:lnTo>
                  <a:pt x="8727" y="21382"/>
                </a:lnTo>
                <a:lnTo>
                  <a:pt x="10909" y="21600"/>
                </a:lnTo>
                <a:lnTo>
                  <a:pt x="12873" y="21382"/>
                </a:lnTo>
                <a:lnTo>
                  <a:pt x="15055" y="20727"/>
                </a:lnTo>
                <a:lnTo>
                  <a:pt x="16800" y="19636"/>
                </a:lnTo>
                <a:lnTo>
                  <a:pt x="18327" y="18327"/>
                </a:lnTo>
                <a:lnTo>
                  <a:pt x="19636" y="16800"/>
                </a:lnTo>
                <a:lnTo>
                  <a:pt x="20727" y="15055"/>
                </a:lnTo>
                <a:lnTo>
                  <a:pt x="21382" y="12873"/>
                </a:lnTo>
                <a:lnTo>
                  <a:pt x="21600" y="10909"/>
                </a:lnTo>
                <a:lnTo>
                  <a:pt x="21382" y="8727"/>
                </a:lnTo>
                <a:lnTo>
                  <a:pt x="20727" y="6545"/>
                </a:lnTo>
                <a:lnTo>
                  <a:pt x="19636" y="4800"/>
                </a:lnTo>
                <a:lnTo>
                  <a:pt x="18327" y="3273"/>
                </a:lnTo>
                <a:lnTo>
                  <a:pt x="16800" y="1964"/>
                </a:lnTo>
                <a:lnTo>
                  <a:pt x="15055" y="873"/>
                </a:lnTo>
                <a:lnTo>
                  <a:pt x="12873" y="218"/>
                </a:lnTo>
                <a:lnTo>
                  <a:pt x="10909" y="0"/>
                </a:lnTo>
                <a:close/>
                <a:moveTo>
                  <a:pt x="10909" y="19418"/>
                </a:moveTo>
                <a:lnTo>
                  <a:pt x="9164" y="19200"/>
                </a:lnTo>
                <a:lnTo>
                  <a:pt x="7636" y="18545"/>
                </a:lnTo>
                <a:lnTo>
                  <a:pt x="5891" y="18109"/>
                </a:lnTo>
                <a:lnTo>
                  <a:pt x="4582" y="17018"/>
                </a:lnTo>
                <a:lnTo>
                  <a:pt x="3491" y="15709"/>
                </a:lnTo>
                <a:lnTo>
                  <a:pt x="3055" y="13964"/>
                </a:lnTo>
                <a:lnTo>
                  <a:pt x="2400" y="12436"/>
                </a:lnTo>
                <a:lnTo>
                  <a:pt x="2182" y="10909"/>
                </a:lnTo>
                <a:lnTo>
                  <a:pt x="2400" y="9164"/>
                </a:lnTo>
                <a:lnTo>
                  <a:pt x="3055" y="7636"/>
                </a:lnTo>
                <a:lnTo>
                  <a:pt x="3491" y="5891"/>
                </a:lnTo>
                <a:lnTo>
                  <a:pt x="4582" y="4582"/>
                </a:lnTo>
                <a:lnTo>
                  <a:pt x="5891" y="3491"/>
                </a:lnTo>
                <a:lnTo>
                  <a:pt x="7636" y="3055"/>
                </a:lnTo>
                <a:lnTo>
                  <a:pt x="9164" y="2400"/>
                </a:lnTo>
                <a:lnTo>
                  <a:pt x="10909" y="2182"/>
                </a:lnTo>
                <a:lnTo>
                  <a:pt x="12436" y="2400"/>
                </a:lnTo>
                <a:lnTo>
                  <a:pt x="13964" y="3055"/>
                </a:lnTo>
                <a:lnTo>
                  <a:pt x="15709" y="3491"/>
                </a:lnTo>
                <a:lnTo>
                  <a:pt x="17018" y="4582"/>
                </a:lnTo>
                <a:lnTo>
                  <a:pt x="18109" y="5891"/>
                </a:lnTo>
                <a:lnTo>
                  <a:pt x="18545" y="7636"/>
                </a:lnTo>
                <a:lnTo>
                  <a:pt x="19200" y="9164"/>
                </a:lnTo>
                <a:lnTo>
                  <a:pt x="19418" y="10909"/>
                </a:lnTo>
                <a:lnTo>
                  <a:pt x="19200" y="12436"/>
                </a:lnTo>
                <a:lnTo>
                  <a:pt x="18545" y="13964"/>
                </a:lnTo>
                <a:lnTo>
                  <a:pt x="18109" y="15709"/>
                </a:lnTo>
                <a:lnTo>
                  <a:pt x="17018" y="17018"/>
                </a:lnTo>
                <a:lnTo>
                  <a:pt x="15709" y="18109"/>
                </a:lnTo>
                <a:lnTo>
                  <a:pt x="13964" y="18545"/>
                </a:lnTo>
                <a:lnTo>
                  <a:pt x="12436" y="19200"/>
                </a:lnTo>
                <a:lnTo>
                  <a:pt x="10909" y="194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49"/>
          <p:cNvSpPr/>
          <p:nvPr/>
        </p:nvSpPr>
        <p:spPr>
          <a:xfrm>
            <a:off x="9571567" y="11370733"/>
            <a:ext cx="152388" cy="152388"/>
          </a:xfrm>
          <a:custGeom>
            <a:rect b="b" l="l" r="r" t="t"/>
            <a:pathLst>
              <a:path extrusionOk="0" h="21600" w="21600">
                <a:moveTo>
                  <a:pt x="17514" y="0"/>
                </a:moveTo>
                <a:lnTo>
                  <a:pt x="11092" y="6422"/>
                </a:lnTo>
                <a:lnTo>
                  <a:pt x="4086" y="0"/>
                </a:lnTo>
                <a:lnTo>
                  <a:pt x="0" y="4086"/>
                </a:lnTo>
                <a:lnTo>
                  <a:pt x="6422" y="11092"/>
                </a:lnTo>
                <a:lnTo>
                  <a:pt x="0" y="17514"/>
                </a:lnTo>
                <a:lnTo>
                  <a:pt x="4086" y="21600"/>
                </a:lnTo>
                <a:lnTo>
                  <a:pt x="11092" y="15178"/>
                </a:lnTo>
                <a:lnTo>
                  <a:pt x="17514" y="21600"/>
                </a:lnTo>
                <a:lnTo>
                  <a:pt x="21600" y="17514"/>
                </a:lnTo>
                <a:lnTo>
                  <a:pt x="15178" y="11092"/>
                </a:lnTo>
                <a:lnTo>
                  <a:pt x="21600" y="4086"/>
                </a:lnTo>
                <a:lnTo>
                  <a:pt x="17514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49"/>
          <p:cNvSpPr/>
          <p:nvPr/>
        </p:nvSpPr>
        <p:spPr>
          <a:xfrm>
            <a:off x="10447866" y="11226800"/>
            <a:ext cx="423360" cy="423360"/>
          </a:xfrm>
          <a:custGeom>
            <a:rect b="b" l="l" r="r" t="t"/>
            <a:pathLst>
              <a:path extrusionOk="0" h="21600" w="21600">
                <a:moveTo>
                  <a:pt x="20509" y="13964"/>
                </a:moveTo>
                <a:lnTo>
                  <a:pt x="18327" y="13964"/>
                </a:lnTo>
                <a:lnTo>
                  <a:pt x="18327" y="12873"/>
                </a:lnTo>
                <a:lnTo>
                  <a:pt x="18109" y="11564"/>
                </a:lnTo>
                <a:lnTo>
                  <a:pt x="17236" y="10909"/>
                </a:lnTo>
                <a:lnTo>
                  <a:pt x="16364" y="10036"/>
                </a:lnTo>
                <a:lnTo>
                  <a:pt x="15055" y="9818"/>
                </a:lnTo>
                <a:lnTo>
                  <a:pt x="11782" y="9818"/>
                </a:lnTo>
                <a:lnTo>
                  <a:pt x="11782" y="7636"/>
                </a:lnTo>
                <a:lnTo>
                  <a:pt x="14618" y="7636"/>
                </a:lnTo>
                <a:lnTo>
                  <a:pt x="14836" y="7200"/>
                </a:lnTo>
                <a:lnTo>
                  <a:pt x="15055" y="6982"/>
                </a:lnTo>
                <a:lnTo>
                  <a:pt x="15055" y="655"/>
                </a:lnTo>
                <a:lnTo>
                  <a:pt x="14836" y="218"/>
                </a:lnTo>
                <a:lnTo>
                  <a:pt x="14618" y="0"/>
                </a:lnTo>
                <a:lnTo>
                  <a:pt x="6982" y="0"/>
                </a:lnTo>
                <a:lnTo>
                  <a:pt x="6764" y="218"/>
                </a:lnTo>
                <a:lnTo>
                  <a:pt x="6545" y="655"/>
                </a:lnTo>
                <a:lnTo>
                  <a:pt x="6545" y="6982"/>
                </a:lnTo>
                <a:lnTo>
                  <a:pt x="6764" y="7200"/>
                </a:lnTo>
                <a:lnTo>
                  <a:pt x="6982" y="7636"/>
                </a:lnTo>
                <a:lnTo>
                  <a:pt x="9600" y="7636"/>
                </a:lnTo>
                <a:lnTo>
                  <a:pt x="9600" y="9818"/>
                </a:lnTo>
                <a:lnTo>
                  <a:pt x="6545" y="9818"/>
                </a:lnTo>
                <a:lnTo>
                  <a:pt x="5018" y="10036"/>
                </a:lnTo>
                <a:lnTo>
                  <a:pt x="4364" y="10909"/>
                </a:lnTo>
                <a:lnTo>
                  <a:pt x="3491" y="11564"/>
                </a:lnTo>
                <a:lnTo>
                  <a:pt x="3273" y="12873"/>
                </a:lnTo>
                <a:lnTo>
                  <a:pt x="3273" y="13964"/>
                </a:lnTo>
                <a:lnTo>
                  <a:pt x="436" y="13964"/>
                </a:lnTo>
                <a:lnTo>
                  <a:pt x="218" y="14400"/>
                </a:lnTo>
                <a:lnTo>
                  <a:pt x="0" y="14618"/>
                </a:lnTo>
                <a:lnTo>
                  <a:pt x="0" y="20945"/>
                </a:lnTo>
                <a:lnTo>
                  <a:pt x="218" y="21382"/>
                </a:lnTo>
                <a:lnTo>
                  <a:pt x="436" y="21600"/>
                </a:lnTo>
                <a:lnTo>
                  <a:pt x="8073" y="21600"/>
                </a:lnTo>
                <a:lnTo>
                  <a:pt x="8291" y="21382"/>
                </a:lnTo>
                <a:lnTo>
                  <a:pt x="8509" y="20945"/>
                </a:lnTo>
                <a:lnTo>
                  <a:pt x="8509" y="14618"/>
                </a:lnTo>
                <a:lnTo>
                  <a:pt x="8291" y="14400"/>
                </a:lnTo>
                <a:lnTo>
                  <a:pt x="8073" y="13964"/>
                </a:lnTo>
                <a:lnTo>
                  <a:pt x="5455" y="13964"/>
                </a:lnTo>
                <a:lnTo>
                  <a:pt x="5455" y="12436"/>
                </a:lnTo>
                <a:lnTo>
                  <a:pt x="5673" y="12218"/>
                </a:lnTo>
                <a:lnTo>
                  <a:pt x="5891" y="11782"/>
                </a:lnTo>
                <a:lnTo>
                  <a:pt x="15709" y="11782"/>
                </a:lnTo>
                <a:lnTo>
                  <a:pt x="15927" y="12218"/>
                </a:lnTo>
                <a:lnTo>
                  <a:pt x="16145" y="12436"/>
                </a:lnTo>
                <a:lnTo>
                  <a:pt x="16145" y="13964"/>
                </a:lnTo>
                <a:lnTo>
                  <a:pt x="13527" y="13964"/>
                </a:lnTo>
                <a:lnTo>
                  <a:pt x="12873" y="14618"/>
                </a:lnTo>
                <a:lnTo>
                  <a:pt x="12873" y="20945"/>
                </a:lnTo>
                <a:lnTo>
                  <a:pt x="13091" y="21382"/>
                </a:lnTo>
                <a:lnTo>
                  <a:pt x="13527" y="21600"/>
                </a:lnTo>
                <a:lnTo>
                  <a:pt x="20945" y="21600"/>
                </a:lnTo>
                <a:lnTo>
                  <a:pt x="21600" y="20945"/>
                </a:lnTo>
                <a:lnTo>
                  <a:pt x="21600" y="14618"/>
                </a:lnTo>
                <a:lnTo>
                  <a:pt x="21164" y="14400"/>
                </a:lnTo>
                <a:lnTo>
                  <a:pt x="20945" y="13964"/>
                </a:lnTo>
                <a:lnTo>
                  <a:pt x="20509" y="13964"/>
                </a:lnTo>
                <a:close/>
                <a:moveTo>
                  <a:pt x="8509" y="5455"/>
                </a:moveTo>
                <a:lnTo>
                  <a:pt x="8509" y="2182"/>
                </a:lnTo>
                <a:lnTo>
                  <a:pt x="12873" y="2182"/>
                </a:lnTo>
                <a:lnTo>
                  <a:pt x="12873" y="5455"/>
                </a:lnTo>
                <a:lnTo>
                  <a:pt x="8509" y="5455"/>
                </a:lnTo>
                <a:close/>
                <a:moveTo>
                  <a:pt x="6545" y="19418"/>
                </a:moveTo>
                <a:lnTo>
                  <a:pt x="2182" y="19418"/>
                </a:lnTo>
                <a:lnTo>
                  <a:pt x="2182" y="16145"/>
                </a:lnTo>
                <a:lnTo>
                  <a:pt x="6545" y="16145"/>
                </a:lnTo>
                <a:lnTo>
                  <a:pt x="6545" y="19418"/>
                </a:lnTo>
                <a:close/>
                <a:moveTo>
                  <a:pt x="19418" y="19418"/>
                </a:moveTo>
                <a:lnTo>
                  <a:pt x="15055" y="19418"/>
                </a:lnTo>
                <a:lnTo>
                  <a:pt x="15055" y="16145"/>
                </a:lnTo>
                <a:lnTo>
                  <a:pt x="19418" y="16145"/>
                </a:lnTo>
                <a:lnTo>
                  <a:pt x="19418" y="194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1" name="Google Shape;1171;p49"/>
          <p:cNvGrpSpPr/>
          <p:nvPr/>
        </p:nvGrpSpPr>
        <p:grpSpPr>
          <a:xfrm>
            <a:off x="4449234" y="12221634"/>
            <a:ext cx="368304" cy="457218"/>
            <a:chOff x="0" y="0"/>
            <a:chExt cx="368304" cy="457218"/>
          </a:xfrm>
        </p:grpSpPr>
        <p:sp>
          <p:nvSpPr>
            <p:cNvPr id="1172" name="Google Shape;1172;p49"/>
            <p:cNvSpPr/>
            <p:nvPr/>
          </p:nvSpPr>
          <p:spPr>
            <a:xfrm>
              <a:off x="0" y="63502"/>
              <a:ext cx="127008" cy="381024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lnTo>
                    <a:pt x="6480" y="235"/>
                  </a:lnTo>
                  <a:lnTo>
                    <a:pt x="3600" y="1174"/>
                  </a:lnTo>
                  <a:lnTo>
                    <a:pt x="720" y="1878"/>
                  </a:lnTo>
                  <a:lnTo>
                    <a:pt x="0" y="3522"/>
                  </a:lnTo>
                  <a:lnTo>
                    <a:pt x="0" y="16435"/>
                  </a:lnTo>
                  <a:lnTo>
                    <a:pt x="10800" y="21600"/>
                  </a:lnTo>
                  <a:lnTo>
                    <a:pt x="21600" y="16435"/>
                  </a:lnTo>
                  <a:lnTo>
                    <a:pt x="21600" y="3522"/>
                  </a:lnTo>
                  <a:lnTo>
                    <a:pt x="20880" y="1878"/>
                  </a:lnTo>
                  <a:lnTo>
                    <a:pt x="18000" y="1174"/>
                  </a:lnTo>
                  <a:lnTo>
                    <a:pt x="15120" y="235"/>
                  </a:lnTo>
                  <a:lnTo>
                    <a:pt x="10800" y="0"/>
                  </a:lnTo>
                  <a:close/>
                  <a:moveTo>
                    <a:pt x="14400" y="15965"/>
                  </a:moveTo>
                  <a:lnTo>
                    <a:pt x="10800" y="17609"/>
                  </a:lnTo>
                  <a:lnTo>
                    <a:pt x="7200" y="15965"/>
                  </a:lnTo>
                  <a:lnTo>
                    <a:pt x="7200" y="6809"/>
                  </a:lnTo>
                  <a:lnTo>
                    <a:pt x="14400" y="6809"/>
                  </a:lnTo>
                  <a:lnTo>
                    <a:pt x="14400" y="15965"/>
                  </a:lnTo>
                  <a:close/>
                  <a:moveTo>
                    <a:pt x="7200" y="4461"/>
                  </a:moveTo>
                  <a:lnTo>
                    <a:pt x="7200" y="2817"/>
                  </a:lnTo>
                  <a:lnTo>
                    <a:pt x="7920" y="2583"/>
                  </a:lnTo>
                  <a:lnTo>
                    <a:pt x="9360" y="2348"/>
                  </a:lnTo>
                  <a:lnTo>
                    <a:pt x="12240" y="2348"/>
                  </a:lnTo>
                  <a:lnTo>
                    <a:pt x="13680" y="2583"/>
                  </a:lnTo>
                  <a:lnTo>
                    <a:pt x="14400" y="2817"/>
                  </a:lnTo>
                  <a:lnTo>
                    <a:pt x="14400" y="4461"/>
                  </a:lnTo>
                  <a:lnTo>
                    <a:pt x="7200" y="4461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49"/>
            <p:cNvSpPr/>
            <p:nvPr/>
          </p:nvSpPr>
          <p:spPr>
            <a:xfrm>
              <a:off x="165102" y="0"/>
              <a:ext cx="203202" cy="457218"/>
            </a:xfrm>
            <a:custGeom>
              <a:rect b="b" l="l" r="r" t="t"/>
              <a:pathLst>
                <a:path extrusionOk="0" h="21600" w="21600">
                  <a:moveTo>
                    <a:pt x="17192" y="0"/>
                  </a:moveTo>
                  <a:lnTo>
                    <a:pt x="4408" y="0"/>
                  </a:lnTo>
                  <a:lnTo>
                    <a:pt x="882" y="400"/>
                  </a:lnTo>
                  <a:lnTo>
                    <a:pt x="0" y="2000"/>
                  </a:lnTo>
                  <a:lnTo>
                    <a:pt x="0" y="19800"/>
                  </a:lnTo>
                  <a:lnTo>
                    <a:pt x="441" y="20400"/>
                  </a:lnTo>
                  <a:lnTo>
                    <a:pt x="882" y="21200"/>
                  </a:lnTo>
                  <a:lnTo>
                    <a:pt x="4408" y="21600"/>
                  </a:lnTo>
                  <a:lnTo>
                    <a:pt x="17192" y="21600"/>
                  </a:lnTo>
                  <a:lnTo>
                    <a:pt x="20718" y="21200"/>
                  </a:lnTo>
                  <a:lnTo>
                    <a:pt x="21159" y="20400"/>
                  </a:lnTo>
                  <a:lnTo>
                    <a:pt x="21600" y="19800"/>
                  </a:lnTo>
                  <a:lnTo>
                    <a:pt x="21600" y="2000"/>
                  </a:lnTo>
                  <a:lnTo>
                    <a:pt x="20718" y="400"/>
                  </a:lnTo>
                  <a:lnTo>
                    <a:pt x="17192" y="0"/>
                  </a:lnTo>
                  <a:close/>
                  <a:moveTo>
                    <a:pt x="4408" y="19800"/>
                  </a:moveTo>
                  <a:lnTo>
                    <a:pt x="4408" y="16800"/>
                  </a:lnTo>
                  <a:lnTo>
                    <a:pt x="10580" y="16800"/>
                  </a:lnTo>
                  <a:lnTo>
                    <a:pt x="10580" y="14800"/>
                  </a:lnTo>
                  <a:lnTo>
                    <a:pt x="4408" y="14800"/>
                  </a:lnTo>
                  <a:lnTo>
                    <a:pt x="4408" y="11800"/>
                  </a:lnTo>
                  <a:lnTo>
                    <a:pt x="10580" y="11800"/>
                  </a:lnTo>
                  <a:lnTo>
                    <a:pt x="10580" y="9800"/>
                  </a:lnTo>
                  <a:lnTo>
                    <a:pt x="4408" y="9800"/>
                  </a:lnTo>
                  <a:lnTo>
                    <a:pt x="4408" y="6800"/>
                  </a:lnTo>
                  <a:lnTo>
                    <a:pt x="10580" y="6800"/>
                  </a:lnTo>
                  <a:lnTo>
                    <a:pt x="10580" y="5000"/>
                  </a:lnTo>
                  <a:lnTo>
                    <a:pt x="4408" y="5000"/>
                  </a:lnTo>
                  <a:lnTo>
                    <a:pt x="4408" y="2000"/>
                  </a:lnTo>
                  <a:lnTo>
                    <a:pt x="17192" y="2000"/>
                  </a:lnTo>
                  <a:lnTo>
                    <a:pt x="17192" y="19800"/>
                  </a:lnTo>
                  <a:lnTo>
                    <a:pt x="4408" y="1980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50"/>
          <p:cNvSpPr/>
          <p:nvPr/>
        </p:nvSpPr>
        <p:spPr>
          <a:xfrm>
            <a:off x="14351000" y="1341967"/>
            <a:ext cx="88884" cy="84672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21600" y="0"/>
                </a:ln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50"/>
          <p:cNvSpPr/>
          <p:nvPr/>
        </p:nvSpPr>
        <p:spPr>
          <a:xfrm>
            <a:off x="14473767" y="1464733"/>
            <a:ext cx="372546" cy="258228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8252" y="0"/>
                </a:lnTo>
                <a:lnTo>
                  <a:pt x="0" y="12194"/>
                </a:lnTo>
                <a:lnTo>
                  <a:pt x="655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50"/>
          <p:cNvSpPr/>
          <p:nvPr/>
        </p:nvSpPr>
        <p:spPr>
          <a:xfrm>
            <a:off x="14473767" y="1341967"/>
            <a:ext cx="114318" cy="207414"/>
          </a:xfrm>
          <a:custGeom>
            <a:rect b="b" l="l" r="r" t="t"/>
            <a:pathLst>
              <a:path extrusionOk="0" h="21600" w="21600">
                <a:moveTo>
                  <a:pt x="7714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9504"/>
                </a:lnTo>
                <a:lnTo>
                  <a:pt x="7714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50"/>
          <p:cNvSpPr/>
          <p:nvPr/>
        </p:nvSpPr>
        <p:spPr>
          <a:xfrm>
            <a:off x="14609233" y="1659466"/>
            <a:ext cx="211680" cy="8888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1600"/>
                </a:lnTo>
                <a:lnTo>
                  <a:pt x="8208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50"/>
          <p:cNvSpPr/>
          <p:nvPr/>
        </p:nvSpPr>
        <p:spPr>
          <a:xfrm>
            <a:off x="13402733" y="1329266"/>
            <a:ext cx="444528" cy="444528"/>
          </a:xfrm>
          <a:custGeom>
            <a:rect b="b" l="l" r="r" t="t"/>
            <a:pathLst>
              <a:path extrusionOk="0" h="21600" w="21600">
                <a:moveTo>
                  <a:pt x="18628" y="15800"/>
                </a:moveTo>
                <a:lnTo>
                  <a:pt x="18628" y="5800"/>
                </a:lnTo>
                <a:lnTo>
                  <a:pt x="18429" y="5200"/>
                </a:lnTo>
                <a:lnTo>
                  <a:pt x="18231" y="4400"/>
                </a:lnTo>
                <a:lnTo>
                  <a:pt x="17439" y="4200"/>
                </a:lnTo>
                <a:lnTo>
                  <a:pt x="16646" y="3800"/>
                </a:lnTo>
                <a:lnTo>
                  <a:pt x="4954" y="3800"/>
                </a:lnTo>
                <a:lnTo>
                  <a:pt x="4954" y="0"/>
                </a:lnTo>
                <a:lnTo>
                  <a:pt x="2972" y="0"/>
                </a:lnTo>
                <a:lnTo>
                  <a:pt x="2972" y="3800"/>
                </a:lnTo>
                <a:lnTo>
                  <a:pt x="0" y="3800"/>
                </a:lnTo>
                <a:lnTo>
                  <a:pt x="0" y="5800"/>
                </a:lnTo>
                <a:lnTo>
                  <a:pt x="2972" y="5800"/>
                </a:lnTo>
                <a:lnTo>
                  <a:pt x="2972" y="15800"/>
                </a:lnTo>
                <a:lnTo>
                  <a:pt x="3171" y="16400"/>
                </a:lnTo>
                <a:lnTo>
                  <a:pt x="3567" y="17200"/>
                </a:lnTo>
                <a:lnTo>
                  <a:pt x="4161" y="17400"/>
                </a:lnTo>
                <a:lnTo>
                  <a:pt x="4954" y="17600"/>
                </a:lnTo>
                <a:lnTo>
                  <a:pt x="16646" y="17600"/>
                </a:lnTo>
                <a:lnTo>
                  <a:pt x="16646" y="21600"/>
                </a:lnTo>
                <a:lnTo>
                  <a:pt x="18628" y="21600"/>
                </a:lnTo>
                <a:lnTo>
                  <a:pt x="18628" y="17600"/>
                </a:lnTo>
                <a:lnTo>
                  <a:pt x="21600" y="17600"/>
                </a:lnTo>
                <a:lnTo>
                  <a:pt x="21600" y="15800"/>
                </a:lnTo>
                <a:lnTo>
                  <a:pt x="18628" y="15800"/>
                </a:lnTo>
                <a:close/>
                <a:moveTo>
                  <a:pt x="5945" y="13800"/>
                </a:moveTo>
                <a:lnTo>
                  <a:pt x="7927" y="10600"/>
                </a:lnTo>
                <a:lnTo>
                  <a:pt x="9116" y="12400"/>
                </a:lnTo>
                <a:lnTo>
                  <a:pt x="12088" y="7800"/>
                </a:lnTo>
                <a:lnTo>
                  <a:pt x="15655" y="13800"/>
                </a:lnTo>
                <a:lnTo>
                  <a:pt x="5945" y="138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50"/>
          <p:cNvSpPr/>
          <p:nvPr/>
        </p:nvSpPr>
        <p:spPr>
          <a:xfrm>
            <a:off x="16501533" y="1498599"/>
            <a:ext cx="59292" cy="88884"/>
          </a:xfrm>
          <a:custGeom>
            <a:rect b="b" l="l" r="r" t="t"/>
            <a:pathLst>
              <a:path extrusionOk="0" h="21600" w="21600">
                <a:moveTo>
                  <a:pt x="14400" y="0"/>
                </a:moveTo>
                <a:lnTo>
                  <a:pt x="7200" y="0"/>
                </a:lnTo>
                <a:lnTo>
                  <a:pt x="0" y="21600"/>
                </a:lnTo>
                <a:lnTo>
                  <a:pt x="21600" y="21600"/>
                </a:lnTo>
                <a:lnTo>
                  <a:pt x="144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50"/>
          <p:cNvSpPr/>
          <p:nvPr/>
        </p:nvSpPr>
        <p:spPr>
          <a:xfrm>
            <a:off x="16399933" y="1498599"/>
            <a:ext cx="101628" cy="8888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10800" y="21600"/>
                </a:lnTo>
                <a:lnTo>
                  <a:pt x="21600" y="0"/>
                </a:lnTo>
                <a:lnTo>
                  <a:pt x="1530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50"/>
          <p:cNvSpPr/>
          <p:nvPr/>
        </p:nvSpPr>
        <p:spPr>
          <a:xfrm>
            <a:off x="16560800" y="1498599"/>
            <a:ext cx="114318" cy="88884"/>
          </a:xfrm>
          <a:custGeom>
            <a:rect b="b" l="l" r="r" t="t"/>
            <a:pathLst>
              <a:path extrusionOk="0" h="21600" w="21600">
                <a:moveTo>
                  <a:pt x="6048" y="0"/>
                </a:moveTo>
                <a:lnTo>
                  <a:pt x="0" y="0"/>
                </a:lnTo>
                <a:lnTo>
                  <a:pt x="10368" y="21600"/>
                </a:lnTo>
                <a:lnTo>
                  <a:pt x="21600" y="21600"/>
                </a:lnTo>
                <a:lnTo>
                  <a:pt x="6048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50"/>
          <p:cNvSpPr/>
          <p:nvPr/>
        </p:nvSpPr>
        <p:spPr>
          <a:xfrm>
            <a:off x="16366066" y="1329266"/>
            <a:ext cx="355590" cy="444528"/>
          </a:xfrm>
          <a:custGeom>
            <a:rect b="b" l="l" r="r" t="t"/>
            <a:pathLst>
              <a:path extrusionOk="0" h="21600" w="21600">
                <a:moveTo>
                  <a:pt x="19391" y="4800"/>
                </a:moveTo>
                <a:lnTo>
                  <a:pt x="14482" y="4800"/>
                </a:lnTo>
                <a:lnTo>
                  <a:pt x="14482" y="400"/>
                </a:lnTo>
                <a:lnTo>
                  <a:pt x="14236" y="200"/>
                </a:lnTo>
                <a:lnTo>
                  <a:pt x="13745" y="0"/>
                </a:lnTo>
                <a:lnTo>
                  <a:pt x="6627" y="0"/>
                </a:lnTo>
                <a:lnTo>
                  <a:pt x="6382" y="200"/>
                </a:lnTo>
                <a:lnTo>
                  <a:pt x="5891" y="400"/>
                </a:lnTo>
                <a:lnTo>
                  <a:pt x="5891" y="6400"/>
                </a:lnTo>
                <a:lnTo>
                  <a:pt x="6382" y="6600"/>
                </a:lnTo>
                <a:lnTo>
                  <a:pt x="6627" y="6800"/>
                </a:lnTo>
                <a:lnTo>
                  <a:pt x="19391" y="6800"/>
                </a:lnTo>
                <a:lnTo>
                  <a:pt x="19391" y="14800"/>
                </a:lnTo>
                <a:lnTo>
                  <a:pt x="0" y="1480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6800"/>
                </a:lnTo>
                <a:lnTo>
                  <a:pt x="21355" y="6000"/>
                </a:lnTo>
                <a:lnTo>
                  <a:pt x="21109" y="5400"/>
                </a:lnTo>
                <a:lnTo>
                  <a:pt x="20127" y="5200"/>
                </a:lnTo>
                <a:lnTo>
                  <a:pt x="19391" y="4800"/>
                </a:lnTo>
                <a:close/>
                <a:moveTo>
                  <a:pt x="10309" y="4800"/>
                </a:moveTo>
                <a:lnTo>
                  <a:pt x="9573" y="4800"/>
                </a:lnTo>
                <a:lnTo>
                  <a:pt x="8345" y="3800"/>
                </a:lnTo>
                <a:lnTo>
                  <a:pt x="8345" y="2800"/>
                </a:lnTo>
                <a:lnTo>
                  <a:pt x="9082" y="2400"/>
                </a:lnTo>
                <a:lnTo>
                  <a:pt x="9573" y="1800"/>
                </a:lnTo>
                <a:lnTo>
                  <a:pt x="10800" y="1800"/>
                </a:lnTo>
                <a:lnTo>
                  <a:pt x="12027" y="2800"/>
                </a:lnTo>
                <a:lnTo>
                  <a:pt x="12027" y="3800"/>
                </a:lnTo>
                <a:lnTo>
                  <a:pt x="11536" y="4400"/>
                </a:lnTo>
                <a:lnTo>
                  <a:pt x="10800" y="4800"/>
                </a:lnTo>
                <a:lnTo>
                  <a:pt x="10309" y="4800"/>
                </a:lnTo>
                <a:close/>
                <a:moveTo>
                  <a:pt x="13255" y="19600"/>
                </a:moveTo>
                <a:lnTo>
                  <a:pt x="12518" y="19600"/>
                </a:lnTo>
                <a:lnTo>
                  <a:pt x="12027" y="19200"/>
                </a:lnTo>
                <a:lnTo>
                  <a:pt x="12027" y="18200"/>
                </a:lnTo>
                <a:lnTo>
                  <a:pt x="12273" y="18000"/>
                </a:lnTo>
                <a:lnTo>
                  <a:pt x="12518" y="17600"/>
                </a:lnTo>
                <a:lnTo>
                  <a:pt x="13745" y="17600"/>
                </a:lnTo>
                <a:lnTo>
                  <a:pt x="14482" y="18200"/>
                </a:lnTo>
                <a:lnTo>
                  <a:pt x="14482" y="19200"/>
                </a:lnTo>
                <a:lnTo>
                  <a:pt x="14236" y="19400"/>
                </a:lnTo>
                <a:lnTo>
                  <a:pt x="13745" y="19600"/>
                </a:lnTo>
                <a:lnTo>
                  <a:pt x="13255" y="19600"/>
                </a:lnTo>
                <a:close/>
                <a:moveTo>
                  <a:pt x="18164" y="19600"/>
                </a:moveTo>
                <a:lnTo>
                  <a:pt x="17427" y="19600"/>
                </a:lnTo>
                <a:lnTo>
                  <a:pt x="16936" y="19200"/>
                </a:lnTo>
                <a:lnTo>
                  <a:pt x="16936" y="18200"/>
                </a:lnTo>
                <a:lnTo>
                  <a:pt x="17182" y="18000"/>
                </a:lnTo>
                <a:lnTo>
                  <a:pt x="17427" y="17600"/>
                </a:lnTo>
                <a:lnTo>
                  <a:pt x="18655" y="17600"/>
                </a:lnTo>
                <a:lnTo>
                  <a:pt x="18900" y="18000"/>
                </a:lnTo>
                <a:lnTo>
                  <a:pt x="19391" y="18200"/>
                </a:lnTo>
                <a:lnTo>
                  <a:pt x="19391" y="19200"/>
                </a:lnTo>
                <a:lnTo>
                  <a:pt x="18900" y="19400"/>
                </a:lnTo>
                <a:lnTo>
                  <a:pt x="18655" y="19600"/>
                </a:lnTo>
                <a:lnTo>
                  <a:pt x="18164" y="19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50"/>
          <p:cNvSpPr/>
          <p:nvPr/>
        </p:nvSpPr>
        <p:spPr>
          <a:xfrm>
            <a:off x="15489767" y="1329266"/>
            <a:ext cx="122742" cy="194724"/>
          </a:xfrm>
          <a:custGeom>
            <a:rect b="b" l="l" r="r" t="t"/>
            <a:pathLst>
              <a:path extrusionOk="0" h="21600" w="21600">
                <a:moveTo>
                  <a:pt x="6703" y="12343"/>
                </a:moveTo>
                <a:lnTo>
                  <a:pt x="6703" y="20278"/>
                </a:lnTo>
                <a:lnTo>
                  <a:pt x="8938" y="21600"/>
                </a:lnTo>
                <a:lnTo>
                  <a:pt x="12662" y="21600"/>
                </a:lnTo>
                <a:lnTo>
                  <a:pt x="13407" y="21159"/>
                </a:lnTo>
                <a:lnTo>
                  <a:pt x="14152" y="20278"/>
                </a:lnTo>
                <a:lnTo>
                  <a:pt x="14152" y="12343"/>
                </a:lnTo>
                <a:lnTo>
                  <a:pt x="17131" y="11902"/>
                </a:lnTo>
                <a:lnTo>
                  <a:pt x="20110" y="10139"/>
                </a:lnTo>
                <a:lnTo>
                  <a:pt x="20855" y="8376"/>
                </a:lnTo>
                <a:lnTo>
                  <a:pt x="21600" y="6171"/>
                </a:lnTo>
                <a:lnTo>
                  <a:pt x="20855" y="3527"/>
                </a:lnTo>
                <a:lnTo>
                  <a:pt x="17876" y="2204"/>
                </a:lnTo>
                <a:lnTo>
                  <a:pt x="15641" y="441"/>
                </a:lnTo>
                <a:lnTo>
                  <a:pt x="10428" y="0"/>
                </a:lnTo>
                <a:lnTo>
                  <a:pt x="5959" y="441"/>
                </a:lnTo>
                <a:lnTo>
                  <a:pt x="745" y="3527"/>
                </a:lnTo>
                <a:lnTo>
                  <a:pt x="0" y="6171"/>
                </a:lnTo>
                <a:lnTo>
                  <a:pt x="745" y="8376"/>
                </a:lnTo>
                <a:lnTo>
                  <a:pt x="1490" y="10139"/>
                </a:lnTo>
                <a:lnTo>
                  <a:pt x="4469" y="11902"/>
                </a:lnTo>
                <a:lnTo>
                  <a:pt x="6703" y="1234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50"/>
          <p:cNvSpPr/>
          <p:nvPr/>
        </p:nvSpPr>
        <p:spPr>
          <a:xfrm>
            <a:off x="15388167" y="1464733"/>
            <a:ext cx="347112" cy="309042"/>
          </a:xfrm>
          <a:custGeom>
            <a:rect b="b" l="l" r="r" t="t"/>
            <a:pathLst>
              <a:path extrusionOk="0" h="21600" w="21600">
                <a:moveTo>
                  <a:pt x="20314" y="0"/>
                </a:moveTo>
                <a:lnTo>
                  <a:pt x="13886" y="0"/>
                </a:lnTo>
                <a:lnTo>
                  <a:pt x="13886" y="5838"/>
                </a:lnTo>
                <a:lnTo>
                  <a:pt x="6429" y="5838"/>
                </a:lnTo>
                <a:lnTo>
                  <a:pt x="6429" y="0"/>
                </a:lnTo>
                <a:lnTo>
                  <a:pt x="514" y="0"/>
                </a:lnTo>
                <a:lnTo>
                  <a:pt x="257" y="292"/>
                </a:lnTo>
                <a:lnTo>
                  <a:pt x="0" y="876"/>
                </a:lnTo>
                <a:lnTo>
                  <a:pt x="0" y="21016"/>
                </a:lnTo>
                <a:lnTo>
                  <a:pt x="514" y="21600"/>
                </a:lnTo>
                <a:lnTo>
                  <a:pt x="18257" y="21600"/>
                </a:lnTo>
                <a:lnTo>
                  <a:pt x="18771" y="21308"/>
                </a:lnTo>
                <a:lnTo>
                  <a:pt x="21086" y="18389"/>
                </a:lnTo>
                <a:lnTo>
                  <a:pt x="21600" y="18097"/>
                </a:lnTo>
                <a:lnTo>
                  <a:pt x="21600" y="876"/>
                </a:lnTo>
                <a:lnTo>
                  <a:pt x="20829" y="0"/>
                </a:lnTo>
                <a:lnTo>
                  <a:pt x="20314" y="0"/>
                </a:lnTo>
                <a:close/>
                <a:moveTo>
                  <a:pt x="3857" y="8757"/>
                </a:moveTo>
                <a:lnTo>
                  <a:pt x="16457" y="8757"/>
                </a:lnTo>
                <a:lnTo>
                  <a:pt x="16457" y="11676"/>
                </a:lnTo>
                <a:lnTo>
                  <a:pt x="3857" y="11676"/>
                </a:lnTo>
                <a:lnTo>
                  <a:pt x="3857" y="8757"/>
                </a:lnTo>
                <a:close/>
                <a:moveTo>
                  <a:pt x="13886" y="17222"/>
                </a:moveTo>
                <a:lnTo>
                  <a:pt x="3857" y="17222"/>
                </a:lnTo>
                <a:lnTo>
                  <a:pt x="3857" y="14303"/>
                </a:lnTo>
                <a:lnTo>
                  <a:pt x="13886" y="14303"/>
                </a:lnTo>
                <a:lnTo>
                  <a:pt x="13886" y="17222"/>
                </a:lnTo>
                <a:close/>
                <a:moveTo>
                  <a:pt x="16457" y="20141"/>
                </a:moveTo>
                <a:lnTo>
                  <a:pt x="16457" y="15762"/>
                </a:lnTo>
                <a:lnTo>
                  <a:pt x="20314" y="15762"/>
                </a:lnTo>
                <a:lnTo>
                  <a:pt x="16457" y="20141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50"/>
          <p:cNvSpPr/>
          <p:nvPr/>
        </p:nvSpPr>
        <p:spPr>
          <a:xfrm>
            <a:off x="17437102" y="1490133"/>
            <a:ext cx="160866" cy="15665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640" y="0"/>
                </a:lnTo>
                <a:lnTo>
                  <a:pt x="6480" y="540"/>
                </a:lnTo>
                <a:lnTo>
                  <a:pt x="3240" y="3240"/>
                </a:lnTo>
                <a:lnTo>
                  <a:pt x="540" y="6480"/>
                </a:lnTo>
                <a:lnTo>
                  <a:pt x="0" y="8640"/>
                </a:lnTo>
                <a:lnTo>
                  <a:pt x="0" y="12420"/>
                </a:lnTo>
                <a:lnTo>
                  <a:pt x="540" y="14580"/>
                </a:lnTo>
                <a:lnTo>
                  <a:pt x="3240" y="17820"/>
                </a:lnTo>
                <a:lnTo>
                  <a:pt x="6480" y="20520"/>
                </a:lnTo>
                <a:lnTo>
                  <a:pt x="8640" y="21600"/>
                </a:lnTo>
                <a:lnTo>
                  <a:pt x="12960" y="21600"/>
                </a:lnTo>
                <a:lnTo>
                  <a:pt x="14580" y="20520"/>
                </a:lnTo>
                <a:lnTo>
                  <a:pt x="17820" y="17820"/>
                </a:lnTo>
                <a:lnTo>
                  <a:pt x="20520" y="14580"/>
                </a:lnTo>
                <a:lnTo>
                  <a:pt x="21600" y="12420"/>
                </a:lnTo>
                <a:lnTo>
                  <a:pt x="21600" y="8640"/>
                </a:lnTo>
                <a:lnTo>
                  <a:pt x="20520" y="6480"/>
                </a:lnTo>
                <a:lnTo>
                  <a:pt x="17820" y="3240"/>
                </a:lnTo>
                <a:lnTo>
                  <a:pt x="14580" y="540"/>
                </a:lnTo>
                <a:lnTo>
                  <a:pt x="1296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50"/>
          <p:cNvSpPr/>
          <p:nvPr/>
        </p:nvSpPr>
        <p:spPr>
          <a:xfrm>
            <a:off x="17314333" y="1363133"/>
            <a:ext cx="410616" cy="359856"/>
          </a:xfrm>
          <a:custGeom>
            <a:rect b="b" l="l" r="r" t="t"/>
            <a:pathLst>
              <a:path extrusionOk="0" h="21600" w="21600">
                <a:moveTo>
                  <a:pt x="19396" y="3640"/>
                </a:moveTo>
                <a:lnTo>
                  <a:pt x="17192" y="3640"/>
                </a:lnTo>
                <a:lnTo>
                  <a:pt x="16531" y="3398"/>
                </a:lnTo>
                <a:lnTo>
                  <a:pt x="14547" y="1213"/>
                </a:lnTo>
                <a:lnTo>
                  <a:pt x="13665" y="485"/>
                </a:lnTo>
                <a:lnTo>
                  <a:pt x="13004" y="0"/>
                </a:lnTo>
                <a:lnTo>
                  <a:pt x="8596" y="0"/>
                </a:lnTo>
                <a:lnTo>
                  <a:pt x="7714" y="485"/>
                </a:lnTo>
                <a:lnTo>
                  <a:pt x="5069" y="3398"/>
                </a:lnTo>
                <a:lnTo>
                  <a:pt x="4188" y="3640"/>
                </a:lnTo>
                <a:lnTo>
                  <a:pt x="1984" y="3640"/>
                </a:lnTo>
                <a:lnTo>
                  <a:pt x="1322" y="4126"/>
                </a:lnTo>
                <a:lnTo>
                  <a:pt x="441" y="4369"/>
                </a:lnTo>
                <a:lnTo>
                  <a:pt x="220" y="5097"/>
                </a:lnTo>
                <a:lnTo>
                  <a:pt x="0" y="6067"/>
                </a:lnTo>
                <a:lnTo>
                  <a:pt x="0" y="19173"/>
                </a:lnTo>
                <a:lnTo>
                  <a:pt x="441" y="21115"/>
                </a:lnTo>
                <a:lnTo>
                  <a:pt x="1322" y="21357"/>
                </a:lnTo>
                <a:lnTo>
                  <a:pt x="1984" y="21600"/>
                </a:lnTo>
                <a:lnTo>
                  <a:pt x="19396" y="21600"/>
                </a:lnTo>
                <a:lnTo>
                  <a:pt x="21159" y="21115"/>
                </a:lnTo>
                <a:lnTo>
                  <a:pt x="21600" y="19173"/>
                </a:lnTo>
                <a:lnTo>
                  <a:pt x="21600" y="6067"/>
                </a:lnTo>
                <a:lnTo>
                  <a:pt x="21380" y="5097"/>
                </a:lnTo>
                <a:lnTo>
                  <a:pt x="21159" y="4369"/>
                </a:lnTo>
                <a:lnTo>
                  <a:pt x="20278" y="4126"/>
                </a:lnTo>
                <a:lnTo>
                  <a:pt x="19396" y="3640"/>
                </a:lnTo>
                <a:close/>
                <a:moveTo>
                  <a:pt x="10800" y="19173"/>
                </a:moveTo>
                <a:lnTo>
                  <a:pt x="9478" y="19173"/>
                </a:lnTo>
                <a:lnTo>
                  <a:pt x="8376" y="18688"/>
                </a:lnTo>
                <a:lnTo>
                  <a:pt x="6171" y="17231"/>
                </a:lnTo>
                <a:lnTo>
                  <a:pt x="5290" y="16018"/>
                </a:lnTo>
                <a:lnTo>
                  <a:pt x="4849" y="14804"/>
                </a:lnTo>
                <a:lnTo>
                  <a:pt x="4188" y="13591"/>
                </a:lnTo>
                <a:lnTo>
                  <a:pt x="4188" y="10679"/>
                </a:lnTo>
                <a:lnTo>
                  <a:pt x="4849" y="9465"/>
                </a:lnTo>
                <a:lnTo>
                  <a:pt x="5290" y="8252"/>
                </a:lnTo>
                <a:lnTo>
                  <a:pt x="6171" y="7038"/>
                </a:lnTo>
                <a:lnTo>
                  <a:pt x="7273" y="6067"/>
                </a:lnTo>
                <a:lnTo>
                  <a:pt x="9478" y="5097"/>
                </a:lnTo>
                <a:lnTo>
                  <a:pt x="10800" y="4854"/>
                </a:lnTo>
                <a:lnTo>
                  <a:pt x="12122" y="5097"/>
                </a:lnTo>
                <a:lnTo>
                  <a:pt x="14327" y="6067"/>
                </a:lnTo>
                <a:lnTo>
                  <a:pt x="15429" y="7038"/>
                </a:lnTo>
                <a:lnTo>
                  <a:pt x="16310" y="8252"/>
                </a:lnTo>
                <a:lnTo>
                  <a:pt x="17192" y="10679"/>
                </a:lnTo>
                <a:lnTo>
                  <a:pt x="17192" y="13591"/>
                </a:lnTo>
                <a:lnTo>
                  <a:pt x="16310" y="16018"/>
                </a:lnTo>
                <a:lnTo>
                  <a:pt x="15429" y="17231"/>
                </a:lnTo>
                <a:lnTo>
                  <a:pt x="13224" y="18688"/>
                </a:lnTo>
                <a:lnTo>
                  <a:pt x="12122" y="19173"/>
                </a:lnTo>
                <a:lnTo>
                  <a:pt x="10800" y="1917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50"/>
          <p:cNvSpPr/>
          <p:nvPr/>
        </p:nvSpPr>
        <p:spPr>
          <a:xfrm>
            <a:off x="22330834" y="1490133"/>
            <a:ext cx="122742" cy="122742"/>
          </a:xfrm>
          <a:custGeom>
            <a:rect b="b" l="l" r="r" t="t"/>
            <a:pathLst>
              <a:path extrusionOk="0" h="21600" w="21600">
                <a:moveTo>
                  <a:pt x="15120" y="21600"/>
                </a:moveTo>
                <a:lnTo>
                  <a:pt x="21600" y="10800"/>
                </a:lnTo>
                <a:lnTo>
                  <a:pt x="15120" y="0"/>
                </a:lnTo>
                <a:lnTo>
                  <a:pt x="6480" y="0"/>
                </a:lnTo>
                <a:lnTo>
                  <a:pt x="0" y="10800"/>
                </a:lnTo>
                <a:lnTo>
                  <a:pt x="6480" y="21600"/>
                </a:lnTo>
                <a:lnTo>
                  <a:pt x="1512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50"/>
          <p:cNvSpPr/>
          <p:nvPr/>
        </p:nvSpPr>
        <p:spPr>
          <a:xfrm>
            <a:off x="22254634" y="1341967"/>
            <a:ext cx="148176" cy="156654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21000" y="0"/>
                </a:lnTo>
                <a:lnTo>
                  <a:pt x="15000" y="554"/>
                </a:lnTo>
                <a:lnTo>
                  <a:pt x="9600" y="1662"/>
                </a:lnTo>
                <a:lnTo>
                  <a:pt x="0" y="7200"/>
                </a:lnTo>
                <a:lnTo>
                  <a:pt x="90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50"/>
          <p:cNvSpPr/>
          <p:nvPr/>
        </p:nvSpPr>
        <p:spPr>
          <a:xfrm>
            <a:off x="22390103" y="1350434"/>
            <a:ext cx="186246" cy="88884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18655" y="15026"/>
                </a:lnTo>
                <a:lnTo>
                  <a:pt x="14727" y="7513"/>
                </a:lnTo>
                <a:lnTo>
                  <a:pt x="10800" y="2817"/>
                </a:lnTo>
                <a:lnTo>
                  <a:pt x="6382" y="0"/>
                </a:ln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50"/>
          <p:cNvSpPr/>
          <p:nvPr/>
        </p:nvSpPr>
        <p:spPr>
          <a:xfrm>
            <a:off x="22466303" y="1490133"/>
            <a:ext cx="135486" cy="169344"/>
          </a:xfrm>
          <a:custGeom>
            <a:rect b="b" l="l" r="r" t="t"/>
            <a:pathLst>
              <a:path extrusionOk="0" h="21600" w="21600">
                <a:moveTo>
                  <a:pt x="20250" y="0"/>
                </a:moveTo>
                <a:lnTo>
                  <a:pt x="0" y="0"/>
                </a:lnTo>
                <a:lnTo>
                  <a:pt x="16200" y="21600"/>
                </a:lnTo>
                <a:lnTo>
                  <a:pt x="20250" y="15429"/>
                </a:lnTo>
                <a:lnTo>
                  <a:pt x="21600" y="11314"/>
                </a:lnTo>
                <a:lnTo>
                  <a:pt x="21600" y="3600"/>
                </a:lnTo>
                <a:lnTo>
                  <a:pt x="2025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50"/>
          <p:cNvSpPr/>
          <p:nvPr/>
        </p:nvSpPr>
        <p:spPr>
          <a:xfrm>
            <a:off x="22195369" y="1439333"/>
            <a:ext cx="135486" cy="173556"/>
          </a:xfrm>
          <a:custGeom>
            <a:rect b="b" l="l" r="r" t="t"/>
            <a:pathLst>
              <a:path extrusionOk="0" h="21600" w="21600">
                <a:moveTo>
                  <a:pt x="5891" y="0"/>
                </a:moveTo>
                <a:lnTo>
                  <a:pt x="3273" y="3086"/>
                </a:lnTo>
                <a:lnTo>
                  <a:pt x="1964" y="6171"/>
                </a:lnTo>
                <a:lnTo>
                  <a:pt x="0" y="9771"/>
                </a:lnTo>
                <a:lnTo>
                  <a:pt x="0" y="17486"/>
                </a:lnTo>
                <a:lnTo>
                  <a:pt x="1964" y="21600"/>
                </a:lnTo>
                <a:lnTo>
                  <a:pt x="21600" y="21600"/>
                </a:lnTo>
                <a:lnTo>
                  <a:pt x="5891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50"/>
          <p:cNvSpPr/>
          <p:nvPr/>
        </p:nvSpPr>
        <p:spPr>
          <a:xfrm>
            <a:off x="22390103" y="1587501"/>
            <a:ext cx="148176" cy="160866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617" y="21600"/>
                </a:lnTo>
                <a:lnTo>
                  <a:pt x="6789" y="21046"/>
                </a:lnTo>
                <a:lnTo>
                  <a:pt x="11726" y="19385"/>
                </a:lnTo>
                <a:lnTo>
                  <a:pt x="17280" y="17169"/>
                </a:lnTo>
                <a:lnTo>
                  <a:pt x="21600" y="14400"/>
                </a:lnTo>
                <a:lnTo>
                  <a:pt x="1296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50"/>
          <p:cNvSpPr/>
          <p:nvPr/>
        </p:nvSpPr>
        <p:spPr>
          <a:xfrm>
            <a:off x="22216533" y="1646767"/>
            <a:ext cx="186246" cy="10162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945" y="6574"/>
                </a:lnTo>
                <a:lnTo>
                  <a:pt x="6382" y="13148"/>
                </a:lnTo>
                <a:lnTo>
                  <a:pt x="10800" y="17843"/>
                </a:lnTo>
                <a:lnTo>
                  <a:pt x="147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50"/>
          <p:cNvSpPr/>
          <p:nvPr/>
        </p:nvSpPr>
        <p:spPr>
          <a:xfrm>
            <a:off x="18440400" y="1341967"/>
            <a:ext cx="258228" cy="245538"/>
          </a:xfrm>
          <a:custGeom>
            <a:rect b="b" l="l" r="r" t="t"/>
            <a:pathLst>
              <a:path extrusionOk="0" h="21600" w="21600">
                <a:moveTo>
                  <a:pt x="18225" y="0"/>
                </a:moveTo>
                <a:lnTo>
                  <a:pt x="3375" y="0"/>
                </a:lnTo>
                <a:lnTo>
                  <a:pt x="675" y="732"/>
                </a:lnTo>
                <a:lnTo>
                  <a:pt x="337" y="2197"/>
                </a:lnTo>
                <a:lnTo>
                  <a:pt x="0" y="3295"/>
                </a:lnTo>
                <a:lnTo>
                  <a:pt x="0" y="17939"/>
                </a:lnTo>
                <a:lnTo>
                  <a:pt x="337" y="19403"/>
                </a:lnTo>
                <a:lnTo>
                  <a:pt x="675" y="20502"/>
                </a:lnTo>
                <a:lnTo>
                  <a:pt x="2025" y="20868"/>
                </a:lnTo>
                <a:lnTo>
                  <a:pt x="3375" y="21600"/>
                </a:lnTo>
                <a:lnTo>
                  <a:pt x="18225" y="21600"/>
                </a:lnTo>
                <a:lnTo>
                  <a:pt x="19575" y="20868"/>
                </a:lnTo>
                <a:lnTo>
                  <a:pt x="20925" y="20502"/>
                </a:lnTo>
                <a:lnTo>
                  <a:pt x="21263" y="19403"/>
                </a:lnTo>
                <a:lnTo>
                  <a:pt x="21600" y="17939"/>
                </a:lnTo>
                <a:lnTo>
                  <a:pt x="21600" y="3295"/>
                </a:lnTo>
                <a:lnTo>
                  <a:pt x="21263" y="2197"/>
                </a:lnTo>
                <a:lnTo>
                  <a:pt x="20925" y="732"/>
                </a:lnTo>
                <a:lnTo>
                  <a:pt x="18225" y="0"/>
                </a:lnTo>
                <a:close/>
                <a:moveTo>
                  <a:pt x="3375" y="16108"/>
                </a:moveTo>
                <a:lnTo>
                  <a:pt x="6075" y="10617"/>
                </a:lnTo>
                <a:lnTo>
                  <a:pt x="8438" y="13912"/>
                </a:lnTo>
                <a:lnTo>
                  <a:pt x="12825" y="6224"/>
                </a:lnTo>
                <a:lnTo>
                  <a:pt x="18225" y="16108"/>
                </a:lnTo>
                <a:lnTo>
                  <a:pt x="3375" y="1610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50"/>
          <p:cNvSpPr/>
          <p:nvPr/>
        </p:nvSpPr>
        <p:spPr>
          <a:xfrm>
            <a:off x="18351502" y="1401234"/>
            <a:ext cx="249750" cy="258228"/>
          </a:xfrm>
          <a:custGeom>
            <a:rect b="b" l="l" r="r" t="t"/>
            <a:pathLst>
              <a:path extrusionOk="0" h="21600" w="21600">
                <a:moveTo>
                  <a:pt x="3661" y="0"/>
                </a:moveTo>
                <a:lnTo>
                  <a:pt x="0" y="0"/>
                </a:lnTo>
                <a:lnTo>
                  <a:pt x="0" y="18562"/>
                </a:lnTo>
                <a:lnTo>
                  <a:pt x="366" y="19575"/>
                </a:lnTo>
                <a:lnTo>
                  <a:pt x="1098" y="20925"/>
                </a:lnTo>
                <a:lnTo>
                  <a:pt x="2197" y="21263"/>
                </a:lnTo>
                <a:lnTo>
                  <a:pt x="3661" y="21600"/>
                </a:lnTo>
                <a:lnTo>
                  <a:pt x="21600" y="21600"/>
                </a:lnTo>
                <a:lnTo>
                  <a:pt x="21600" y="18562"/>
                </a:lnTo>
                <a:lnTo>
                  <a:pt x="3661" y="18562"/>
                </a:lnTo>
                <a:lnTo>
                  <a:pt x="3661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50"/>
          <p:cNvSpPr/>
          <p:nvPr/>
        </p:nvSpPr>
        <p:spPr>
          <a:xfrm>
            <a:off x="18266834" y="1490133"/>
            <a:ext cx="245538" cy="258228"/>
          </a:xfrm>
          <a:custGeom>
            <a:rect b="b" l="l" r="r" t="t"/>
            <a:pathLst>
              <a:path extrusionOk="0" h="21600" w="21600">
                <a:moveTo>
                  <a:pt x="3600" y="0"/>
                </a:moveTo>
                <a:lnTo>
                  <a:pt x="0" y="0"/>
                </a:lnTo>
                <a:lnTo>
                  <a:pt x="0" y="18225"/>
                </a:lnTo>
                <a:lnTo>
                  <a:pt x="720" y="19575"/>
                </a:lnTo>
                <a:lnTo>
                  <a:pt x="1080" y="20925"/>
                </a:lnTo>
                <a:lnTo>
                  <a:pt x="2520" y="21263"/>
                </a:lnTo>
                <a:lnTo>
                  <a:pt x="3600" y="21600"/>
                </a:lnTo>
                <a:lnTo>
                  <a:pt x="21600" y="21600"/>
                </a:lnTo>
                <a:lnTo>
                  <a:pt x="21600" y="18225"/>
                </a:lnTo>
                <a:lnTo>
                  <a:pt x="3600" y="18225"/>
                </a:lnTo>
                <a:lnTo>
                  <a:pt x="3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50"/>
          <p:cNvSpPr/>
          <p:nvPr/>
        </p:nvSpPr>
        <p:spPr>
          <a:xfrm>
            <a:off x="20243800" y="1401234"/>
            <a:ext cx="406404" cy="283608"/>
          </a:xfrm>
          <a:custGeom>
            <a:rect b="b" l="l" r="r" t="t"/>
            <a:pathLst>
              <a:path extrusionOk="0" h="21600" w="21600">
                <a:moveTo>
                  <a:pt x="19418" y="0"/>
                </a:moveTo>
                <a:lnTo>
                  <a:pt x="2182" y="0"/>
                </a:lnTo>
                <a:lnTo>
                  <a:pt x="1309" y="626"/>
                </a:lnTo>
                <a:lnTo>
                  <a:pt x="436" y="939"/>
                </a:lnTo>
                <a:lnTo>
                  <a:pt x="218" y="2191"/>
                </a:lnTo>
                <a:lnTo>
                  <a:pt x="0" y="3130"/>
                </a:lnTo>
                <a:lnTo>
                  <a:pt x="0" y="18783"/>
                </a:lnTo>
                <a:lnTo>
                  <a:pt x="218" y="19722"/>
                </a:lnTo>
                <a:lnTo>
                  <a:pt x="436" y="20974"/>
                </a:lnTo>
                <a:lnTo>
                  <a:pt x="2182" y="21600"/>
                </a:lnTo>
                <a:lnTo>
                  <a:pt x="19418" y="21600"/>
                </a:lnTo>
                <a:lnTo>
                  <a:pt x="20073" y="21287"/>
                </a:lnTo>
                <a:lnTo>
                  <a:pt x="20945" y="20974"/>
                </a:lnTo>
                <a:lnTo>
                  <a:pt x="21164" y="19722"/>
                </a:lnTo>
                <a:lnTo>
                  <a:pt x="21600" y="18783"/>
                </a:lnTo>
                <a:lnTo>
                  <a:pt x="21600" y="3130"/>
                </a:lnTo>
                <a:lnTo>
                  <a:pt x="21164" y="2191"/>
                </a:lnTo>
                <a:lnTo>
                  <a:pt x="20945" y="939"/>
                </a:lnTo>
                <a:lnTo>
                  <a:pt x="20073" y="626"/>
                </a:lnTo>
                <a:lnTo>
                  <a:pt x="19418" y="0"/>
                </a:lnTo>
                <a:close/>
                <a:moveTo>
                  <a:pt x="10691" y="4696"/>
                </a:moveTo>
                <a:lnTo>
                  <a:pt x="11564" y="5009"/>
                </a:lnTo>
                <a:lnTo>
                  <a:pt x="12436" y="5635"/>
                </a:lnTo>
                <a:lnTo>
                  <a:pt x="12655" y="6574"/>
                </a:lnTo>
                <a:lnTo>
                  <a:pt x="12873" y="7826"/>
                </a:lnTo>
                <a:lnTo>
                  <a:pt x="12655" y="9078"/>
                </a:lnTo>
                <a:lnTo>
                  <a:pt x="12436" y="10017"/>
                </a:lnTo>
                <a:lnTo>
                  <a:pt x="11564" y="10643"/>
                </a:lnTo>
                <a:lnTo>
                  <a:pt x="10691" y="10957"/>
                </a:lnTo>
                <a:lnTo>
                  <a:pt x="10036" y="10643"/>
                </a:lnTo>
                <a:lnTo>
                  <a:pt x="9164" y="10017"/>
                </a:lnTo>
                <a:lnTo>
                  <a:pt x="8945" y="9078"/>
                </a:lnTo>
                <a:lnTo>
                  <a:pt x="8509" y="7826"/>
                </a:lnTo>
                <a:lnTo>
                  <a:pt x="8945" y="6574"/>
                </a:lnTo>
                <a:lnTo>
                  <a:pt x="9164" y="5635"/>
                </a:lnTo>
                <a:lnTo>
                  <a:pt x="10036" y="5009"/>
                </a:lnTo>
                <a:lnTo>
                  <a:pt x="10691" y="4696"/>
                </a:lnTo>
                <a:close/>
                <a:moveTo>
                  <a:pt x="7418" y="17217"/>
                </a:moveTo>
                <a:lnTo>
                  <a:pt x="7855" y="15026"/>
                </a:lnTo>
                <a:lnTo>
                  <a:pt x="9382" y="12835"/>
                </a:lnTo>
                <a:lnTo>
                  <a:pt x="10691" y="12522"/>
                </a:lnTo>
                <a:lnTo>
                  <a:pt x="12000" y="12835"/>
                </a:lnTo>
                <a:lnTo>
                  <a:pt x="12873" y="14087"/>
                </a:lnTo>
                <a:lnTo>
                  <a:pt x="13745" y="15026"/>
                </a:lnTo>
                <a:lnTo>
                  <a:pt x="13964" y="17217"/>
                </a:lnTo>
                <a:lnTo>
                  <a:pt x="7418" y="1721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50"/>
          <p:cNvSpPr/>
          <p:nvPr/>
        </p:nvSpPr>
        <p:spPr>
          <a:xfrm>
            <a:off x="21280969" y="1341967"/>
            <a:ext cx="283608" cy="406404"/>
          </a:xfrm>
          <a:custGeom>
            <a:rect b="b" l="l" r="r" t="t"/>
            <a:pathLst>
              <a:path extrusionOk="0" h="21600" w="21600">
                <a:moveTo>
                  <a:pt x="18514" y="0"/>
                </a:moveTo>
                <a:lnTo>
                  <a:pt x="3086" y="0"/>
                </a:lnTo>
                <a:lnTo>
                  <a:pt x="2160" y="220"/>
                </a:lnTo>
                <a:lnTo>
                  <a:pt x="926" y="441"/>
                </a:lnTo>
                <a:lnTo>
                  <a:pt x="617" y="1322"/>
                </a:lnTo>
                <a:lnTo>
                  <a:pt x="0" y="1984"/>
                </a:lnTo>
                <a:lnTo>
                  <a:pt x="0" y="19396"/>
                </a:lnTo>
                <a:lnTo>
                  <a:pt x="617" y="20278"/>
                </a:lnTo>
                <a:lnTo>
                  <a:pt x="926" y="21159"/>
                </a:lnTo>
                <a:lnTo>
                  <a:pt x="2160" y="21380"/>
                </a:lnTo>
                <a:lnTo>
                  <a:pt x="3086" y="21600"/>
                </a:lnTo>
                <a:lnTo>
                  <a:pt x="18514" y="21600"/>
                </a:lnTo>
                <a:lnTo>
                  <a:pt x="19440" y="21380"/>
                </a:lnTo>
                <a:lnTo>
                  <a:pt x="20674" y="21159"/>
                </a:lnTo>
                <a:lnTo>
                  <a:pt x="20983" y="20278"/>
                </a:lnTo>
                <a:lnTo>
                  <a:pt x="21600" y="19396"/>
                </a:lnTo>
                <a:lnTo>
                  <a:pt x="21600" y="1984"/>
                </a:lnTo>
                <a:lnTo>
                  <a:pt x="20983" y="1322"/>
                </a:lnTo>
                <a:lnTo>
                  <a:pt x="20674" y="441"/>
                </a:lnTo>
                <a:lnTo>
                  <a:pt x="19440" y="220"/>
                </a:lnTo>
                <a:lnTo>
                  <a:pt x="18514" y="0"/>
                </a:lnTo>
                <a:close/>
                <a:moveTo>
                  <a:pt x="10800" y="6392"/>
                </a:moveTo>
                <a:lnTo>
                  <a:pt x="12034" y="6612"/>
                </a:lnTo>
                <a:lnTo>
                  <a:pt x="12960" y="7053"/>
                </a:lnTo>
                <a:lnTo>
                  <a:pt x="13577" y="7714"/>
                </a:lnTo>
                <a:lnTo>
                  <a:pt x="13886" y="8596"/>
                </a:lnTo>
                <a:lnTo>
                  <a:pt x="13577" y="9478"/>
                </a:lnTo>
                <a:lnTo>
                  <a:pt x="12960" y="10139"/>
                </a:lnTo>
                <a:lnTo>
                  <a:pt x="12034" y="10580"/>
                </a:lnTo>
                <a:lnTo>
                  <a:pt x="10800" y="10800"/>
                </a:lnTo>
                <a:lnTo>
                  <a:pt x="9566" y="10580"/>
                </a:lnTo>
                <a:lnTo>
                  <a:pt x="8640" y="10139"/>
                </a:lnTo>
                <a:lnTo>
                  <a:pt x="8023" y="9478"/>
                </a:lnTo>
                <a:lnTo>
                  <a:pt x="7714" y="8596"/>
                </a:lnTo>
                <a:lnTo>
                  <a:pt x="8023" y="7714"/>
                </a:lnTo>
                <a:lnTo>
                  <a:pt x="8640" y="7053"/>
                </a:lnTo>
                <a:lnTo>
                  <a:pt x="9566" y="6612"/>
                </a:lnTo>
                <a:lnTo>
                  <a:pt x="10800" y="6392"/>
                </a:lnTo>
                <a:close/>
                <a:moveTo>
                  <a:pt x="6171" y="15208"/>
                </a:moveTo>
                <a:lnTo>
                  <a:pt x="6480" y="13665"/>
                </a:lnTo>
                <a:lnTo>
                  <a:pt x="7714" y="13004"/>
                </a:lnTo>
                <a:lnTo>
                  <a:pt x="8949" y="12122"/>
                </a:lnTo>
                <a:lnTo>
                  <a:pt x="10800" y="11902"/>
                </a:lnTo>
                <a:lnTo>
                  <a:pt x="12651" y="12122"/>
                </a:lnTo>
                <a:lnTo>
                  <a:pt x="13886" y="13004"/>
                </a:lnTo>
                <a:lnTo>
                  <a:pt x="15120" y="13665"/>
                </a:lnTo>
                <a:lnTo>
                  <a:pt x="15429" y="15208"/>
                </a:lnTo>
                <a:lnTo>
                  <a:pt x="6171" y="1520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50"/>
          <p:cNvSpPr/>
          <p:nvPr/>
        </p:nvSpPr>
        <p:spPr>
          <a:xfrm>
            <a:off x="19426769" y="1498599"/>
            <a:ext cx="88884" cy="88884"/>
          </a:xfrm>
          <a:custGeom>
            <a:rect b="b" l="l" r="r" t="t"/>
            <a:pathLst>
              <a:path extrusionOk="0" h="21600" w="21600">
                <a:moveTo>
                  <a:pt x="10232" y="0"/>
                </a:moveTo>
                <a:lnTo>
                  <a:pt x="6821" y="1080"/>
                </a:lnTo>
                <a:lnTo>
                  <a:pt x="2274" y="2160"/>
                </a:lnTo>
                <a:lnTo>
                  <a:pt x="0" y="10800"/>
                </a:lnTo>
                <a:lnTo>
                  <a:pt x="1137" y="15120"/>
                </a:lnTo>
                <a:lnTo>
                  <a:pt x="2274" y="18360"/>
                </a:lnTo>
                <a:lnTo>
                  <a:pt x="6821" y="19440"/>
                </a:lnTo>
                <a:lnTo>
                  <a:pt x="10232" y="21600"/>
                </a:lnTo>
                <a:lnTo>
                  <a:pt x="14779" y="19440"/>
                </a:lnTo>
                <a:lnTo>
                  <a:pt x="19326" y="18360"/>
                </a:lnTo>
                <a:lnTo>
                  <a:pt x="20463" y="15120"/>
                </a:lnTo>
                <a:lnTo>
                  <a:pt x="21600" y="10800"/>
                </a:lnTo>
                <a:lnTo>
                  <a:pt x="19326" y="2160"/>
                </a:lnTo>
                <a:lnTo>
                  <a:pt x="10232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50"/>
          <p:cNvSpPr/>
          <p:nvPr/>
        </p:nvSpPr>
        <p:spPr>
          <a:xfrm>
            <a:off x="19265902" y="1341967"/>
            <a:ext cx="406404" cy="406404"/>
          </a:xfrm>
          <a:custGeom>
            <a:rect b="b" l="l" r="r" t="t"/>
            <a:pathLst>
              <a:path extrusionOk="0" h="21600" w="21600">
                <a:moveTo>
                  <a:pt x="19418" y="0"/>
                </a:moveTo>
                <a:lnTo>
                  <a:pt x="2182" y="0"/>
                </a:lnTo>
                <a:lnTo>
                  <a:pt x="1309" y="220"/>
                </a:lnTo>
                <a:lnTo>
                  <a:pt x="655" y="441"/>
                </a:lnTo>
                <a:lnTo>
                  <a:pt x="218" y="1322"/>
                </a:lnTo>
                <a:lnTo>
                  <a:pt x="0" y="1984"/>
                </a:lnTo>
                <a:lnTo>
                  <a:pt x="0" y="19396"/>
                </a:lnTo>
                <a:lnTo>
                  <a:pt x="218" y="20278"/>
                </a:lnTo>
                <a:lnTo>
                  <a:pt x="655" y="21159"/>
                </a:lnTo>
                <a:lnTo>
                  <a:pt x="1309" y="21380"/>
                </a:lnTo>
                <a:lnTo>
                  <a:pt x="2182" y="21600"/>
                </a:lnTo>
                <a:lnTo>
                  <a:pt x="19418" y="21600"/>
                </a:lnTo>
                <a:lnTo>
                  <a:pt x="20291" y="21380"/>
                </a:lnTo>
                <a:lnTo>
                  <a:pt x="20945" y="21159"/>
                </a:lnTo>
                <a:lnTo>
                  <a:pt x="21382" y="20278"/>
                </a:lnTo>
                <a:lnTo>
                  <a:pt x="21600" y="19396"/>
                </a:lnTo>
                <a:lnTo>
                  <a:pt x="21600" y="1984"/>
                </a:lnTo>
                <a:lnTo>
                  <a:pt x="21382" y="1322"/>
                </a:lnTo>
                <a:lnTo>
                  <a:pt x="20945" y="441"/>
                </a:lnTo>
                <a:lnTo>
                  <a:pt x="20291" y="220"/>
                </a:lnTo>
                <a:lnTo>
                  <a:pt x="19418" y="0"/>
                </a:lnTo>
                <a:close/>
                <a:moveTo>
                  <a:pt x="2182" y="4188"/>
                </a:moveTo>
                <a:lnTo>
                  <a:pt x="2400" y="3527"/>
                </a:lnTo>
                <a:lnTo>
                  <a:pt x="2618" y="2645"/>
                </a:lnTo>
                <a:lnTo>
                  <a:pt x="3491" y="2424"/>
                </a:lnTo>
                <a:lnTo>
                  <a:pt x="4364" y="1984"/>
                </a:lnTo>
                <a:lnTo>
                  <a:pt x="8727" y="1984"/>
                </a:lnTo>
                <a:lnTo>
                  <a:pt x="8727" y="4188"/>
                </a:lnTo>
                <a:lnTo>
                  <a:pt x="4364" y="4188"/>
                </a:lnTo>
                <a:lnTo>
                  <a:pt x="4364" y="8596"/>
                </a:lnTo>
                <a:lnTo>
                  <a:pt x="2182" y="8596"/>
                </a:lnTo>
                <a:lnTo>
                  <a:pt x="2182" y="4188"/>
                </a:lnTo>
                <a:close/>
                <a:moveTo>
                  <a:pt x="8727" y="19396"/>
                </a:moveTo>
                <a:lnTo>
                  <a:pt x="4364" y="19396"/>
                </a:lnTo>
                <a:lnTo>
                  <a:pt x="2618" y="18955"/>
                </a:lnTo>
                <a:lnTo>
                  <a:pt x="2182" y="17192"/>
                </a:lnTo>
                <a:lnTo>
                  <a:pt x="2182" y="13004"/>
                </a:lnTo>
                <a:lnTo>
                  <a:pt x="4364" y="13004"/>
                </a:lnTo>
                <a:lnTo>
                  <a:pt x="4364" y="17192"/>
                </a:lnTo>
                <a:lnTo>
                  <a:pt x="8727" y="17192"/>
                </a:lnTo>
                <a:lnTo>
                  <a:pt x="8727" y="19396"/>
                </a:lnTo>
                <a:close/>
                <a:moveTo>
                  <a:pt x="11782" y="17192"/>
                </a:moveTo>
                <a:lnTo>
                  <a:pt x="9600" y="17192"/>
                </a:lnTo>
                <a:lnTo>
                  <a:pt x="9600" y="14767"/>
                </a:lnTo>
                <a:lnTo>
                  <a:pt x="8727" y="14547"/>
                </a:lnTo>
                <a:lnTo>
                  <a:pt x="7855" y="13665"/>
                </a:lnTo>
                <a:lnTo>
                  <a:pt x="6982" y="13004"/>
                </a:lnTo>
                <a:lnTo>
                  <a:pt x="6764" y="11902"/>
                </a:lnTo>
                <a:lnTo>
                  <a:pt x="4364" y="11902"/>
                </a:lnTo>
                <a:lnTo>
                  <a:pt x="4364" y="9698"/>
                </a:lnTo>
                <a:lnTo>
                  <a:pt x="6764" y="9698"/>
                </a:lnTo>
                <a:lnTo>
                  <a:pt x="6982" y="8596"/>
                </a:lnTo>
                <a:lnTo>
                  <a:pt x="7855" y="7714"/>
                </a:lnTo>
                <a:lnTo>
                  <a:pt x="8727" y="7053"/>
                </a:lnTo>
                <a:lnTo>
                  <a:pt x="9600" y="6612"/>
                </a:lnTo>
                <a:lnTo>
                  <a:pt x="9600" y="4188"/>
                </a:lnTo>
                <a:lnTo>
                  <a:pt x="11782" y="4188"/>
                </a:lnTo>
                <a:lnTo>
                  <a:pt x="11782" y="6612"/>
                </a:lnTo>
                <a:lnTo>
                  <a:pt x="12873" y="7053"/>
                </a:lnTo>
                <a:lnTo>
                  <a:pt x="13745" y="7714"/>
                </a:lnTo>
                <a:lnTo>
                  <a:pt x="14618" y="8596"/>
                </a:lnTo>
                <a:lnTo>
                  <a:pt x="14836" y="9698"/>
                </a:lnTo>
                <a:lnTo>
                  <a:pt x="17236" y="9698"/>
                </a:lnTo>
                <a:lnTo>
                  <a:pt x="17236" y="11902"/>
                </a:lnTo>
                <a:lnTo>
                  <a:pt x="14836" y="11902"/>
                </a:lnTo>
                <a:lnTo>
                  <a:pt x="14618" y="13004"/>
                </a:lnTo>
                <a:lnTo>
                  <a:pt x="13745" y="13665"/>
                </a:lnTo>
                <a:lnTo>
                  <a:pt x="12873" y="14547"/>
                </a:lnTo>
                <a:lnTo>
                  <a:pt x="11782" y="14767"/>
                </a:lnTo>
                <a:lnTo>
                  <a:pt x="11782" y="17192"/>
                </a:lnTo>
                <a:close/>
                <a:moveTo>
                  <a:pt x="19418" y="17192"/>
                </a:moveTo>
                <a:lnTo>
                  <a:pt x="19200" y="18073"/>
                </a:lnTo>
                <a:lnTo>
                  <a:pt x="18764" y="18955"/>
                </a:lnTo>
                <a:lnTo>
                  <a:pt x="18109" y="19176"/>
                </a:lnTo>
                <a:lnTo>
                  <a:pt x="17236" y="19396"/>
                </a:lnTo>
                <a:lnTo>
                  <a:pt x="12873" y="19396"/>
                </a:lnTo>
                <a:lnTo>
                  <a:pt x="12873" y="17192"/>
                </a:lnTo>
                <a:lnTo>
                  <a:pt x="17236" y="17192"/>
                </a:lnTo>
                <a:lnTo>
                  <a:pt x="17236" y="13004"/>
                </a:lnTo>
                <a:lnTo>
                  <a:pt x="19418" y="13004"/>
                </a:lnTo>
                <a:lnTo>
                  <a:pt x="19418" y="17192"/>
                </a:lnTo>
                <a:close/>
                <a:moveTo>
                  <a:pt x="19418" y="8596"/>
                </a:moveTo>
                <a:lnTo>
                  <a:pt x="17236" y="8596"/>
                </a:lnTo>
                <a:lnTo>
                  <a:pt x="17236" y="4188"/>
                </a:lnTo>
                <a:lnTo>
                  <a:pt x="12873" y="4188"/>
                </a:lnTo>
                <a:lnTo>
                  <a:pt x="12873" y="1984"/>
                </a:lnTo>
                <a:lnTo>
                  <a:pt x="17236" y="1984"/>
                </a:lnTo>
                <a:lnTo>
                  <a:pt x="18109" y="2424"/>
                </a:lnTo>
                <a:lnTo>
                  <a:pt x="18764" y="2645"/>
                </a:lnTo>
                <a:lnTo>
                  <a:pt x="19200" y="3527"/>
                </a:lnTo>
                <a:lnTo>
                  <a:pt x="19418" y="4188"/>
                </a:lnTo>
                <a:lnTo>
                  <a:pt x="19418" y="859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50"/>
          <p:cNvSpPr/>
          <p:nvPr/>
        </p:nvSpPr>
        <p:spPr>
          <a:xfrm>
            <a:off x="15426266" y="2527301"/>
            <a:ext cx="334422" cy="194724"/>
          </a:xfrm>
          <a:custGeom>
            <a:rect b="b" l="l" r="r" t="t"/>
            <a:pathLst>
              <a:path extrusionOk="0" h="21600" w="21600">
                <a:moveTo>
                  <a:pt x="20233" y="4849"/>
                </a:moveTo>
                <a:lnTo>
                  <a:pt x="16132" y="7053"/>
                </a:lnTo>
                <a:lnTo>
                  <a:pt x="16132" y="3967"/>
                </a:lnTo>
                <a:lnTo>
                  <a:pt x="15858" y="2645"/>
                </a:lnTo>
                <a:lnTo>
                  <a:pt x="15311" y="882"/>
                </a:lnTo>
                <a:lnTo>
                  <a:pt x="14491" y="441"/>
                </a:lnTo>
                <a:lnTo>
                  <a:pt x="13397" y="0"/>
                </a:lnTo>
                <a:lnTo>
                  <a:pt x="2734" y="0"/>
                </a:lnTo>
                <a:lnTo>
                  <a:pt x="547" y="882"/>
                </a:lnTo>
                <a:lnTo>
                  <a:pt x="273" y="2645"/>
                </a:lnTo>
                <a:lnTo>
                  <a:pt x="0" y="3967"/>
                </a:lnTo>
                <a:lnTo>
                  <a:pt x="0" y="17192"/>
                </a:lnTo>
                <a:lnTo>
                  <a:pt x="273" y="18955"/>
                </a:lnTo>
                <a:lnTo>
                  <a:pt x="547" y="20278"/>
                </a:lnTo>
                <a:lnTo>
                  <a:pt x="1641" y="21159"/>
                </a:lnTo>
                <a:lnTo>
                  <a:pt x="2734" y="21600"/>
                </a:lnTo>
                <a:lnTo>
                  <a:pt x="13397" y="21600"/>
                </a:lnTo>
                <a:lnTo>
                  <a:pt x="14491" y="21159"/>
                </a:lnTo>
                <a:lnTo>
                  <a:pt x="15311" y="20278"/>
                </a:lnTo>
                <a:lnTo>
                  <a:pt x="15858" y="18955"/>
                </a:lnTo>
                <a:lnTo>
                  <a:pt x="16132" y="17192"/>
                </a:lnTo>
                <a:lnTo>
                  <a:pt x="16132" y="14547"/>
                </a:lnTo>
                <a:lnTo>
                  <a:pt x="20233" y="16751"/>
                </a:lnTo>
                <a:lnTo>
                  <a:pt x="20780" y="16751"/>
                </a:lnTo>
                <a:lnTo>
                  <a:pt x="21600" y="15429"/>
                </a:lnTo>
                <a:lnTo>
                  <a:pt x="21600" y="5731"/>
                </a:lnTo>
                <a:lnTo>
                  <a:pt x="21053" y="5290"/>
                </a:lnTo>
                <a:lnTo>
                  <a:pt x="20780" y="4849"/>
                </a:lnTo>
                <a:lnTo>
                  <a:pt x="20233" y="4849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50"/>
          <p:cNvSpPr/>
          <p:nvPr/>
        </p:nvSpPr>
        <p:spPr>
          <a:xfrm>
            <a:off x="15362767" y="2341034"/>
            <a:ext cx="160866" cy="160866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1600" y="8640"/>
                </a:lnTo>
                <a:lnTo>
                  <a:pt x="21046" y="6480"/>
                </a:lnTo>
                <a:lnTo>
                  <a:pt x="18277" y="3240"/>
                </a:lnTo>
                <a:lnTo>
                  <a:pt x="14954" y="540"/>
                </a:lnTo>
                <a:lnTo>
                  <a:pt x="12738" y="0"/>
                </a:lnTo>
                <a:lnTo>
                  <a:pt x="8862" y="0"/>
                </a:lnTo>
                <a:lnTo>
                  <a:pt x="6646" y="540"/>
                </a:lnTo>
                <a:lnTo>
                  <a:pt x="3323" y="3240"/>
                </a:lnTo>
                <a:lnTo>
                  <a:pt x="554" y="6480"/>
                </a:lnTo>
                <a:lnTo>
                  <a:pt x="0" y="8640"/>
                </a:lnTo>
                <a:lnTo>
                  <a:pt x="0" y="12960"/>
                </a:lnTo>
                <a:lnTo>
                  <a:pt x="554" y="14580"/>
                </a:lnTo>
                <a:lnTo>
                  <a:pt x="3323" y="17820"/>
                </a:lnTo>
                <a:lnTo>
                  <a:pt x="6646" y="20520"/>
                </a:lnTo>
                <a:lnTo>
                  <a:pt x="8862" y="21600"/>
                </a:lnTo>
                <a:lnTo>
                  <a:pt x="12738" y="21600"/>
                </a:lnTo>
                <a:lnTo>
                  <a:pt x="14954" y="20520"/>
                </a:lnTo>
                <a:lnTo>
                  <a:pt x="18277" y="17820"/>
                </a:lnTo>
                <a:lnTo>
                  <a:pt x="21046" y="14580"/>
                </a:lnTo>
                <a:lnTo>
                  <a:pt x="21600" y="1296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50"/>
          <p:cNvSpPr/>
          <p:nvPr/>
        </p:nvSpPr>
        <p:spPr>
          <a:xfrm>
            <a:off x="15549033" y="2341034"/>
            <a:ext cx="160866" cy="160866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2960" y="21600"/>
                </a:lnTo>
                <a:lnTo>
                  <a:pt x="14580" y="20520"/>
                </a:lnTo>
                <a:lnTo>
                  <a:pt x="18360" y="17820"/>
                </a:lnTo>
                <a:lnTo>
                  <a:pt x="21060" y="14580"/>
                </a:lnTo>
                <a:lnTo>
                  <a:pt x="21600" y="12960"/>
                </a:lnTo>
                <a:lnTo>
                  <a:pt x="21600" y="8640"/>
                </a:lnTo>
                <a:lnTo>
                  <a:pt x="21060" y="6480"/>
                </a:lnTo>
                <a:lnTo>
                  <a:pt x="18360" y="3240"/>
                </a:lnTo>
                <a:lnTo>
                  <a:pt x="14580" y="540"/>
                </a:lnTo>
                <a:lnTo>
                  <a:pt x="12960" y="0"/>
                </a:lnTo>
                <a:lnTo>
                  <a:pt x="8640" y="0"/>
                </a:lnTo>
                <a:lnTo>
                  <a:pt x="7020" y="540"/>
                </a:lnTo>
                <a:lnTo>
                  <a:pt x="3780" y="3240"/>
                </a:lnTo>
                <a:lnTo>
                  <a:pt x="1080" y="6480"/>
                </a:lnTo>
                <a:lnTo>
                  <a:pt x="0" y="8640"/>
                </a:lnTo>
                <a:lnTo>
                  <a:pt x="0" y="12960"/>
                </a:lnTo>
                <a:lnTo>
                  <a:pt x="1080" y="14580"/>
                </a:lnTo>
                <a:lnTo>
                  <a:pt x="3780" y="17820"/>
                </a:lnTo>
                <a:lnTo>
                  <a:pt x="7020" y="20520"/>
                </a:lnTo>
                <a:lnTo>
                  <a:pt x="864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50"/>
          <p:cNvSpPr/>
          <p:nvPr/>
        </p:nvSpPr>
        <p:spPr>
          <a:xfrm>
            <a:off x="20264969" y="2624666"/>
            <a:ext cx="359856" cy="97362"/>
          </a:xfrm>
          <a:custGeom>
            <a:rect b="b" l="l" r="r" t="t"/>
            <a:pathLst>
              <a:path extrusionOk="0" h="21600" w="21600">
                <a:moveTo>
                  <a:pt x="20387" y="0"/>
                </a:moveTo>
                <a:lnTo>
                  <a:pt x="485" y="0"/>
                </a:lnTo>
                <a:lnTo>
                  <a:pt x="243" y="864"/>
                </a:lnTo>
                <a:lnTo>
                  <a:pt x="0" y="2592"/>
                </a:lnTo>
                <a:lnTo>
                  <a:pt x="0" y="19008"/>
                </a:lnTo>
                <a:lnTo>
                  <a:pt x="243" y="20736"/>
                </a:lnTo>
                <a:lnTo>
                  <a:pt x="485" y="21600"/>
                </a:lnTo>
                <a:lnTo>
                  <a:pt x="20872" y="21600"/>
                </a:lnTo>
                <a:lnTo>
                  <a:pt x="21600" y="19008"/>
                </a:lnTo>
                <a:lnTo>
                  <a:pt x="21600" y="2592"/>
                </a:lnTo>
                <a:lnTo>
                  <a:pt x="20872" y="0"/>
                </a:lnTo>
                <a:lnTo>
                  <a:pt x="20387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50"/>
          <p:cNvSpPr/>
          <p:nvPr/>
        </p:nvSpPr>
        <p:spPr>
          <a:xfrm>
            <a:off x="20264969" y="2353733"/>
            <a:ext cx="347112" cy="220158"/>
          </a:xfrm>
          <a:custGeom>
            <a:rect b="b" l="l" r="r" t="t"/>
            <a:pathLst>
              <a:path extrusionOk="0" h="21600" w="21600">
                <a:moveTo>
                  <a:pt x="771" y="21600"/>
                </a:moveTo>
                <a:lnTo>
                  <a:pt x="21343" y="21600"/>
                </a:lnTo>
                <a:lnTo>
                  <a:pt x="21600" y="21214"/>
                </a:lnTo>
                <a:lnTo>
                  <a:pt x="21600" y="20443"/>
                </a:lnTo>
                <a:lnTo>
                  <a:pt x="11571" y="386"/>
                </a:lnTo>
                <a:lnTo>
                  <a:pt x="11057" y="0"/>
                </a:lnTo>
                <a:lnTo>
                  <a:pt x="10543" y="0"/>
                </a:lnTo>
                <a:lnTo>
                  <a:pt x="10286" y="386"/>
                </a:lnTo>
                <a:lnTo>
                  <a:pt x="0" y="20443"/>
                </a:lnTo>
                <a:lnTo>
                  <a:pt x="0" y="21214"/>
                </a:lnTo>
                <a:lnTo>
                  <a:pt x="514" y="21600"/>
                </a:lnTo>
                <a:lnTo>
                  <a:pt x="771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50"/>
          <p:cNvSpPr/>
          <p:nvPr/>
        </p:nvSpPr>
        <p:spPr>
          <a:xfrm>
            <a:off x="19574933" y="2341034"/>
            <a:ext cx="97362" cy="355590"/>
          </a:xfrm>
          <a:custGeom>
            <a:rect b="b" l="l" r="r" t="t"/>
            <a:pathLst>
              <a:path extrusionOk="0" h="21600" w="21600">
                <a:moveTo>
                  <a:pt x="17280" y="0"/>
                </a:moveTo>
                <a:lnTo>
                  <a:pt x="2592" y="0"/>
                </a:lnTo>
                <a:lnTo>
                  <a:pt x="864" y="243"/>
                </a:lnTo>
                <a:lnTo>
                  <a:pt x="0" y="728"/>
                </a:lnTo>
                <a:lnTo>
                  <a:pt x="0" y="20872"/>
                </a:lnTo>
                <a:lnTo>
                  <a:pt x="864" y="21357"/>
                </a:lnTo>
                <a:lnTo>
                  <a:pt x="2592" y="21600"/>
                </a:lnTo>
                <a:lnTo>
                  <a:pt x="19008" y="21600"/>
                </a:lnTo>
                <a:lnTo>
                  <a:pt x="20736" y="21357"/>
                </a:lnTo>
                <a:lnTo>
                  <a:pt x="21600" y="20872"/>
                </a:lnTo>
                <a:lnTo>
                  <a:pt x="21600" y="728"/>
                </a:lnTo>
                <a:lnTo>
                  <a:pt x="20736" y="243"/>
                </a:lnTo>
                <a:lnTo>
                  <a:pt x="19008" y="0"/>
                </a:lnTo>
                <a:lnTo>
                  <a:pt x="1728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50"/>
          <p:cNvSpPr/>
          <p:nvPr/>
        </p:nvSpPr>
        <p:spPr>
          <a:xfrm>
            <a:off x="19291302" y="2353733"/>
            <a:ext cx="232848" cy="334422"/>
          </a:xfrm>
          <a:custGeom>
            <a:rect b="b" l="l" r="r" t="t"/>
            <a:pathLst>
              <a:path extrusionOk="0" h="21600" w="21600">
                <a:moveTo>
                  <a:pt x="1516" y="0"/>
                </a:moveTo>
                <a:lnTo>
                  <a:pt x="379" y="0"/>
                </a:lnTo>
                <a:lnTo>
                  <a:pt x="0" y="260"/>
                </a:lnTo>
                <a:lnTo>
                  <a:pt x="0" y="21340"/>
                </a:lnTo>
                <a:lnTo>
                  <a:pt x="379" y="21600"/>
                </a:lnTo>
                <a:lnTo>
                  <a:pt x="1516" y="21600"/>
                </a:lnTo>
                <a:lnTo>
                  <a:pt x="21221" y="11451"/>
                </a:lnTo>
                <a:lnTo>
                  <a:pt x="21600" y="11190"/>
                </a:lnTo>
                <a:lnTo>
                  <a:pt x="21600" y="10410"/>
                </a:lnTo>
                <a:lnTo>
                  <a:pt x="21221" y="10149"/>
                </a:lnTo>
                <a:lnTo>
                  <a:pt x="1516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50"/>
          <p:cNvSpPr/>
          <p:nvPr/>
        </p:nvSpPr>
        <p:spPr>
          <a:xfrm>
            <a:off x="18292234" y="2341034"/>
            <a:ext cx="97362" cy="355590"/>
          </a:xfrm>
          <a:custGeom>
            <a:rect b="b" l="l" r="r" t="t"/>
            <a:pathLst>
              <a:path extrusionOk="0" h="21600" w="21600">
                <a:moveTo>
                  <a:pt x="17280" y="0"/>
                </a:moveTo>
                <a:lnTo>
                  <a:pt x="2592" y="0"/>
                </a:lnTo>
                <a:lnTo>
                  <a:pt x="0" y="728"/>
                </a:lnTo>
                <a:lnTo>
                  <a:pt x="0" y="20872"/>
                </a:lnTo>
                <a:lnTo>
                  <a:pt x="2592" y="21600"/>
                </a:lnTo>
                <a:lnTo>
                  <a:pt x="19872" y="21600"/>
                </a:lnTo>
                <a:lnTo>
                  <a:pt x="20736" y="21357"/>
                </a:lnTo>
                <a:lnTo>
                  <a:pt x="21600" y="20872"/>
                </a:lnTo>
                <a:lnTo>
                  <a:pt x="21600" y="728"/>
                </a:lnTo>
                <a:lnTo>
                  <a:pt x="20736" y="243"/>
                </a:lnTo>
                <a:lnTo>
                  <a:pt x="19872" y="0"/>
                </a:lnTo>
                <a:lnTo>
                  <a:pt x="1728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50"/>
          <p:cNvSpPr/>
          <p:nvPr/>
        </p:nvSpPr>
        <p:spPr>
          <a:xfrm>
            <a:off x="18440400" y="2353733"/>
            <a:ext cx="232848" cy="334422"/>
          </a:xfrm>
          <a:custGeom>
            <a:rect b="b" l="l" r="r" t="t"/>
            <a:pathLst>
              <a:path extrusionOk="0" h="21600" w="21600">
                <a:moveTo>
                  <a:pt x="20084" y="0"/>
                </a:moveTo>
                <a:lnTo>
                  <a:pt x="758" y="10149"/>
                </a:lnTo>
                <a:lnTo>
                  <a:pt x="0" y="10410"/>
                </a:lnTo>
                <a:lnTo>
                  <a:pt x="0" y="11190"/>
                </a:lnTo>
                <a:lnTo>
                  <a:pt x="758" y="11451"/>
                </a:lnTo>
                <a:lnTo>
                  <a:pt x="20084" y="21600"/>
                </a:lnTo>
                <a:lnTo>
                  <a:pt x="21221" y="21600"/>
                </a:lnTo>
                <a:lnTo>
                  <a:pt x="21600" y="21340"/>
                </a:lnTo>
                <a:lnTo>
                  <a:pt x="21600" y="260"/>
                </a:lnTo>
                <a:lnTo>
                  <a:pt x="21221" y="0"/>
                </a:lnTo>
                <a:lnTo>
                  <a:pt x="20084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50"/>
          <p:cNvSpPr/>
          <p:nvPr/>
        </p:nvSpPr>
        <p:spPr>
          <a:xfrm>
            <a:off x="17327033" y="2353733"/>
            <a:ext cx="237060" cy="334422"/>
          </a:xfrm>
          <a:custGeom>
            <a:rect b="b" l="l" r="r" t="t"/>
            <a:pathLst>
              <a:path extrusionOk="0" h="21600" w="21600">
                <a:moveTo>
                  <a:pt x="21600" y="4164"/>
                </a:moveTo>
                <a:lnTo>
                  <a:pt x="21600" y="260"/>
                </a:lnTo>
                <a:lnTo>
                  <a:pt x="20842" y="0"/>
                </a:lnTo>
                <a:lnTo>
                  <a:pt x="20084" y="0"/>
                </a:lnTo>
                <a:lnTo>
                  <a:pt x="379" y="10149"/>
                </a:lnTo>
                <a:lnTo>
                  <a:pt x="0" y="10410"/>
                </a:lnTo>
                <a:lnTo>
                  <a:pt x="0" y="11190"/>
                </a:lnTo>
                <a:lnTo>
                  <a:pt x="379" y="11451"/>
                </a:lnTo>
                <a:lnTo>
                  <a:pt x="20084" y="21600"/>
                </a:lnTo>
                <a:lnTo>
                  <a:pt x="20842" y="21600"/>
                </a:lnTo>
                <a:lnTo>
                  <a:pt x="21600" y="21340"/>
                </a:lnTo>
                <a:lnTo>
                  <a:pt x="21600" y="17436"/>
                </a:lnTo>
                <a:lnTo>
                  <a:pt x="8337" y="10930"/>
                </a:lnTo>
                <a:lnTo>
                  <a:pt x="21600" y="416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50"/>
          <p:cNvSpPr/>
          <p:nvPr/>
        </p:nvSpPr>
        <p:spPr>
          <a:xfrm>
            <a:off x="17487902" y="2353733"/>
            <a:ext cx="237060" cy="334422"/>
          </a:xfrm>
          <a:custGeom>
            <a:rect b="b" l="l" r="r" t="t"/>
            <a:pathLst>
              <a:path extrusionOk="0" h="21600" w="21600">
                <a:moveTo>
                  <a:pt x="20084" y="0"/>
                </a:moveTo>
                <a:lnTo>
                  <a:pt x="758" y="10149"/>
                </a:lnTo>
                <a:lnTo>
                  <a:pt x="0" y="10410"/>
                </a:lnTo>
                <a:lnTo>
                  <a:pt x="0" y="11190"/>
                </a:lnTo>
                <a:lnTo>
                  <a:pt x="758" y="11451"/>
                </a:lnTo>
                <a:lnTo>
                  <a:pt x="20084" y="21600"/>
                </a:lnTo>
                <a:lnTo>
                  <a:pt x="21221" y="21600"/>
                </a:lnTo>
                <a:lnTo>
                  <a:pt x="21600" y="21340"/>
                </a:lnTo>
                <a:lnTo>
                  <a:pt x="21600" y="260"/>
                </a:lnTo>
                <a:lnTo>
                  <a:pt x="21221" y="0"/>
                </a:lnTo>
                <a:lnTo>
                  <a:pt x="20084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50"/>
          <p:cNvSpPr/>
          <p:nvPr/>
        </p:nvSpPr>
        <p:spPr>
          <a:xfrm>
            <a:off x="16501533" y="2353733"/>
            <a:ext cx="232848" cy="334422"/>
          </a:xfrm>
          <a:custGeom>
            <a:rect b="b" l="l" r="r" t="t"/>
            <a:pathLst>
              <a:path extrusionOk="0" h="21600" w="21600">
                <a:moveTo>
                  <a:pt x="21221" y="10149"/>
                </a:moveTo>
                <a:lnTo>
                  <a:pt x="1516" y="0"/>
                </a:lnTo>
                <a:lnTo>
                  <a:pt x="379" y="0"/>
                </a:lnTo>
                <a:lnTo>
                  <a:pt x="0" y="260"/>
                </a:lnTo>
                <a:lnTo>
                  <a:pt x="0" y="4164"/>
                </a:lnTo>
                <a:lnTo>
                  <a:pt x="13263" y="10930"/>
                </a:lnTo>
                <a:lnTo>
                  <a:pt x="0" y="17436"/>
                </a:lnTo>
                <a:lnTo>
                  <a:pt x="0" y="21340"/>
                </a:lnTo>
                <a:lnTo>
                  <a:pt x="379" y="21600"/>
                </a:lnTo>
                <a:lnTo>
                  <a:pt x="1516" y="21600"/>
                </a:lnTo>
                <a:lnTo>
                  <a:pt x="21221" y="11451"/>
                </a:lnTo>
                <a:lnTo>
                  <a:pt x="21600" y="11190"/>
                </a:lnTo>
                <a:lnTo>
                  <a:pt x="21600" y="10410"/>
                </a:lnTo>
                <a:lnTo>
                  <a:pt x="21221" y="10149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50"/>
          <p:cNvSpPr/>
          <p:nvPr/>
        </p:nvSpPr>
        <p:spPr>
          <a:xfrm>
            <a:off x="16340666" y="2353733"/>
            <a:ext cx="232848" cy="334422"/>
          </a:xfrm>
          <a:custGeom>
            <a:rect b="b" l="l" r="r" t="t"/>
            <a:pathLst>
              <a:path extrusionOk="0" h="21600" w="21600">
                <a:moveTo>
                  <a:pt x="21214" y="10149"/>
                </a:moveTo>
                <a:lnTo>
                  <a:pt x="1157" y="0"/>
                </a:lnTo>
                <a:lnTo>
                  <a:pt x="386" y="0"/>
                </a:lnTo>
                <a:lnTo>
                  <a:pt x="0" y="260"/>
                </a:lnTo>
                <a:lnTo>
                  <a:pt x="0" y="21340"/>
                </a:lnTo>
                <a:lnTo>
                  <a:pt x="386" y="21600"/>
                </a:lnTo>
                <a:lnTo>
                  <a:pt x="1157" y="21600"/>
                </a:lnTo>
                <a:lnTo>
                  <a:pt x="21214" y="11451"/>
                </a:lnTo>
                <a:lnTo>
                  <a:pt x="21600" y="11190"/>
                </a:lnTo>
                <a:lnTo>
                  <a:pt x="21600" y="10410"/>
                </a:lnTo>
                <a:lnTo>
                  <a:pt x="21214" y="10149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50"/>
          <p:cNvSpPr/>
          <p:nvPr/>
        </p:nvSpPr>
        <p:spPr>
          <a:xfrm>
            <a:off x="21280969" y="2341034"/>
            <a:ext cx="97362" cy="355590"/>
          </a:xfrm>
          <a:custGeom>
            <a:rect b="b" l="l" r="r" t="t"/>
            <a:pathLst>
              <a:path extrusionOk="0" h="21600" w="21600">
                <a:moveTo>
                  <a:pt x="17280" y="0"/>
                </a:moveTo>
                <a:lnTo>
                  <a:pt x="2592" y="0"/>
                </a:lnTo>
                <a:lnTo>
                  <a:pt x="0" y="728"/>
                </a:lnTo>
                <a:lnTo>
                  <a:pt x="0" y="20872"/>
                </a:lnTo>
                <a:lnTo>
                  <a:pt x="2592" y="21600"/>
                </a:lnTo>
                <a:lnTo>
                  <a:pt x="19872" y="21600"/>
                </a:lnTo>
                <a:lnTo>
                  <a:pt x="20736" y="21357"/>
                </a:lnTo>
                <a:lnTo>
                  <a:pt x="21600" y="20872"/>
                </a:lnTo>
                <a:lnTo>
                  <a:pt x="21600" y="728"/>
                </a:lnTo>
                <a:lnTo>
                  <a:pt x="20736" y="243"/>
                </a:lnTo>
                <a:lnTo>
                  <a:pt x="19872" y="0"/>
                </a:lnTo>
                <a:lnTo>
                  <a:pt x="1728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50"/>
          <p:cNvSpPr/>
          <p:nvPr/>
        </p:nvSpPr>
        <p:spPr>
          <a:xfrm>
            <a:off x="21441834" y="2341034"/>
            <a:ext cx="97362" cy="355590"/>
          </a:xfrm>
          <a:custGeom>
            <a:rect b="b" l="l" r="r" t="t"/>
            <a:pathLst>
              <a:path extrusionOk="0" h="21600" w="21600">
                <a:moveTo>
                  <a:pt x="17280" y="0"/>
                </a:moveTo>
                <a:lnTo>
                  <a:pt x="1728" y="0"/>
                </a:lnTo>
                <a:lnTo>
                  <a:pt x="864" y="243"/>
                </a:lnTo>
                <a:lnTo>
                  <a:pt x="0" y="728"/>
                </a:lnTo>
                <a:lnTo>
                  <a:pt x="0" y="20872"/>
                </a:lnTo>
                <a:lnTo>
                  <a:pt x="864" y="21357"/>
                </a:lnTo>
                <a:lnTo>
                  <a:pt x="1728" y="21600"/>
                </a:lnTo>
                <a:lnTo>
                  <a:pt x="19008" y="21600"/>
                </a:lnTo>
                <a:lnTo>
                  <a:pt x="21600" y="20872"/>
                </a:lnTo>
                <a:lnTo>
                  <a:pt x="21600" y="728"/>
                </a:lnTo>
                <a:lnTo>
                  <a:pt x="19008" y="0"/>
                </a:lnTo>
                <a:lnTo>
                  <a:pt x="1728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50"/>
          <p:cNvSpPr/>
          <p:nvPr/>
        </p:nvSpPr>
        <p:spPr>
          <a:xfrm>
            <a:off x="22203834" y="2341034"/>
            <a:ext cx="372546" cy="355590"/>
          </a:xfrm>
          <a:custGeom>
            <a:rect b="b" l="l" r="r" t="t"/>
            <a:pathLst>
              <a:path extrusionOk="0" h="21600" w="21600">
                <a:moveTo>
                  <a:pt x="19173" y="0"/>
                </a:moveTo>
                <a:lnTo>
                  <a:pt x="2427" y="0"/>
                </a:lnTo>
                <a:lnTo>
                  <a:pt x="1699" y="243"/>
                </a:lnTo>
                <a:lnTo>
                  <a:pt x="728" y="728"/>
                </a:lnTo>
                <a:lnTo>
                  <a:pt x="485" y="1456"/>
                </a:lnTo>
                <a:lnTo>
                  <a:pt x="0" y="2427"/>
                </a:lnTo>
                <a:lnTo>
                  <a:pt x="0" y="19173"/>
                </a:lnTo>
                <a:lnTo>
                  <a:pt x="485" y="20144"/>
                </a:lnTo>
                <a:lnTo>
                  <a:pt x="728" y="20872"/>
                </a:lnTo>
                <a:lnTo>
                  <a:pt x="1699" y="21357"/>
                </a:lnTo>
                <a:lnTo>
                  <a:pt x="2427" y="21600"/>
                </a:lnTo>
                <a:lnTo>
                  <a:pt x="19173" y="21600"/>
                </a:lnTo>
                <a:lnTo>
                  <a:pt x="20144" y="21357"/>
                </a:lnTo>
                <a:lnTo>
                  <a:pt x="21115" y="20872"/>
                </a:lnTo>
                <a:lnTo>
                  <a:pt x="21357" y="20144"/>
                </a:lnTo>
                <a:lnTo>
                  <a:pt x="21600" y="19173"/>
                </a:lnTo>
                <a:lnTo>
                  <a:pt x="21600" y="2427"/>
                </a:lnTo>
                <a:lnTo>
                  <a:pt x="21357" y="1456"/>
                </a:lnTo>
                <a:lnTo>
                  <a:pt x="21115" y="728"/>
                </a:lnTo>
                <a:lnTo>
                  <a:pt x="20144" y="243"/>
                </a:lnTo>
                <a:lnTo>
                  <a:pt x="19173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50"/>
          <p:cNvSpPr/>
          <p:nvPr/>
        </p:nvSpPr>
        <p:spPr>
          <a:xfrm>
            <a:off x="13436600" y="3314701"/>
            <a:ext cx="372546" cy="359856"/>
          </a:xfrm>
          <a:custGeom>
            <a:rect b="b" l="l" r="r" t="t"/>
            <a:pathLst>
              <a:path extrusionOk="0" h="21600" w="21600">
                <a:moveTo>
                  <a:pt x="10921" y="0"/>
                </a:moveTo>
                <a:lnTo>
                  <a:pt x="8737" y="243"/>
                </a:lnTo>
                <a:lnTo>
                  <a:pt x="6553" y="971"/>
                </a:lnTo>
                <a:lnTo>
                  <a:pt x="4854" y="1699"/>
                </a:lnTo>
                <a:lnTo>
                  <a:pt x="3398" y="3155"/>
                </a:lnTo>
                <a:lnTo>
                  <a:pt x="1942" y="4854"/>
                </a:lnTo>
                <a:lnTo>
                  <a:pt x="971" y="6553"/>
                </a:lnTo>
                <a:lnTo>
                  <a:pt x="485" y="8737"/>
                </a:lnTo>
                <a:lnTo>
                  <a:pt x="0" y="10679"/>
                </a:lnTo>
                <a:lnTo>
                  <a:pt x="485" y="12863"/>
                </a:lnTo>
                <a:lnTo>
                  <a:pt x="971" y="14804"/>
                </a:lnTo>
                <a:lnTo>
                  <a:pt x="1942" y="16746"/>
                </a:lnTo>
                <a:lnTo>
                  <a:pt x="4854" y="19658"/>
                </a:lnTo>
                <a:lnTo>
                  <a:pt x="6553" y="20629"/>
                </a:lnTo>
                <a:lnTo>
                  <a:pt x="10921" y="21600"/>
                </a:lnTo>
                <a:lnTo>
                  <a:pt x="12863" y="21115"/>
                </a:lnTo>
                <a:lnTo>
                  <a:pt x="15047" y="20629"/>
                </a:lnTo>
                <a:lnTo>
                  <a:pt x="16746" y="19658"/>
                </a:lnTo>
                <a:lnTo>
                  <a:pt x="18445" y="18202"/>
                </a:lnTo>
                <a:lnTo>
                  <a:pt x="19901" y="16746"/>
                </a:lnTo>
                <a:lnTo>
                  <a:pt x="21357" y="12863"/>
                </a:lnTo>
                <a:lnTo>
                  <a:pt x="21600" y="10679"/>
                </a:lnTo>
                <a:lnTo>
                  <a:pt x="21357" y="8737"/>
                </a:lnTo>
                <a:lnTo>
                  <a:pt x="20629" y="6553"/>
                </a:lnTo>
                <a:lnTo>
                  <a:pt x="19901" y="4854"/>
                </a:lnTo>
                <a:lnTo>
                  <a:pt x="18445" y="3155"/>
                </a:lnTo>
                <a:lnTo>
                  <a:pt x="16746" y="1699"/>
                </a:lnTo>
                <a:lnTo>
                  <a:pt x="15047" y="971"/>
                </a:lnTo>
                <a:lnTo>
                  <a:pt x="12863" y="243"/>
                </a:lnTo>
                <a:lnTo>
                  <a:pt x="10921" y="0"/>
                </a:lnTo>
                <a:close/>
                <a:moveTo>
                  <a:pt x="10921" y="17960"/>
                </a:moveTo>
                <a:lnTo>
                  <a:pt x="9465" y="17960"/>
                </a:lnTo>
                <a:lnTo>
                  <a:pt x="8252" y="17231"/>
                </a:lnTo>
                <a:lnTo>
                  <a:pt x="7038" y="16746"/>
                </a:lnTo>
                <a:lnTo>
                  <a:pt x="5825" y="15775"/>
                </a:lnTo>
                <a:lnTo>
                  <a:pt x="4854" y="14562"/>
                </a:lnTo>
                <a:lnTo>
                  <a:pt x="4369" y="13348"/>
                </a:lnTo>
                <a:lnTo>
                  <a:pt x="3640" y="12135"/>
                </a:lnTo>
                <a:lnTo>
                  <a:pt x="3640" y="9222"/>
                </a:lnTo>
                <a:lnTo>
                  <a:pt x="4369" y="8009"/>
                </a:lnTo>
                <a:lnTo>
                  <a:pt x="4854" y="6796"/>
                </a:lnTo>
                <a:lnTo>
                  <a:pt x="5825" y="5582"/>
                </a:lnTo>
                <a:lnTo>
                  <a:pt x="8252" y="4126"/>
                </a:lnTo>
                <a:lnTo>
                  <a:pt x="9465" y="3640"/>
                </a:lnTo>
                <a:lnTo>
                  <a:pt x="12378" y="3640"/>
                </a:lnTo>
                <a:lnTo>
                  <a:pt x="13591" y="4126"/>
                </a:lnTo>
                <a:lnTo>
                  <a:pt x="16018" y="5582"/>
                </a:lnTo>
                <a:lnTo>
                  <a:pt x="17474" y="8009"/>
                </a:lnTo>
                <a:lnTo>
                  <a:pt x="17960" y="9222"/>
                </a:lnTo>
                <a:lnTo>
                  <a:pt x="17960" y="12135"/>
                </a:lnTo>
                <a:lnTo>
                  <a:pt x="17474" y="13348"/>
                </a:lnTo>
                <a:lnTo>
                  <a:pt x="16018" y="15775"/>
                </a:lnTo>
                <a:lnTo>
                  <a:pt x="14804" y="16746"/>
                </a:lnTo>
                <a:lnTo>
                  <a:pt x="13591" y="17231"/>
                </a:lnTo>
                <a:lnTo>
                  <a:pt x="12378" y="17960"/>
                </a:lnTo>
                <a:lnTo>
                  <a:pt x="10921" y="1796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50"/>
          <p:cNvSpPr/>
          <p:nvPr/>
        </p:nvSpPr>
        <p:spPr>
          <a:xfrm>
            <a:off x="13559367" y="3429000"/>
            <a:ext cx="127008" cy="122742"/>
          </a:xfrm>
          <a:custGeom>
            <a:rect b="b" l="l" r="r" t="t"/>
            <a:pathLst>
              <a:path extrusionOk="0" h="21600" w="21600">
                <a:moveTo>
                  <a:pt x="11172" y="0"/>
                </a:moveTo>
                <a:lnTo>
                  <a:pt x="6703" y="1440"/>
                </a:lnTo>
                <a:lnTo>
                  <a:pt x="3724" y="3600"/>
                </a:lnTo>
                <a:lnTo>
                  <a:pt x="745" y="6480"/>
                </a:lnTo>
                <a:lnTo>
                  <a:pt x="0" y="10800"/>
                </a:lnTo>
                <a:lnTo>
                  <a:pt x="745" y="15120"/>
                </a:lnTo>
                <a:lnTo>
                  <a:pt x="6703" y="20880"/>
                </a:lnTo>
                <a:lnTo>
                  <a:pt x="11172" y="21600"/>
                </a:lnTo>
                <a:lnTo>
                  <a:pt x="15641" y="20880"/>
                </a:lnTo>
                <a:lnTo>
                  <a:pt x="18621" y="18000"/>
                </a:lnTo>
                <a:lnTo>
                  <a:pt x="20855" y="15120"/>
                </a:lnTo>
                <a:lnTo>
                  <a:pt x="21600" y="10800"/>
                </a:lnTo>
                <a:lnTo>
                  <a:pt x="20855" y="6480"/>
                </a:lnTo>
                <a:lnTo>
                  <a:pt x="18621" y="3600"/>
                </a:lnTo>
                <a:lnTo>
                  <a:pt x="15641" y="1440"/>
                </a:lnTo>
                <a:lnTo>
                  <a:pt x="11172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50"/>
          <p:cNvSpPr/>
          <p:nvPr/>
        </p:nvSpPr>
        <p:spPr>
          <a:xfrm>
            <a:off x="14448367" y="3314701"/>
            <a:ext cx="309042" cy="359856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21600"/>
                </a:lnTo>
                <a:lnTo>
                  <a:pt x="21600" y="10679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50"/>
          <p:cNvSpPr/>
          <p:nvPr/>
        </p:nvSpPr>
        <p:spPr>
          <a:xfrm>
            <a:off x="13402733" y="2341034"/>
            <a:ext cx="419094" cy="355590"/>
          </a:xfrm>
          <a:custGeom>
            <a:rect b="b" l="l" r="r" t="t"/>
            <a:pathLst>
              <a:path extrusionOk="0" h="21600" w="21600">
                <a:moveTo>
                  <a:pt x="19523" y="0"/>
                </a:moveTo>
                <a:lnTo>
                  <a:pt x="2077" y="0"/>
                </a:lnTo>
                <a:lnTo>
                  <a:pt x="1454" y="243"/>
                </a:lnTo>
                <a:lnTo>
                  <a:pt x="623" y="728"/>
                </a:lnTo>
                <a:lnTo>
                  <a:pt x="415" y="1456"/>
                </a:lnTo>
                <a:lnTo>
                  <a:pt x="0" y="2427"/>
                </a:lnTo>
                <a:lnTo>
                  <a:pt x="0" y="19173"/>
                </a:lnTo>
                <a:lnTo>
                  <a:pt x="415" y="20144"/>
                </a:lnTo>
                <a:lnTo>
                  <a:pt x="623" y="20872"/>
                </a:lnTo>
                <a:lnTo>
                  <a:pt x="1454" y="21357"/>
                </a:lnTo>
                <a:lnTo>
                  <a:pt x="2077" y="21600"/>
                </a:lnTo>
                <a:lnTo>
                  <a:pt x="19523" y="21600"/>
                </a:lnTo>
                <a:lnTo>
                  <a:pt x="20354" y="21357"/>
                </a:lnTo>
                <a:lnTo>
                  <a:pt x="21185" y="20872"/>
                </a:lnTo>
                <a:lnTo>
                  <a:pt x="21392" y="20144"/>
                </a:lnTo>
                <a:lnTo>
                  <a:pt x="21600" y="19173"/>
                </a:lnTo>
                <a:lnTo>
                  <a:pt x="21600" y="2427"/>
                </a:lnTo>
                <a:lnTo>
                  <a:pt x="21392" y="1456"/>
                </a:lnTo>
                <a:lnTo>
                  <a:pt x="21185" y="728"/>
                </a:lnTo>
                <a:lnTo>
                  <a:pt x="20354" y="243"/>
                </a:lnTo>
                <a:lnTo>
                  <a:pt x="19523" y="0"/>
                </a:lnTo>
                <a:close/>
                <a:moveTo>
                  <a:pt x="7269" y="2427"/>
                </a:moveTo>
                <a:lnTo>
                  <a:pt x="9346" y="2427"/>
                </a:lnTo>
                <a:lnTo>
                  <a:pt x="9346" y="4854"/>
                </a:lnTo>
                <a:lnTo>
                  <a:pt x="7269" y="4854"/>
                </a:lnTo>
                <a:lnTo>
                  <a:pt x="7269" y="2427"/>
                </a:lnTo>
                <a:close/>
                <a:moveTo>
                  <a:pt x="4154" y="19173"/>
                </a:moveTo>
                <a:lnTo>
                  <a:pt x="2077" y="19173"/>
                </a:lnTo>
                <a:lnTo>
                  <a:pt x="2077" y="16746"/>
                </a:lnTo>
                <a:lnTo>
                  <a:pt x="4154" y="16746"/>
                </a:lnTo>
                <a:lnTo>
                  <a:pt x="4154" y="19173"/>
                </a:lnTo>
                <a:close/>
                <a:moveTo>
                  <a:pt x="4154" y="4854"/>
                </a:moveTo>
                <a:lnTo>
                  <a:pt x="2077" y="4854"/>
                </a:lnTo>
                <a:lnTo>
                  <a:pt x="2077" y="2427"/>
                </a:lnTo>
                <a:lnTo>
                  <a:pt x="4154" y="2427"/>
                </a:lnTo>
                <a:lnTo>
                  <a:pt x="4154" y="4854"/>
                </a:lnTo>
                <a:close/>
                <a:moveTo>
                  <a:pt x="9346" y="19173"/>
                </a:moveTo>
                <a:lnTo>
                  <a:pt x="7269" y="19173"/>
                </a:lnTo>
                <a:lnTo>
                  <a:pt x="7269" y="16746"/>
                </a:lnTo>
                <a:lnTo>
                  <a:pt x="9346" y="16746"/>
                </a:lnTo>
                <a:lnTo>
                  <a:pt x="9346" y="19173"/>
                </a:lnTo>
                <a:close/>
                <a:moveTo>
                  <a:pt x="14331" y="19173"/>
                </a:moveTo>
                <a:lnTo>
                  <a:pt x="12462" y="19173"/>
                </a:lnTo>
                <a:lnTo>
                  <a:pt x="12462" y="16746"/>
                </a:lnTo>
                <a:lnTo>
                  <a:pt x="14331" y="16746"/>
                </a:lnTo>
                <a:lnTo>
                  <a:pt x="14331" y="19173"/>
                </a:lnTo>
                <a:close/>
                <a:moveTo>
                  <a:pt x="8308" y="14319"/>
                </a:moveTo>
                <a:lnTo>
                  <a:pt x="8308" y="7281"/>
                </a:lnTo>
                <a:lnTo>
                  <a:pt x="14331" y="10921"/>
                </a:lnTo>
                <a:lnTo>
                  <a:pt x="8308" y="14319"/>
                </a:lnTo>
                <a:close/>
                <a:moveTo>
                  <a:pt x="14331" y="4854"/>
                </a:moveTo>
                <a:lnTo>
                  <a:pt x="12462" y="4854"/>
                </a:lnTo>
                <a:lnTo>
                  <a:pt x="12462" y="2427"/>
                </a:lnTo>
                <a:lnTo>
                  <a:pt x="14331" y="2427"/>
                </a:lnTo>
                <a:lnTo>
                  <a:pt x="14331" y="4854"/>
                </a:lnTo>
                <a:close/>
                <a:moveTo>
                  <a:pt x="19523" y="19173"/>
                </a:moveTo>
                <a:lnTo>
                  <a:pt x="17446" y="19173"/>
                </a:lnTo>
                <a:lnTo>
                  <a:pt x="17446" y="16746"/>
                </a:lnTo>
                <a:lnTo>
                  <a:pt x="19523" y="16746"/>
                </a:lnTo>
                <a:lnTo>
                  <a:pt x="19523" y="19173"/>
                </a:lnTo>
                <a:close/>
                <a:moveTo>
                  <a:pt x="19523" y="4854"/>
                </a:moveTo>
                <a:lnTo>
                  <a:pt x="17446" y="4854"/>
                </a:lnTo>
                <a:lnTo>
                  <a:pt x="17446" y="2427"/>
                </a:lnTo>
                <a:lnTo>
                  <a:pt x="19523" y="2427"/>
                </a:lnTo>
                <a:lnTo>
                  <a:pt x="19523" y="485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50"/>
          <p:cNvSpPr/>
          <p:nvPr/>
        </p:nvSpPr>
        <p:spPr>
          <a:xfrm>
            <a:off x="14376400" y="2341034"/>
            <a:ext cx="444528" cy="355590"/>
          </a:xfrm>
          <a:custGeom>
            <a:rect b="b" l="l" r="r" t="t"/>
            <a:pathLst>
              <a:path extrusionOk="0" h="21600" w="21600">
                <a:moveTo>
                  <a:pt x="19618" y="0"/>
                </a:moveTo>
                <a:lnTo>
                  <a:pt x="1982" y="0"/>
                </a:lnTo>
                <a:lnTo>
                  <a:pt x="1189" y="243"/>
                </a:lnTo>
                <a:lnTo>
                  <a:pt x="594" y="728"/>
                </a:lnTo>
                <a:lnTo>
                  <a:pt x="198" y="1456"/>
                </a:lnTo>
                <a:lnTo>
                  <a:pt x="0" y="2427"/>
                </a:lnTo>
                <a:lnTo>
                  <a:pt x="0" y="19173"/>
                </a:lnTo>
                <a:lnTo>
                  <a:pt x="198" y="20144"/>
                </a:lnTo>
                <a:lnTo>
                  <a:pt x="594" y="20872"/>
                </a:lnTo>
                <a:lnTo>
                  <a:pt x="1189" y="21357"/>
                </a:lnTo>
                <a:lnTo>
                  <a:pt x="1982" y="21600"/>
                </a:lnTo>
                <a:lnTo>
                  <a:pt x="19618" y="21600"/>
                </a:lnTo>
                <a:lnTo>
                  <a:pt x="20411" y="21357"/>
                </a:lnTo>
                <a:lnTo>
                  <a:pt x="21006" y="20872"/>
                </a:lnTo>
                <a:lnTo>
                  <a:pt x="21402" y="20144"/>
                </a:lnTo>
                <a:lnTo>
                  <a:pt x="21600" y="19173"/>
                </a:lnTo>
                <a:lnTo>
                  <a:pt x="21600" y="2427"/>
                </a:lnTo>
                <a:lnTo>
                  <a:pt x="21402" y="1456"/>
                </a:lnTo>
                <a:lnTo>
                  <a:pt x="21006" y="728"/>
                </a:lnTo>
                <a:lnTo>
                  <a:pt x="20411" y="243"/>
                </a:lnTo>
                <a:lnTo>
                  <a:pt x="19618" y="0"/>
                </a:lnTo>
                <a:close/>
                <a:moveTo>
                  <a:pt x="10701" y="19173"/>
                </a:moveTo>
                <a:lnTo>
                  <a:pt x="9314" y="18930"/>
                </a:lnTo>
                <a:lnTo>
                  <a:pt x="8125" y="18688"/>
                </a:lnTo>
                <a:lnTo>
                  <a:pt x="6936" y="17717"/>
                </a:lnTo>
                <a:lnTo>
                  <a:pt x="5945" y="16746"/>
                </a:lnTo>
                <a:lnTo>
                  <a:pt x="5152" y="15533"/>
                </a:lnTo>
                <a:lnTo>
                  <a:pt x="4360" y="14076"/>
                </a:lnTo>
                <a:lnTo>
                  <a:pt x="4161" y="12620"/>
                </a:lnTo>
                <a:lnTo>
                  <a:pt x="3963" y="10921"/>
                </a:lnTo>
                <a:lnTo>
                  <a:pt x="4161" y="8980"/>
                </a:lnTo>
                <a:lnTo>
                  <a:pt x="4360" y="7524"/>
                </a:lnTo>
                <a:lnTo>
                  <a:pt x="5152" y="6067"/>
                </a:lnTo>
                <a:lnTo>
                  <a:pt x="5945" y="4854"/>
                </a:lnTo>
                <a:lnTo>
                  <a:pt x="6936" y="3883"/>
                </a:lnTo>
                <a:lnTo>
                  <a:pt x="8125" y="2912"/>
                </a:lnTo>
                <a:lnTo>
                  <a:pt x="9314" y="2670"/>
                </a:lnTo>
                <a:lnTo>
                  <a:pt x="10701" y="2427"/>
                </a:lnTo>
                <a:lnTo>
                  <a:pt x="12286" y="2670"/>
                </a:lnTo>
                <a:lnTo>
                  <a:pt x="13475" y="2912"/>
                </a:lnTo>
                <a:lnTo>
                  <a:pt x="14664" y="3883"/>
                </a:lnTo>
                <a:lnTo>
                  <a:pt x="15655" y="4854"/>
                </a:lnTo>
                <a:lnTo>
                  <a:pt x="16448" y="6067"/>
                </a:lnTo>
                <a:lnTo>
                  <a:pt x="17240" y="7524"/>
                </a:lnTo>
                <a:lnTo>
                  <a:pt x="17439" y="8980"/>
                </a:lnTo>
                <a:lnTo>
                  <a:pt x="17637" y="10921"/>
                </a:lnTo>
                <a:lnTo>
                  <a:pt x="17439" y="12620"/>
                </a:lnTo>
                <a:lnTo>
                  <a:pt x="17240" y="14076"/>
                </a:lnTo>
                <a:lnTo>
                  <a:pt x="16448" y="15533"/>
                </a:lnTo>
                <a:lnTo>
                  <a:pt x="15655" y="16746"/>
                </a:lnTo>
                <a:lnTo>
                  <a:pt x="14664" y="17717"/>
                </a:lnTo>
                <a:lnTo>
                  <a:pt x="13475" y="18688"/>
                </a:lnTo>
                <a:lnTo>
                  <a:pt x="12286" y="18930"/>
                </a:lnTo>
                <a:lnTo>
                  <a:pt x="10701" y="1917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50"/>
          <p:cNvSpPr/>
          <p:nvPr/>
        </p:nvSpPr>
        <p:spPr>
          <a:xfrm>
            <a:off x="14499167" y="2412999"/>
            <a:ext cx="198990" cy="211680"/>
          </a:xfrm>
          <a:custGeom>
            <a:rect b="b" l="l" r="r" t="t"/>
            <a:pathLst>
              <a:path extrusionOk="0" h="21600" w="21600">
                <a:moveTo>
                  <a:pt x="10580" y="0"/>
                </a:moveTo>
                <a:lnTo>
                  <a:pt x="8816" y="0"/>
                </a:lnTo>
                <a:lnTo>
                  <a:pt x="6612" y="882"/>
                </a:lnTo>
                <a:lnTo>
                  <a:pt x="4849" y="1763"/>
                </a:lnTo>
                <a:lnTo>
                  <a:pt x="3086" y="3086"/>
                </a:lnTo>
                <a:lnTo>
                  <a:pt x="1763" y="4849"/>
                </a:lnTo>
                <a:lnTo>
                  <a:pt x="882" y="6612"/>
                </a:lnTo>
                <a:lnTo>
                  <a:pt x="0" y="8816"/>
                </a:lnTo>
                <a:lnTo>
                  <a:pt x="0" y="12784"/>
                </a:lnTo>
                <a:lnTo>
                  <a:pt x="882" y="14988"/>
                </a:lnTo>
                <a:lnTo>
                  <a:pt x="1763" y="16751"/>
                </a:lnTo>
                <a:lnTo>
                  <a:pt x="3086" y="18514"/>
                </a:lnTo>
                <a:lnTo>
                  <a:pt x="4849" y="20278"/>
                </a:lnTo>
                <a:lnTo>
                  <a:pt x="6612" y="20718"/>
                </a:lnTo>
                <a:lnTo>
                  <a:pt x="8816" y="21600"/>
                </a:lnTo>
                <a:lnTo>
                  <a:pt x="12784" y="21600"/>
                </a:lnTo>
                <a:lnTo>
                  <a:pt x="14988" y="20718"/>
                </a:lnTo>
                <a:lnTo>
                  <a:pt x="16751" y="20278"/>
                </a:lnTo>
                <a:lnTo>
                  <a:pt x="18514" y="18514"/>
                </a:lnTo>
                <a:lnTo>
                  <a:pt x="19837" y="16751"/>
                </a:lnTo>
                <a:lnTo>
                  <a:pt x="20718" y="14988"/>
                </a:lnTo>
                <a:lnTo>
                  <a:pt x="21600" y="12784"/>
                </a:lnTo>
                <a:lnTo>
                  <a:pt x="21600" y="8816"/>
                </a:lnTo>
                <a:lnTo>
                  <a:pt x="20718" y="6612"/>
                </a:lnTo>
                <a:lnTo>
                  <a:pt x="19837" y="4849"/>
                </a:lnTo>
                <a:lnTo>
                  <a:pt x="18514" y="3086"/>
                </a:lnTo>
                <a:lnTo>
                  <a:pt x="16751" y="1763"/>
                </a:lnTo>
                <a:lnTo>
                  <a:pt x="14988" y="882"/>
                </a:lnTo>
                <a:lnTo>
                  <a:pt x="12784" y="0"/>
                </a:lnTo>
                <a:lnTo>
                  <a:pt x="10580" y="0"/>
                </a:lnTo>
                <a:close/>
                <a:moveTo>
                  <a:pt x="6612" y="17192"/>
                </a:moveTo>
                <a:lnTo>
                  <a:pt x="6612" y="4408"/>
                </a:lnTo>
                <a:lnTo>
                  <a:pt x="17192" y="11020"/>
                </a:lnTo>
                <a:lnTo>
                  <a:pt x="6612" y="1719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50"/>
          <p:cNvSpPr/>
          <p:nvPr/>
        </p:nvSpPr>
        <p:spPr>
          <a:xfrm>
            <a:off x="15388167" y="3289301"/>
            <a:ext cx="372546" cy="249750"/>
          </a:xfrm>
          <a:custGeom>
            <a:rect b="b" l="l" r="r" t="t"/>
            <a:pathLst>
              <a:path extrusionOk="0" h="21600" w="21600">
                <a:moveTo>
                  <a:pt x="19173" y="10983"/>
                </a:moveTo>
                <a:lnTo>
                  <a:pt x="18930" y="8420"/>
                </a:lnTo>
                <a:lnTo>
                  <a:pt x="18202" y="6590"/>
                </a:lnTo>
                <a:lnTo>
                  <a:pt x="17231" y="4393"/>
                </a:lnTo>
                <a:lnTo>
                  <a:pt x="16018" y="3295"/>
                </a:lnTo>
                <a:lnTo>
                  <a:pt x="15047" y="1831"/>
                </a:lnTo>
                <a:lnTo>
                  <a:pt x="13834" y="732"/>
                </a:lnTo>
                <a:lnTo>
                  <a:pt x="12135" y="0"/>
                </a:lnTo>
                <a:lnTo>
                  <a:pt x="9222" y="0"/>
                </a:lnTo>
                <a:lnTo>
                  <a:pt x="7766" y="732"/>
                </a:lnTo>
                <a:lnTo>
                  <a:pt x="6553" y="1831"/>
                </a:lnTo>
                <a:lnTo>
                  <a:pt x="5339" y="3295"/>
                </a:lnTo>
                <a:lnTo>
                  <a:pt x="4126" y="4393"/>
                </a:lnTo>
                <a:lnTo>
                  <a:pt x="3155" y="6590"/>
                </a:lnTo>
                <a:lnTo>
                  <a:pt x="2670" y="8420"/>
                </a:lnTo>
                <a:lnTo>
                  <a:pt x="2427" y="10983"/>
                </a:lnTo>
                <a:lnTo>
                  <a:pt x="485" y="11715"/>
                </a:lnTo>
                <a:lnTo>
                  <a:pt x="243" y="13180"/>
                </a:lnTo>
                <a:lnTo>
                  <a:pt x="0" y="14278"/>
                </a:lnTo>
                <a:lnTo>
                  <a:pt x="0" y="17939"/>
                </a:lnTo>
                <a:lnTo>
                  <a:pt x="485" y="20868"/>
                </a:lnTo>
                <a:lnTo>
                  <a:pt x="2427" y="21600"/>
                </a:lnTo>
                <a:lnTo>
                  <a:pt x="4854" y="21600"/>
                </a:lnTo>
                <a:lnTo>
                  <a:pt x="4854" y="10983"/>
                </a:lnTo>
                <a:lnTo>
                  <a:pt x="5339" y="9153"/>
                </a:lnTo>
                <a:lnTo>
                  <a:pt x="5582" y="7688"/>
                </a:lnTo>
                <a:lnTo>
                  <a:pt x="7524" y="4759"/>
                </a:lnTo>
                <a:lnTo>
                  <a:pt x="8252" y="4393"/>
                </a:lnTo>
                <a:lnTo>
                  <a:pt x="9465" y="3661"/>
                </a:lnTo>
                <a:lnTo>
                  <a:pt x="11892" y="3661"/>
                </a:lnTo>
                <a:lnTo>
                  <a:pt x="13106" y="4393"/>
                </a:lnTo>
                <a:lnTo>
                  <a:pt x="14076" y="4759"/>
                </a:lnTo>
                <a:lnTo>
                  <a:pt x="15047" y="6224"/>
                </a:lnTo>
                <a:lnTo>
                  <a:pt x="15775" y="7688"/>
                </a:lnTo>
                <a:lnTo>
                  <a:pt x="16018" y="9153"/>
                </a:lnTo>
                <a:lnTo>
                  <a:pt x="16746" y="10983"/>
                </a:lnTo>
                <a:lnTo>
                  <a:pt x="16746" y="21600"/>
                </a:lnTo>
                <a:lnTo>
                  <a:pt x="19173" y="21600"/>
                </a:lnTo>
                <a:lnTo>
                  <a:pt x="19901" y="21234"/>
                </a:lnTo>
                <a:lnTo>
                  <a:pt x="20872" y="20868"/>
                </a:lnTo>
                <a:lnTo>
                  <a:pt x="21115" y="19403"/>
                </a:lnTo>
                <a:lnTo>
                  <a:pt x="21600" y="17939"/>
                </a:lnTo>
                <a:lnTo>
                  <a:pt x="21600" y="14278"/>
                </a:lnTo>
                <a:lnTo>
                  <a:pt x="21115" y="13180"/>
                </a:lnTo>
                <a:lnTo>
                  <a:pt x="20872" y="11715"/>
                </a:lnTo>
                <a:lnTo>
                  <a:pt x="19901" y="11349"/>
                </a:lnTo>
                <a:lnTo>
                  <a:pt x="19173" y="1098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50"/>
          <p:cNvSpPr/>
          <p:nvPr/>
        </p:nvSpPr>
        <p:spPr>
          <a:xfrm>
            <a:off x="15489767" y="3378200"/>
            <a:ext cx="156654" cy="160866"/>
          </a:xfrm>
          <a:custGeom>
            <a:rect b="b" l="l" r="r" t="t"/>
            <a:pathLst>
              <a:path extrusionOk="0" h="21600" w="21600">
                <a:moveTo>
                  <a:pt x="21600" y="10523"/>
                </a:moveTo>
                <a:lnTo>
                  <a:pt x="21600" y="8862"/>
                </a:lnTo>
                <a:lnTo>
                  <a:pt x="21046" y="6646"/>
                </a:lnTo>
                <a:lnTo>
                  <a:pt x="18277" y="3323"/>
                </a:lnTo>
                <a:lnTo>
                  <a:pt x="14954" y="554"/>
                </a:lnTo>
                <a:lnTo>
                  <a:pt x="12738" y="0"/>
                </a:lnTo>
                <a:lnTo>
                  <a:pt x="8862" y="0"/>
                </a:lnTo>
                <a:lnTo>
                  <a:pt x="6646" y="554"/>
                </a:lnTo>
                <a:lnTo>
                  <a:pt x="3323" y="3323"/>
                </a:lnTo>
                <a:lnTo>
                  <a:pt x="554" y="6646"/>
                </a:lnTo>
                <a:lnTo>
                  <a:pt x="0" y="8862"/>
                </a:lnTo>
                <a:lnTo>
                  <a:pt x="0" y="12738"/>
                </a:lnTo>
                <a:lnTo>
                  <a:pt x="554" y="14954"/>
                </a:lnTo>
                <a:lnTo>
                  <a:pt x="3323" y="18277"/>
                </a:lnTo>
                <a:lnTo>
                  <a:pt x="6646" y="21046"/>
                </a:lnTo>
                <a:lnTo>
                  <a:pt x="8862" y="21600"/>
                </a:lnTo>
                <a:lnTo>
                  <a:pt x="12738" y="21600"/>
                </a:lnTo>
                <a:lnTo>
                  <a:pt x="14954" y="21046"/>
                </a:lnTo>
                <a:lnTo>
                  <a:pt x="18277" y="18277"/>
                </a:lnTo>
                <a:lnTo>
                  <a:pt x="21046" y="14954"/>
                </a:lnTo>
                <a:lnTo>
                  <a:pt x="21600" y="12738"/>
                </a:lnTo>
                <a:lnTo>
                  <a:pt x="21600" y="1052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50"/>
          <p:cNvSpPr/>
          <p:nvPr/>
        </p:nvSpPr>
        <p:spPr>
          <a:xfrm>
            <a:off x="15413567" y="3551767"/>
            <a:ext cx="321732" cy="148176"/>
          </a:xfrm>
          <a:custGeom>
            <a:rect b="b" l="l" r="r" t="t"/>
            <a:pathLst>
              <a:path extrusionOk="0" h="21600" w="21600">
                <a:moveTo>
                  <a:pt x="10663" y="0"/>
                </a:moveTo>
                <a:lnTo>
                  <a:pt x="8476" y="0"/>
                </a:lnTo>
                <a:lnTo>
                  <a:pt x="6289" y="1234"/>
                </a:lnTo>
                <a:lnTo>
                  <a:pt x="4648" y="3086"/>
                </a:lnTo>
                <a:lnTo>
                  <a:pt x="3008" y="5554"/>
                </a:lnTo>
                <a:lnTo>
                  <a:pt x="1641" y="7406"/>
                </a:lnTo>
                <a:lnTo>
                  <a:pt x="547" y="10491"/>
                </a:lnTo>
                <a:lnTo>
                  <a:pt x="273" y="14194"/>
                </a:lnTo>
                <a:lnTo>
                  <a:pt x="0" y="18514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8514"/>
                </a:lnTo>
                <a:lnTo>
                  <a:pt x="21053" y="14194"/>
                </a:lnTo>
                <a:lnTo>
                  <a:pt x="20780" y="10491"/>
                </a:lnTo>
                <a:lnTo>
                  <a:pt x="19959" y="7406"/>
                </a:lnTo>
                <a:lnTo>
                  <a:pt x="18592" y="5554"/>
                </a:lnTo>
                <a:lnTo>
                  <a:pt x="16678" y="3086"/>
                </a:lnTo>
                <a:lnTo>
                  <a:pt x="15038" y="1234"/>
                </a:lnTo>
                <a:lnTo>
                  <a:pt x="13124" y="0"/>
                </a:lnTo>
                <a:lnTo>
                  <a:pt x="10663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50"/>
          <p:cNvSpPr/>
          <p:nvPr/>
        </p:nvSpPr>
        <p:spPr>
          <a:xfrm>
            <a:off x="17339733" y="3314701"/>
            <a:ext cx="347112" cy="385236"/>
          </a:xfrm>
          <a:custGeom>
            <a:rect b="b" l="l" r="r" t="t"/>
            <a:pathLst>
              <a:path extrusionOk="0" h="21600" w="21600">
                <a:moveTo>
                  <a:pt x="21086" y="230"/>
                </a:moveTo>
                <a:lnTo>
                  <a:pt x="20057" y="0"/>
                </a:lnTo>
                <a:lnTo>
                  <a:pt x="19029" y="0"/>
                </a:lnTo>
                <a:lnTo>
                  <a:pt x="6429" y="3447"/>
                </a:lnTo>
                <a:lnTo>
                  <a:pt x="6171" y="3677"/>
                </a:lnTo>
                <a:lnTo>
                  <a:pt x="5400" y="3906"/>
                </a:lnTo>
                <a:lnTo>
                  <a:pt x="5143" y="4596"/>
                </a:lnTo>
                <a:lnTo>
                  <a:pt x="5143" y="13557"/>
                </a:lnTo>
                <a:lnTo>
                  <a:pt x="4629" y="13557"/>
                </a:lnTo>
                <a:lnTo>
                  <a:pt x="3086" y="13787"/>
                </a:lnTo>
                <a:lnTo>
                  <a:pt x="1286" y="14706"/>
                </a:lnTo>
                <a:lnTo>
                  <a:pt x="514" y="16085"/>
                </a:lnTo>
                <a:lnTo>
                  <a:pt x="0" y="17464"/>
                </a:lnTo>
                <a:lnTo>
                  <a:pt x="514" y="18843"/>
                </a:lnTo>
                <a:lnTo>
                  <a:pt x="1286" y="20451"/>
                </a:lnTo>
                <a:lnTo>
                  <a:pt x="3086" y="21140"/>
                </a:lnTo>
                <a:lnTo>
                  <a:pt x="4629" y="21600"/>
                </a:lnTo>
                <a:lnTo>
                  <a:pt x="6171" y="21140"/>
                </a:lnTo>
                <a:lnTo>
                  <a:pt x="7714" y="20451"/>
                </a:lnTo>
                <a:lnTo>
                  <a:pt x="8743" y="18843"/>
                </a:lnTo>
                <a:lnTo>
                  <a:pt x="9000" y="17464"/>
                </a:lnTo>
                <a:lnTo>
                  <a:pt x="9000" y="6204"/>
                </a:lnTo>
                <a:lnTo>
                  <a:pt x="18000" y="3906"/>
                </a:lnTo>
                <a:lnTo>
                  <a:pt x="18000" y="11260"/>
                </a:lnTo>
                <a:lnTo>
                  <a:pt x="17229" y="11260"/>
                </a:lnTo>
                <a:lnTo>
                  <a:pt x="15686" y="11489"/>
                </a:lnTo>
                <a:lnTo>
                  <a:pt x="14143" y="12409"/>
                </a:lnTo>
                <a:lnTo>
                  <a:pt x="13114" y="13787"/>
                </a:lnTo>
                <a:lnTo>
                  <a:pt x="12857" y="15166"/>
                </a:lnTo>
                <a:lnTo>
                  <a:pt x="13114" y="16774"/>
                </a:lnTo>
                <a:lnTo>
                  <a:pt x="14143" y="18153"/>
                </a:lnTo>
                <a:lnTo>
                  <a:pt x="15686" y="18843"/>
                </a:lnTo>
                <a:lnTo>
                  <a:pt x="17229" y="19302"/>
                </a:lnTo>
                <a:lnTo>
                  <a:pt x="18771" y="18843"/>
                </a:lnTo>
                <a:lnTo>
                  <a:pt x="20314" y="18153"/>
                </a:lnTo>
                <a:lnTo>
                  <a:pt x="21343" y="16774"/>
                </a:lnTo>
                <a:lnTo>
                  <a:pt x="21600" y="15166"/>
                </a:lnTo>
                <a:lnTo>
                  <a:pt x="21600" y="1609"/>
                </a:lnTo>
                <a:lnTo>
                  <a:pt x="21086" y="23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50"/>
          <p:cNvSpPr/>
          <p:nvPr/>
        </p:nvSpPr>
        <p:spPr>
          <a:xfrm>
            <a:off x="20264969" y="3314701"/>
            <a:ext cx="372546" cy="372546"/>
          </a:xfrm>
          <a:custGeom>
            <a:rect b="b" l="l" r="r" t="t"/>
            <a:pathLst>
              <a:path extrusionOk="0" h="21600" w="21600">
                <a:moveTo>
                  <a:pt x="19938" y="0"/>
                </a:moveTo>
                <a:lnTo>
                  <a:pt x="0" y="19938"/>
                </a:lnTo>
                <a:lnTo>
                  <a:pt x="1662" y="21600"/>
                </a:lnTo>
                <a:lnTo>
                  <a:pt x="7596" y="15903"/>
                </a:lnTo>
                <a:lnTo>
                  <a:pt x="11631" y="20413"/>
                </a:lnTo>
                <a:lnTo>
                  <a:pt x="12343" y="20888"/>
                </a:lnTo>
                <a:lnTo>
                  <a:pt x="12818" y="20888"/>
                </a:lnTo>
                <a:lnTo>
                  <a:pt x="13530" y="20176"/>
                </a:lnTo>
                <a:lnTo>
                  <a:pt x="13767" y="19701"/>
                </a:lnTo>
                <a:lnTo>
                  <a:pt x="13767" y="9732"/>
                </a:lnTo>
                <a:lnTo>
                  <a:pt x="21600" y="1662"/>
                </a:lnTo>
                <a:lnTo>
                  <a:pt x="19938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50"/>
          <p:cNvSpPr/>
          <p:nvPr/>
        </p:nvSpPr>
        <p:spPr>
          <a:xfrm>
            <a:off x="20303066" y="3314701"/>
            <a:ext cx="198990" cy="249750"/>
          </a:xfrm>
          <a:custGeom>
            <a:rect b="b" l="l" r="r" t="t"/>
            <a:pathLst>
              <a:path extrusionOk="0" h="21600" w="21600">
                <a:moveTo>
                  <a:pt x="21600" y="4603"/>
                </a:moveTo>
                <a:lnTo>
                  <a:pt x="21600" y="1770"/>
                </a:lnTo>
                <a:lnTo>
                  <a:pt x="21159" y="708"/>
                </a:lnTo>
                <a:lnTo>
                  <a:pt x="19837" y="0"/>
                </a:lnTo>
                <a:lnTo>
                  <a:pt x="18955" y="0"/>
                </a:lnTo>
                <a:lnTo>
                  <a:pt x="17633" y="354"/>
                </a:lnTo>
                <a:lnTo>
                  <a:pt x="8376" y="8852"/>
                </a:lnTo>
                <a:lnTo>
                  <a:pt x="882" y="8852"/>
                </a:lnTo>
                <a:lnTo>
                  <a:pt x="0" y="9561"/>
                </a:lnTo>
                <a:lnTo>
                  <a:pt x="0" y="20892"/>
                </a:lnTo>
                <a:lnTo>
                  <a:pt x="441" y="21600"/>
                </a:lnTo>
                <a:lnTo>
                  <a:pt x="21600" y="460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50"/>
          <p:cNvSpPr/>
          <p:nvPr/>
        </p:nvSpPr>
        <p:spPr>
          <a:xfrm>
            <a:off x="18292234" y="3314701"/>
            <a:ext cx="207414" cy="359856"/>
          </a:xfrm>
          <a:custGeom>
            <a:rect b="b" l="l" r="r" t="t"/>
            <a:pathLst>
              <a:path extrusionOk="0" h="21600" w="21600">
                <a:moveTo>
                  <a:pt x="20304" y="0"/>
                </a:moveTo>
                <a:lnTo>
                  <a:pt x="18576" y="0"/>
                </a:lnTo>
                <a:lnTo>
                  <a:pt x="17712" y="243"/>
                </a:lnTo>
                <a:lnTo>
                  <a:pt x="8640" y="6067"/>
                </a:lnTo>
                <a:lnTo>
                  <a:pt x="1296" y="6067"/>
                </a:lnTo>
                <a:lnTo>
                  <a:pt x="864" y="6310"/>
                </a:lnTo>
                <a:lnTo>
                  <a:pt x="0" y="6553"/>
                </a:lnTo>
                <a:lnTo>
                  <a:pt x="0" y="14804"/>
                </a:lnTo>
                <a:lnTo>
                  <a:pt x="1296" y="15533"/>
                </a:lnTo>
                <a:lnTo>
                  <a:pt x="8640" y="15533"/>
                </a:lnTo>
                <a:lnTo>
                  <a:pt x="17712" y="21115"/>
                </a:lnTo>
                <a:lnTo>
                  <a:pt x="18576" y="21600"/>
                </a:lnTo>
                <a:lnTo>
                  <a:pt x="20304" y="21600"/>
                </a:lnTo>
                <a:lnTo>
                  <a:pt x="20736" y="20872"/>
                </a:lnTo>
                <a:lnTo>
                  <a:pt x="21600" y="20387"/>
                </a:lnTo>
                <a:lnTo>
                  <a:pt x="21600" y="1213"/>
                </a:lnTo>
                <a:lnTo>
                  <a:pt x="20736" y="485"/>
                </a:lnTo>
                <a:lnTo>
                  <a:pt x="20304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50"/>
          <p:cNvSpPr/>
          <p:nvPr/>
        </p:nvSpPr>
        <p:spPr>
          <a:xfrm>
            <a:off x="18537769" y="3352800"/>
            <a:ext cx="135486" cy="28366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3130"/>
                </a:lnTo>
                <a:lnTo>
                  <a:pt x="2541" y="3130"/>
                </a:lnTo>
                <a:lnTo>
                  <a:pt x="5718" y="3757"/>
                </a:lnTo>
                <a:lnTo>
                  <a:pt x="8259" y="4070"/>
                </a:lnTo>
                <a:lnTo>
                  <a:pt x="10800" y="5322"/>
                </a:lnTo>
                <a:lnTo>
                  <a:pt x="12706" y="6574"/>
                </a:lnTo>
                <a:lnTo>
                  <a:pt x="13976" y="7513"/>
                </a:lnTo>
                <a:lnTo>
                  <a:pt x="15247" y="9078"/>
                </a:lnTo>
                <a:lnTo>
                  <a:pt x="15247" y="12209"/>
                </a:lnTo>
                <a:lnTo>
                  <a:pt x="13976" y="13774"/>
                </a:lnTo>
                <a:lnTo>
                  <a:pt x="12706" y="15026"/>
                </a:lnTo>
                <a:lnTo>
                  <a:pt x="8259" y="17217"/>
                </a:lnTo>
                <a:lnTo>
                  <a:pt x="5718" y="17530"/>
                </a:lnTo>
                <a:lnTo>
                  <a:pt x="2541" y="18470"/>
                </a:lnTo>
                <a:lnTo>
                  <a:pt x="0" y="18470"/>
                </a:lnTo>
                <a:lnTo>
                  <a:pt x="0" y="21600"/>
                </a:lnTo>
                <a:lnTo>
                  <a:pt x="4447" y="21287"/>
                </a:lnTo>
                <a:lnTo>
                  <a:pt x="8259" y="20661"/>
                </a:lnTo>
                <a:lnTo>
                  <a:pt x="12071" y="19722"/>
                </a:lnTo>
                <a:lnTo>
                  <a:pt x="15247" y="18470"/>
                </a:lnTo>
                <a:lnTo>
                  <a:pt x="17788" y="16904"/>
                </a:lnTo>
                <a:lnTo>
                  <a:pt x="20329" y="15026"/>
                </a:lnTo>
                <a:lnTo>
                  <a:pt x="20965" y="13148"/>
                </a:lnTo>
                <a:lnTo>
                  <a:pt x="21600" y="10643"/>
                </a:lnTo>
                <a:lnTo>
                  <a:pt x="20965" y="8452"/>
                </a:lnTo>
                <a:lnTo>
                  <a:pt x="20329" y="6574"/>
                </a:lnTo>
                <a:lnTo>
                  <a:pt x="17788" y="4696"/>
                </a:lnTo>
                <a:lnTo>
                  <a:pt x="15247" y="3130"/>
                </a:lnTo>
                <a:lnTo>
                  <a:pt x="12071" y="1878"/>
                </a:lnTo>
                <a:lnTo>
                  <a:pt x="8259" y="626"/>
                </a:lnTo>
                <a:lnTo>
                  <a:pt x="4447" y="313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50"/>
          <p:cNvSpPr/>
          <p:nvPr/>
        </p:nvSpPr>
        <p:spPr>
          <a:xfrm>
            <a:off x="18537769" y="3429000"/>
            <a:ext cx="63504" cy="122742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0057" y="6480"/>
                </a:lnTo>
                <a:lnTo>
                  <a:pt x="9257" y="1440"/>
                </a:lnTo>
                <a:lnTo>
                  <a:pt x="0" y="0"/>
                </a:lnTo>
                <a:lnTo>
                  <a:pt x="0" y="7200"/>
                </a:lnTo>
                <a:lnTo>
                  <a:pt x="3086" y="7200"/>
                </a:lnTo>
                <a:lnTo>
                  <a:pt x="4629" y="8640"/>
                </a:lnTo>
                <a:lnTo>
                  <a:pt x="6171" y="9360"/>
                </a:lnTo>
                <a:lnTo>
                  <a:pt x="6171" y="12960"/>
                </a:lnTo>
                <a:lnTo>
                  <a:pt x="3086" y="14400"/>
                </a:lnTo>
                <a:lnTo>
                  <a:pt x="0" y="14400"/>
                </a:lnTo>
                <a:lnTo>
                  <a:pt x="0" y="21600"/>
                </a:lnTo>
                <a:lnTo>
                  <a:pt x="9257" y="20880"/>
                </a:lnTo>
                <a:lnTo>
                  <a:pt x="13886" y="18000"/>
                </a:lnTo>
                <a:lnTo>
                  <a:pt x="20057" y="1512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50"/>
          <p:cNvSpPr/>
          <p:nvPr/>
        </p:nvSpPr>
        <p:spPr>
          <a:xfrm>
            <a:off x="19304000" y="3327400"/>
            <a:ext cx="211680" cy="372546"/>
          </a:xfrm>
          <a:custGeom>
            <a:rect b="b" l="l" r="r" t="t"/>
            <a:pathLst>
              <a:path extrusionOk="0" h="21600" w="21600">
                <a:moveTo>
                  <a:pt x="20718" y="0"/>
                </a:moveTo>
                <a:lnTo>
                  <a:pt x="18955" y="0"/>
                </a:lnTo>
                <a:lnTo>
                  <a:pt x="18073" y="243"/>
                </a:lnTo>
                <a:lnTo>
                  <a:pt x="8816" y="5825"/>
                </a:lnTo>
                <a:lnTo>
                  <a:pt x="882" y="5825"/>
                </a:lnTo>
                <a:lnTo>
                  <a:pt x="441" y="6310"/>
                </a:lnTo>
                <a:lnTo>
                  <a:pt x="0" y="6553"/>
                </a:lnTo>
                <a:lnTo>
                  <a:pt x="0" y="14804"/>
                </a:lnTo>
                <a:lnTo>
                  <a:pt x="441" y="15290"/>
                </a:lnTo>
                <a:lnTo>
                  <a:pt x="882" y="15533"/>
                </a:lnTo>
                <a:lnTo>
                  <a:pt x="8816" y="15533"/>
                </a:lnTo>
                <a:lnTo>
                  <a:pt x="18073" y="21115"/>
                </a:lnTo>
                <a:lnTo>
                  <a:pt x="18955" y="21600"/>
                </a:lnTo>
                <a:lnTo>
                  <a:pt x="20718" y="21600"/>
                </a:lnTo>
                <a:lnTo>
                  <a:pt x="21159" y="20872"/>
                </a:lnTo>
                <a:lnTo>
                  <a:pt x="21600" y="20387"/>
                </a:lnTo>
                <a:lnTo>
                  <a:pt x="21600" y="1213"/>
                </a:lnTo>
                <a:lnTo>
                  <a:pt x="21159" y="485"/>
                </a:lnTo>
                <a:lnTo>
                  <a:pt x="20718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50"/>
          <p:cNvSpPr/>
          <p:nvPr/>
        </p:nvSpPr>
        <p:spPr>
          <a:xfrm>
            <a:off x="19549533" y="3450167"/>
            <a:ext cx="63504" cy="12700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7200"/>
                </a:lnTo>
                <a:lnTo>
                  <a:pt x="4320" y="7200"/>
                </a:lnTo>
                <a:lnTo>
                  <a:pt x="5760" y="7920"/>
                </a:lnTo>
                <a:lnTo>
                  <a:pt x="7200" y="9360"/>
                </a:lnTo>
                <a:lnTo>
                  <a:pt x="7200" y="12960"/>
                </a:lnTo>
                <a:lnTo>
                  <a:pt x="4320" y="14400"/>
                </a:lnTo>
                <a:lnTo>
                  <a:pt x="0" y="14400"/>
                </a:lnTo>
                <a:lnTo>
                  <a:pt x="0" y="21600"/>
                </a:lnTo>
                <a:lnTo>
                  <a:pt x="8640" y="20880"/>
                </a:lnTo>
                <a:lnTo>
                  <a:pt x="20160" y="15120"/>
                </a:lnTo>
                <a:lnTo>
                  <a:pt x="21600" y="10800"/>
                </a:lnTo>
                <a:lnTo>
                  <a:pt x="20160" y="6480"/>
                </a:lnTo>
                <a:lnTo>
                  <a:pt x="14400" y="3600"/>
                </a:lnTo>
                <a:lnTo>
                  <a:pt x="8640" y="1440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50"/>
          <p:cNvSpPr/>
          <p:nvPr/>
        </p:nvSpPr>
        <p:spPr>
          <a:xfrm>
            <a:off x="22195369" y="3327400"/>
            <a:ext cx="194724" cy="372546"/>
          </a:xfrm>
          <a:custGeom>
            <a:rect b="b" l="l" r="r" t="t"/>
            <a:pathLst>
              <a:path extrusionOk="0" h="21600" w="21600">
                <a:moveTo>
                  <a:pt x="20304" y="0"/>
                </a:moveTo>
                <a:lnTo>
                  <a:pt x="19008" y="0"/>
                </a:lnTo>
                <a:lnTo>
                  <a:pt x="17712" y="243"/>
                </a:lnTo>
                <a:lnTo>
                  <a:pt x="8640" y="5825"/>
                </a:lnTo>
                <a:lnTo>
                  <a:pt x="1296" y="5825"/>
                </a:lnTo>
                <a:lnTo>
                  <a:pt x="864" y="6310"/>
                </a:lnTo>
                <a:lnTo>
                  <a:pt x="0" y="6553"/>
                </a:lnTo>
                <a:lnTo>
                  <a:pt x="0" y="14804"/>
                </a:lnTo>
                <a:lnTo>
                  <a:pt x="1296" y="15533"/>
                </a:lnTo>
                <a:lnTo>
                  <a:pt x="8640" y="15533"/>
                </a:lnTo>
                <a:lnTo>
                  <a:pt x="17712" y="21115"/>
                </a:lnTo>
                <a:lnTo>
                  <a:pt x="19008" y="21600"/>
                </a:lnTo>
                <a:lnTo>
                  <a:pt x="20304" y="21600"/>
                </a:lnTo>
                <a:lnTo>
                  <a:pt x="21168" y="20872"/>
                </a:lnTo>
                <a:lnTo>
                  <a:pt x="21600" y="20387"/>
                </a:lnTo>
                <a:lnTo>
                  <a:pt x="21600" y="1213"/>
                </a:lnTo>
                <a:lnTo>
                  <a:pt x="21168" y="485"/>
                </a:lnTo>
                <a:lnTo>
                  <a:pt x="20304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50"/>
          <p:cNvSpPr/>
          <p:nvPr/>
        </p:nvSpPr>
        <p:spPr>
          <a:xfrm>
            <a:off x="22440903" y="3488266"/>
            <a:ext cx="160800" cy="507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240" name="Google Shape;1240;p50"/>
          <p:cNvSpPr/>
          <p:nvPr/>
        </p:nvSpPr>
        <p:spPr>
          <a:xfrm>
            <a:off x="21217467" y="3327400"/>
            <a:ext cx="198990" cy="372546"/>
          </a:xfrm>
          <a:custGeom>
            <a:rect b="b" l="l" r="r" t="t"/>
            <a:pathLst>
              <a:path extrusionOk="0" h="21600" w="21600">
                <a:moveTo>
                  <a:pt x="20718" y="0"/>
                </a:moveTo>
                <a:lnTo>
                  <a:pt x="18955" y="0"/>
                </a:lnTo>
                <a:lnTo>
                  <a:pt x="17633" y="243"/>
                </a:lnTo>
                <a:lnTo>
                  <a:pt x="8376" y="5825"/>
                </a:lnTo>
                <a:lnTo>
                  <a:pt x="882" y="5825"/>
                </a:lnTo>
                <a:lnTo>
                  <a:pt x="441" y="6310"/>
                </a:lnTo>
                <a:lnTo>
                  <a:pt x="0" y="6553"/>
                </a:lnTo>
                <a:lnTo>
                  <a:pt x="0" y="14804"/>
                </a:lnTo>
                <a:lnTo>
                  <a:pt x="441" y="15290"/>
                </a:lnTo>
                <a:lnTo>
                  <a:pt x="882" y="15533"/>
                </a:lnTo>
                <a:lnTo>
                  <a:pt x="8376" y="15533"/>
                </a:lnTo>
                <a:lnTo>
                  <a:pt x="17633" y="21115"/>
                </a:lnTo>
                <a:lnTo>
                  <a:pt x="18955" y="21600"/>
                </a:lnTo>
                <a:lnTo>
                  <a:pt x="20718" y="21600"/>
                </a:lnTo>
                <a:lnTo>
                  <a:pt x="21159" y="20872"/>
                </a:lnTo>
                <a:lnTo>
                  <a:pt x="21600" y="20387"/>
                </a:lnTo>
                <a:lnTo>
                  <a:pt x="21600" y="1213"/>
                </a:lnTo>
                <a:lnTo>
                  <a:pt x="21159" y="485"/>
                </a:lnTo>
                <a:lnTo>
                  <a:pt x="20718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50"/>
          <p:cNvSpPr/>
          <p:nvPr/>
        </p:nvSpPr>
        <p:spPr>
          <a:xfrm>
            <a:off x="21463000" y="3429000"/>
            <a:ext cx="160866" cy="169344"/>
          </a:xfrm>
          <a:custGeom>
            <a:rect b="b" l="l" r="r" t="t"/>
            <a:pathLst>
              <a:path extrusionOk="0" h="21600" w="21600">
                <a:moveTo>
                  <a:pt x="21600" y="8100"/>
                </a:moveTo>
                <a:lnTo>
                  <a:pt x="13846" y="8100"/>
                </a:lnTo>
                <a:lnTo>
                  <a:pt x="13846" y="0"/>
                </a:lnTo>
                <a:lnTo>
                  <a:pt x="8308" y="0"/>
                </a:lnTo>
                <a:lnTo>
                  <a:pt x="8308" y="8100"/>
                </a:lnTo>
                <a:lnTo>
                  <a:pt x="0" y="8100"/>
                </a:lnTo>
                <a:lnTo>
                  <a:pt x="0" y="13500"/>
                </a:lnTo>
                <a:lnTo>
                  <a:pt x="8308" y="13500"/>
                </a:lnTo>
                <a:lnTo>
                  <a:pt x="8308" y="21600"/>
                </a:lnTo>
                <a:lnTo>
                  <a:pt x="13846" y="21600"/>
                </a:lnTo>
                <a:lnTo>
                  <a:pt x="13846" y="13500"/>
                </a:lnTo>
                <a:lnTo>
                  <a:pt x="21600" y="13500"/>
                </a:lnTo>
                <a:lnTo>
                  <a:pt x="21600" y="81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50"/>
          <p:cNvSpPr/>
          <p:nvPr/>
        </p:nvSpPr>
        <p:spPr>
          <a:xfrm>
            <a:off x="16399933" y="3551767"/>
            <a:ext cx="211800" cy="465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243" name="Google Shape;1243;p50"/>
          <p:cNvSpPr/>
          <p:nvPr/>
        </p:nvSpPr>
        <p:spPr>
          <a:xfrm>
            <a:off x="16366066" y="3280834"/>
            <a:ext cx="355590" cy="419094"/>
          </a:xfrm>
          <a:custGeom>
            <a:rect b="b" l="l" r="r" t="t"/>
            <a:pathLst>
              <a:path extrusionOk="0" h="21600" w="21600">
                <a:moveTo>
                  <a:pt x="21109" y="10376"/>
                </a:moveTo>
                <a:lnTo>
                  <a:pt x="13745" y="424"/>
                </a:lnTo>
                <a:lnTo>
                  <a:pt x="13500" y="0"/>
                </a:lnTo>
                <a:lnTo>
                  <a:pt x="13009" y="0"/>
                </a:lnTo>
                <a:lnTo>
                  <a:pt x="12518" y="424"/>
                </a:lnTo>
                <a:lnTo>
                  <a:pt x="5400" y="10376"/>
                </a:lnTo>
                <a:lnTo>
                  <a:pt x="5400" y="10800"/>
                </a:lnTo>
                <a:lnTo>
                  <a:pt x="5891" y="11224"/>
                </a:lnTo>
                <a:lnTo>
                  <a:pt x="18164" y="12918"/>
                </a:lnTo>
                <a:lnTo>
                  <a:pt x="18900" y="13341"/>
                </a:lnTo>
                <a:lnTo>
                  <a:pt x="19391" y="14188"/>
                </a:lnTo>
                <a:lnTo>
                  <a:pt x="19391" y="17365"/>
                </a:lnTo>
                <a:lnTo>
                  <a:pt x="0" y="17365"/>
                </a:lnTo>
                <a:lnTo>
                  <a:pt x="0" y="21600"/>
                </a:lnTo>
                <a:lnTo>
                  <a:pt x="2455" y="21600"/>
                </a:lnTo>
                <a:lnTo>
                  <a:pt x="2455" y="20541"/>
                </a:lnTo>
                <a:lnTo>
                  <a:pt x="14482" y="20541"/>
                </a:lnTo>
                <a:lnTo>
                  <a:pt x="14482" y="21600"/>
                </a:lnTo>
                <a:lnTo>
                  <a:pt x="16936" y="21600"/>
                </a:lnTo>
                <a:lnTo>
                  <a:pt x="16936" y="19482"/>
                </a:lnTo>
                <a:lnTo>
                  <a:pt x="21109" y="19482"/>
                </a:lnTo>
                <a:lnTo>
                  <a:pt x="21355" y="19059"/>
                </a:lnTo>
                <a:lnTo>
                  <a:pt x="21600" y="18847"/>
                </a:lnTo>
                <a:lnTo>
                  <a:pt x="21600" y="12071"/>
                </a:lnTo>
                <a:lnTo>
                  <a:pt x="21355" y="11012"/>
                </a:lnTo>
                <a:lnTo>
                  <a:pt x="21109" y="1037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50"/>
          <p:cNvSpPr/>
          <p:nvPr/>
        </p:nvSpPr>
        <p:spPr>
          <a:xfrm>
            <a:off x="15477066" y="4364568"/>
            <a:ext cx="194724" cy="211680"/>
          </a:xfrm>
          <a:custGeom>
            <a:rect b="b" l="l" r="r" t="t"/>
            <a:pathLst>
              <a:path extrusionOk="0" h="21600" w="21600">
                <a:moveTo>
                  <a:pt x="10580" y="0"/>
                </a:moveTo>
                <a:lnTo>
                  <a:pt x="8376" y="0"/>
                </a:lnTo>
                <a:lnTo>
                  <a:pt x="6171" y="1296"/>
                </a:lnTo>
                <a:lnTo>
                  <a:pt x="4849" y="1728"/>
                </a:lnTo>
                <a:lnTo>
                  <a:pt x="3086" y="3456"/>
                </a:lnTo>
                <a:lnTo>
                  <a:pt x="1322" y="4752"/>
                </a:lnTo>
                <a:lnTo>
                  <a:pt x="882" y="6480"/>
                </a:lnTo>
                <a:lnTo>
                  <a:pt x="0" y="8640"/>
                </a:lnTo>
                <a:lnTo>
                  <a:pt x="0" y="12960"/>
                </a:lnTo>
                <a:lnTo>
                  <a:pt x="882" y="15120"/>
                </a:lnTo>
                <a:lnTo>
                  <a:pt x="1322" y="16416"/>
                </a:lnTo>
                <a:lnTo>
                  <a:pt x="4849" y="19872"/>
                </a:lnTo>
                <a:lnTo>
                  <a:pt x="6171" y="20304"/>
                </a:lnTo>
                <a:lnTo>
                  <a:pt x="8376" y="21600"/>
                </a:lnTo>
                <a:lnTo>
                  <a:pt x="12784" y="21600"/>
                </a:lnTo>
                <a:lnTo>
                  <a:pt x="14988" y="20304"/>
                </a:lnTo>
                <a:lnTo>
                  <a:pt x="16751" y="19872"/>
                </a:lnTo>
                <a:lnTo>
                  <a:pt x="18514" y="18144"/>
                </a:lnTo>
                <a:lnTo>
                  <a:pt x="19837" y="16416"/>
                </a:lnTo>
                <a:lnTo>
                  <a:pt x="20278" y="15120"/>
                </a:lnTo>
                <a:lnTo>
                  <a:pt x="21600" y="12960"/>
                </a:lnTo>
                <a:lnTo>
                  <a:pt x="21600" y="8640"/>
                </a:lnTo>
                <a:lnTo>
                  <a:pt x="20278" y="6480"/>
                </a:lnTo>
                <a:lnTo>
                  <a:pt x="19837" y="4752"/>
                </a:lnTo>
                <a:lnTo>
                  <a:pt x="16751" y="1728"/>
                </a:lnTo>
                <a:lnTo>
                  <a:pt x="14988" y="1296"/>
                </a:lnTo>
                <a:lnTo>
                  <a:pt x="12784" y="0"/>
                </a:lnTo>
                <a:lnTo>
                  <a:pt x="1058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50"/>
          <p:cNvSpPr/>
          <p:nvPr/>
        </p:nvSpPr>
        <p:spPr>
          <a:xfrm>
            <a:off x="15549033" y="4267200"/>
            <a:ext cx="38100" cy="636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246" name="Google Shape;1246;p50"/>
          <p:cNvSpPr/>
          <p:nvPr/>
        </p:nvSpPr>
        <p:spPr>
          <a:xfrm>
            <a:off x="15659102" y="4318000"/>
            <a:ext cx="63504" cy="59292"/>
          </a:xfrm>
          <a:custGeom>
            <a:rect b="b" l="l" r="r" t="t"/>
            <a:pathLst>
              <a:path extrusionOk="0" h="21600" w="21600">
                <a:moveTo>
                  <a:pt x="21600" y="8894"/>
                </a:moveTo>
                <a:lnTo>
                  <a:pt x="12706" y="0"/>
                </a:lnTo>
                <a:lnTo>
                  <a:pt x="0" y="12706"/>
                </a:lnTo>
                <a:lnTo>
                  <a:pt x="10165" y="21600"/>
                </a:lnTo>
                <a:lnTo>
                  <a:pt x="21600" y="889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50"/>
          <p:cNvSpPr/>
          <p:nvPr/>
        </p:nvSpPr>
        <p:spPr>
          <a:xfrm>
            <a:off x="15709902" y="4453466"/>
            <a:ext cx="63600" cy="339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248" name="Google Shape;1248;p50"/>
          <p:cNvSpPr/>
          <p:nvPr/>
        </p:nvSpPr>
        <p:spPr>
          <a:xfrm>
            <a:off x="15659102" y="4550834"/>
            <a:ext cx="63504" cy="76194"/>
          </a:xfrm>
          <a:custGeom>
            <a:rect b="b" l="l" r="r" t="t"/>
            <a:pathLst>
              <a:path extrusionOk="0" h="21600" w="21600">
                <a:moveTo>
                  <a:pt x="0" y="8894"/>
                </a:moveTo>
                <a:lnTo>
                  <a:pt x="12706" y="21600"/>
                </a:lnTo>
                <a:lnTo>
                  <a:pt x="21600" y="12706"/>
                </a:lnTo>
                <a:lnTo>
                  <a:pt x="10165" y="0"/>
                </a:lnTo>
                <a:lnTo>
                  <a:pt x="0" y="889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50"/>
          <p:cNvSpPr/>
          <p:nvPr/>
        </p:nvSpPr>
        <p:spPr>
          <a:xfrm>
            <a:off x="15549033" y="4614333"/>
            <a:ext cx="38100" cy="594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250" name="Google Shape;1250;p50"/>
          <p:cNvSpPr/>
          <p:nvPr/>
        </p:nvSpPr>
        <p:spPr>
          <a:xfrm>
            <a:off x="15413567" y="4550834"/>
            <a:ext cx="76194" cy="76194"/>
          </a:xfrm>
          <a:custGeom>
            <a:rect b="b" l="l" r="r" t="t"/>
            <a:pathLst>
              <a:path extrusionOk="0" h="21600" w="21600">
                <a:moveTo>
                  <a:pt x="0" y="12706"/>
                </a:moveTo>
                <a:lnTo>
                  <a:pt x="8894" y="21600"/>
                </a:lnTo>
                <a:lnTo>
                  <a:pt x="21600" y="8894"/>
                </a:lnTo>
                <a:lnTo>
                  <a:pt x="12706" y="0"/>
                </a:lnTo>
                <a:lnTo>
                  <a:pt x="0" y="1270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50"/>
          <p:cNvSpPr/>
          <p:nvPr/>
        </p:nvSpPr>
        <p:spPr>
          <a:xfrm>
            <a:off x="15362767" y="4453466"/>
            <a:ext cx="63600" cy="339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252" name="Google Shape;1252;p50"/>
          <p:cNvSpPr/>
          <p:nvPr/>
        </p:nvSpPr>
        <p:spPr>
          <a:xfrm>
            <a:off x="15413567" y="4318000"/>
            <a:ext cx="76194" cy="59292"/>
          </a:xfrm>
          <a:custGeom>
            <a:rect b="b" l="l" r="r" t="t"/>
            <a:pathLst>
              <a:path extrusionOk="0" h="21600" w="21600">
                <a:moveTo>
                  <a:pt x="21600" y="12706"/>
                </a:moveTo>
                <a:lnTo>
                  <a:pt x="8894" y="0"/>
                </a:lnTo>
                <a:lnTo>
                  <a:pt x="0" y="8894"/>
                </a:lnTo>
                <a:lnTo>
                  <a:pt x="12706" y="21600"/>
                </a:lnTo>
                <a:lnTo>
                  <a:pt x="21600" y="1270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50"/>
          <p:cNvSpPr/>
          <p:nvPr/>
        </p:nvSpPr>
        <p:spPr>
          <a:xfrm>
            <a:off x="14389102" y="4292600"/>
            <a:ext cx="50700" cy="3936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254" name="Google Shape;1254;p50"/>
          <p:cNvSpPr/>
          <p:nvPr/>
        </p:nvSpPr>
        <p:spPr>
          <a:xfrm>
            <a:off x="14575367" y="4330701"/>
            <a:ext cx="59292" cy="19472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19008"/>
                </a:lnTo>
                <a:lnTo>
                  <a:pt x="21600" y="3024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50"/>
          <p:cNvSpPr/>
          <p:nvPr/>
        </p:nvSpPr>
        <p:spPr>
          <a:xfrm>
            <a:off x="14473767" y="4305301"/>
            <a:ext cx="63504" cy="258228"/>
          </a:xfrm>
          <a:custGeom>
            <a:rect b="b" l="l" r="r" t="t"/>
            <a:pathLst>
              <a:path extrusionOk="0" h="21600" w="21600">
                <a:moveTo>
                  <a:pt x="0" y="2057"/>
                </a:moveTo>
                <a:lnTo>
                  <a:pt x="0" y="19200"/>
                </a:lnTo>
                <a:lnTo>
                  <a:pt x="1440" y="20229"/>
                </a:lnTo>
                <a:lnTo>
                  <a:pt x="5760" y="21257"/>
                </a:lnTo>
                <a:lnTo>
                  <a:pt x="8640" y="21600"/>
                </a:lnTo>
                <a:lnTo>
                  <a:pt x="14400" y="21257"/>
                </a:lnTo>
                <a:lnTo>
                  <a:pt x="21600" y="20229"/>
                </a:lnTo>
                <a:lnTo>
                  <a:pt x="21600" y="1029"/>
                </a:lnTo>
                <a:lnTo>
                  <a:pt x="14400" y="0"/>
                </a:lnTo>
                <a:lnTo>
                  <a:pt x="5760" y="0"/>
                </a:lnTo>
                <a:lnTo>
                  <a:pt x="1440" y="1029"/>
                </a:lnTo>
                <a:lnTo>
                  <a:pt x="0" y="205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50"/>
          <p:cNvSpPr/>
          <p:nvPr/>
        </p:nvSpPr>
        <p:spPr>
          <a:xfrm>
            <a:off x="14672733" y="4364568"/>
            <a:ext cx="122742" cy="122742"/>
          </a:xfrm>
          <a:custGeom>
            <a:rect b="b" l="l" r="r" t="t"/>
            <a:pathLst>
              <a:path extrusionOk="0" h="21600" w="21600">
                <a:moveTo>
                  <a:pt x="18720" y="7920"/>
                </a:moveTo>
                <a:lnTo>
                  <a:pt x="0" y="0"/>
                </a:lnTo>
                <a:lnTo>
                  <a:pt x="0" y="21600"/>
                </a:lnTo>
                <a:lnTo>
                  <a:pt x="18720" y="13680"/>
                </a:lnTo>
                <a:lnTo>
                  <a:pt x="20880" y="12960"/>
                </a:lnTo>
                <a:lnTo>
                  <a:pt x="21600" y="10800"/>
                </a:lnTo>
                <a:lnTo>
                  <a:pt x="20880" y="9360"/>
                </a:lnTo>
                <a:lnTo>
                  <a:pt x="18720" y="792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50"/>
          <p:cNvSpPr/>
          <p:nvPr/>
        </p:nvSpPr>
        <p:spPr>
          <a:xfrm>
            <a:off x="13597466" y="4525434"/>
            <a:ext cx="101628" cy="148176"/>
          </a:xfrm>
          <a:custGeom>
            <a:rect b="b" l="l" r="r" t="t"/>
            <a:pathLst>
              <a:path extrusionOk="0" h="21600" w="21600">
                <a:moveTo>
                  <a:pt x="13500" y="13976"/>
                </a:moveTo>
                <a:lnTo>
                  <a:pt x="11700" y="14612"/>
                </a:lnTo>
                <a:lnTo>
                  <a:pt x="10800" y="15247"/>
                </a:lnTo>
                <a:lnTo>
                  <a:pt x="9000" y="13976"/>
                </a:lnTo>
                <a:lnTo>
                  <a:pt x="9000" y="0"/>
                </a:lnTo>
                <a:lnTo>
                  <a:pt x="0" y="0"/>
                </a:lnTo>
                <a:lnTo>
                  <a:pt x="0" y="13976"/>
                </a:lnTo>
                <a:lnTo>
                  <a:pt x="900" y="17153"/>
                </a:lnTo>
                <a:lnTo>
                  <a:pt x="2700" y="19694"/>
                </a:lnTo>
                <a:lnTo>
                  <a:pt x="6300" y="20965"/>
                </a:lnTo>
                <a:lnTo>
                  <a:pt x="10800" y="21600"/>
                </a:lnTo>
                <a:lnTo>
                  <a:pt x="15300" y="20965"/>
                </a:lnTo>
                <a:lnTo>
                  <a:pt x="18900" y="19694"/>
                </a:lnTo>
                <a:lnTo>
                  <a:pt x="20700" y="17153"/>
                </a:lnTo>
                <a:lnTo>
                  <a:pt x="21600" y="13976"/>
                </a:lnTo>
                <a:lnTo>
                  <a:pt x="21600" y="12071"/>
                </a:lnTo>
                <a:lnTo>
                  <a:pt x="13500" y="12071"/>
                </a:lnTo>
                <a:lnTo>
                  <a:pt x="13500" y="1397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50"/>
          <p:cNvSpPr/>
          <p:nvPr/>
        </p:nvSpPr>
        <p:spPr>
          <a:xfrm>
            <a:off x="13411200" y="4267200"/>
            <a:ext cx="410616" cy="245538"/>
          </a:xfrm>
          <a:custGeom>
            <a:rect b="b" l="l" r="r" t="t"/>
            <a:pathLst>
              <a:path extrusionOk="0" h="21600" w="21600">
                <a:moveTo>
                  <a:pt x="12000" y="3295"/>
                </a:moveTo>
                <a:lnTo>
                  <a:pt x="12000" y="732"/>
                </a:lnTo>
                <a:lnTo>
                  <a:pt x="11564" y="366"/>
                </a:lnTo>
                <a:lnTo>
                  <a:pt x="11345" y="0"/>
                </a:lnTo>
                <a:lnTo>
                  <a:pt x="10255" y="0"/>
                </a:lnTo>
                <a:lnTo>
                  <a:pt x="9818" y="732"/>
                </a:lnTo>
                <a:lnTo>
                  <a:pt x="9818" y="3295"/>
                </a:lnTo>
                <a:lnTo>
                  <a:pt x="7855" y="4393"/>
                </a:lnTo>
                <a:lnTo>
                  <a:pt x="5891" y="5125"/>
                </a:lnTo>
                <a:lnTo>
                  <a:pt x="4364" y="6956"/>
                </a:lnTo>
                <a:lnTo>
                  <a:pt x="3055" y="9153"/>
                </a:lnTo>
                <a:lnTo>
                  <a:pt x="1745" y="12081"/>
                </a:lnTo>
                <a:lnTo>
                  <a:pt x="873" y="14644"/>
                </a:lnTo>
                <a:lnTo>
                  <a:pt x="436" y="17939"/>
                </a:lnTo>
                <a:lnTo>
                  <a:pt x="0" y="21600"/>
                </a:lnTo>
                <a:lnTo>
                  <a:pt x="1091" y="19769"/>
                </a:lnTo>
                <a:lnTo>
                  <a:pt x="2400" y="18671"/>
                </a:lnTo>
                <a:lnTo>
                  <a:pt x="5455" y="17939"/>
                </a:lnTo>
                <a:lnTo>
                  <a:pt x="8509" y="18671"/>
                </a:lnTo>
                <a:lnTo>
                  <a:pt x="9818" y="19769"/>
                </a:lnTo>
                <a:lnTo>
                  <a:pt x="10909" y="21600"/>
                </a:lnTo>
                <a:lnTo>
                  <a:pt x="12000" y="19769"/>
                </a:lnTo>
                <a:lnTo>
                  <a:pt x="13309" y="18671"/>
                </a:lnTo>
                <a:lnTo>
                  <a:pt x="14618" y="18305"/>
                </a:lnTo>
                <a:lnTo>
                  <a:pt x="16145" y="17939"/>
                </a:lnTo>
                <a:lnTo>
                  <a:pt x="17891" y="18305"/>
                </a:lnTo>
                <a:lnTo>
                  <a:pt x="19200" y="18671"/>
                </a:lnTo>
                <a:lnTo>
                  <a:pt x="20509" y="19769"/>
                </a:lnTo>
                <a:lnTo>
                  <a:pt x="21600" y="21600"/>
                </a:lnTo>
                <a:lnTo>
                  <a:pt x="21382" y="17939"/>
                </a:lnTo>
                <a:lnTo>
                  <a:pt x="20727" y="14644"/>
                </a:lnTo>
                <a:lnTo>
                  <a:pt x="20073" y="12081"/>
                </a:lnTo>
                <a:lnTo>
                  <a:pt x="18545" y="9153"/>
                </a:lnTo>
                <a:lnTo>
                  <a:pt x="17236" y="6956"/>
                </a:lnTo>
                <a:lnTo>
                  <a:pt x="15709" y="5125"/>
                </a:lnTo>
                <a:lnTo>
                  <a:pt x="13745" y="4393"/>
                </a:lnTo>
                <a:lnTo>
                  <a:pt x="12000" y="329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50"/>
          <p:cNvSpPr/>
          <p:nvPr/>
        </p:nvSpPr>
        <p:spPr>
          <a:xfrm>
            <a:off x="16340666" y="4267200"/>
            <a:ext cx="406404" cy="40640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596" y="220"/>
                </a:lnTo>
                <a:lnTo>
                  <a:pt x="6392" y="661"/>
                </a:lnTo>
                <a:lnTo>
                  <a:pt x="4849" y="1763"/>
                </a:lnTo>
                <a:lnTo>
                  <a:pt x="3306" y="3086"/>
                </a:lnTo>
                <a:lnTo>
                  <a:pt x="1763" y="4849"/>
                </a:lnTo>
                <a:lnTo>
                  <a:pt x="661" y="6392"/>
                </a:lnTo>
                <a:lnTo>
                  <a:pt x="220" y="8596"/>
                </a:lnTo>
                <a:lnTo>
                  <a:pt x="0" y="10800"/>
                </a:lnTo>
                <a:lnTo>
                  <a:pt x="220" y="13004"/>
                </a:lnTo>
                <a:lnTo>
                  <a:pt x="661" y="15208"/>
                </a:lnTo>
                <a:lnTo>
                  <a:pt x="1763" y="16751"/>
                </a:lnTo>
                <a:lnTo>
                  <a:pt x="4849" y="19837"/>
                </a:lnTo>
                <a:lnTo>
                  <a:pt x="6392" y="20939"/>
                </a:lnTo>
                <a:lnTo>
                  <a:pt x="8596" y="21380"/>
                </a:lnTo>
                <a:lnTo>
                  <a:pt x="10800" y="21600"/>
                </a:lnTo>
                <a:lnTo>
                  <a:pt x="13004" y="21380"/>
                </a:lnTo>
                <a:lnTo>
                  <a:pt x="15208" y="20939"/>
                </a:lnTo>
                <a:lnTo>
                  <a:pt x="16751" y="19837"/>
                </a:lnTo>
                <a:lnTo>
                  <a:pt x="18514" y="18294"/>
                </a:lnTo>
                <a:lnTo>
                  <a:pt x="19837" y="16751"/>
                </a:lnTo>
                <a:lnTo>
                  <a:pt x="20939" y="15208"/>
                </a:lnTo>
                <a:lnTo>
                  <a:pt x="21380" y="13004"/>
                </a:lnTo>
                <a:lnTo>
                  <a:pt x="21600" y="10800"/>
                </a:lnTo>
                <a:lnTo>
                  <a:pt x="21380" y="8596"/>
                </a:lnTo>
                <a:lnTo>
                  <a:pt x="20939" y="6392"/>
                </a:lnTo>
                <a:lnTo>
                  <a:pt x="19837" y="4849"/>
                </a:lnTo>
                <a:lnTo>
                  <a:pt x="18514" y="3086"/>
                </a:lnTo>
                <a:lnTo>
                  <a:pt x="16751" y="1763"/>
                </a:lnTo>
                <a:lnTo>
                  <a:pt x="15208" y="661"/>
                </a:lnTo>
                <a:lnTo>
                  <a:pt x="13004" y="220"/>
                </a:lnTo>
                <a:lnTo>
                  <a:pt x="10800" y="0"/>
                </a:lnTo>
                <a:close/>
                <a:moveTo>
                  <a:pt x="13004" y="4188"/>
                </a:moveTo>
                <a:lnTo>
                  <a:pt x="15208" y="4188"/>
                </a:lnTo>
                <a:lnTo>
                  <a:pt x="15208" y="8596"/>
                </a:lnTo>
                <a:lnTo>
                  <a:pt x="13004" y="8596"/>
                </a:lnTo>
                <a:lnTo>
                  <a:pt x="13004" y="4188"/>
                </a:lnTo>
                <a:close/>
                <a:moveTo>
                  <a:pt x="6392" y="4188"/>
                </a:moveTo>
                <a:lnTo>
                  <a:pt x="8596" y="4188"/>
                </a:lnTo>
                <a:lnTo>
                  <a:pt x="8596" y="8596"/>
                </a:lnTo>
                <a:lnTo>
                  <a:pt x="6392" y="8596"/>
                </a:lnTo>
                <a:lnTo>
                  <a:pt x="6392" y="4188"/>
                </a:lnTo>
                <a:close/>
                <a:moveTo>
                  <a:pt x="17412" y="13004"/>
                </a:moveTo>
                <a:lnTo>
                  <a:pt x="16971" y="14106"/>
                </a:lnTo>
                <a:lnTo>
                  <a:pt x="16751" y="15208"/>
                </a:lnTo>
                <a:lnTo>
                  <a:pt x="16310" y="15869"/>
                </a:lnTo>
                <a:lnTo>
                  <a:pt x="15429" y="16751"/>
                </a:lnTo>
                <a:lnTo>
                  <a:pt x="14327" y="17192"/>
                </a:lnTo>
                <a:lnTo>
                  <a:pt x="13224" y="17853"/>
                </a:lnTo>
                <a:lnTo>
                  <a:pt x="12122" y="18294"/>
                </a:lnTo>
                <a:lnTo>
                  <a:pt x="9478" y="18294"/>
                </a:lnTo>
                <a:lnTo>
                  <a:pt x="8376" y="17853"/>
                </a:lnTo>
                <a:lnTo>
                  <a:pt x="7273" y="17192"/>
                </a:lnTo>
                <a:lnTo>
                  <a:pt x="6171" y="16751"/>
                </a:lnTo>
                <a:lnTo>
                  <a:pt x="5290" y="15869"/>
                </a:lnTo>
                <a:lnTo>
                  <a:pt x="4849" y="15208"/>
                </a:lnTo>
                <a:lnTo>
                  <a:pt x="4629" y="14106"/>
                </a:lnTo>
                <a:lnTo>
                  <a:pt x="4188" y="13004"/>
                </a:lnTo>
                <a:lnTo>
                  <a:pt x="4188" y="11902"/>
                </a:lnTo>
                <a:lnTo>
                  <a:pt x="17412" y="11902"/>
                </a:lnTo>
                <a:lnTo>
                  <a:pt x="17412" y="1300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50"/>
          <p:cNvSpPr/>
          <p:nvPr/>
        </p:nvSpPr>
        <p:spPr>
          <a:xfrm>
            <a:off x="18292234" y="4267200"/>
            <a:ext cx="406404" cy="406404"/>
          </a:xfrm>
          <a:custGeom>
            <a:rect b="b" l="l" r="r" t="t"/>
            <a:pathLst>
              <a:path extrusionOk="0" h="21600" w="21600">
                <a:moveTo>
                  <a:pt x="10909" y="0"/>
                </a:moveTo>
                <a:lnTo>
                  <a:pt x="8727" y="220"/>
                </a:lnTo>
                <a:lnTo>
                  <a:pt x="6545" y="661"/>
                </a:lnTo>
                <a:lnTo>
                  <a:pt x="5018" y="1763"/>
                </a:lnTo>
                <a:lnTo>
                  <a:pt x="3273" y="3086"/>
                </a:lnTo>
                <a:lnTo>
                  <a:pt x="1964" y="4849"/>
                </a:lnTo>
                <a:lnTo>
                  <a:pt x="873" y="6392"/>
                </a:lnTo>
                <a:lnTo>
                  <a:pt x="0" y="10800"/>
                </a:lnTo>
                <a:lnTo>
                  <a:pt x="873" y="15208"/>
                </a:lnTo>
                <a:lnTo>
                  <a:pt x="1964" y="16751"/>
                </a:lnTo>
                <a:lnTo>
                  <a:pt x="3273" y="18294"/>
                </a:lnTo>
                <a:lnTo>
                  <a:pt x="5018" y="19837"/>
                </a:lnTo>
                <a:lnTo>
                  <a:pt x="6545" y="20939"/>
                </a:lnTo>
                <a:lnTo>
                  <a:pt x="8727" y="21380"/>
                </a:lnTo>
                <a:lnTo>
                  <a:pt x="10909" y="21600"/>
                </a:lnTo>
                <a:lnTo>
                  <a:pt x="13091" y="21380"/>
                </a:lnTo>
                <a:lnTo>
                  <a:pt x="15055" y="20939"/>
                </a:lnTo>
                <a:lnTo>
                  <a:pt x="16800" y="19837"/>
                </a:lnTo>
                <a:lnTo>
                  <a:pt x="18327" y="18294"/>
                </a:lnTo>
                <a:lnTo>
                  <a:pt x="19636" y="16751"/>
                </a:lnTo>
                <a:lnTo>
                  <a:pt x="20727" y="15208"/>
                </a:lnTo>
                <a:lnTo>
                  <a:pt x="21382" y="13004"/>
                </a:lnTo>
                <a:lnTo>
                  <a:pt x="21600" y="10800"/>
                </a:lnTo>
                <a:lnTo>
                  <a:pt x="21382" y="8596"/>
                </a:lnTo>
                <a:lnTo>
                  <a:pt x="20727" y="6392"/>
                </a:lnTo>
                <a:lnTo>
                  <a:pt x="19636" y="4849"/>
                </a:lnTo>
                <a:lnTo>
                  <a:pt x="18327" y="3086"/>
                </a:lnTo>
                <a:lnTo>
                  <a:pt x="16800" y="1763"/>
                </a:lnTo>
                <a:lnTo>
                  <a:pt x="15055" y="661"/>
                </a:lnTo>
                <a:lnTo>
                  <a:pt x="13091" y="220"/>
                </a:lnTo>
                <a:lnTo>
                  <a:pt x="10909" y="0"/>
                </a:lnTo>
                <a:close/>
                <a:moveTo>
                  <a:pt x="13091" y="5290"/>
                </a:moveTo>
                <a:lnTo>
                  <a:pt x="15055" y="5290"/>
                </a:lnTo>
                <a:lnTo>
                  <a:pt x="15055" y="9698"/>
                </a:lnTo>
                <a:lnTo>
                  <a:pt x="13091" y="9698"/>
                </a:lnTo>
                <a:lnTo>
                  <a:pt x="13091" y="5290"/>
                </a:lnTo>
                <a:close/>
                <a:moveTo>
                  <a:pt x="6545" y="5290"/>
                </a:moveTo>
                <a:lnTo>
                  <a:pt x="8727" y="5290"/>
                </a:lnTo>
                <a:lnTo>
                  <a:pt x="8727" y="9698"/>
                </a:lnTo>
                <a:lnTo>
                  <a:pt x="6545" y="9698"/>
                </a:lnTo>
                <a:lnTo>
                  <a:pt x="6545" y="5290"/>
                </a:lnTo>
                <a:close/>
                <a:moveTo>
                  <a:pt x="16145" y="16310"/>
                </a:moveTo>
                <a:lnTo>
                  <a:pt x="5455" y="16310"/>
                </a:lnTo>
                <a:lnTo>
                  <a:pt x="5455" y="14106"/>
                </a:lnTo>
                <a:lnTo>
                  <a:pt x="16145" y="14106"/>
                </a:lnTo>
                <a:lnTo>
                  <a:pt x="16145" y="1631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50"/>
          <p:cNvSpPr/>
          <p:nvPr/>
        </p:nvSpPr>
        <p:spPr>
          <a:xfrm>
            <a:off x="17314333" y="4267200"/>
            <a:ext cx="410616" cy="40640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596" y="220"/>
                </a:lnTo>
                <a:lnTo>
                  <a:pt x="6392" y="661"/>
                </a:lnTo>
                <a:lnTo>
                  <a:pt x="4849" y="1763"/>
                </a:lnTo>
                <a:lnTo>
                  <a:pt x="3086" y="3086"/>
                </a:lnTo>
                <a:lnTo>
                  <a:pt x="1763" y="4849"/>
                </a:lnTo>
                <a:lnTo>
                  <a:pt x="661" y="6392"/>
                </a:lnTo>
                <a:lnTo>
                  <a:pt x="220" y="8596"/>
                </a:lnTo>
                <a:lnTo>
                  <a:pt x="0" y="10800"/>
                </a:lnTo>
                <a:lnTo>
                  <a:pt x="220" y="13004"/>
                </a:lnTo>
                <a:lnTo>
                  <a:pt x="661" y="15208"/>
                </a:lnTo>
                <a:lnTo>
                  <a:pt x="1763" y="16751"/>
                </a:lnTo>
                <a:lnTo>
                  <a:pt x="3086" y="18294"/>
                </a:lnTo>
                <a:lnTo>
                  <a:pt x="4849" y="19837"/>
                </a:lnTo>
                <a:lnTo>
                  <a:pt x="6392" y="20939"/>
                </a:lnTo>
                <a:lnTo>
                  <a:pt x="8596" y="21380"/>
                </a:lnTo>
                <a:lnTo>
                  <a:pt x="10800" y="21600"/>
                </a:lnTo>
                <a:lnTo>
                  <a:pt x="13004" y="21380"/>
                </a:lnTo>
                <a:lnTo>
                  <a:pt x="15208" y="20939"/>
                </a:lnTo>
                <a:lnTo>
                  <a:pt x="16751" y="19837"/>
                </a:lnTo>
                <a:lnTo>
                  <a:pt x="19837" y="16751"/>
                </a:lnTo>
                <a:lnTo>
                  <a:pt x="20718" y="15208"/>
                </a:lnTo>
                <a:lnTo>
                  <a:pt x="21380" y="13004"/>
                </a:lnTo>
                <a:lnTo>
                  <a:pt x="21600" y="10800"/>
                </a:lnTo>
                <a:lnTo>
                  <a:pt x="21380" y="8596"/>
                </a:lnTo>
                <a:lnTo>
                  <a:pt x="20718" y="6392"/>
                </a:lnTo>
                <a:lnTo>
                  <a:pt x="19837" y="4849"/>
                </a:lnTo>
                <a:lnTo>
                  <a:pt x="18294" y="3086"/>
                </a:lnTo>
                <a:lnTo>
                  <a:pt x="16751" y="1763"/>
                </a:lnTo>
                <a:lnTo>
                  <a:pt x="15208" y="661"/>
                </a:lnTo>
                <a:lnTo>
                  <a:pt x="13004" y="220"/>
                </a:lnTo>
                <a:lnTo>
                  <a:pt x="10800" y="0"/>
                </a:lnTo>
                <a:close/>
                <a:moveTo>
                  <a:pt x="7494" y="5290"/>
                </a:moveTo>
                <a:lnTo>
                  <a:pt x="8376" y="5510"/>
                </a:lnTo>
                <a:lnTo>
                  <a:pt x="9037" y="5951"/>
                </a:lnTo>
                <a:lnTo>
                  <a:pt x="9478" y="6612"/>
                </a:lnTo>
                <a:lnTo>
                  <a:pt x="9698" y="7494"/>
                </a:lnTo>
                <a:lnTo>
                  <a:pt x="9478" y="8376"/>
                </a:lnTo>
                <a:lnTo>
                  <a:pt x="9037" y="9257"/>
                </a:lnTo>
                <a:lnTo>
                  <a:pt x="8376" y="9478"/>
                </a:lnTo>
                <a:lnTo>
                  <a:pt x="7494" y="9698"/>
                </a:lnTo>
                <a:lnTo>
                  <a:pt x="6612" y="9478"/>
                </a:lnTo>
                <a:lnTo>
                  <a:pt x="5951" y="9257"/>
                </a:lnTo>
                <a:lnTo>
                  <a:pt x="5510" y="8376"/>
                </a:lnTo>
                <a:lnTo>
                  <a:pt x="5290" y="7494"/>
                </a:lnTo>
                <a:lnTo>
                  <a:pt x="5510" y="6612"/>
                </a:lnTo>
                <a:lnTo>
                  <a:pt x="5951" y="5951"/>
                </a:lnTo>
                <a:lnTo>
                  <a:pt x="6612" y="5510"/>
                </a:lnTo>
                <a:lnTo>
                  <a:pt x="7494" y="5290"/>
                </a:lnTo>
                <a:close/>
                <a:moveTo>
                  <a:pt x="10800" y="18294"/>
                </a:moveTo>
                <a:lnTo>
                  <a:pt x="8816" y="18073"/>
                </a:lnTo>
                <a:lnTo>
                  <a:pt x="7273" y="17633"/>
                </a:lnTo>
                <a:lnTo>
                  <a:pt x="5510" y="16531"/>
                </a:lnTo>
                <a:lnTo>
                  <a:pt x="4188" y="15208"/>
                </a:lnTo>
                <a:lnTo>
                  <a:pt x="5951" y="13445"/>
                </a:lnTo>
                <a:lnTo>
                  <a:pt x="7053" y="14547"/>
                </a:lnTo>
                <a:lnTo>
                  <a:pt x="8155" y="15429"/>
                </a:lnTo>
                <a:lnTo>
                  <a:pt x="9478" y="15869"/>
                </a:lnTo>
                <a:lnTo>
                  <a:pt x="12122" y="15869"/>
                </a:lnTo>
                <a:lnTo>
                  <a:pt x="13445" y="15429"/>
                </a:lnTo>
                <a:lnTo>
                  <a:pt x="14547" y="14547"/>
                </a:lnTo>
                <a:lnTo>
                  <a:pt x="15649" y="13445"/>
                </a:lnTo>
                <a:lnTo>
                  <a:pt x="17192" y="15208"/>
                </a:lnTo>
                <a:lnTo>
                  <a:pt x="15869" y="16531"/>
                </a:lnTo>
                <a:lnTo>
                  <a:pt x="14327" y="17633"/>
                </a:lnTo>
                <a:lnTo>
                  <a:pt x="12563" y="18073"/>
                </a:lnTo>
                <a:lnTo>
                  <a:pt x="10800" y="18294"/>
                </a:lnTo>
                <a:close/>
                <a:moveTo>
                  <a:pt x="17192" y="8596"/>
                </a:moveTo>
                <a:lnTo>
                  <a:pt x="13004" y="8596"/>
                </a:lnTo>
                <a:lnTo>
                  <a:pt x="13004" y="6392"/>
                </a:lnTo>
                <a:lnTo>
                  <a:pt x="17192" y="6392"/>
                </a:lnTo>
                <a:lnTo>
                  <a:pt x="17192" y="859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50"/>
          <p:cNvSpPr/>
          <p:nvPr/>
        </p:nvSpPr>
        <p:spPr>
          <a:xfrm>
            <a:off x="20243800" y="4267200"/>
            <a:ext cx="406404" cy="406404"/>
          </a:xfrm>
          <a:custGeom>
            <a:rect b="b" l="l" r="r" t="t"/>
            <a:pathLst>
              <a:path extrusionOk="0" h="21600" w="21600">
                <a:moveTo>
                  <a:pt x="10691" y="0"/>
                </a:moveTo>
                <a:lnTo>
                  <a:pt x="8509" y="220"/>
                </a:lnTo>
                <a:lnTo>
                  <a:pt x="6327" y="661"/>
                </a:lnTo>
                <a:lnTo>
                  <a:pt x="4800" y="1763"/>
                </a:lnTo>
                <a:lnTo>
                  <a:pt x="3273" y="3086"/>
                </a:lnTo>
                <a:lnTo>
                  <a:pt x="1964" y="4849"/>
                </a:lnTo>
                <a:lnTo>
                  <a:pt x="873" y="6392"/>
                </a:lnTo>
                <a:lnTo>
                  <a:pt x="218" y="8596"/>
                </a:lnTo>
                <a:lnTo>
                  <a:pt x="0" y="10800"/>
                </a:lnTo>
                <a:lnTo>
                  <a:pt x="218" y="13004"/>
                </a:lnTo>
                <a:lnTo>
                  <a:pt x="873" y="15208"/>
                </a:lnTo>
                <a:lnTo>
                  <a:pt x="1964" y="16751"/>
                </a:lnTo>
                <a:lnTo>
                  <a:pt x="3273" y="18294"/>
                </a:lnTo>
                <a:lnTo>
                  <a:pt x="4800" y="19837"/>
                </a:lnTo>
                <a:lnTo>
                  <a:pt x="6327" y="20939"/>
                </a:lnTo>
                <a:lnTo>
                  <a:pt x="8509" y="21380"/>
                </a:lnTo>
                <a:lnTo>
                  <a:pt x="10691" y="21600"/>
                </a:lnTo>
                <a:lnTo>
                  <a:pt x="12873" y="21380"/>
                </a:lnTo>
                <a:lnTo>
                  <a:pt x="15055" y="20939"/>
                </a:lnTo>
                <a:lnTo>
                  <a:pt x="16582" y="19837"/>
                </a:lnTo>
                <a:lnTo>
                  <a:pt x="18327" y="18294"/>
                </a:lnTo>
                <a:lnTo>
                  <a:pt x="19636" y="16751"/>
                </a:lnTo>
                <a:lnTo>
                  <a:pt x="20727" y="15208"/>
                </a:lnTo>
                <a:lnTo>
                  <a:pt x="21600" y="10800"/>
                </a:lnTo>
                <a:lnTo>
                  <a:pt x="20727" y="6392"/>
                </a:lnTo>
                <a:lnTo>
                  <a:pt x="19636" y="4849"/>
                </a:lnTo>
                <a:lnTo>
                  <a:pt x="18327" y="3086"/>
                </a:lnTo>
                <a:lnTo>
                  <a:pt x="16582" y="1763"/>
                </a:lnTo>
                <a:lnTo>
                  <a:pt x="15055" y="661"/>
                </a:lnTo>
                <a:lnTo>
                  <a:pt x="12873" y="220"/>
                </a:lnTo>
                <a:lnTo>
                  <a:pt x="10691" y="0"/>
                </a:lnTo>
                <a:close/>
                <a:moveTo>
                  <a:pt x="7418" y="15208"/>
                </a:moveTo>
                <a:lnTo>
                  <a:pt x="5455" y="15208"/>
                </a:lnTo>
                <a:lnTo>
                  <a:pt x="5455" y="14106"/>
                </a:lnTo>
                <a:lnTo>
                  <a:pt x="3273" y="14106"/>
                </a:lnTo>
                <a:lnTo>
                  <a:pt x="3273" y="11902"/>
                </a:lnTo>
                <a:lnTo>
                  <a:pt x="6982" y="11902"/>
                </a:lnTo>
                <a:lnTo>
                  <a:pt x="7200" y="11682"/>
                </a:lnTo>
                <a:lnTo>
                  <a:pt x="7418" y="11241"/>
                </a:lnTo>
                <a:lnTo>
                  <a:pt x="6982" y="10800"/>
                </a:lnTo>
                <a:lnTo>
                  <a:pt x="5891" y="10800"/>
                </a:lnTo>
                <a:lnTo>
                  <a:pt x="4800" y="10580"/>
                </a:lnTo>
                <a:lnTo>
                  <a:pt x="3927" y="9918"/>
                </a:lnTo>
                <a:lnTo>
                  <a:pt x="3491" y="9257"/>
                </a:lnTo>
                <a:lnTo>
                  <a:pt x="3273" y="8155"/>
                </a:lnTo>
                <a:lnTo>
                  <a:pt x="3709" y="6392"/>
                </a:lnTo>
                <a:lnTo>
                  <a:pt x="4582" y="5510"/>
                </a:lnTo>
                <a:lnTo>
                  <a:pt x="5455" y="5290"/>
                </a:lnTo>
                <a:lnTo>
                  <a:pt x="5455" y="4188"/>
                </a:lnTo>
                <a:lnTo>
                  <a:pt x="7418" y="4188"/>
                </a:lnTo>
                <a:lnTo>
                  <a:pt x="7418" y="5290"/>
                </a:lnTo>
                <a:lnTo>
                  <a:pt x="9600" y="5290"/>
                </a:lnTo>
                <a:lnTo>
                  <a:pt x="9600" y="7494"/>
                </a:lnTo>
                <a:lnTo>
                  <a:pt x="5891" y="7494"/>
                </a:lnTo>
                <a:lnTo>
                  <a:pt x="5673" y="7714"/>
                </a:lnTo>
                <a:lnTo>
                  <a:pt x="5455" y="8155"/>
                </a:lnTo>
                <a:lnTo>
                  <a:pt x="5891" y="8596"/>
                </a:lnTo>
                <a:lnTo>
                  <a:pt x="6982" y="8596"/>
                </a:lnTo>
                <a:lnTo>
                  <a:pt x="8073" y="8816"/>
                </a:lnTo>
                <a:lnTo>
                  <a:pt x="8945" y="9478"/>
                </a:lnTo>
                <a:lnTo>
                  <a:pt x="9382" y="10139"/>
                </a:lnTo>
                <a:lnTo>
                  <a:pt x="9600" y="11241"/>
                </a:lnTo>
                <a:lnTo>
                  <a:pt x="9164" y="13004"/>
                </a:lnTo>
                <a:lnTo>
                  <a:pt x="8291" y="13665"/>
                </a:lnTo>
                <a:lnTo>
                  <a:pt x="7418" y="14106"/>
                </a:lnTo>
                <a:lnTo>
                  <a:pt x="7418" y="15208"/>
                </a:lnTo>
                <a:close/>
                <a:moveTo>
                  <a:pt x="12873" y="18294"/>
                </a:moveTo>
                <a:lnTo>
                  <a:pt x="8509" y="18294"/>
                </a:lnTo>
                <a:lnTo>
                  <a:pt x="8509" y="16310"/>
                </a:lnTo>
                <a:lnTo>
                  <a:pt x="12873" y="16310"/>
                </a:lnTo>
                <a:lnTo>
                  <a:pt x="12873" y="18294"/>
                </a:lnTo>
                <a:close/>
                <a:moveTo>
                  <a:pt x="18327" y="7494"/>
                </a:moveTo>
                <a:lnTo>
                  <a:pt x="14400" y="7494"/>
                </a:lnTo>
                <a:lnTo>
                  <a:pt x="14182" y="7714"/>
                </a:lnTo>
                <a:lnTo>
                  <a:pt x="13964" y="8155"/>
                </a:lnTo>
                <a:lnTo>
                  <a:pt x="14400" y="8596"/>
                </a:lnTo>
                <a:lnTo>
                  <a:pt x="15491" y="8596"/>
                </a:lnTo>
                <a:lnTo>
                  <a:pt x="16582" y="8816"/>
                </a:lnTo>
                <a:lnTo>
                  <a:pt x="17455" y="9478"/>
                </a:lnTo>
                <a:lnTo>
                  <a:pt x="18109" y="10139"/>
                </a:lnTo>
                <a:lnTo>
                  <a:pt x="18327" y="11241"/>
                </a:lnTo>
                <a:lnTo>
                  <a:pt x="18109" y="12122"/>
                </a:lnTo>
                <a:lnTo>
                  <a:pt x="17673" y="13004"/>
                </a:lnTo>
                <a:lnTo>
                  <a:pt x="17018" y="13665"/>
                </a:lnTo>
                <a:lnTo>
                  <a:pt x="16145" y="14106"/>
                </a:lnTo>
                <a:lnTo>
                  <a:pt x="16145" y="15208"/>
                </a:lnTo>
                <a:lnTo>
                  <a:pt x="13964" y="15208"/>
                </a:lnTo>
                <a:lnTo>
                  <a:pt x="13964" y="14106"/>
                </a:lnTo>
                <a:lnTo>
                  <a:pt x="11782" y="14106"/>
                </a:lnTo>
                <a:lnTo>
                  <a:pt x="11782" y="11902"/>
                </a:lnTo>
                <a:lnTo>
                  <a:pt x="15491" y="11902"/>
                </a:lnTo>
                <a:lnTo>
                  <a:pt x="15927" y="11682"/>
                </a:lnTo>
                <a:lnTo>
                  <a:pt x="16145" y="11241"/>
                </a:lnTo>
                <a:lnTo>
                  <a:pt x="15927" y="11020"/>
                </a:lnTo>
                <a:lnTo>
                  <a:pt x="15491" y="10800"/>
                </a:lnTo>
                <a:lnTo>
                  <a:pt x="14400" y="10800"/>
                </a:lnTo>
                <a:lnTo>
                  <a:pt x="13527" y="10580"/>
                </a:lnTo>
                <a:lnTo>
                  <a:pt x="12655" y="9918"/>
                </a:lnTo>
                <a:lnTo>
                  <a:pt x="12000" y="9257"/>
                </a:lnTo>
                <a:lnTo>
                  <a:pt x="11782" y="8155"/>
                </a:lnTo>
                <a:lnTo>
                  <a:pt x="12000" y="7273"/>
                </a:lnTo>
                <a:lnTo>
                  <a:pt x="12436" y="6392"/>
                </a:lnTo>
                <a:lnTo>
                  <a:pt x="13091" y="5510"/>
                </a:lnTo>
                <a:lnTo>
                  <a:pt x="13964" y="5290"/>
                </a:lnTo>
                <a:lnTo>
                  <a:pt x="13964" y="4188"/>
                </a:lnTo>
                <a:lnTo>
                  <a:pt x="16145" y="4188"/>
                </a:lnTo>
                <a:lnTo>
                  <a:pt x="16145" y="5290"/>
                </a:lnTo>
                <a:lnTo>
                  <a:pt x="18327" y="5290"/>
                </a:lnTo>
                <a:lnTo>
                  <a:pt x="18327" y="749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50"/>
          <p:cNvSpPr/>
          <p:nvPr/>
        </p:nvSpPr>
        <p:spPr>
          <a:xfrm>
            <a:off x="21217467" y="4267200"/>
            <a:ext cx="406404" cy="40640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596" y="220"/>
                </a:lnTo>
                <a:lnTo>
                  <a:pt x="6392" y="661"/>
                </a:lnTo>
                <a:lnTo>
                  <a:pt x="4849" y="1763"/>
                </a:lnTo>
                <a:lnTo>
                  <a:pt x="3086" y="3086"/>
                </a:lnTo>
                <a:lnTo>
                  <a:pt x="1763" y="4849"/>
                </a:lnTo>
                <a:lnTo>
                  <a:pt x="661" y="6392"/>
                </a:lnTo>
                <a:lnTo>
                  <a:pt x="220" y="8596"/>
                </a:lnTo>
                <a:lnTo>
                  <a:pt x="0" y="10800"/>
                </a:lnTo>
                <a:lnTo>
                  <a:pt x="220" y="13004"/>
                </a:lnTo>
                <a:lnTo>
                  <a:pt x="661" y="15208"/>
                </a:lnTo>
                <a:lnTo>
                  <a:pt x="1763" y="16751"/>
                </a:lnTo>
                <a:lnTo>
                  <a:pt x="3086" y="18294"/>
                </a:lnTo>
                <a:lnTo>
                  <a:pt x="4849" y="19837"/>
                </a:lnTo>
                <a:lnTo>
                  <a:pt x="6392" y="20939"/>
                </a:lnTo>
                <a:lnTo>
                  <a:pt x="8596" y="21380"/>
                </a:lnTo>
                <a:lnTo>
                  <a:pt x="10800" y="21600"/>
                </a:lnTo>
                <a:lnTo>
                  <a:pt x="13004" y="21380"/>
                </a:lnTo>
                <a:lnTo>
                  <a:pt x="15208" y="20939"/>
                </a:lnTo>
                <a:lnTo>
                  <a:pt x="16751" y="19837"/>
                </a:lnTo>
                <a:lnTo>
                  <a:pt x="18514" y="18294"/>
                </a:lnTo>
                <a:lnTo>
                  <a:pt x="19837" y="16751"/>
                </a:lnTo>
                <a:lnTo>
                  <a:pt x="20939" y="15208"/>
                </a:lnTo>
                <a:lnTo>
                  <a:pt x="21380" y="13004"/>
                </a:lnTo>
                <a:lnTo>
                  <a:pt x="21600" y="10800"/>
                </a:lnTo>
                <a:lnTo>
                  <a:pt x="21380" y="8596"/>
                </a:lnTo>
                <a:lnTo>
                  <a:pt x="20939" y="6392"/>
                </a:lnTo>
                <a:lnTo>
                  <a:pt x="19837" y="4849"/>
                </a:lnTo>
                <a:lnTo>
                  <a:pt x="18514" y="3086"/>
                </a:lnTo>
                <a:lnTo>
                  <a:pt x="16751" y="1763"/>
                </a:lnTo>
                <a:lnTo>
                  <a:pt x="15208" y="661"/>
                </a:lnTo>
                <a:lnTo>
                  <a:pt x="13004" y="220"/>
                </a:lnTo>
                <a:lnTo>
                  <a:pt x="10800" y="0"/>
                </a:lnTo>
                <a:close/>
                <a:moveTo>
                  <a:pt x="13004" y="5290"/>
                </a:moveTo>
                <a:lnTo>
                  <a:pt x="15208" y="5290"/>
                </a:lnTo>
                <a:lnTo>
                  <a:pt x="15208" y="9698"/>
                </a:lnTo>
                <a:lnTo>
                  <a:pt x="13004" y="9698"/>
                </a:lnTo>
                <a:lnTo>
                  <a:pt x="13004" y="5290"/>
                </a:lnTo>
                <a:close/>
                <a:moveTo>
                  <a:pt x="6392" y="5290"/>
                </a:moveTo>
                <a:lnTo>
                  <a:pt x="8596" y="5290"/>
                </a:lnTo>
                <a:lnTo>
                  <a:pt x="8596" y="9698"/>
                </a:lnTo>
                <a:lnTo>
                  <a:pt x="6392" y="9698"/>
                </a:lnTo>
                <a:lnTo>
                  <a:pt x="6392" y="5290"/>
                </a:lnTo>
                <a:close/>
                <a:moveTo>
                  <a:pt x="14106" y="16310"/>
                </a:moveTo>
                <a:lnTo>
                  <a:pt x="13004" y="14547"/>
                </a:lnTo>
                <a:lnTo>
                  <a:pt x="11902" y="16310"/>
                </a:lnTo>
                <a:lnTo>
                  <a:pt x="9698" y="16310"/>
                </a:lnTo>
                <a:lnTo>
                  <a:pt x="8596" y="14547"/>
                </a:lnTo>
                <a:lnTo>
                  <a:pt x="7494" y="16310"/>
                </a:lnTo>
                <a:lnTo>
                  <a:pt x="5290" y="16310"/>
                </a:lnTo>
                <a:lnTo>
                  <a:pt x="7494" y="13004"/>
                </a:lnTo>
                <a:lnTo>
                  <a:pt x="9698" y="13004"/>
                </a:lnTo>
                <a:lnTo>
                  <a:pt x="10800" y="14547"/>
                </a:lnTo>
                <a:lnTo>
                  <a:pt x="11902" y="13004"/>
                </a:lnTo>
                <a:lnTo>
                  <a:pt x="14106" y="13004"/>
                </a:lnTo>
                <a:lnTo>
                  <a:pt x="16310" y="16310"/>
                </a:lnTo>
                <a:lnTo>
                  <a:pt x="14106" y="1631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50"/>
          <p:cNvSpPr/>
          <p:nvPr/>
        </p:nvSpPr>
        <p:spPr>
          <a:xfrm>
            <a:off x="19265902" y="4267200"/>
            <a:ext cx="406404" cy="406404"/>
          </a:xfrm>
          <a:custGeom>
            <a:rect b="b" l="l" r="r" t="t"/>
            <a:pathLst>
              <a:path extrusionOk="0" h="21600" w="21600">
                <a:moveTo>
                  <a:pt x="10691" y="0"/>
                </a:moveTo>
                <a:lnTo>
                  <a:pt x="8727" y="220"/>
                </a:lnTo>
                <a:lnTo>
                  <a:pt x="6545" y="661"/>
                </a:lnTo>
                <a:lnTo>
                  <a:pt x="4800" y="1763"/>
                </a:lnTo>
                <a:lnTo>
                  <a:pt x="3273" y="3086"/>
                </a:lnTo>
                <a:lnTo>
                  <a:pt x="1964" y="4849"/>
                </a:lnTo>
                <a:lnTo>
                  <a:pt x="873" y="6392"/>
                </a:lnTo>
                <a:lnTo>
                  <a:pt x="218" y="8596"/>
                </a:lnTo>
                <a:lnTo>
                  <a:pt x="0" y="10800"/>
                </a:lnTo>
                <a:lnTo>
                  <a:pt x="218" y="13004"/>
                </a:lnTo>
                <a:lnTo>
                  <a:pt x="873" y="15208"/>
                </a:lnTo>
                <a:lnTo>
                  <a:pt x="1964" y="16751"/>
                </a:lnTo>
                <a:lnTo>
                  <a:pt x="3273" y="18294"/>
                </a:lnTo>
                <a:lnTo>
                  <a:pt x="4800" y="19837"/>
                </a:lnTo>
                <a:lnTo>
                  <a:pt x="6545" y="20939"/>
                </a:lnTo>
                <a:lnTo>
                  <a:pt x="8727" y="21380"/>
                </a:lnTo>
                <a:lnTo>
                  <a:pt x="10691" y="21600"/>
                </a:lnTo>
                <a:lnTo>
                  <a:pt x="12873" y="21380"/>
                </a:lnTo>
                <a:lnTo>
                  <a:pt x="15055" y="20939"/>
                </a:lnTo>
                <a:lnTo>
                  <a:pt x="16800" y="19837"/>
                </a:lnTo>
                <a:lnTo>
                  <a:pt x="18327" y="18294"/>
                </a:lnTo>
                <a:lnTo>
                  <a:pt x="19636" y="16751"/>
                </a:lnTo>
                <a:lnTo>
                  <a:pt x="20727" y="15208"/>
                </a:lnTo>
                <a:lnTo>
                  <a:pt x="21382" y="13004"/>
                </a:lnTo>
                <a:lnTo>
                  <a:pt x="21600" y="10800"/>
                </a:lnTo>
                <a:lnTo>
                  <a:pt x="21382" y="8596"/>
                </a:lnTo>
                <a:lnTo>
                  <a:pt x="20727" y="6392"/>
                </a:lnTo>
                <a:lnTo>
                  <a:pt x="19636" y="4849"/>
                </a:lnTo>
                <a:lnTo>
                  <a:pt x="18327" y="3086"/>
                </a:lnTo>
                <a:lnTo>
                  <a:pt x="16800" y="1763"/>
                </a:lnTo>
                <a:lnTo>
                  <a:pt x="15055" y="661"/>
                </a:lnTo>
                <a:lnTo>
                  <a:pt x="12873" y="220"/>
                </a:lnTo>
                <a:lnTo>
                  <a:pt x="10691" y="0"/>
                </a:lnTo>
                <a:close/>
                <a:moveTo>
                  <a:pt x="12873" y="6392"/>
                </a:moveTo>
                <a:lnTo>
                  <a:pt x="17236" y="6392"/>
                </a:lnTo>
                <a:lnTo>
                  <a:pt x="17236" y="8596"/>
                </a:lnTo>
                <a:lnTo>
                  <a:pt x="12873" y="8596"/>
                </a:lnTo>
                <a:lnTo>
                  <a:pt x="12873" y="6392"/>
                </a:lnTo>
                <a:close/>
                <a:moveTo>
                  <a:pt x="4364" y="6392"/>
                </a:moveTo>
                <a:lnTo>
                  <a:pt x="8727" y="6392"/>
                </a:lnTo>
                <a:lnTo>
                  <a:pt x="8727" y="8596"/>
                </a:lnTo>
                <a:lnTo>
                  <a:pt x="4364" y="8596"/>
                </a:lnTo>
                <a:lnTo>
                  <a:pt x="4364" y="6392"/>
                </a:lnTo>
                <a:close/>
                <a:moveTo>
                  <a:pt x="4364" y="15208"/>
                </a:moveTo>
                <a:lnTo>
                  <a:pt x="3491" y="14767"/>
                </a:lnTo>
                <a:lnTo>
                  <a:pt x="2618" y="14547"/>
                </a:lnTo>
                <a:lnTo>
                  <a:pt x="2400" y="13665"/>
                </a:lnTo>
                <a:lnTo>
                  <a:pt x="2182" y="13004"/>
                </a:lnTo>
                <a:lnTo>
                  <a:pt x="2618" y="11241"/>
                </a:lnTo>
                <a:lnTo>
                  <a:pt x="4364" y="10800"/>
                </a:lnTo>
                <a:lnTo>
                  <a:pt x="5236" y="11020"/>
                </a:lnTo>
                <a:lnTo>
                  <a:pt x="5891" y="11241"/>
                </a:lnTo>
                <a:lnTo>
                  <a:pt x="6109" y="12122"/>
                </a:lnTo>
                <a:lnTo>
                  <a:pt x="6545" y="13004"/>
                </a:lnTo>
                <a:lnTo>
                  <a:pt x="6109" y="13665"/>
                </a:lnTo>
                <a:lnTo>
                  <a:pt x="5891" y="14547"/>
                </a:lnTo>
                <a:lnTo>
                  <a:pt x="5236" y="14767"/>
                </a:lnTo>
                <a:lnTo>
                  <a:pt x="4364" y="15208"/>
                </a:lnTo>
                <a:close/>
                <a:moveTo>
                  <a:pt x="12873" y="17192"/>
                </a:moveTo>
                <a:lnTo>
                  <a:pt x="8727" y="17192"/>
                </a:lnTo>
                <a:lnTo>
                  <a:pt x="8727" y="15208"/>
                </a:lnTo>
                <a:lnTo>
                  <a:pt x="12873" y="15208"/>
                </a:lnTo>
                <a:lnTo>
                  <a:pt x="12873" y="17192"/>
                </a:lnTo>
                <a:close/>
                <a:moveTo>
                  <a:pt x="17236" y="15208"/>
                </a:moveTo>
                <a:lnTo>
                  <a:pt x="16364" y="14767"/>
                </a:lnTo>
                <a:lnTo>
                  <a:pt x="15709" y="14547"/>
                </a:lnTo>
                <a:lnTo>
                  <a:pt x="15273" y="13665"/>
                </a:lnTo>
                <a:lnTo>
                  <a:pt x="15055" y="13004"/>
                </a:lnTo>
                <a:lnTo>
                  <a:pt x="15273" y="12122"/>
                </a:lnTo>
                <a:lnTo>
                  <a:pt x="15709" y="11241"/>
                </a:lnTo>
                <a:lnTo>
                  <a:pt x="16364" y="11020"/>
                </a:lnTo>
                <a:lnTo>
                  <a:pt x="17236" y="10800"/>
                </a:lnTo>
                <a:lnTo>
                  <a:pt x="18109" y="11020"/>
                </a:lnTo>
                <a:lnTo>
                  <a:pt x="18764" y="11241"/>
                </a:lnTo>
                <a:lnTo>
                  <a:pt x="19200" y="12122"/>
                </a:lnTo>
                <a:lnTo>
                  <a:pt x="19418" y="13004"/>
                </a:lnTo>
                <a:lnTo>
                  <a:pt x="19200" y="13665"/>
                </a:lnTo>
                <a:lnTo>
                  <a:pt x="18764" y="14547"/>
                </a:lnTo>
                <a:lnTo>
                  <a:pt x="18109" y="14767"/>
                </a:lnTo>
                <a:lnTo>
                  <a:pt x="17236" y="1520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65" name="Google Shape;1265;p50"/>
          <p:cNvGrpSpPr/>
          <p:nvPr/>
        </p:nvGrpSpPr>
        <p:grpSpPr>
          <a:xfrm>
            <a:off x="13411200" y="5219700"/>
            <a:ext cx="410616" cy="465646"/>
            <a:chOff x="0" y="-1"/>
            <a:chExt cx="410616" cy="465646"/>
          </a:xfrm>
        </p:grpSpPr>
        <p:sp>
          <p:nvSpPr>
            <p:cNvPr id="1266" name="Google Shape;1266;p50"/>
            <p:cNvSpPr/>
            <p:nvPr/>
          </p:nvSpPr>
          <p:spPr>
            <a:xfrm>
              <a:off x="88901" y="-1"/>
              <a:ext cx="245538" cy="84672"/>
            </a:xfrm>
            <a:custGeom>
              <a:rect b="b" l="l" r="r" t="t"/>
              <a:pathLst>
                <a:path extrusionOk="0" h="21600" w="21600">
                  <a:moveTo>
                    <a:pt x="1831" y="21600"/>
                  </a:moveTo>
                  <a:lnTo>
                    <a:pt x="20868" y="21600"/>
                  </a:lnTo>
                  <a:lnTo>
                    <a:pt x="21600" y="19440"/>
                  </a:lnTo>
                  <a:lnTo>
                    <a:pt x="21600" y="3240"/>
                  </a:lnTo>
                  <a:lnTo>
                    <a:pt x="21234" y="2160"/>
                  </a:lnTo>
                  <a:lnTo>
                    <a:pt x="20868" y="0"/>
                  </a:lnTo>
                  <a:lnTo>
                    <a:pt x="1098" y="0"/>
                  </a:lnTo>
                  <a:lnTo>
                    <a:pt x="0" y="3240"/>
                  </a:lnTo>
                  <a:lnTo>
                    <a:pt x="0" y="19440"/>
                  </a:lnTo>
                  <a:lnTo>
                    <a:pt x="366" y="20520"/>
                  </a:lnTo>
                  <a:lnTo>
                    <a:pt x="1098" y="21600"/>
                  </a:lnTo>
                  <a:lnTo>
                    <a:pt x="1831" y="2160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50"/>
            <p:cNvSpPr/>
            <p:nvPr/>
          </p:nvSpPr>
          <p:spPr>
            <a:xfrm>
              <a:off x="0" y="97365"/>
              <a:ext cx="410616" cy="368280"/>
            </a:xfrm>
            <a:custGeom>
              <a:rect b="b" l="l" r="r" t="t"/>
              <a:pathLst>
                <a:path extrusionOk="0" h="21600" w="21600">
                  <a:moveTo>
                    <a:pt x="21164" y="15775"/>
                  </a:moveTo>
                  <a:lnTo>
                    <a:pt x="15055" y="8009"/>
                  </a:lnTo>
                  <a:lnTo>
                    <a:pt x="15055" y="0"/>
                  </a:lnTo>
                  <a:lnTo>
                    <a:pt x="13091" y="0"/>
                  </a:lnTo>
                  <a:lnTo>
                    <a:pt x="13091" y="1213"/>
                  </a:lnTo>
                  <a:lnTo>
                    <a:pt x="10909" y="1213"/>
                  </a:lnTo>
                  <a:lnTo>
                    <a:pt x="10909" y="3640"/>
                  </a:lnTo>
                  <a:lnTo>
                    <a:pt x="13091" y="3640"/>
                  </a:lnTo>
                  <a:lnTo>
                    <a:pt x="13091" y="4854"/>
                  </a:lnTo>
                  <a:lnTo>
                    <a:pt x="9818" y="4854"/>
                  </a:lnTo>
                  <a:lnTo>
                    <a:pt x="9818" y="7281"/>
                  </a:lnTo>
                  <a:lnTo>
                    <a:pt x="13091" y="7281"/>
                  </a:lnTo>
                  <a:lnTo>
                    <a:pt x="13091" y="8494"/>
                  </a:lnTo>
                  <a:lnTo>
                    <a:pt x="13309" y="9222"/>
                  </a:lnTo>
                  <a:lnTo>
                    <a:pt x="16145" y="13106"/>
                  </a:lnTo>
                  <a:lnTo>
                    <a:pt x="5455" y="13106"/>
                  </a:lnTo>
                  <a:lnTo>
                    <a:pt x="8509" y="9222"/>
                  </a:lnTo>
                  <a:lnTo>
                    <a:pt x="8727" y="8494"/>
                  </a:lnTo>
                  <a:lnTo>
                    <a:pt x="8727" y="0"/>
                  </a:lnTo>
                  <a:lnTo>
                    <a:pt x="6545" y="0"/>
                  </a:lnTo>
                  <a:lnTo>
                    <a:pt x="6545" y="8009"/>
                  </a:lnTo>
                  <a:lnTo>
                    <a:pt x="655" y="15775"/>
                  </a:lnTo>
                  <a:lnTo>
                    <a:pt x="436" y="16746"/>
                  </a:lnTo>
                  <a:lnTo>
                    <a:pt x="0" y="17717"/>
                  </a:lnTo>
                  <a:lnTo>
                    <a:pt x="0" y="18445"/>
                  </a:lnTo>
                  <a:lnTo>
                    <a:pt x="436" y="19658"/>
                  </a:lnTo>
                  <a:lnTo>
                    <a:pt x="873" y="20387"/>
                  </a:lnTo>
                  <a:lnTo>
                    <a:pt x="1745" y="20872"/>
                  </a:lnTo>
                  <a:lnTo>
                    <a:pt x="2400" y="21600"/>
                  </a:lnTo>
                  <a:lnTo>
                    <a:pt x="19200" y="21600"/>
                  </a:lnTo>
                  <a:lnTo>
                    <a:pt x="20073" y="20872"/>
                  </a:lnTo>
                  <a:lnTo>
                    <a:pt x="20727" y="20387"/>
                  </a:lnTo>
                  <a:lnTo>
                    <a:pt x="21382" y="19658"/>
                  </a:lnTo>
                  <a:lnTo>
                    <a:pt x="21600" y="18445"/>
                  </a:lnTo>
                  <a:lnTo>
                    <a:pt x="21600" y="17717"/>
                  </a:lnTo>
                  <a:lnTo>
                    <a:pt x="21164" y="15775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8" name="Google Shape;1268;p50"/>
          <p:cNvSpPr/>
          <p:nvPr/>
        </p:nvSpPr>
        <p:spPr>
          <a:xfrm>
            <a:off x="14376400" y="5240866"/>
            <a:ext cx="444528" cy="262494"/>
          </a:xfrm>
          <a:custGeom>
            <a:rect b="b" l="l" r="r" t="t"/>
            <a:pathLst>
              <a:path extrusionOk="0" h="21600" w="21600">
                <a:moveTo>
                  <a:pt x="21006" y="8571"/>
                </a:moveTo>
                <a:lnTo>
                  <a:pt x="11295" y="0"/>
                </a:lnTo>
                <a:lnTo>
                  <a:pt x="10305" y="0"/>
                </a:lnTo>
                <a:lnTo>
                  <a:pt x="594" y="8571"/>
                </a:lnTo>
                <a:lnTo>
                  <a:pt x="0" y="9257"/>
                </a:lnTo>
                <a:lnTo>
                  <a:pt x="0" y="20914"/>
                </a:lnTo>
                <a:lnTo>
                  <a:pt x="198" y="21257"/>
                </a:lnTo>
                <a:lnTo>
                  <a:pt x="594" y="21600"/>
                </a:lnTo>
                <a:lnTo>
                  <a:pt x="1585" y="21600"/>
                </a:lnTo>
                <a:lnTo>
                  <a:pt x="1982" y="20914"/>
                </a:lnTo>
                <a:lnTo>
                  <a:pt x="1982" y="12343"/>
                </a:lnTo>
                <a:lnTo>
                  <a:pt x="10701" y="18857"/>
                </a:lnTo>
                <a:lnTo>
                  <a:pt x="20807" y="12000"/>
                </a:lnTo>
                <a:lnTo>
                  <a:pt x="21402" y="10971"/>
                </a:lnTo>
                <a:lnTo>
                  <a:pt x="21600" y="10286"/>
                </a:lnTo>
                <a:lnTo>
                  <a:pt x="21402" y="9257"/>
                </a:lnTo>
                <a:lnTo>
                  <a:pt x="21006" y="8571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50"/>
          <p:cNvSpPr/>
          <p:nvPr/>
        </p:nvSpPr>
        <p:spPr>
          <a:xfrm>
            <a:off x="14448367" y="5452533"/>
            <a:ext cx="287874" cy="110052"/>
          </a:xfrm>
          <a:custGeom>
            <a:rect b="b" l="l" r="r" t="t"/>
            <a:pathLst>
              <a:path extrusionOk="0" h="21600" w="21600">
                <a:moveTo>
                  <a:pt x="10643" y="10029"/>
                </a:moveTo>
                <a:lnTo>
                  <a:pt x="10017" y="10029"/>
                </a:lnTo>
                <a:lnTo>
                  <a:pt x="0" y="0"/>
                </a:lnTo>
                <a:lnTo>
                  <a:pt x="0" y="11571"/>
                </a:lnTo>
                <a:lnTo>
                  <a:pt x="313" y="13114"/>
                </a:lnTo>
                <a:lnTo>
                  <a:pt x="626" y="13886"/>
                </a:lnTo>
                <a:lnTo>
                  <a:pt x="5009" y="18514"/>
                </a:lnTo>
                <a:lnTo>
                  <a:pt x="7826" y="20829"/>
                </a:lnTo>
                <a:lnTo>
                  <a:pt x="10643" y="21600"/>
                </a:lnTo>
                <a:lnTo>
                  <a:pt x="13774" y="20829"/>
                </a:lnTo>
                <a:lnTo>
                  <a:pt x="16591" y="18514"/>
                </a:lnTo>
                <a:lnTo>
                  <a:pt x="20974" y="13886"/>
                </a:lnTo>
                <a:lnTo>
                  <a:pt x="21287" y="13114"/>
                </a:lnTo>
                <a:lnTo>
                  <a:pt x="21600" y="11571"/>
                </a:lnTo>
                <a:lnTo>
                  <a:pt x="21600" y="771"/>
                </a:lnTo>
                <a:lnTo>
                  <a:pt x="11270" y="10029"/>
                </a:lnTo>
                <a:lnTo>
                  <a:pt x="10643" y="10029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50"/>
          <p:cNvSpPr/>
          <p:nvPr/>
        </p:nvSpPr>
        <p:spPr>
          <a:xfrm>
            <a:off x="14376400" y="5524501"/>
            <a:ext cx="38124" cy="7619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0" y="3240"/>
                </a:lnTo>
                <a:lnTo>
                  <a:pt x="0" y="19440"/>
                </a:lnTo>
                <a:lnTo>
                  <a:pt x="2160" y="20520"/>
                </a:lnTo>
                <a:lnTo>
                  <a:pt x="6480" y="21600"/>
                </a:lnTo>
                <a:lnTo>
                  <a:pt x="17280" y="21600"/>
                </a:lnTo>
                <a:lnTo>
                  <a:pt x="21600" y="19440"/>
                </a:lnTo>
                <a:lnTo>
                  <a:pt x="21600" y="3240"/>
                </a:lnTo>
                <a:lnTo>
                  <a:pt x="19440" y="216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50"/>
          <p:cNvSpPr/>
          <p:nvPr/>
        </p:nvSpPr>
        <p:spPr>
          <a:xfrm>
            <a:off x="14562666" y="6366933"/>
            <a:ext cx="110052" cy="97362"/>
          </a:xfrm>
          <a:custGeom>
            <a:rect b="b" l="l" r="r" t="t"/>
            <a:pathLst>
              <a:path extrusionOk="0" h="21600" w="21600">
                <a:moveTo>
                  <a:pt x="10368" y="21600"/>
                </a:moveTo>
                <a:lnTo>
                  <a:pt x="14688" y="19872"/>
                </a:lnTo>
                <a:lnTo>
                  <a:pt x="18144" y="18144"/>
                </a:lnTo>
                <a:lnTo>
                  <a:pt x="20736" y="14688"/>
                </a:lnTo>
                <a:lnTo>
                  <a:pt x="21600" y="10368"/>
                </a:lnTo>
                <a:lnTo>
                  <a:pt x="20736" y="6048"/>
                </a:lnTo>
                <a:lnTo>
                  <a:pt x="18144" y="3456"/>
                </a:lnTo>
                <a:lnTo>
                  <a:pt x="14688" y="864"/>
                </a:lnTo>
                <a:lnTo>
                  <a:pt x="10368" y="0"/>
                </a:lnTo>
                <a:lnTo>
                  <a:pt x="6048" y="864"/>
                </a:lnTo>
                <a:lnTo>
                  <a:pt x="864" y="6048"/>
                </a:lnTo>
                <a:lnTo>
                  <a:pt x="0" y="10368"/>
                </a:lnTo>
                <a:lnTo>
                  <a:pt x="864" y="14688"/>
                </a:lnTo>
                <a:lnTo>
                  <a:pt x="3456" y="18144"/>
                </a:lnTo>
                <a:lnTo>
                  <a:pt x="6048" y="19872"/>
                </a:lnTo>
                <a:lnTo>
                  <a:pt x="10368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50"/>
          <p:cNvSpPr/>
          <p:nvPr/>
        </p:nvSpPr>
        <p:spPr>
          <a:xfrm>
            <a:off x="14389102" y="6218768"/>
            <a:ext cx="406404" cy="419094"/>
          </a:xfrm>
          <a:custGeom>
            <a:rect b="b" l="l" r="r" t="t"/>
            <a:pathLst>
              <a:path extrusionOk="0" h="21600" w="21600">
                <a:moveTo>
                  <a:pt x="19418" y="0"/>
                </a:moveTo>
                <a:lnTo>
                  <a:pt x="2182" y="0"/>
                </a:lnTo>
                <a:lnTo>
                  <a:pt x="1309" y="208"/>
                </a:lnTo>
                <a:lnTo>
                  <a:pt x="655" y="415"/>
                </a:lnTo>
                <a:lnTo>
                  <a:pt x="218" y="1246"/>
                </a:lnTo>
                <a:lnTo>
                  <a:pt x="0" y="2077"/>
                </a:lnTo>
                <a:lnTo>
                  <a:pt x="0" y="18485"/>
                </a:lnTo>
                <a:lnTo>
                  <a:pt x="218" y="19108"/>
                </a:lnTo>
                <a:lnTo>
                  <a:pt x="655" y="19938"/>
                </a:lnTo>
                <a:lnTo>
                  <a:pt x="1309" y="20146"/>
                </a:lnTo>
                <a:lnTo>
                  <a:pt x="2182" y="20562"/>
                </a:lnTo>
                <a:lnTo>
                  <a:pt x="2182" y="21600"/>
                </a:lnTo>
                <a:lnTo>
                  <a:pt x="4364" y="21600"/>
                </a:lnTo>
                <a:lnTo>
                  <a:pt x="4364" y="20562"/>
                </a:lnTo>
                <a:lnTo>
                  <a:pt x="17236" y="20562"/>
                </a:lnTo>
                <a:lnTo>
                  <a:pt x="17236" y="21600"/>
                </a:lnTo>
                <a:lnTo>
                  <a:pt x="19418" y="21600"/>
                </a:lnTo>
                <a:lnTo>
                  <a:pt x="19418" y="20562"/>
                </a:lnTo>
                <a:lnTo>
                  <a:pt x="20291" y="20146"/>
                </a:lnTo>
                <a:lnTo>
                  <a:pt x="20945" y="19938"/>
                </a:lnTo>
                <a:lnTo>
                  <a:pt x="21382" y="19108"/>
                </a:lnTo>
                <a:lnTo>
                  <a:pt x="21600" y="18485"/>
                </a:lnTo>
                <a:lnTo>
                  <a:pt x="21600" y="2077"/>
                </a:lnTo>
                <a:lnTo>
                  <a:pt x="21382" y="1246"/>
                </a:lnTo>
                <a:lnTo>
                  <a:pt x="20945" y="415"/>
                </a:lnTo>
                <a:lnTo>
                  <a:pt x="20291" y="208"/>
                </a:lnTo>
                <a:lnTo>
                  <a:pt x="19418" y="0"/>
                </a:lnTo>
                <a:close/>
                <a:moveTo>
                  <a:pt x="18327" y="17446"/>
                </a:moveTo>
                <a:lnTo>
                  <a:pt x="4364" y="17446"/>
                </a:lnTo>
                <a:lnTo>
                  <a:pt x="4364" y="14331"/>
                </a:lnTo>
                <a:lnTo>
                  <a:pt x="2182" y="14331"/>
                </a:lnTo>
                <a:lnTo>
                  <a:pt x="2182" y="12254"/>
                </a:lnTo>
                <a:lnTo>
                  <a:pt x="4364" y="12254"/>
                </a:lnTo>
                <a:lnTo>
                  <a:pt x="4364" y="8100"/>
                </a:lnTo>
                <a:lnTo>
                  <a:pt x="2182" y="8100"/>
                </a:lnTo>
                <a:lnTo>
                  <a:pt x="2182" y="6231"/>
                </a:lnTo>
                <a:lnTo>
                  <a:pt x="4364" y="6231"/>
                </a:lnTo>
                <a:lnTo>
                  <a:pt x="4364" y="3115"/>
                </a:lnTo>
                <a:lnTo>
                  <a:pt x="18327" y="3115"/>
                </a:lnTo>
                <a:lnTo>
                  <a:pt x="18327" y="1744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50"/>
          <p:cNvSpPr/>
          <p:nvPr/>
        </p:nvSpPr>
        <p:spPr>
          <a:xfrm>
            <a:off x="15451666" y="6231466"/>
            <a:ext cx="245538" cy="186246"/>
          </a:xfrm>
          <a:custGeom>
            <a:rect b="b" l="l" r="r" t="t"/>
            <a:pathLst>
              <a:path extrusionOk="0" h="21600" w="21600">
                <a:moveTo>
                  <a:pt x="1831" y="21600"/>
                </a:moveTo>
                <a:lnTo>
                  <a:pt x="20502" y="21600"/>
                </a:lnTo>
                <a:lnTo>
                  <a:pt x="21600" y="20127"/>
                </a:lnTo>
                <a:lnTo>
                  <a:pt x="21600" y="18655"/>
                </a:lnTo>
                <a:lnTo>
                  <a:pt x="17939" y="1964"/>
                </a:lnTo>
                <a:lnTo>
                  <a:pt x="17207" y="491"/>
                </a:lnTo>
                <a:lnTo>
                  <a:pt x="16108" y="0"/>
                </a:lnTo>
                <a:lnTo>
                  <a:pt x="5125" y="0"/>
                </a:lnTo>
                <a:lnTo>
                  <a:pt x="4393" y="491"/>
                </a:lnTo>
                <a:lnTo>
                  <a:pt x="3661" y="1964"/>
                </a:lnTo>
                <a:lnTo>
                  <a:pt x="0" y="18655"/>
                </a:lnTo>
                <a:lnTo>
                  <a:pt x="0" y="20127"/>
                </a:lnTo>
                <a:lnTo>
                  <a:pt x="366" y="20618"/>
                </a:lnTo>
                <a:lnTo>
                  <a:pt x="732" y="21600"/>
                </a:lnTo>
                <a:lnTo>
                  <a:pt x="1831" y="21600"/>
                </a:lnTo>
                <a:close/>
                <a:moveTo>
                  <a:pt x="6590" y="7364"/>
                </a:moveTo>
                <a:lnTo>
                  <a:pt x="11349" y="7364"/>
                </a:lnTo>
                <a:lnTo>
                  <a:pt x="9519" y="14236"/>
                </a:lnTo>
                <a:lnTo>
                  <a:pt x="5125" y="14236"/>
                </a:lnTo>
                <a:lnTo>
                  <a:pt x="6590" y="736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50"/>
          <p:cNvSpPr/>
          <p:nvPr/>
        </p:nvSpPr>
        <p:spPr>
          <a:xfrm>
            <a:off x="15328902" y="6438901"/>
            <a:ext cx="245538" cy="186246"/>
          </a:xfrm>
          <a:custGeom>
            <a:rect b="b" l="l" r="r" t="t"/>
            <a:pathLst>
              <a:path extrusionOk="0" h="21600" w="21600">
                <a:moveTo>
                  <a:pt x="17939" y="1920"/>
                </a:moveTo>
                <a:lnTo>
                  <a:pt x="17207" y="480"/>
                </a:lnTo>
                <a:lnTo>
                  <a:pt x="16108" y="0"/>
                </a:lnTo>
                <a:lnTo>
                  <a:pt x="5492" y="0"/>
                </a:lnTo>
                <a:lnTo>
                  <a:pt x="4393" y="480"/>
                </a:lnTo>
                <a:lnTo>
                  <a:pt x="3661" y="1920"/>
                </a:lnTo>
                <a:lnTo>
                  <a:pt x="0" y="18240"/>
                </a:lnTo>
                <a:lnTo>
                  <a:pt x="0" y="19680"/>
                </a:lnTo>
                <a:lnTo>
                  <a:pt x="366" y="20160"/>
                </a:lnTo>
                <a:lnTo>
                  <a:pt x="1098" y="21600"/>
                </a:lnTo>
                <a:lnTo>
                  <a:pt x="20868" y="21600"/>
                </a:lnTo>
                <a:lnTo>
                  <a:pt x="21234" y="20160"/>
                </a:lnTo>
                <a:lnTo>
                  <a:pt x="21600" y="19680"/>
                </a:lnTo>
                <a:lnTo>
                  <a:pt x="21600" y="18240"/>
                </a:lnTo>
                <a:lnTo>
                  <a:pt x="17939" y="1920"/>
                </a:lnTo>
                <a:close/>
                <a:moveTo>
                  <a:pt x="11349" y="14400"/>
                </a:moveTo>
                <a:lnTo>
                  <a:pt x="6956" y="14400"/>
                </a:lnTo>
                <a:lnTo>
                  <a:pt x="8786" y="7200"/>
                </a:lnTo>
                <a:lnTo>
                  <a:pt x="12814" y="7200"/>
                </a:lnTo>
                <a:lnTo>
                  <a:pt x="11349" y="144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50"/>
          <p:cNvSpPr/>
          <p:nvPr/>
        </p:nvSpPr>
        <p:spPr>
          <a:xfrm>
            <a:off x="15574433" y="6438901"/>
            <a:ext cx="232848" cy="186246"/>
          </a:xfrm>
          <a:custGeom>
            <a:rect b="b" l="l" r="r" t="t"/>
            <a:pathLst>
              <a:path extrusionOk="0" h="21600" w="21600">
                <a:moveTo>
                  <a:pt x="21600" y="18240"/>
                </a:moveTo>
                <a:lnTo>
                  <a:pt x="18305" y="1920"/>
                </a:lnTo>
                <a:lnTo>
                  <a:pt x="17207" y="480"/>
                </a:lnTo>
                <a:lnTo>
                  <a:pt x="16475" y="0"/>
                </a:lnTo>
                <a:lnTo>
                  <a:pt x="5492" y="0"/>
                </a:lnTo>
                <a:lnTo>
                  <a:pt x="4759" y="480"/>
                </a:lnTo>
                <a:lnTo>
                  <a:pt x="3661" y="1920"/>
                </a:lnTo>
                <a:lnTo>
                  <a:pt x="0" y="18240"/>
                </a:lnTo>
                <a:lnTo>
                  <a:pt x="0" y="19680"/>
                </a:lnTo>
                <a:lnTo>
                  <a:pt x="732" y="20160"/>
                </a:lnTo>
                <a:lnTo>
                  <a:pt x="1098" y="21600"/>
                </a:lnTo>
                <a:lnTo>
                  <a:pt x="20868" y="21600"/>
                </a:lnTo>
                <a:lnTo>
                  <a:pt x="21234" y="20160"/>
                </a:lnTo>
                <a:lnTo>
                  <a:pt x="21600" y="19680"/>
                </a:lnTo>
                <a:lnTo>
                  <a:pt x="21600" y="18240"/>
                </a:lnTo>
                <a:close/>
                <a:moveTo>
                  <a:pt x="11349" y="14400"/>
                </a:moveTo>
                <a:lnTo>
                  <a:pt x="7322" y="14400"/>
                </a:lnTo>
                <a:lnTo>
                  <a:pt x="8786" y="7200"/>
                </a:lnTo>
                <a:lnTo>
                  <a:pt x="13180" y="7200"/>
                </a:lnTo>
                <a:lnTo>
                  <a:pt x="11349" y="144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50"/>
          <p:cNvSpPr/>
          <p:nvPr/>
        </p:nvSpPr>
        <p:spPr>
          <a:xfrm>
            <a:off x="13411200" y="6231466"/>
            <a:ext cx="410616" cy="393714"/>
          </a:xfrm>
          <a:custGeom>
            <a:rect b="b" l="l" r="r" t="t"/>
            <a:pathLst>
              <a:path extrusionOk="0" h="21600" w="21600">
                <a:moveTo>
                  <a:pt x="19418" y="3447"/>
                </a:moveTo>
                <a:lnTo>
                  <a:pt x="19418" y="2298"/>
                </a:lnTo>
                <a:lnTo>
                  <a:pt x="17236" y="2298"/>
                </a:lnTo>
                <a:lnTo>
                  <a:pt x="17236" y="3447"/>
                </a:lnTo>
                <a:lnTo>
                  <a:pt x="15055" y="3447"/>
                </a:lnTo>
                <a:lnTo>
                  <a:pt x="15055" y="460"/>
                </a:lnTo>
                <a:lnTo>
                  <a:pt x="14618" y="0"/>
                </a:lnTo>
                <a:lnTo>
                  <a:pt x="6982" y="0"/>
                </a:lnTo>
                <a:lnTo>
                  <a:pt x="6545" y="460"/>
                </a:lnTo>
                <a:lnTo>
                  <a:pt x="6545" y="3447"/>
                </a:lnTo>
                <a:lnTo>
                  <a:pt x="4364" y="3447"/>
                </a:lnTo>
                <a:lnTo>
                  <a:pt x="4364" y="2298"/>
                </a:lnTo>
                <a:lnTo>
                  <a:pt x="2182" y="2298"/>
                </a:lnTo>
                <a:lnTo>
                  <a:pt x="2182" y="3447"/>
                </a:lnTo>
                <a:lnTo>
                  <a:pt x="1527" y="3677"/>
                </a:lnTo>
                <a:lnTo>
                  <a:pt x="655" y="3906"/>
                </a:lnTo>
                <a:lnTo>
                  <a:pt x="436" y="4826"/>
                </a:lnTo>
                <a:lnTo>
                  <a:pt x="0" y="5745"/>
                </a:lnTo>
                <a:lnTo>
                  <a:pt x="0" y="19302"/>
                </a:lnTo>
                <a:lnTo>
                  <a:pt x="436" y="19991"/>
                </a:lnTo>
                <a:lnTo>
                  <a:pt x="655" y="20911"/>
                </a:lnTo>
                <a:lnTo>
                  <a:pt x="1527" y="21140"/>
                </a:lnTo>
                <a:lnTo>
                  <a:pt x="2182" y="21600"/>
                </a:lnTo>
                <a:lnTo>
                  <a:pt x="19418" y="21600"/>
                </a:lnTo>
                <a:lnTo>
                  <a:pt x="20291" y="21140"/>
                </a:lnTo>
                <a:lnTo>
                  <a:pt x="21164" y="20911"/>
                </a:lnTo>
                <a:lnTo>
                  <a:pt x="21382" y="19991"/>
                </a:lnTo>
                <a:lnTo>
                  <a:pt x="21600" y="19302"/>
                </a:lnTo>
                <a:lnTo>
                  <a:pt x="21600" y="5745"/>
                </a:lnTo>
                <a:lnTo>
                  <a:pt x="21164" y="3906"/>
                </a:lnTo>
                <a:lnTo>
                  <a:pt x="19418" y="3447"/>
                </a:lnTo>
                <a:close/>
                <a:moveTo>
                  <a:pt x="8727" y="2298"/>
                </a:moveTo>
                <a:lnTo>
                  <a:pt x="13091" y="2298"/>
                </a:lnTo>
                <a:lnTo>
                  <a:pt x="13091" y="3447"/>
                </a:lnTo>
                <a:lnTo>
                  <a:pt x="8727" y="3447"/>
                </a:lnTo>
                <a:lnTo>
                  <a:pt x="8727" y="2298"/>
                </a:lnTo>
                <a:close/>
                <a:moveTo>
                  <a:pt x="13964" y="10111"/>
                </a:moveTo>
                <a:lnTo>
                  <a:pt x="10255" y="10111"/>
                </a:lnTo>
                <a:lnTo>
                  <a:pt x="10036" y="10570"/>
                </a:lnTo>
                <a:lnTo>
                  <a:pt x="9818" y="10800"/>
                </a:lnTo>
                <a:lnTo>
                  <a:pt x="10255" y="11260"/>
                </a:lnTo>
                <a:lnTo>
                  <a:pt x="11345" y="11260"/>
                </a:lnTo>
                <a:lnTo>
                  <a:pt x="12436" y="11489"/>
                </a:lnTo>
                <a:lnTo>
                  <a:pt x="13309" y="12179"/>
                </a:lnTo>
                <a:lnTo>
                  <a:pt x="13745" y="13098"/>
                </a:lnTo>
                <a:lnTo>
                  <a:pt x="13964" y="14247"/>
                </a:lnTo>
                <a:lnTo>
                  <a:pt x="13745" y="14936"/>
                </a:lnTo>
                <a:lnTo>
                  <a:pt x="13527" y="15855"/>
                </a:lnTo>
                <a:lnTo>
                  <a:pt x="12655" y="16774"/>
                </a:lnTo>
                <a:lnTo>
                  <a:pt x="12000" y="17004"/>
                </a:lnTo>
                <a:lnTo>
                  <a:pt x="12000" y="18153"/>
                </a:lnTo>
                <a:lnTo>
                  <a:pt x="9818" y="18153"/>
                </a:lnTo>
                <a:lnTo>
                  <a:pt x="9818" y="17004"/>
                </a:lnTo>
                <a:lnTo>
                  <a:pt x="7636" y="17004"/>
                </a:lnTo>
                <a:lnTo>
                  <a:pt x="7636" y="14706"/>
                </a:lnTo>
                <a:lnTo>
                  <a:pt x="11345" y="14706"/>
                </a:lnTo>
                <a:lnTo>
                  <a:pt x="11564" y="14477"/>
                </a:lnTo>
                <a:lnTo>
                  <a:pt x="12000" y="14247"/>
                </a:lnTo>
                <a:lnTo>
                  <a:pt x="11345" y="13557"/>
                </a:lnTo>
                <a:lnTo>
                  <a:pt x="10255" y="13557"/>
                </a:lnTo>
                <a:lnTo>
                  <a:pt x="9164" y="13328"/>
                </a:lnTo>
                <a:lnTo>
                  <a:pt x="7855" y="11949"/>
                </a:lnTo>
                <a:lnTo>
                  <a:pt x="7636" y="10800"/>
                </a:lnTo>
                <a:lnTo>
                  <a:pt x="8073" y="8962"/>
                </a:lnTo>
                <a:lnTo>
                  <a:pt x="8945" y="8272"/>
                </a:lnTo>
                <a:lnTo>
                  <a:pt x="9818" y="7813"/>
                </a:lnTo>
                <a:lnTo>
                  <a:pt x="9818" y="6664"/>
                </a:lnTo>
                <a:lnTo>
                  <a:pt x="12000" y="6664"/>
                </a:lnTo>
                <a:lnTo>
                  <a:pt x="12000" y="7813"/>
                </a:lnTo>
                <a:lnTo>
                  <a:pt x="13964" y="7813"/>
                </a:lnTo>
                <a:lnTo>
                  <a:pt x="13964" y="10111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50"/>
          <p:cNvSpPr/>
          <p:nvPr/>
        </p:nvSpPr>
        <p:spPr>
          <a:xfrm>
            <a:off x="16340666" y="6278035"/>
            <a:ext cx="406404" cy="287874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494" y="18470"/>
                </a:moveTo>
                <a:lnTo>
                  <a:pt x="2204" y="10643"/>
                </a:lnTo>
                <a:lnTo>
                  <a:pt x="2204" y="3130"/>
                </a:lnTo>
                <a:lnTo>
                  <a:pt x="14106" y="3130"/>
                </a:lnTo>
                <a:lnTo>
                  <a:pt x="19616" y="10643"/>
                </a:lnTo>
                <a:lnTo>
                  <a:pt x="19616" y="18470"/>
                </a:lnTo>
                <a:lnTo>
                  <a:pt x="7494" y="1847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50"/>
          <p:cNvSpPr/>
          <p:nvPr/>
        </p:nvSpPr>
        <p:spPr>
          <a:xfrm>
            <a:off x="16488833" y="6354235"/>
            <a:ext cx="122742" cy="122742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1440"/>
                </a:lnTo>
                <a:lnTo>
                  <a:pt x="3600" y="3600"/>
                </a:lnTo>
                <a:lnTo>
                  <a:pt x="720" y="6480"/>
                </a:lnTo>
                <a:lnTo>
                  <a:pt x="0" y="10800"/>
                </a:lnTo>
                <a:lnTo>
                  <a:pt x="720" y="15120"/>
                </a:lnTo>
                <a:lnTo>
                  <a:pt x="6480" y="20880"/>
                </a:lnTo>
                <a:lnTo>
                  <a:pt x="10800" y="21600"/>
                </a:lnTo>
                <a:lnTo>
                  <a:pt x="15120" y="20880"/>
                </a:lnTo>
                <a:lnTo>
                  <a:pt x="20880" y="15120"/>
                </a:lnTo>
                <a:lnTo>
                  <a:pt x="21600" y="10800"/>
                </a:lnTo>
                <a:lnTo>
                  <a:pt x="20880" y="6480"/>
                </a:lnTo>
                <a:lnTo>
                  <a:pt x="18000" y="3600"/>
                </a:lnTo>
                <a:lnTo>
                  <a:pt x="15120" y="144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50"/>
          <p:cNvSpPr/>
          <p:nvPr/>
        </p:nvSpPr>
        <p:spPr>
          <a:xfrm>
            <a:off x="17352434" y="6515101"/>
            <a:ext cx="347112" cy="110052"/>
          </a:xfrm>
          <a:custGeom>
            <a:rect b="b" l="l" r="r" t="t"/>
            <a:pathLst>
              <a:path extrusionOk="0" h="21600" w="21600">
                <a:moveTo>
                  <a:pt x="6429" y="0"/>
                </a:moveTo>
                <a:lnTo>
                  <a:pt x="0" y="21600"/>
                </a:lnTo>
                <a:lnTo>
                  <a:pt x="3857" y="21600"/>
                </a:lnTo>
                <a:lnTo>
                  <a:pt x="9514" y="1728"/>
                </a:lnTo>
                <a:lnTo>
                  <a:pt x="9514" y="21600"/>
                </a:lnTo>
                <a:lnTo>
                  <a:pt x="12086" y="21600"/>
                </a:lnTo>
                <a:lnTo>
                  <a:pt x="12086" y="1728"/>
                </a:lnTo>
                <a:lnTo>
                  <a:pt x="17743" y="21600"/>
                </a:lnTo>
                <a:lnTo>
                  <a:pt x="21600" y="21600"/>
                </a:lnTo>
                <a:lnTo>
                  <a:pt x="15171" y="0"/>
                </a:lnTo>
                <a:lnTo>
                  <a:pt x="6429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50"/>
          <p:cNvSpPr/>
          <p:nvPr/>
        </p:nvSpPr>
        <p:spPr>
          <a:xfrm>
            <a:off x="17314333" y="6218768"/>
            <a:ext cx="410616" cy="59292"/>
          </a:xfrm>
          <a:custGeom>
            <a:rect b="b" l="l" r="r" t="t"/>
            <a:pathLst>
              <a:path extrusionOk="0" h="21600" w="21600">
                <a:moveTo>
                  <a:pt x="19396" y="0"/>
                </a:moveTo>
                <a:lnTo>
                  <a:pt x="1984" y="0"/>
                </a:lnTo>
                <a:lnTo>
                  <a:pt x="1322" y="1440"/>
                </a:lnTo>
                <a:lnTo>
                  <a:pt x="441" y="2880"/>
                </a:lnTo>
                <a:lnTo>
                  <a:pt x="0" y="1440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4400"/>
                </a:lnTo>
                <a:lnTo>
                  <a:pt x="21159" y="2880"/>
                </a:lnTo>
                <a:lnTo>
                  <a:pt x="19396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50"/>
          <p:cNvSpPr/>
          <p:nvPr/>
        </p:nvSpPr>
        <p:spPr>
          <a:xfrm>
            <a:off x="17314333" y="6290733"/>
            <a:ext cx="410616" cy="211680"/>
          </a:xfrm>
          <a:custGeom>
            <a:rect b="b" l="l" r="r" t="t"/>
            <a:pathLst>
              <a:path extrusionOk="0" h="21600" w="21600">
                <a:moveTo>
                  <a:pt x="0" y="17192"/>
                </a:moveTo>
                <a:lnTo>
                  <a:pt x="441" y="20718"/>
                </a:lnTo>
                <a:lnTo>
                  <a:pt x="1322" y="21159"/>
                </a:lnTo>
                <a:lnTo>
                  <a:pt x="1984" y="21600"/>
                </a:lnTo>
                <a:lnTo>
                  <a:pt x="19396" y="21600"/>
                </a:lnTo>
                <a:lnTo>
                  <a:pt x="21159" y="20718"/>
                </a:lnTo>
                <a:lnTo>
                  <a:pt x="21600" y="17192"/>
                </a:lnTo>
                <a:lnTo>
                  <a:pt x="21600" y="0"/>
                </a:lnTo>
                <a:lnTo>
                  <a:pt x="0" y="0"/>
                </a:lnTo>
                <a:lnTo>
                  <a:pt x="0" y="1719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50"/>
          <p:cNvSpPr/>
          <p:nvPr/>
        </p:nvSpPr>
        <p:spPr>
          <a:xfrm>
            <a:off x="17314333" y="5266266"/>
            <a:ext cx="410616" cy="359856"/>
          </a:xfrm>
          <a:custGeom>
            <a:rect b="b" l="l" r="r" t="t"/>
            <a:pathLst>
              <a:path extrusionOk="0" h="21600" w="21600">
                <a:moveTo>
                  <a:pt x="17853" y="8037"/>
                </a:moveTo>
                <a:lnTo>
                  <a:pt x="13665" y="0"/>
                </a:lnTo>
                <a:lnTo>
                  <a:pt x="12122" y="1256"/>
                </a:lnTo>
                <a:lnTo>
                  <a:pt x="15429" y="8037"/>
                </a:lnTo>
                <a:lnTo>
                  <a:pt x="6171" y="8037"/>
                </a:lnTo>
                <a:lnTo>
                  <a:pt x="9478" y="1256"/>
                </a:lnTo>
                <a:lnTo>
                  <a:pt x="7714" y="0"/>
                </a:lnTo>
                <a:lnTo>
                  <a:pt x="3747" y="8037"/>
                </a:lnTo>
                <a:lnTo>
                  <a:pt x="0" y="8037"/>
                </a:lnTo>
                <a:lnTo>
                  <a:pt x="0" y="10549"/>
                </a:lnTo>
                <a:lnTo>
                  <a:pt x="1322" y="10549"/>
                </a:lnTo>
                <a:lnTo>
                  <a:pt x="3086" y="20595"/>
                </a:lnTo>
                <a:lnTo>
                  <a:pt x="3527" y="21349"/>
                </a:lnTo>
                <a:lnTo>
                  <a:pt x="4188" y="21600"/>
                </a:lnTo>
                <a:lnTo>
                  <a:pt x="17192" y="21600"/>
                </a:lnTo>
                <a:lnTo>
                  <a:pt x="18073" y="21349"/>
                </a:lnTo>
                <a:lnTo>
                  <a:pt x="18294" y="20595"/>
                </a:lnTo>
                <a:lnTo>
                  <a:pt x="20278" y="10549"/>
                </a:lnTo>
                <a:lnTo>
                  <a:pt x="21600" y="10549"/>
                </a:lnTo>
                <a:lnTo>
                  <a:pt x="21600" y="8037"/>
                </a:lnTo>
                <a:lnTo>
                  <a:pt x="17853" y="8037"/>
                </a:lnTo>
                <a:close/>
                <a:moveTo>
                  <a:pt x="7494" y="17833"/>
                </a:moveTo>
                <a:lnTo>
                  <a:pt x="5290" y="17833"/>
                </a:lnTo>
                <a:lnTo>
                  <a:pt x="5290" y="11805"/>
                </a:lnTo>
                <a:lnTo>
                  <a:pt x="7494" y="11805"/>
                </a:lnTo>
                <a:lnTo>
                  <a:pt x="7494" y="17833"/>
                </a:lnTo>
                <a:close/>
                <a:moveTo>
                  <a:pt x="11902" y="17833"/>
                </a:moveTo>
                <a:lnTo>
                  <a:pt x="9698" y="17833"/>
                </a:lnTo>
                <a:lnTo>
                  <a:pt x="9698" y="11805"/>
                </a:lnTo>
                <a:lnTo>
                  <a:pt x="11902" y="11805"/>
                </a:lnTo>
                <a:lnTo>
                  <a:pt x="11902" y="17833"/>
                </a:lnTo>
                <a:close/>
                <a:moveTo>
                  <a:pt x="16310" y="17833"/>
                </a:moveTo>
                <a:lnTo>
                  <a:pt x="14106" y="17833"/>
                </a:lnTo>
                <a:lnTo>
                  <a:pt x="14106" y="11805"/>
                </a:lnTo>
                <a:lnTo>
                  <a:pt x="16310" y="11805"/>
                </a:lnTo>
                <a:lnTo>
                  <a:pt x="16310" y="1783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50"/>
          <p:cNvSpPr/>
          <p:nvPr/>
        </p:nvSpPr>
        <p:spPr>
          <a:xfrm>
            <a:off x="15388167" y="5240866"/>
            <a:ext cx="359856" cy="296352"/>
          </a:xfrm>
          <a:custGeom>
            <a:rect b="b" l="l" r="r" t="t"/>
            <a:pathLst>
              <a:path extrusionOk="0" h="21600" w="21600">
                <a:moveTo>
                  <a:pt x="20847" y="10216"/>
                </a:moveTo>
                <a:lnTo>
                  <a:pt x="20344" y="9049"/>
                </a:lnTo>
                <a:lnTo>
                  <a:pt x="19591" y="8757"/>
                </a:lnTo>
                <a:lnTo>
                  <a:pt x="17079" y="8757"/>
                </a:lnTo>
                <a:lnTo>
                  <a:pt x="17079" y="7297"/>
                </a:lnTo>
                <a:lnTo>
                  <a:pt x="20093" y="7297"/>
                </a:lnTo>
                <a:lnTo>
                  <a:pt x="20847" y="6422"/>
                </a:lnTo>
                <a:lnTo>
                  <a:pt x="20847" y="876"/>
                </a:lnTo>
                <a:lnTo>
                  <a:pt x="20344" y="584"/>
                </a:lnTo>
                <a:lnTo>
                  <a:pt x="20093" y="0"/>
                </a:lnTo>
                <a:lnTo>
                  <a:pt x="11553" y="0"/>
                </a:lnTo>
                <a:lnTo>
                  <a:pt x="11302" y="584"/>
                </a:lnTo>
                <a:lnTo>
                  <a:pt x="10800" y="876"/>
                </a:lnTo>
                <a:lnTo>
                  <a:pt x="10800" y="6422"/>
                </a:lnTo>
                <a:lnTo>
                  <a:pt x="11553" y="7297"/>
                </a:lnTo>
                <a:lnTo>
                  <a:pt x="14567" y="7297"/>
                </a:lnTo>
                <a:lnTo>
                  <a:pt x="14567" y="8757"/>
                </a:lnTo>
                <a:lnTo>
                  <a:pt x="9544" y="8757"/>
                </a:lnTo>
                <a:lnTo>
                  <a:pt x="9544" y="2919"/>
                </a:lnTo>
                <a:lnTo>
                  <a:pt x="9042" y="1751"/>
                </a:lnTo>
                <a:lnTo>
                  <a:pt x="8288" y="1459"/>
                </a:lnTo>
                <a:lnTo>
                  <a:pt x="7786" y="1459"/>
                </a:lnTo>
                <a:lnTo>
                  <a:pt x="6028" y="2919"/>
                </a:lnTo>
                <a:lnTo>
                  <a:pt x="4019" y="1459"/>
                </a:lnTo>
                <a:lnTo>
                  <a:pt x="3516" y="1459"/>
                </a:lnTo>
                <a:lnTo>
                  <a:pt x="2763" y="1751"/>
                </a:lnTo>
                <a:lnTo>
                  <a:pt x="2260" y="2919"/>
                </a:lnTo>
                <a:lnTo>
                  <a:pt x="2260" y="8757"/>
                </a:lnTo>
                <a:lnTo>
                  <a:pt x="1256" y="9049"/>
                </a:lnTo>
                <a:lnTo>
                  <a:pt x="1005" y="10216"/>
                </a:lnTo>
                <a:lnTo>
                  <a:pt x="0" y="21600"/>
                </a:lnTo>
                <a:lnTo>
                  <a:pt x="21600" y="21600"/>
                </a:lnTo>
                <a:lnTo>
                  <a:pt x="20847" y="10216"/>
                </a:lnTo>
                <a:close/>
                <a:moveTo>
                  <a:pt x="4772" y="5254"/>
                </a:moveTo>
                <a:lnTo>
                  <a:pt x="5274" y="5838"/>
                </a:lnTo>
                <a:lnTo>
                  <a:pt x="6530" y="5838"/>
                </a:lnTo>
                <a:lnTo>
                  <a:pt x="7033" y="5254"/>
                </a:lnTo>
                <a:lnTo>
                  <a:pt x="7033" y="8757"/>
                </a:lnTo>
                <a:lnTo>
                  <a:pt x="4772" y="8757"/>
                </a:lnTo>
                <a:lnTo>
                  <a:pt x="4772" y="5254"/>
                </a:lnTo>
                <a:close/>
                <a:moveTo>
                  <a:pt x="8288" y="14595"/>
                </a:moveTo>
                <a:lnTo>
                  <a:pt x="3516" y="14595"/>
                </a:lnTo>
                <a:lnTo>
                  <a:pt x="3516" y="11676"/>
                </a:lnTo>
                <a:lnTo>
                  <a:pt x="8288" y="11676"/>
                </a:lnTo>
                <a:lnTo>
                  <a:pt x="8288" y="14595"/>
                </a:lnTo>
                <a:close/>
                <a:moveTo>
                  <a:pt x="13312" y="4378"/>
                </a:moveTo>
                <a:lnTo>
                  <a:pt x="13312" y="2919"/>
                </a:lnTo>
                <a:lnTo>
                  <a:pt x="18335" y="2919"/>
                </a:lnTo>
                <a:lnTo>
                  <a:pt x="18335" y="4378"/>
                </a:lnTo>
                <a:lnTo>
                  <a:pt x="13312" y="4378"/>
                </a:lnTo>
                <a:close/>
                <a:moveTo>
                  <a:pt x="12056" y="18681"/>
                </a:moveTo>
                <a:lnTo>
                  <a:pt x="11553" y="18681"/>
                </a:lnTo>
                <a:lnTo>
                  <a:pt x="11302" y="18389"/>
                </a:lnTo>
                <a:lnTo>
                  <a:pt x="10800" y="18097"/>
                </a:lnTo>
                <a:lnTo>
                  <a:pt x="10800" y="16638"/>
                </a:lnTo>
                <a:lnTo>
                  <a:pt x="11302" y="16346"/>
                </a:lnTo>
                <a:lnTo>
                  <a:pt x="11553" y="16054"/>
                </a:lnTo>
                <a:lnTo>
                  <a:pt x="12809" y="16054"/>
                </a:lnTo>
                <a:lnTo>
                  <a:pt x="13312" y="16638"/>
                </a:lnTo>
                <a:lnTo>
                  <a:pt x="13312" y="18097"/>
                </a:lnTo>
                <a:lnTo>
                  <a:pt x="12809" y="18681"/>
                </a:lnTo>
                <a:lnTo>
                  <a:pt x="12056" y="18681"/>
                </a:lnTo>
                <a:close/>
                <a:moveTo>
                  <a:pt x="12056" y="14595"/>
                </a:moveTo>
                <a:lnTo>
                  <a:pt x="11553" y="14595"/>
                </a:lnTo>
                <a:lnTo>
                  <a:pt x="11302" y="14011"/>
                </a:lnTo>
                <a:lnTo>
                  <a:pt x="10800" y="13719"/>
                </a:lnTo>
                <a:lnTo>
                  <a:pt x="10800" y="12259"/>
                </a:lnTo>
                <a:lnTo>
                  <a:pt x="11302" y="11968"/>
                </a:lnTo>
                <a:lnTo>
                  <a:pt x="11553" y="11676"/>
                </a:lnTo>
                <a:lnTo>
                  <a:pt x="12809" y="11676"/>
                </a:lnTo>
                <a:lnTo>
                  <a:pt x="13312" y="12259"/>
                </a:lnTo>
                <a:lnTo>
                  <a:pt x="13312" y="13719"/>
                </a:lnTo>
                <a:lnTo>
                  <a:pt x="13060" y="14011"/>
                </a:lnTo>
                <a:lnTo>
                  <a:pt x="12809" y="14595"/>
                </a:lnTo>
                <a:lnTo>
                  <a:pt x="12056" y="14595"/>
                </a:lnTo>
                <a:close/>
                <a:moveTo>
                  <a:pt x="15823" y="18681"/>
                </a:moveTo>
                <a:lnTo>
                  <a:pt x="15321" y="18681"/>
                </a:lnTo>
                <a:lnTo>
                  <a:pt x="14819" y="18389"/>
                </a:lnTo>
                <a:lnTo>
                  <a:pt x="14567" y="18097"/>
                </a:lnTo>
                <a:lnTo>
                  <a:pt x="14567" y="16638"/>
                </a:lnTo>
                <a:lnTo>
                  <a:pt x="14819" y="16346"/>
                </a:lnTo>
                <a:lnTo>
                  <a:pt x="15321" y="16054"/>
                </a:lnTo>
                <a:lnTo>
                  <a:pt x="16326" y="16054"/>
                </a:lnTo>
                <a:lnTo>
                  <a:pt x="16828" y="16346"/>
                </a:lnTo>
                <a:lnTo>
                  <a:pt x="17079" y="16638"/>
                </a:lnTo>
                <a:lnTo>
                  <a:pt x="17079" y="18097"/>
                </a:lnTo>
                <a:lnTo>
                  <a:pt x="16828" y="18389"/>
                </a:lnTo>
                <a:lnTo>
                  <a:pt x="16326" y="18681"/>
                </a:lnTo>
                <a:lnTo>
                  <a:pt x="15823" y="18681"/>
                </a:lnTo>
                <a:close/>
                <a:moveTo>
                  <a:pt x="15823" y="14595"/>
                </a:moveTo>
                <a:lnTo>
                  <a:pt x="15321" y="14595"/>
                </a:lnTo>
                <a:lnTo>
                  <a:pt x="14567" y="13719"/>
                </a:lnTo>
                <a:lnTo>
                  <a:pt x="14567" y="12259"/>
                </a:lnTo>
                <a:lnTo>
                  <a:pt x="14819" y="11968"/>
                </a:lnTo>
                <a:lnTo>
                  <a:pt x="15321" y="11676"/>
                </a:lnTo>
                <a:lnTo>
                  <a:pt x="16326" y="11676"/>
                </a:lnTo>
                <a:lnTo>
                  <a:pt x="16828" y="11968"/>
                </a:lnTo>
                <a:lnTo>
                  <a:pt x="17079" y="12259"/>
                </a:lnTo>
                <a:lnTo>
                  <a:pt x="17079" y="13719"/>
                </a:lnTo>
                <a:lnTo>
                  <a:pt x="16326" y="14595"/>
                </a:lnTo>
                <a:lnTo>
                  <a:pt x="15823" y="1459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50"/>
          <p:cNvSpPr/>
          <p:nvPr/>
        </p:nvSpPr>
        <p:spPr>
          <a:xfrm>
            <a:off x="15362767" y="5562600"/>
            <a:ext cx="410616" cy="101628"/>
          </a:xfrm>
          <a:custGeom>
            <a:rect b="b" l="l" r="r" t="t"/>
            <a:pathLst>
              <a:path extrusionOk="0" h="21600" w="21600">
                <a:moveTo>
                  <a:pt x="20509" y="0"/>
                </a:moveTo>
                <a:lnTo>
                  <a:pt x="436" y="0"/>
                </a:lnTo>
                <a:lnTo>
                  <a:pt x="218" y="864"/>
                </a:lnTo>
                <a:lnTo>
                  <a:pt x="0" y="2592"/>
                </a:lnTo>
                <a:lnTo>
                  <a:pt x="0" y="19008"/>
                </a:lnTo>
                <a:lnTo>
                  <a:pt x="218" y="20736"/>
                </a:lnTo>
                <a:lnTo>
                  <a:pt x="436" y="21600"/>
                </a:lnTo>
                <a:lnTo>
                  <a:pt x="20945" y="21600"/>
                </a:lnTo>
                <a:lnTo>
                  <a:pt x="21600" y="19008"/>
                </a:lnTo>
                <a:lnTo>
                  <a:pt x="21600" y="2592"/>
                </a:lnTo>
                <a:lnTo>
                  <a:pt x="20945" y="0"/>
                </a:lnTo>
                <a:lnTo>
                  <a:pt x="20509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50"/>
          <p:cNvSpPr/>
          <p:nvPr/>
        </p:nvSpPr>
        <p:spPr>
          <a:xfrm>
            <a:off x="19549533" y="5524501"/>
            <a:ext cx="160866" cy="160866"/>
          </a:xfrm>
          <a:custGeom>
            <a:rect b="b" l="l" r="r" t="t"/>
            <a:pathLst>
              <a:path extrusionOk="0" h="21600" w="21600">
                <a:moveTo>
                  <a:pt x="13500" y="8100"/>
                </a:moveTo>
                <a:lnTo>
                  <a:pt x="13500" y="0"/>
                </a:lnTo>
                <a:lnTo>
                  <a:pt x="8100" y="0"/>
                </a:lnTo>
                <a:lnTo>
                  <a:pt x="8100" y="8100"/>
                </a:lnTo>
                <a:lnTo>
                  <a:pt x="0" y="8100"/>
                </a:lnTo>
                <a:lnTo>
                  <a:pt x="0" y="13500"/>
                </a:lnTo>
                <a:lnTo>
                  <a:pt x="8100" y="13500"/>
                </a:lnTo>
                <a:lnTo>
                  <a:pt x="8100" y="21600"/>
                </a:lnTo>
                <a:lnTo>
                  <a:pt x="13500" y="21600"/>
                </a:lnTo>
                <a:lnTo>
                  <a:pt x="13500" y="13500"/>
                </a:lnTo>
                <a:lnTo>
                  <a:pt x="21600" y="13500"/>
                </a:lnTo>
                <a:lnTo>
                  <a:pt x="21600" y="8100"/>
                </a:lnTo>
                <a:lnTo>
                  <a:pt x="13500" y="81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50"/>
          <p:cNvSpPr/>
          <p:nvPr/>
        </p:nvSpPr>
        <p:spPr>
          <a:xfrm>
            <a:off x="19227800" y="5207000"/>
            <a:ext cx="410616" cy="169344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21600" y="16457"/>
                </a:lnTo>
                <a:lnTo>
                  <a:pt x="17891" y="16457"/>
                </a:lnTo>
                <a:lnTo>
                  <a:pt x="13745" y="0"/>
                </a:lnTo>
                <a:lnTo>
                  <a:pt x="12218" y="2571"/>
                </a:lnTo>
                <a:lnTo>
                  <a:pt x="15491" y="16457"/>
                </a:lnTo>
                <a:lnTo>
                  <a:pt x="6327" y="16457"/>
                </a:lnTo>
                <a:lnTo>
                  <a:pt x="9382" y="2571"/>
                </a:lnTo>
                <a:lnTo>
                  <a:pt x="7855" y="0"/>
                </a:lnTo>
                <a:lnTo>
                  <a:pt x="3709" y="16457"/>
                </a:lnTo>
                <a:lnTo>
                  <a:pt x="0" y="16457"/>
                </a:ln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50"/>
          <p:cNvSpPr/>
          <p:nvPr/>
        </p:nvSpPr>
        <p:spPr>
          <a:xfrm>
            <a:off x="19253200" y="5401733"/>
            <a:ext cx="347112" cy="160866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0"/>
                </a:lnTo>
                <a:lnTo>
                  <a:pt x="1822" y="19385"/>
                </a:lnTo>
                <a:lnTo>
                  <a:pt x="2082" y="21046"/>
                </a:lnTo>
                <a:lnTo>
                  <a:pt x="3123" y="21600"/>
                </a:lnTo>
                <a:lnTo>
                  <a:pt x="16395" y="21600"/>
                </a:lnTo>
                <a:lnTo>
                  <a:pt x="16916" y="18831"/>
                </a:lnTo>
                <a:lnTo>
                  <a:pt x="17957" y="16062"/>
                </a:lnTo>
                <a:lnTo>
                  <a:pt x="19258" y="13292"/>
                </a:lnTo>
                <a:lnTo>
                  <a:pt x="20559" y="12185"/>
                </a:lnTo>
                <a:lnTo>
                  <a:pt x="21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50"/>
          <p:cNvSpPr/>
          <p:nvPr/>
        </p:nvSpPr>
        <p:spPr>
          <a:xfrm>
            <a:off x="20205702" y="5207000"/>
            <a:ext cx="406404" cy="169344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21600" y="16457"/>
                </a:lnTo>
                <a:lnTo>
                  <a:pt x="17673" y="16457"/>
                </a:lnTo>
                <a:lnTo>
                  <a:pt x="13745" y="0"/>
                </a:lnTo>
                <a:lnTo>
                  <a:pt x="12218" y="2571"/>
                </a:lnTo>
                <a:lnTo>
                  <a:pt x="15273" y="16457"/>
                </a:lnTo>
                <a:lnTo>
                  <a:pt x="6109" y="16457"/>
                </a:lnTo>
                <a:lnTo>
                  <a:pt x="9382" y="2571"/>
                </a:lnTo>
                <a:lnTo>
                  <a:pt x="7855" y="0"/>
                </a:lnTo>
                <a:lnTo>
                  <a:pt x="3709" y="16457"/>
                </a:lnTo>
                <a:lnTo>
                  <a:pt x="0" y="16457"/>
                </a:ln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50"/>
          <p:cNvSpPr/>
          <p:nvPr/>
        </p:nvSpPr>
        <p:spPr>
          <a:xfrm>
            <a:off x="20231102" y="5401733"/>
            <a:ext cx="342900" cy="160866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0"/>
                </a:lnTo>
                <a:lnTo>
                  <a:pt x="2057" y="19385"/>
                </a:lnTo>
                <a:lnTo>
                  <a:pt x="2314" y="21046"/>
                </a:lnTo>
                <a:lnTo>
                  <a:pt x="3343" y="21600"/>
                </a:lnTo>
                <a:lnTo>
                  <a:pt x="17743" y="21600"/>
                </a:lnTo>
                <a:lnTo>
                  <a:pt x="18771" y="18277"/>
                </a:lnTo>
                <a:lnTo>
                  <a:pt x="20057" y="15508"/>
                </a:lnTo>
                <a:lnTo>
                  <a:pt x="21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50"/>
          <p:cNvSpPr/>
          <p:nvPr/>
        </p:nvSpPr>
        <p:spPr>
          <a:xfrm>
            <a:off x="20552834" y="5588000"/>
            <a:ext cx="1101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291" name="Google Shape;1291;p50"/>
          <p:cNvSpPr/>
          <p:nvPr/>
        </p:nvSpPr>
        <p:spPr>
          <a:xfrm>
            <a:off x="21179369" y="5207000"/>
            <a:ext cx="397926" cy="169344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21600" y="16457"/>
                </a:lnTo>
                <a:lnTo>
                  <a:pt x="17853" y="16457"/>
                </a:lnTo>
                <a:lnTo>
                  <a:pt x="13886" y="0"/>
                </a:lnTo>
                <a:lnTo>
                  <a:pt x="12122" y="2571"/>
                </a:lnTo>
                <a:lnTo>
                  <a:pt x="15429" y="16457"/>
                </a:lnTo>
                <a:lnTo>
                  <a:pt x="6171" y="16457"/>
                </a:lnTo>
                <a:lnTo>
                  <a:pt x="9478" y="2571"/>
                </a:lnTo>
                <a:lnTo>
                  <a:pt x="7935" y="0"/>
                </a:lnTo>
                <a:lnTo>
                  <a:pt x="3747" y="16457"/>
                </a:lnTo>
                <a:lnTo>
                  <a:pt x="0" y="16457"/>
                </a:ln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50"/>
          <p:cNvSpPr/>
          <p:nvPr/>
        </p:nvSpPr>
        <p:spPr>
          <a:xfrm>
            <a:off x="21204769" y="5401733"/>
            <a:ext cx="347112" cy="160866"/>
          </a:xfrm>
          <a:custGeom>
            <a:rect b="b" l="l" r="r" t="t"/>
            <a:pathLst>
              <a:path extrusionOk="0" h="21600" w="21600">
                <a:moveTo>
                  <a:pt x="20571" y="11631"/>
                </a:moveTo>
                <a:lnTo>
                  <a:pt x="21600" y="0"/>
                </a:lnTo>
                <a:lnTo>
                  <a:pt x="0" y="0"/>
                </a:lnTo>
                <a:lnTo>
                  <a:pt x="2057" y="19385"/>
                </a:lnTo>
                <a:lnTo>
                  <a:pt x="2314" y="21046"/>
                </a:lnTo>
                <a:lnTo>
                  <a:pt x="3343" y="21600"/>
                </a:lnTo>
                <a:lnTo>
                  <a:pt x="14914" y="21600"/>
                </a:lnTo>
                <a:lnTo>
                  <a:pt x="15943" y="18277"/>
                </a:lnTo>
                <a:lnTo>
                  <a:pt x="17229" y="14954"/>
                </a:lnTo>
                <a:lnTo>
                  <a:pt x="18771" y="12738"/>
                </a:lnTo>
                <a:lnTo>
                  <a:pt x="20571" y="11631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50"/>
          <p:cNvSpPr/>
          <p:nvPr/>
        </p:nvSpPr>
        <p:spPr>
          <a:xfrm>
            <a:off x="21463000" y="5524501"/>
            <a:ext cx="198990" cy="148176"/>
          </a:xfrm>
          <a:custGeom>
            <a:rect b="b" l="l" r="r" t="t"/>
            <a:pathLst>
              <a:path extrusionOk="0" h="21600" w="21600">
                <a:moveTo>
                  <a:pt x="18383" y="0"/>
                </a:moveTo>
                <a:lnTo>
                  <a:pt x="8732" y="12343"/>
                </a:lnTo>
                <a:lnTo>
                  <a:pt x="3677" y="5554"/>
                </a:lnTo>
                <a:lnTo>
                  <a:pt x="0" y="10491"/>
                </a:lnTo>
                <a:lnTo>
                  <a:pt x="8732" y="21600"/>
                </a:lnTo>
                <a:lnTo>
                  <a:pt x="21600" y="4320"/>
                </a:lnTo>
                <a:lnTo>
                  <a:pt x="18383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50"/>
          <p:cNvSpPr/>
          <p:nvPr/>
        </p:nvSpPr>
        <p:spPr>
          <a:xfrm>
            <a:off x="22157267" y="5207000"/>
            <a:ext cx="393714" cy="169344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21600" y="16457"/>
                </a:lnTo>
                <a:lnTo>
                  <a:pt x="17853" y="16457"/>
                </a:lnTo>
                <a:lnTo>
                  <a:pt x="13886" y="0"/>
                </a:lnTo>
                <a:lnTo>
                  <a:pt x="12122" y="2571"/>
                </a:lnTo>
                <a:lnTo>
                  <a:pt x="15429" y="16457"/>
                </a:lnTo>
                <a:lnTo>
                  <a:pt x="6171" y="16457"/>
                </a:lnTo>
                <a:lnTo>
                  <a:pt x="9478" y="2571"/>
                </a:lnTo>
                <a:lnTo>
                  <a:pt x="7714" y="0"/>
                </a:lnTo>
                <a:lnTo>
                  <a:pt x="3747" y="16457"/>
                </a:lnTo>
                <a:lnTo>
                  <a:pt x="0" y="16457"/>
                </a:ln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50"/>
          <p:cNvSpPr/>
          <p:nvPr/>
        </p:nvSpPr>
        <p:spPr>
          <a:xfrm>
            <a:off x="22182667" y="5401733"/>
            <a:ext cx="342900" cy="160866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0"/>
                </a:lnTo>
                <a:lnTo>
                  <a:pt x="1800" y="19385"/>
                </a:lnTo>
                <a:lnTo>
                  <a:pt x="2314" y="21046"/>
                </a:lnTo>
                <a:lnTo>
                  <a:pt x="3086" y="21600"/>
                </a:lnTo>
                <a:lnTo>
                  <a:pt x="16200" y="21600"/>
                </a:lnTo>
                <a:lnTo>
                  <a:pt x="17229" y="18831"/>
                </a:lnTo>
                <a:lnTo>
                  <a:pt x="17743" y="16062"/>
                </a:lnTo>
                <a:lnTo>
                  <a:pt x="19029" y="13292"/>
                </a:lnTo>
                <a:lnTo>
                  <a:pt x="20314" y="12185"/>
                </a:lnTo>
                <a:lnTo>
                  <a:pt x="21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50"/>
          <p:cNvSpPr/>
          <p:nvPr/>
        </p:nvSpPr>
        <p:spPr>
          <a:xfrm>
            <a:off x="22479000" y="5524501"/>
            <a:ext cx="160866" cy="160866"/>
          </a:xfrm>
          <a:custGeom>
            <a:rect b="b" l="l" r="r" t="t"/>
            <a:pathLst>
              <a:path extrusionOk="0" h="21600" w="21600">
                <a:moveTo>
                  <a:pt x="21600" y="4086"/>
                </a:moveTo>
                <a:lnTo>
                  <a:pt x="16930" y="0"/>
                </a:lnTo>
                <a:lnTo>
                  <a:pt x="10508" y="6422"/>
                </a:lnTo>
                <a:lnTo>
                  <a:pt x="4086" y="0"/>
                </a:lnTo>
                <a:lnTo>
                  <a:pt x="0" y="4086"/>
                </a:lnTo>
                <a:lnTo>
                  <a:pt x="6422" y="10508"/>
                </a:lnTo>
                <a:lnTo>
                  <a:pt x="0" y="16930"/>
                </a:lnTo>
                <a:lnTo>
                  <a:pt x="4086" y="21600"/>
                </a:lnTo>
                <a:lnTo>
                  <a:pt x="10508" y="14595"/>
                </a:lnTo>
                <a:lnTo>
                  <a:pt x="16930" y="21600"/>
                </a:lnTo>
                <a:lnTo>
                  <a:pt x="21600" y="16930"/>
                </a:lnTo>
                <a:lnTo>
                  <a:pt x="15178" y="10508"/>
                </a:lnTo>
                <a:lnTo>
                  <a:pt x="21600" y="408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50"/>
          <p:cNvSpPr/>
          <p:nvPr/>
        </p:nvSpPr>
        <p:spPr>
          <a:xfrm>
            <a:off x="16302567" y="5240866"/>
            <a:ext cx="482598" cy="410616"/>
          </a:xfrm>
          <a:custGeom>
            <a:rect b="b" l="l" r="r" t="t"/>
            <a:pathLst>
              <a:path extrusionOk="0" h="21600" w="21600">
                <a:moveTo>
                  <a:pt x="18854" y="0"/>
                </a:moveTo>
                <a:lnTo>
                  <a:pt x="10800" y="0"/>
                </a:lnTo>
                <a:lnTo>
                  <a:pt x="9702" y="436"/>
                </a:lnTo>
                <a:lnTo>
                  <a:pt x="8969" y="1091"/>
                </a:lnTo>
                <a:lnTo>
                  <a:pt x="8237" y="1964"/>
                </a:lnTo>
                <a:lnTo>
                  <a:pt x="8054" y="3273"/>
                </a:lnTo>
                <a:lnTo>
                  <a:pt x="8054" y="12873"/>
                </a:lnTo>
                <a:lnTo>
                  <a:pt x="13363" y="12873"/>
                </a:lnTo>
                <a:lnTo>
                  <a:pt x="13729" y="13309"/>
                </a:lnTo>
                <a:lnTo>
                  <a:pt x="14644" y="13964"/>
                </a:lnTo>
                <a:lnTo>
                  <a:pt x="15376" y="16145"/>
                </a:lnTo>
                <a:lnTo>
                  <a:pt x="15376" y="18327"/>
                </a:lnTo>
                <a:lnTo>
                  <a:pt x="14827" y="18327"/>
                </a:lnTo>
                <a:lnTo>
                  <a:pt x="14644" y="18109"/>
                </a:lnTo>
                <a:lnTo>
                  <a:pt x="14461" y="17236"/>
                </a:lnTo>
                <a:lnTo>
                  <a:pt x="14278" y="16145"/>
                </a:lnTo>
                <a:lnTo>
                  <a:pt x="13546" y="15055"/>
                </a:lnTo>
                <a:lnTo>
                  <a:pt x="12631" y="14400"/>
                </a:lnTo>
                <a:lnTo>
                  <a:pt x="11715" y="13964"/>
                </a:lnTo>
                <a:lnTo>
                  <a:pt x="4576" y="13964"/>
                </a:lnTo>
                <a:lnTo>
                  <a:pt x="3295" y="14400"/>
                </a:lnTo>
                <a:lnTo>
                  <a:pt x="2380" y="14836"/>
                </a:lnTo>
                <a:lnTo>
                  <a:pt x="1464" y="15927"/>
                </a:lnTo>
                <a:lnTo>
                  <a:pt x="915" y="17018"/>
                </a:lnTo>
                <a:lnTo>
                  <a:pt x="183" y="19200"/>
                </a:lnTo>
                <a:lnTo>
                  <a:pt x="0" y="20291"/>
                </a:lnTo>
                <a:lnTo>
                  <a:pt x="0" y="20727"/>
                </a:lnTo>
                <a:lnTo>
                  <a:pt x="183" y="21382"/>
                </a:lnTo>
                <a:lnTo>
                  <a:pt x="366" y="21600"/>
                </a:lnTo>
                <a:lnTo>
                  <a:pt x="8603" y="21600"/>
                </a:lnTo>
                <a:lnTo>
                  <a:pt x="8786" y="21382"/>
                </a:lnTo>
                <a:lnTo>
                  <a:pt x="8969" y="20945"/>
                </a:lnTo>
                <a:lnTo>
                  <a:pt x="8969" y="20509"/>
                </a:lnTo>
                <a:lnTo>
                  <a:pt x="15376" y="20509"/>
                </a:lnTo>
                <a:lnTo>
                  <a:pt x="16475" y="20291"/>
                </a:lnTo>
                <a:lnTo>
                  <a:pt x="17207" y="19418"/>
                </a:lnTo>
                <a:lnTo>
                  <a:pt x="17756" y="18545"/>
                </a:lnTo>
                <a:lnTo>
                  <a:pt x="18122" y="17236"/>
                </a:lnTo>
                <a:lnTo>
                  <a:pt x="18122" y="7636"/>
                </a:lnTo>
                <a:lnTo>
                  <a:pt x="21234" y="7636"/>
                </a:lnTo>
                <a:lnTo>
                  <a:pt x="21417" y="7418"/>
                </a:lnTo>
                <a:lnTo>
                  <a:pt x="21600" y="6982"/>
                </a:lnTo>
                <a:lnTo>
                  <a:pt x="21600" y="3273"/>
                </a:lnTo>
                <a:lnTo>
                  <a:pt x="21417" y="1964"/>
                </a:lnTo>
                <a:lnTo>
                  <a:pt x="20136" y="436"/>
                </a:lnTo>
                <a:lnTo>
                  <a:pt x="18854" y="0"/>
                </a:lnTo>
                <a:close/>
                <a:moveTo>
                  <a:pt x="9153" y="18327"/>
                </a:moveTo>
                <a:lnTo>
                  <a:pt x="9702" y="17455"/>
                </a:lnTo>
                <a:lnTo>
                  <a:pt x="10068" y="16800"/>
                </a:lnTo>
                <a:lnTo>
                  <a:pt x="10800" y="16364"/>
                </a:lnTo>
                <a:lnTo>
                  <a:pt x="11715" y="16145"/>
                </a:lnTo>
                <a:lnTo>
                  <a:pt x="12447" y="16364"/>
                </a:lnTo>
                <a:lnTo>
                  <a:pt x="12631" y="17236"/>
                </a:lnTo>
                <a:lnTo>
                  <a:pt x="12814" y="18327"/>
                </a:lnTo>
                <a:lnTo>
                  <a:pt x="9153" y="18327"/>
                </a:lnTo>
                <a:close/>
                <a:moveTo>
                  <a:pt x="16292" y="12000"/>
                </a:moveTo>
                <a:lnTo>
                  <a:pt x="9885" y="12000"/>
                </a:lnTo>
                <a:lnTo>
                  <a:pt x="9885" y="9818"/>
                </a:lnTo>
                <a:lnTo>
                  <a:pt x="16292" y="9818"/>
                </a:lnTo>
                <a:lnTo>
                  <a:pt x="16292" y="12000"/>
                </a:lnTo>
                <a:close/>
                <a:moveTo>
                  <a:pt x="16292" y="8727"/>
                </a:moveTo>
                <a:lnTo>
                  <a:pt x="9885" y="8727"/>
                </a:lnTo>
                <a:lnTo>
                  <a:pt x="9885" y="6545"/>
                </a:lnTo>
                <a:lnTo>
                  <a:pt x="16292" y="6545"/>
                </a:lnTo>
                <a:lnTo>
                  <a:pt x="16292" y="8727"/>
                </a:lnTo>
                <a:close/>
                <a:moveTo>
                  <a:pt x="16292" y="5455"/>
                </a:moveTo>
                <a:lnTo>
                  <a:pt x="9885" y="5455"/>
                </a:lnTo>
                <a:lnTo>
                  <a:pt x="9885" y="3273"/>
                </a:lnTo>
                <a:lnTo>
                  <a:pt x="16292" y="3273"/>
                </a:lnTo>
                <a:lnTo>
                  <a:pt x="16292" y="5455"/>
                </a:lnTo>
                <a:close/>
                <a:moveTo>
                  <a:pt x="19769" y="5455"/>
                </a:moveTo>
                <a:lnTo>
                  <a:pt x="18122" y="5455"/>
                </a:lnTo>
                <a:lnTo>
                  <a:pt x="18122" y="2836"/>
                </a:lnTo>
                <a:lnTo>
                  <a:pt x="18305" y="2400"/>
                </a:lnTo>
                <a:lnTo>
                  <a:pt x="18488" y="2182"/>
                </a:lnTo>
                <a:lnTo>
                  <a:pt x="19403" y="2182"/>
                </a:lnTo>
                <a:lnTo>
                  <a:pt x="19586" y="2400"/>
                </a:lnTo>
                <a:lnTo>
                  <a:pt x="19769" y="2836"/>
                </a:lnTo>
                <a:lnTo>
                  <a:pt x="19769" y="545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50"/>
          <p:cNvSpPr/>
          <p:nvPr/>
        </p:nvSpPr>
        <p:spPr>
          <a:xfrm>
            <a:off x="18292234" y="5266266"/>
            <a:ext cx="406404" cy="173556"/>
          </a:xfrm>
          <a:custGeom>
            <a:rect b="b" l="l" r="r" t="t"/>
            <a:pathLst>
              <a:path extrusionOk="0" h="21600" w="21600">
                <a:moveTo>
                  <a:pt x="21600" y="16457"/>
                </a:moveTo>
                <a:lnTo>
                  <a:pt x="17891" y="16457"/>
                </a:lnTo>
                <a:lnTo>
                  <a:pt x="13745" y="0"/>
                </a:lnTo>
                <a:lnTo>
                  <a:pt x="12218" y="2571"/>
                </a:lnTo>
                <a:lnTo>
                  <a:pt x="15491" y="16457"/>
                </a:lnTo>
                <a:lnTo>
                  <a:pt x="6327" y="16457"/>
                </a:lnTo>
                <a:lnTo>
                  <a:pt x="9382" y="2571"/>
                </a:lnTo>
                <a:lnTo>
                  <a:pt x="7855" y="0"/>
                </a:lnTo>
                <a:lnTo>
                  <a:pt x="3927" y="16457"/>
                </a:lnTo>
                <a:lnTo>
                  <a:pt x="0" y="16457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645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50"/>
          <p:cNvSpPr/>
          <p:nvPr/>
        </p:nvSpPr>
        <p:spPr>
          <a:xfrm>
            <a:off x="18326102" y="5465235"/>
            <a:ext cx="347112" cy="160866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1800" y="19385"/>
                </a:lnTo>
                <a:lnTo>
                  <a:pt x="2057" y="21046"/>
                </a:lnTo>
                <a:lnTo>
                  <a:pt x="3086" y="21600"/>
                </a:lnTo>
                <a:lnTo>
                  <a:pt x="18257" y="21600"/>
                </a:lnTo>
                <a:lnTo>
                  <a:pt x="19286" y="21046"/>
                </a:lnTo>
                <a:lnTo>
                  <a:pt x="19543" y="19385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50"/>
          <p:cNvSpPr/>
          <p:nvPr/>
        </p:nvSpPr>
        <p:spPr>
          <a:xfrm>
            <a:off x="20205702" y="6231466"/>
            <a:ext cx="482598" cy="368280"/>
          </a:xfrm>
          <a:custGeom>
            <a:rect b="b" l="l" r="r" t="t"/>
            <a:pathLst>
              <a:path extrusionOk="0" h="21600" w="21600">
                <a:moveTo>
                  <a:pt x="19953" y="0"/>
                </a:moveTo>
                <a:lnTo>
                  <a:pt x="8969" y="0"/>
                </a:lnTo>
                <a:lnTo>
                  <a:pt x="8420" y="243"/>
                </a:lnTo>
                <a:lnTo>
                  <a:pt x="7688" y="485"/>
                </a:lnTo>
                <a:lnTo>
                  <a:pt x="7505" y="1456"/>
                </a:lnTo>
                <a:lnTo>
                  <a:pt x="7139" y="2427"/>
                </a:lnTo>
                <a:lnTo>
                  <a:pt x="7139" y="3640"/>
                </a:lnTo>
                <a:lnTo>
                  <a:pt x="8969" y="3640"/>
                </a:lnTo>
                <a:lnTo>
                  <a:pt x="8969" y="2427"/>
                </a:lnTo>
                <a:lnTo>
                  <a:pt x="19953" y="2427"/>
                </a:lnTo>
                <a:lnTo>
                  <a:pt x="19953" y="4854"/>
                </a:lnTo>
                <a:lnTo>
                  <a:pt x="13546" y="4854"/>
                </a:lnTo>
                <a:lnTo>
                  <a:pt x="13546" y="7038"/>
                </a:lnTo>
                <a:lnTo>
                  <a:pt x="19953" y="7038"/>
                </a:lnTo>
                <a:lnTo>
                  <a:pt x="19953" y="14319"/>
                </a:lnTo>
                <a:lnTo>
                  <a:pt x="8969" y="14319"/>
                </a:lnTo>
                <a:lnTo>
                  <a:pt x="8969" y="13106"/>
                </a:lnTo>
                <a:lnTo>
                  <a:pt x="7139" y="13106"/>
                </a:lnTo>
                <a:lnTo>
                  <a:pt x="7139" y="14319"/>
                </a:lnTo>
                <a:lnTo>
                  <a:pt x="7505" y="15290"/>
                </a:lnTo>
                <a:lnTo>
                  <a:pt x="7688" y="16018"/>
                </a:lnTo>
                <a:lnTo>
                  <a:pt x="8420" y="16503"/>
                </a:lnTo>
                <a:lnTo>
                  <a:pt x="8969" y="16746"/>
                </a:lnTo>
                <a:lnTo>
                  <a:pt x="14827" y="16746"/>
                </a:lnTo>
                <a:lnTo>
                  <a:pt x="14278" y="18445"/>
                </a:lnTo>
                <a:lnTo>
                  <a:pt x="13729" y="18930"/>
                </a:lnTo>
                <a:lnTo>
                  <a:pt x="13363" y="19173"/>
                </a:lnTo>
                <a:lnTo>
                  <a:pt x="7688" y="19173"/>
                </a:lnTo>
                <a:lnTo>
                  <a:pt x="5492" y="16018"/>
                </a:lnTo>
                <a:lnTo>
                  <a:pt x="5492" y="10193"/>
                </a:lnTo>
                <a:lnTo>
                  <a:pt x="7688" y="7038"/>
                </a:lnTo>
                <a:lnTo>
                  <a:pt x="10800" y="7038"/>
                </a:lnTo>
                <a:lnTo>
                  <a:pt x="10800" y="8980"/>
                </a:lnTo>
                <a:lnTo>
                  <a:pt x="10434" y="9465"/>
                </a:lnTo>
                <a:lnTo>
                  <a:pt x="8054" y="9465"/>
                </a:lnTo>
                <a:lnTo>
                  <a:pt x="8054" y="11892"/>
                </a:lnTo>
                <a:lnTo>
                  <a:pt x="9885" y="11892"/>
                </a:lnTo>
                <a:lnTo>
                  <a:pt x="10983" y="11649"/>
                </a:lnTo>
                <a:lnTo>
                  <a:pt x="11715" y="10679"/>
                </a:lnTo>
                <a:lnTo>
                  <a:pt x="12447" y="9951"/>
                </a:lnTo>
                <a:lnTo>
                  <a:pt x="12631" y="8252"/>
                </a:lnTo>
                <a:lnTo>
                  <a:pt x="12631" y="5339"/>
                </a:lnTo>
                <a:lnTo>
                  <a:pt x="12264" y="4854"/>
                </a:lnTo>
                <a:lnTo>
                  <a:pt x="6773" y="4854"/>
                </a:lnTo>
                <a:lnTo>
                  <a:pt x="6590" y="5097"/>
                </a:lnTo>
                <a:lnTo>
                  <a:pt x="4942" y="7524"/>
                </a:lnTo>
                <a:lnTo>
                  <a:pt x="4576" y="7038"/>
                </a:lnTo>
                <a:lnTo>
                  <a:pt x="366" y="7038"/>
                </a:lnTo>
                <a:lnTo>
                  <a:pt x="183" y="7524"/>
                </a:lnTo>
                <a:lnTo>
                  <a:pt x="0" y="7766"/>
                </a:lnTo>
                <a:lnTo>
                  <a:pt x="0" y="18445"/>
                </a:lnTo>
                <a:lnTo>
                  <a:pt x="183" y="18930"/>
                </a:lnTo>
                <a:lnTo>
                  <a:pt x="366" y="19173"/>
                </a:lnTo>
                <a:lnTo>
                  <a:pt x="4576" y="19173"/>
                </a:lnTo>
                <a:lnTo>
                  <a:pt x="4942" y="18930"/>
                </a:lnTo>
                <a:lnTo>
                  <a:pt x="6590" y="21115"/>
                </a:lnTo>
                <a:lnTo>
                  <a:pt x="6773" y="21600"/>
                </a:lnTo>
                <a:lnTo>
                  <a:pt x="13912" y="21600"/>
                </a:lnTo>
                <a:lnTo>
                  <a:pt x="14644" y="20872"/>
                </a:lnTo>
                <a:lnTo>
                  <a:pt x="15376" y="20387"/>
                </a:lnTo>
                <a:lnTo>
                  <a:pt x="15742" y="19416"/>
                </a:lnTo>
                <a:lnTo>
                  <a:pt x="16658" y="16746"/>
                </a:lnTo>
                <a:lnTo>
                  <a:pt x="19953" y="16746"/>
                </a:lnTo>
                <a:lnTo>
                  <a:pt x="20502" y="16503"/>
                </a:lnTo>
                <a:lnTo>
                  <a:pt x="21234" y="16018"/>
                </a:lnTo>
                <a:lnTo>
                  <a:pt x="21417" y="15290"/>
                </a:lnTo>
                <a:lnTo>
                  <a:pt x="21600" y="14319"/>
                </a:lnTo>
                <a:lnTo>
                  <a:pt x="21600" y="2427"/>
                </a:lnTo>
                <a:lnTo>
                  <a:pt x="21234" y="485"/>
                </a:lnTo>
                <a:lnTo>
                  <a:pt x="20502" y="243"/>
                </a:lnTo>
                <a:lnTo>
                  <a:pt x="19953" y="0"/>
                </a:lnTo>
                <a:close/>
                <a:moveTo>
                  <a:pt x="3661" y="16746"/>
                </a:moveTo>
                <a:lnTo>
                  <a:pt x="1831" y="16746"/>
                </a:lnTo>
                <a:lnTo>
                  <a:pt x="1831" y="9465"/>
                </a:lnTo>
                <a:lnTo>
                  <a:pt x="3661" y="9465"/>
                </a:lnTo>
                <a:lnTo>
                  <a:pt x="3661" y="16746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50"/>
          <p:cNvSpPr/>
          <p:nvPr/>
        </p:nvSpPr>
        <p:spPr>
          <a:xfrm>
            <a:off x="21463000" y="6379635"/>
            <a:ext cx="76194" cy="71982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4040" y="20520"/>
                </a:lnTo>
                <a:lnTo>
                  <a:pt x="18360" y="19440"/>
                </a:lnTo>
                <a:lnTo>
                  <a:pt x="19440" y="15120"/>
                </a:lnTo>
                <a:lnTo>
                  <a:pt x="21600" y="10800"/>
                </a:lnTo>
                <a:lnTo>
                  <a:pt x="19440" y="7560"/>
                </a:lnTo>
                <a:lnTo>
                  <a:pt x="18360" y="3240"/>
                </a:lnTo>
                <a:lnTo>
                  <a:pt x="14040" y="2160"/>
                </a:lnTo>
                <a:lnTo>
                  <a:pt x="10800" y="0"/>
                </a:lnTo>
                <a:lnTo>
                  <a:pt x="6480" y="2160"/>
                </a:lnTo>
                <a:lnTo>
                  <a:pt x="2160" y="3240"/>
                </a:lnTo>
                <a:lnTo>
                  <a:pt x="1080" y="7560"/>
                </a:lnTo>
                <a:lnTo>
                  <a:pt x="0" y="10800"/>
                </a:lnTo>
                <a:lnTo>
                  <a:pt x="2160" y="1944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50"/>
          <p:cNvSpPr/>
          <p:nvPr/>
        </p:nvSpPr>
        <p:spPr>
          <a:xfrm>
            <a:off x="21179369" y="6193368"/>
            <a:ext cx="482598" cy="406404"/>
          </a:xfrm>
          <a:custGeom>
            <a:rect b="b" l="l" r="r" t="t"/>
            <a:pathLst>
              <a:path extrusionOk="0" h="21600" w="21600">
                <a:moveTo>
                  <a:pt x="20685" y="5455"/>
                </a:moveTo>
                <a:lnTo>
                  <a:pt x="19403" y="5455"/>
                </a:lnTo>
                <a:lnTo>
                  <a:pt x="16841" y="436"/>
                </a:lnTo>
                <a:lnTo>
                  <a:pt x="16475" y="0"/>
                </a:lnTo>
                <a:lnTo>
                  <a:pt x="15925" y="0"/>
                </a:lnTo>
                <a:lnTo>
                  <a:pt x="15742" y="218"/>
                </a:lnTo>
                <a:lnTo>
                  <a:pt x="9702" y="5455"/>
                </a:lnTo>
                <a:lnTo>
                  <a:pt x="12631" y="5455"/>
                </a:lnTo>
                <a:lnTo>
                  <a:pt x="15925" y="2618"/>
                </a:lnTo>
                <a:lnTo>
                  <a:pt x="17390" y="5455"/>
                </a:lnTo>
                <a:lnTo>
                  <a:pt x="13546" y="5455"/>
                </a:lnTo>
                <a:lnTo>
                  <a:pt x="13546" y="7636"/>
                </a:lnTo>
                <a:lnTo>
                  <a:pt x="19769" y="7636"/>
                </a:lnTo>
                <a:lnTo>
                  <a:pt x="19769" y="16145"/>
                </a:lnTo>
                <a:lnTo>
                  <a:pt x="8969" y="16145"/>
                </a:lnTo>
                <a:lnTo>
                  <a:pt x="8969" y="13964"/>
                </a:lnTo>
                <a:lnTo>
                  <a:pt x="7139" y="13964"/>
                </a:lnTo>
                <a:lnTo>
                  <a:pt x="7139" y="17673"/>
                </a:lnTo>
                <a:lnTo>
                  <a:pt x="7688" y="18327"/>
                </a:lnTo>
                <a:lnTo>
                  <a:pt x="14461" y="18327"/>
                </a:lnTo>
                <a:lnTo>
                  <a:pt x="14278" y="18764"/>
                </a:lnTo>
                <a:lnTo>
                  <a:pt x="13729" y="19200"/>
                </a:lnTo>
                <a:lnTo>
                  <a:pt x="13363" y="19418"/>
                </a:lnTo>
                <a:lnTo>
                  <a:pt x="7688" y="19418"/>
                </a:lnTo>
                <a:lnTo>
                  <a:pt x="5308" y="16582"/>
                </a:lnTo>
                <a:lnTo>
                  <a:pt x="5308" y="11345"/>
                </a:lnTo>
                <a:lnTo>
                  <a:pt x="7688" y="8509"/>
                </a:lnTo>
                <a:lnTo>
                  <a:pt x="10800" y="8509"/>
                </a:lnTo>
                <a:lnTo>
                  <a:pt x="10800" y="10255"/>
                </a:lnTo>
                <a:lnTo>
                  <a:pt x="10434" y="10691"/>
                </a:lnTo>
                <a:lnTo>
                  <a:pt x="8054" y="10691"/>
                </a:lnTo>
                <a:lnTo>
                  <a:pt x="8054" y="12873"/>
                </a:lnTo>
                <a:lnTo>
                  <a:pt x="9885" y="12873"/>
                </a:lnTo>
                <a:lnTo>
                  <a:pt x="10983" y="12655"/>
                </a:lnTo>
                <a:lnTo>
                  <a:pt x="11715" y="11782"/>
                </a:lnTo>
                <a:lnTo>
                  <a:pt x="12447" y="11127"/>
                </a:lnTo>
                <a:lnTo>
                  <a:pt x="12631" y="9600"/>
                </a:lnTo>
                <a:lnTo>
                  <a:pt x="12631" y="6982"/>
                </a:lnTo>
                <a:lnTo>
                  <a:pt x="12447" y="6764"/>
                </a:lnTo>
                <a:lnTo>
                  <a:pt x="12081" y="6545"/>
                </a:lnTo>
                <a:lnTo>
                  <a:pt x="6773" y="6545"/>
                </a:lnTo>
                <a:lnTo>
                  <a:pt x="6590" y="6764"/>
                </a:lnTo>
                <a:lnTo>
                  <a:pt x="4942" y="8945"/>
                </a:lnTo>
                <a:lnTo>
                  <a:pt x="4393" y="8509"/>
                </a:lnTo>
                <a:lnTo>
                  <a:pt x="366" y="8509"/>
                </a:lnTo>
                <a:lnTo>
                  <a:pt x="183" y="8945"/>
                </a:lnTo>
                <a:lnTo>
                  <a:pt x="0" y="9164"/>
                </a:lnTo>
                <a:lnTo>
                  <a:pt x="0" y="18764"/>
                </a:lnTo>
                <a:lnTo>
                  <a:pt x="183" y="19200"/>
                </a:lnTo>
                <a:lnTo>
                  <a:pt x="366" y="19418"/>
                </a:lnTo>
                <a:lnTo>
                  <a:pt x="4393" y="19418"/>
                </a:lnTo>
                <a:lnTo>
                  <a:pt x="4942" y="19200"/>
                </a:lnTo>
                <a:lnTo>
                  <a:pt x="6590" y="21164"/>
                </a:lnTo>
                <a:lnTo>
                  <a:pt x="6773" y="21600"/>
                </a:lnTo>
                <a:lnTo>
                  <a:pt x="13912" y="21600"/>
                </a:lnTo>
                <a:lnTo>
                  <a:pt x="14644" y="20945"/>
                </a:lnTo>
                <a:lnTo>
                  <a:pt x="15376" y="20509"/>
                </a:lnTo>
                <a:lnTo>
                  <a:pt x="16292" y="18327"/>
                </a:lnTo>
                <a:lnTo>
                  <a:pt x="21234" y="18327"/>
                </a:lnTo>
                <a:lnTo>
                  <a:pt x="21417" y="18109"/>
                </a:lnTo>
                <a:lnTo>
                  <a:pt x="21600" y="17673"/>
                </a:lnTo>
                <a:lnTo>
                  <a:pt x="21600" y="5891"/>
                </a:lnTo>
                <a:lnTo>
                  <a:pt x="21234" y="5455"/>
                </a:lnTo>
                <a:lnTo>
                  <a:pt x="20685" y="5455"/>
                </a:lnTo>
                <a:close/>
                <a:moveTo>
                  <a:pt x="3661" y="17236"/>
                </a:moveTo>
                <a:lnTo>
                  <a:pt x="1831" y="17236"/>
                </a:lnTo>
                <a:lnTo>
                  <a:pt x="1831" y="10691"/>
                </a:lnTo>
                <a:lnTo>
                  <a:pt x="3661" y="10691"/>
                </a:lnTo>
                <a:lnTo>
                  <a:pt x="3661" y="17236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50"/>
          <p:cNvSpPr/>
          <p:nvPr/>
        </p:nvSpPr>
        <p:spPr>
          <a:xfrm>
            <a:off x="22254634" y="6167968"/>
            <a:ext cx="296352" cy="224370"/>
          </a:xfrm>
          <a:custGeom>
            <a:rect b="b" l="l" r="r" t="t"/>
            <a:pathLst>
              <a:path extrusionOk="0" h="21600" w="21600">
                <a:moveTo>
                  <a:pt x="2335" y="21600"/>
                </a:moveTo>
                <a:lnTo>
                  <a:pt x="6422" y="21600"/>
                </a:lnTo>
                <a:lnTo>
                  <a:pt x="3795" y="17600"/>
                </a:lnTo>
                <a:lnTo>
                  <a:pt x="13135" y="4800"/>
                </a:lnTo>
                <a:lnTo>
                  <a:pt x="18097" y="12000"/>
                </a:lnTo>
                <a:lnTo>
                  <a:pt x="10800" y="21600"/>
                </a:lnTo>
                <a:lnTo>
                  <a:pt x="15178" y="21600"/>
                </a:lnTo>
                <a:lnTo>
                  <a:pt x="21600" y="12800"/>
                </a:lnTo>
                <a:lnTo>
                  <a:pt x="21600" y="10800"/>
                </a:lnTo>
                <a:lnTo>
                  <a:pt x="13719" y="0"/>
                </a:lnTo>
                <a:lnTo>
                  <a:pt x="12259" y="0"/>
                </a:lnTo>
                <a:lnTo>
                  <a:pt x="11968" y="400"/>
                </a:lnTo>
                <a:lnTo>
                  <a:pt x="584" y="16400"/>
                </a:lnTo>
                <a:lnTo>
                  <a:pt x="0" y="16800"/>
                </a:lnTo>
                <a:lnTo>
                  <a:pt x="0" y="18800"/>
                </a:lnTo>
                <a:lnTo>
                  <a:pt x="584" y="19200"/>
                </a:lnTo>
                <a:lnTo>
                  <a:pt x="2335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50"/>
          <p:cNvSpPr/>
          <p:nvPr/>
        </p:nvSpPr>
        <p:spPr>
          <a:xfrm>
            <a:off x="22203834" y="6417733"/>
            <a:ext cx="372546" cy="245538"/>
          </a:xfrm>
          <a:custGeom>
            <a:rect b="b" l="l" r="r" t="t"/>
            <a:pathLst>
              <a:path extrusionOk="0" h="21600" w="21600">
                <a:moveTo>
                  <a:pt x="20387" y="0"/>
                </a:moveTo>
                <a:lnTo>
                  <a:pt x="728" y="0"/>
                </a:lnTo>
                <a:lnTo>
                  <a:pt x="485" y="732"/>
                </a:lnTo>
                <a:lnTo>
                  <a:pt x="0" y="1098"/>
                </a:lnTo>
                <a:lnTo>
                  <a:pt x="0" y="20868"/>
                </a:lnTo>
                <a:lnTo>
                  <a:pt x="485" y="21234"/>
                </a:lnTo>
                <a:lnTo>
                  <a:pt x="728" y="21600"/>
                </a:lnTo>
                <a:lnTo>
                  <a:pt x="21115" y="21600"/>
                </a:lnTo>
                <a:lnTo>
                  <a:pt x="21600" y="20868"/>
                </a:lnTo>
                <a:lnTo>
                  <a:pt x="21600" y="1098"/>
                </a:lnTo>
                <a:lnTo>
                  <a:pt x="21357" y="732"/>
                </a:lnTo>
                <a:lnTo>
                  <a:pt x="21115" y="0"/>
                </a:lnTo>
                <a:lnTo>
                  <a:pt x="20387" y="0"/>
                </a:lnTo>
                <a:close/>
                <a:moveTo>
                  <a:pt x="14562" y="12814"/>
                </a:moveTo>
                <a:lnTo>
                  <a:pt x="12135" y="12814"/>
                </a:lnTo>
                <a:lnTo>
                  <a:pt x="12135" y="16475"/>
                </a:lnTo>
                <a:lnTo>
                  <a:pt x="9708" y="16475"/>
                </a:lnTo>
                <a:lnTo>
                  <a:pt x="9708" y="12814"/>
                </a:lnTo>
                <a:lnTo>
                  <a:pt x="7281" y="12814"/>
                </a:lnTo>
                <a:lnTo>
                  <a:pt x="7281" y="9153"/>
                </a:lnTo>
                <a:lnTo>
                  <a:pt x="9708" y="9153"/>
                </a:lnTo>
                <a:lnTo>
                  <a:pt x="9708" y="5492"/>
                </a:lnTo>
                <a:lnTo>
                  <a:pt x="12135" y="5492"/>
                </a:lnTo>
                <a:lnTo>
                  <a:pt x="12135" y="9153"/>
                </a:lnTo>
                <a:lnTo>
                  <a:pt x="14562" y="9153"/>
                </a:lnTo>
                <a:lnTo>
                  <a:pt x="14562" y="1281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50"/>
          <p:cNvSpPr/>
          <p:nvPr/>
        </p:nvSpPr>
        <p:spPr>
          <a:xfrm>
            <a:off x="22377400" y="6290733"/>
            <a:ext cx="63504" cy="63504"/>
          </a:xfrm>
          <a:custGeom>
            <a:rect b="b" l="l" r="r" t="t"/>
            <a:pathLst>
              <a:path extrusionOk="0" h="21600" w="21600">
                <a:moveTo>
                  <a:pt x="10080" y="0"/>
                </a:moveTo>
                <a:lnTo>
                  <a:pt x="7200" y="0"/>
                </a:lnTo>
                <a:lnTo>
                  <a:pt x="2880" y="3086"/>
                </a:lnTo>
                <a:lnTo>
                  <a:pt x="0" y="7714"/>
                </a:lnTo>
                <a:lnTo>
                  <a:pt x="0" y="15429"/>
                </a:lnTo>
                <a:lnTo>
                  <a:pt x="2880" y="18514"/>
                </a:lnTo>
                <a:lnTo>
                  <a:pt x="7200" y="21600"/>
                </a:lnTo>
                <a:lnTo>
                  <a:pt x="14400" y="21600"/>
                </a:lnTo>
                <a:lnTo>
                  <a:pt x="17280" y="18514"/>
                </a:lnTo>
                <a:lnTo>
                  <a:pt x="21600" y="15429"/>
                </a:lnTo>
                <a:lnTo>
                  <a:pt x="21600" y="7714"/>
                </a:lnTo>
                <a:lnTo>
                  <a:pt x="14400" y="0"/>
                </a:lnTo>
                <a:lnTo>
                  <a:pt x="1008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50"/>
          <p:cNvSpPr/>
          <p:nvPr/>
        </p:nvSpPr>
        <p:spPr>
          <a:xfrm>
            <a:off x="19227800" y="6379635"/>
            <a:ext cx="423360" cy="283608"/>
          </a:xfrm>
          <a:custGeom>
            <a:rect b="b" l="l" r="r" t="t"/>
            <a:pathLst>
              <a:path extrusionOk="0" h="21600" w="21600">
                <a:moveTo>
                  <a:pt x="19523" y="12522"/>
                </a:moveTo>
                <a:lnTo>
                  <a:pt x="19523" y="13148"/>
                </a:lnTo>
                <a:lnTo>
                  <a:pt x="19315" y="13774"/>
                </a:lnTo>
                <a:lnTo>
                  <a:pt x="18900" y="14087"/>
                </a:lnTo>
                <a:lnTo>
                  <a:pt x="13292" y="14087"/>
                </a:lnTo>
                <a:lnTo>
                  <a:pt x="13292" y="17217"/>
                </a:lnTo>
                <a:lnTo>
                  <a:pt x="17446" y="17217"/>
                </a:lnTo>
                <a:lnTo>
                  <a:pt x="17446" y="17843"/>
                </a:lnTo>
                <a:lnTo>
                  <a:pt x="17238" y="18157"/>
                </a:lnTo>
                <a:lnTo>
                  <a:pt x="17031" y="18783"/>
                </a:lnTo>
                <a:lnTo>
                  <a:pt x="8723" y="18783"/>
                </a:lnTo>
                <a:lnTo>
                  <a:pt x="6231" y="14713"/>
                </a:lnTo>
                <a:lnTo>
                  <a:pt x="6231" y="7200"/>
                </a:lnTo>
                <a:lnTo>
                  <a:pt x="8723" y="3130"/>
                </a:lnTo>
                <a:lnTo>
                  <a:pt x="12254" y="3130"/>
                </a:lnTo>
                <a:lnTo>
                  <a:pt x="12254" y="5635"/>
                </a:lnTo>
                <a:lnTo>
                  <a:pt x="11838" y="6261"/>
                </a:lnTo>
                <a:lnTo>
                  <a:pt x="9346" y="6261"/>
                </a:lnTo>
                <a:lnTo>
                  <a:pt x="9346" y="9391"/>
                </a:lnTo>
                <a:lnTo>
                  <a:pt x="11215" y="9391"/>
                </a:lnTo>
                <a:lnTo>
                  <a:pt x="12669" y="9078"/>
                </a:lnTo>
                <a:lnTo>
                  <a:pt x="13292" y="7826"/>
                </a:lnTo>
                <a:lnTo>
                  <a:pt x="14123" y="6574"/>
                </a:lnTo>
                <a:lnTo>
                  <a:pt x="14331" y="4696"/>
                </a:lnTo>
                <a:lnTo>
                  <a:pt x="14331" y="939"/>
                </a:lnTo>
                <a:lnTo>
                  <a:pt x="14123" y="626"/>
                </a:lnTo>
                <a:lnTo>
                  <a:pt x="13915" y="0"/>
                </a:lnTo>
                <a:lnTo>
                  <a:pt x="7685" y="0"/>
                </a:lnTo>
                <a:lnTo>
                  <a:pt x="7477" y="626"/>
                </a:lnTo>
                <a:lnTo>
                  <a:pt x="5608" y="3757"/>
                </a:lnTo>
                <a:lnTo>
                  <a:pt x="5192" y="3130"/>
                </a:lnTo>
                <a:lnTo>
                  <a:pt x="623" y="3130"/>
                </a:lnTo>
                <a:lnTo>
                  <a:pt x="0" y="4070"/>
                </a:lnTo>
                <a:lnTo>
                  <a:pt x="0" y="17843"/>
                </a:lnTo>
                <a:lnTo>
                  <a:pt x="623" y="18783"/>
                </a:lnTo>
                <a:lnTo>
                  <a:pt x="5192" y="18783"/>
                </a:lnTo>
                <a:lnTo>
                  <a:pt x="5608" y="18157"/>
                </a:lnTo>
                <a:lnTo>
                  <a:pt x="7477" y="21287"/>
                </a:lnTo>
                <a:lnTo>
                  <a:pt x="7685" y="21600"/>
                </a:lnTo>
                <a:lnTo>
                  <a:pt x="16408" y="21600"/>
                </a:lnTo>
                <a:lnTo>
                  <a:pt x="17654" y="21287"/>
                </a:lnTo>
                <a:lnTo>
                  <a:pt x="18485" y="20348"/>
                </a:lnTo>
                <a:lnTo>
                  <a:pt x="19315" y="19096"/>
                </a:lnTo>
                <a:lnTo>
                  <a:pt x="19523" y="17217"/>
                </a:lnTo>
                <a:lnTo>
                  <a:pt x="19523" y="16591"/>
                </a:lnTo>
                <a:lnTo>
                  <a:pt x="20354" y="16278"/>
                </a:lnTo>
                <a:lnTo>
                  <a:pt x="20977" y="15026"/>
                </a:lnTo>
                <a:lnTo>
                  <a:pt x="21392" y="14087"/>
                </a:lnTo>
                <a:lnTo>
                  <a:pt x="21600" y="12522"/>
                </a:lnTo>
                <a:lnTo>
                  <a:pt x="21600" y="10957"/>
                </a:lnTo>
                <a:lnTo>
                  <a:pt x="19523" y="10957"/>
                </a:lnTo>
                <a:lnTo>
                  <a:pt x="19523" y="12522"/>
                </a:lnTo>
                <a:close/>
                <a:moveTo>
                  <a:pt x="4154" y="15652"/>
                </a:moveTo>
                <a:lnTo>
                  <a:pt x="2077" y="15652"/>
                </a:lnTo>
                <a:lnTo>
                  <a:pt x="2077" y="6261"/>
                </a:lnTo>
                <a:lnTo>
                  <a:pt x="4154" y="6261"/>
                </a:lnTo>
                <a:lnTo>
                  <a:pt x="4154" y="15652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50"/>
          <p:cNvSpPr/>
          <p:nvPr/>
        </p:nvSpPr>
        <p:spPr>
          <a:xfrm>
            <a:off x="19490266" y="6231466"/>
            <a:ext cx="122742" cy="207414"/>
          </a:xfrm>
          <a:custGeom>
            <a:rect b="b" l="l" r="r" t="t"/>
            <a:pathLst>
              <a:path extrusionOk="0" h="21600" w="21600">
                <a:moveTo>
                  <a:pt x="7200" y="0"/>
                </a:moveTo>
                <a:lnTo>
                  <a:pt x="7200" y="2204"/>
                </a:lnTo>
                <a:lnTo>
                  <a:pt x="5040" y="2645"/>
                </a:lnTo>
                <a:lnTo>
                  <a:pt x="2160" y="4408"/>
                </a:lnTo>
                <a:lnTo>
                  <a:pt x="1440" y="5731"/>
                </a:lnTo>
                <a:lnTo>
                  <a:pt x="0" y="7494"/>
                </a:lnTo>
                <a:lnTo>
                  <a:pt x="1440" y="9698"/>
                </a:lnTo>
                <a:lnTo>
                  <a:pt x="2880" y="11461"/>
                </a:lnTo>
                <a:lnTo>
                  <a:pt x="5760" y="12343"/>
                </a:lnTo>
                <a:lnTo>
                  <a:pt x="9360" y="12784"/>
                </a:lnTo>
                <a:lnTo>
                  <a:pt x="12960" y="12784"/>
                </a:lnTo>
                <a:lnTo>
                  <a:pt x="13680" y="13665"/>
                </a:lnTo>
                <a:lnTo>
                  <a:pt x="14400" y="14106"/>
                </a:lnTo>
                <a:lnTo>
                  <a:pt x="12960" y="14988"/>
                </a:lnTo>
                <a:lnTo>
                  <a:pt x="7200" y="14988"/>
                </a:lnTo>
                <a:lnTo>
                  <a:pt x="7200" y="21600"/>
                </a:lnTo>
                <a:lnTo>
                  <a:pt x="14400" y="21600"/>
                </a:lnTo>
                <a:lnTo>
                  <a:pt x="14400" y="19396"/>
                </a:lnTo>
                <a:lnTo>
                  <a:pt x="17280" y="18955"/>
                </a:lnTo>
                <a:lnTo>
                  <a:pt x="19440" y="17192"/>
                </a:lnTo>
                <a:lnTo>
                  <a:pt x="20880" y="15869"/>
                </a:lnTo>
                <a:lnTo>
                  <a:pt x="21600" y="14106"/>
                </a:lnTo>
                <a:lnTo>
                  <a:pt x="20880" y="11902"/>
                </a:lnTo>
                <a:lnTo>
                  <a:pt x="18720" y="10139"/>
                </a:lnTo>
                <a:lnTo>
                  <a:pt x="16560" y="9257"/>
                </a:lnTo>
                <a:lnTo>
                  <a:pt x="12960" y="8816"/>
                </a:lnTo>
                <a:lnTo>
                  <a:pt x="9360" y="8816"/>
                </a:lnTo>
                <a:lnTo>
                  <a:pt x="7200" y="7494"/>
                </a:lnTo>
                <a:lnTo>
                  <a:pt x="7920" y="7053"/>
                </a:lnTo>
                <a:lnTo>
                  <a:pt x="9360" y="6612"/>
                </a:lnTo>
                <a:lnTo>
                  <a:pt x="21600" y="6612"/>
                </a:lnTo>
                <a:lnTo>
                  <a:pt x="21600" y="2204"/>
                </a:lnTo>
                <a:lnTo>
                  <a:pt x="14400" y="2204"/>
                </a:lnTo>
                <a:lnTo>
                  <a:pt x="14400" y="0"/>
                </a:lnTo>
                <a:lnTo>
                  <a:pt x="7200" y="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50"/>
          <p:cNvSpPr/>
          <p:nvPr/>
        </p:nvSpPr>
        <p:spPr>
          <a:xfrm>
            <a:off x="19388666" y="6167968"/>
            <a:ext cx="321732" cy="334422"/>
          </a:xfrm>
          <a:custGeom>
            <a:rect b="b" l="l" r="r" t="t"/>
            <a:pathLst>
              <a:path extrusionOk="0" h="21600" w="21600">
                <a:moveTo>
                  <a:pt x="10663" y="0"/>
                </a:moveTo>
                <a:lnTo>
                  <a:pt x="8749" y="273"/>
                </a:lnTo>
                <a:lnTo>
                  <a:pt x="6562" y="1094"/>
                </a:lnTo>
                <a:lnTo>
                  <a:pt x="4648" y="1641"/>
                </a:lnTo>
                <a:lnTo>
                  <a:pt x="3008" y="3008"/>
                </a:lnTo>
                <a:lnTo>
                  <a:pt x="1641" y="4648"/>
                </a:lnTo>
                <a:lnTo>
                  <a:pt x="820" y="6835"/>
                </a:lnTo>
                <a:lnTo>
                  <a:pt x="273" y="8749"/>
                </a:lnTo>
                <a:lnTo>
                  <a:pt x="0" y="10937"/>
                </a:lnTo>
                <a:lnTo>
                  <a:pt x="0" y="12030"/>
                </a:lnTo>
                <a:lnTo>
                  <a:pt x="2734" y="12030"/>
                </a:lnTo>
                <a:lnTo>
                  <a:pt x="2734" y="9023"/>
                </a:lnTo>
                <a:lnTo>
                  <a:pt x="3281" y="7656"/>
                </a:lnTo>
                <a:lnTo>
                  <a:pt x="3828" y="6562"/>
                </a:lnTo>
                <a:lnTo>
                  <a:pt x="4922" y="5195"/>
                </a:lnTo>
                <a:lnTo>
                  <a:pt x="6289" y="4101"/>
                </a:lnTo>
                <a:lnTo>
                  <a:pt x="7656" y="3281"/>
                </a:lnTo>
                <a:lnTo>
                  <a:pt x="9023" y="2734"/>
                </a:lnTo>
                <a:lnTo>
                  <a:pt x="12304" y="2734"/>
                </a:lnTo>
                <a:lnTo>
                  <a:pt x="13671" y="3281"/>
                </a:lnTo>
                <a:lnTo>
                  <a:pt x="15038" y="4101"/>
                </a:lnTo>
                <a:lnTo>
                  <a:pt x="16405" y="5195"/>
                </a:lnTo>
                <a:lnTo>
                  <a:pt x="17499" y="6562"/>
                </a:lnTo>
                <a:lnTo>
                  <a:pt x="18046" y="7656"/>
                </a:lnTo>
                <a:lnTo>
                  <a:pt x="18866" y="9023"/>
                </a:lnTo>
                <a:lnTo>
                  <a:pt x="18866" y="12577"/>
                </a:lnTo>
                <a:lnTo>
                  <a:pt x="18046" y="13944"/>
                </a:lnTo>
                <a:lnTo>
                  <a:pt x="17499" y="15311"/>
                </a:lnTo>
                <a:lnTo>
                  <a:pt x="16405" y="16678"/>
                </a:lnTo>
                <a:lnTo>
                  <a:pt x="13671" y="18319"/>
                </a:lnTo>
                <a:lnTo>
                  <a:pt x="12304" y="18866"/>
                </a:lnTo>
                <a:lnTo>
                  <a:pt x="9296" y="18866"/>
                </a:lnTo>
                <a:lnTo>
                  <a:pt x="9296" y="21600"/>
                </a:lnTo>
                <a:lnTo>
                  <a:pt x="10663" y="21600"/>
                </a:lnTo>
                <a:lnTo>
                  <a:pt x="12851" y="21327"/>
                </a:lnTo>
                <a:lnTo>
                  <a:pt x="14765" y="20506"/>
                </a:lnTo>
                <a:lnTo>
                  <a:pt x="16678" y="19959"/>
                </a:lnTo>
                <a:lnTo>
                  <a:pt x="18592" y="18592"/>
                </a:lnTo>
                <a:lnTo>
                  <a:pt x="19686" y="16952"/>
                </a:lnTo>
                <a:lnTo>
                  <a:pt x="20506" y="14765"/>
                </a:lnTo>
                <a:lnTo>
                  <a:pt x="21600" y="10937"/>
                </a:lnTo>
                <a:lnTo>
                  <a:pt x="21053" y="8749"/>
                </a:lnTo>
                <a:lnTo>
                  <a:pt x="20506" y="6835"/>
                </a:lnTo>
                <a:lnTo>
                  <a:pt x="19686" y="4648"/>
                </a:lnTo>
                <a:lnTo>
                  <a:pt x="18592" y="3008"/>
                </a:lnTo>
                <a:lnTo>
                  <a:pt x="16678" y="1641"/>
                </a:lnTo>
                <a:lnTo>
                  <a:pt x="14765" y="1094"/>
                </a:lnTo>
                <a:lnTo>
                  <a:pt x="12851" y="273"/>
                </a:lnTo>
                <a:lnTo>
                  <a:pt x="10663" y="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50"/>
          <p:cNvSpPr/>
          <p:nvPr/>
        </p:nvSpPr>
        <p:spPr>
          <a:xfrm>
            <a:off x="18254133" y="6167968"/>
            <a:ext cx="283662" cy="495288"/>
          </a:xfrm>
          <a:custGeom>
            <a:rect b="b" l="l" r="r" t="t"/>
            <a:pathLst>
              <a:path extrusionOk="0" h="21600" w="21600">
                <a:moveTo>
                  <a:pt x="20057" y="4759"/>
                </a:moveTo>
                <a:lnTo>
                  <a:pt x="20057" y="549"/>
                </a:lnTo>
                <a:lnTo>
                  <a:pt x="19131" y="183"/>
                </a:lnTo>
                <a:lnTo>
                  <a:pt x="18823" y="0"/>
                </a:lnTo>
                <a:lnTo>
                  <a:pt x="17897" y="0"/>
                </a:lnTo>
                <a:lnTo>
                  <a:pt x="13886" y="915"/>
                </a:lnTo>
                <a:lnTo>
                  <a:pt x="11417" y="0"/>
                </a:lnTo>
                <a:lnTo>
                  <a:pt x="10183" y="0"/>
                </a:lnTo>
                <a:lnTo>
                  <a:pt x="7714" y="915"/>
                </a:lnTo>
                <a:lnTo>
                  <a:pt x="3703" y="0"/>
                </a:lnTo>
                <a:lnTo>
                  <a:pt x="2777" y="0"/>
                </a:lnTo>
                <a:lnTo>
                  <a:pt x="2469" y="183"/>
                </a:lnTo>
                <a:lnTo>
                  <a:pt x="1543" y="549"/>
                </a:lnTo>
                <a:lnTo>
                  <a:pt x="1543" y="4759"/>
                </a:lnTo>
                <a:lnTo>
                  <a:pt x="617" y="5492"/>
                </a:lnTo>
                <a:lnTo>
                  <a:pt x="0" y="6407"/>
                </a:lnTo>
                <a:lnTo>
                  <a:pt x="0" y="19953"/>
                </a:lnTo>
                <a:lnTo>
                  <a:pt x="617" y="20502"/>
                </a:lnTo>
                <a:lnTo>
                  <a:pt x="926" y="21234"/>
                </a:lnTo>
                <a:lnTo>
                  <a:pt x="2160" y="21417"/>
                </a:lnTo>
                <a:lnTo>
                  <a:pt x="3086" y="21600"/>
                </a:lnTo>
                <a:lnTo>
                  <a:pt x="18514" y="21600"/>
                </a:lnTo>
                <a:lnTo>
                  <a:pt x="19440" y="21417"/>
                </a:lnTo>
                <a:lnTo>
                  <a:pt x="20674" y="21234"/>
                </a:lnTo>
                <a:lnTo>
                  <a:pt x="20983" y="20502"/>
                </a:lnTo>
                <a:lnTo>
                  <a:pt x="21600" y="19953"/>
                </a:lnTo>
                <a:lnTo>
                  <a:pt x="21600" y="6407"/>
                </a:lnTo>
                <a:lnTo>
                  <a:pt x="20983" y="5492"/>
                </a:lnTo>
                <a:lnTo>
                  <a:pt x="20057" y="4759"/>
                </a:lnTo>
                <a:close/>
                <a:moveTo>
                  <a:pt x="7406" y="2746"/>
                </a:moveTo>
                <a:lnTo>
                  <a:pt x="8640" y="2746"/>
                </a:lnTo>
                <a:lnTo>
                  <a:pt x="10800" y="1831"/>
                </a:lnTo>
                <a:lnTo>
                  <a:pt x="12960" y="2746"/>
                </a:lnTo>
                <a:lnTo>
                  <a:pt x="14194" y="2746"/>
                </a:lnTo>
                <a:lnTo>
                  <a:pt x="16971" y="2197"/>
                </a:lnTo>
                <a:lnTo>
                  <a:pt x="16971" y="4576"/>
                </a:lnTo>
                <a:lnTo>
                  <a:pt x="4629" y="4576"/>
                </a:lnTo>
                <a:lnTo>
                  <a:pt x="4629" y="2197"/>
                </a:lnTo>
                <a:lnTo>
                  <a:pt x="7406" y="2746"/>
                </a:lnTo>
                <a:close/>
                <a:moveTo>
                  <a:pt x="18514" y="19953"/>
                </a:moveTo>
                <a:lnTo>
                  <a:pt x="3086" y="19953"/>
                </a:lnTo>
                <a:lnTo>
                  <a:pt x="3086" y="6407"/>
                </a:lnTo>
                <a:lnTo>
                  <a:pt x="18514" y="6407"/>
                </a:lnTo>
                <a:lnTo>
                  <a:pt x="18514" y="19953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50"/>
          <p:cNvSpPr/>
          <p:nvPr/>
        </p:nvSpPr>
        <p:spPr>
          <a:xfrm>
            <a:off x="18317634" y="6341533"/>
            <a:ext cx="156600" cy="762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311" name="Google Shape;1311;p50"/>
          <p:cNvSpPr/>
          <p:nvPr/>
        </p:nvSpPr>
        <p:spPr>
          <a:xfrm>
            <a:off x="18317634" y="6438901"/>
            <a:ext cx="33858" cy="3812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2160"/>
                </a:lnTo>
                <a:lnTo>
                  <a:pt x="17280" y="0"/>
                </a:lnTo>
                <a:lnTo>
                  <a:pt x="6480" y="0"/>
                </a:lnTo>
                <a:lnTo>
                  <a:pt x="2160" y="2160"/>
                </a:lnTo>
                <a:lnTo>
                  <a:pt x="0" y="6480"/>
                </a:lnTo>
                <a:lnTo>
                  <a:pt x="0" y="17280"/>
                </a:lnTo>
                <a:lnTo>
                  <a:pt x="2160" y="19440"/>
                </a:lnTo>
                <a:lnTo>
                  <a:pt x="648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50"/>
          <p:cNvSpPr/>
          <p:nvPr/>
        </p:nvSpPr>
        <p:spPr>
          <a:xfrm>
            <a:off x="18440400" y="6438901"/>
            <a:ext cx="33858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2160" y="2160"/>
                </a:lnTo>
                <a:lnTo>
                  <a:pt x="0" y="6480"/>
                </a:lnTo>
                <a:lnTo>
                  <a:pt x="0" y="17280"/>
                </a:lnTo>
                <a:lnTo>
                  <a:pt x="4320" y="21600"/>
                </a:lnTo>
                <a:lnTo>
                  <a:pt x="15120" y="21600"/>
                </a:lnTo>
                <a:lnTo>
                  <a:pt x="17280" y="19440"/>
                </a:lnTo>
                <a:lnTo>
                  <a:pt x="21600" y="17280"/>
                </a:lnTo>
                <a:lnTo>
                  <a:pt x="21600" y="648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50"/>
          <p:cNvSpPr/>
          <p:nvPr/>
        </p:nvSpPr>
        <p:spPr>
          <a:xfrm>
            <a:off x="18376902" y="6438901"/>
            <a:ext cx="38124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2160" y="2160"/>
                </a:lnTo>
                <a:lnTo>
                  <a:pt x="0" y="6480"/>
                </a:lnTo>
                <a:lnTo>
                  <a:pt x="0" y="17280"/>
                </a:lnTo>
                <a:lnTo>
                  <a:pt x="2160" y="19440"/>
                </a:lnTo>
                <a:lnTo>
                  <a:pt x="6480" y="21600"/>
                </a:lnTo>
                <a:lnTo>
                  <a:pt x="15120" y="21600"/>
                </a:lnTo>
                <a:lnTo>
                  <a:pt x="19440" y="1944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216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50"/>
          <p:cNvSpPr/>
          <p:nvPr/>
        </p:nvSpPr>
        <p:spPr>
          <a:xfrm>
            <a:off x="18317634" y="6502400"/>
            <a:ext cx="33858" cy="3812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7280" y="21600"/>
                </a:lnTo>
                <a:lnTo>
                  <a:pt x="19440" y="19440"/>
                </a:lnTo>
                <a:lnTo>
                  <a:pt x="21600" y="15120"/>
                </a:lnTo>
                <a:lnTo>
                  <a:pt x="21600" y="4320"/>
                </a:lnTo>
                <a:lnTo>
                  <a:pt x="17280" y="0"/>
                </a:lnTo>
                <a:lnTo>
                  <a:pt x="6480" y="0"/>
                </a:lnTo>
                <a:lnTo>
                  <a:pt x="2160" y="2160"/>
                </a:lnTo>
                <a:lnTo>
                  <a:pt x="0" y="4320"/>
                </a:lnTo>
                <a:lnTo>
                  <a:pt x="0" y="15120"/>
                </a:lnTo>
                <a:lnTo>
                  <a:pt x="2160" y="19440"/>
                </a:lnTo>
                <a:lnTo>
                  <a:pt x="648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50"/>
          <p:cNvSpPr/>
          <p:nvPr/>
        </p:nvSpPr>
        <p:spPr>
          <a:xfrm>
            <a:off x="18440400" y="6502400"/>
            <a:ext cx="33858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0" y="4320"/>
                </a:lnTo>
                <a:lnTo>
                  <a:pt x="0" y="15120"/>
                </a:lnTo>
                <a:lnTo>
                  <a:pt x="2160" y="19440"/>
                </a:lnTo>
                <a:lnTo>
                  <a:pt x="4320" y="21600"/>
                </a:lnTo>
                <a:lnTo>
                  <a:pt x="15120" y="21600"/>
                </a:lnTo>
                <a:lnTo>
                  <a:pt x="21600" y="15120"/>
                </a:lnTo>
                <a:lnTo>
                  <a:pt x="21600" y="4320"/>
                </a:lnTo>
                <a:lnTo>
                  <a:pt x="17280" y="216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50"/>
          <p:cNvSpPr/>
          <p:nvPr/>
        </p:nvSpPr>
        <p:spPr>
          <a:xfrm>
            <a:off x="18376902" y="6502400"/>
            <a:ext cx="38124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2160" y="2160"/>
                </a:lnTo>
                <a:lnTo>
                  <a:pt x="0" y="4320"/>
                </a:lnTo>
                <a:lnTo>
                  <a:pt x="0" y="15120"/>
                </a:lnTo>
                <a:lnTo>
                  <a:pt x="2160" y="19440"/>
                </a:lnTo>
                <a:lnTo>
                  <a:pt x="6480" y="21600"/>
                </a:lnTo>
                <a:lnTo>
                  <a:pt x="15120" y="21600"/>
                </a:lnTo>
                <a:lnTo>
                  <a:pt x="19440" y="19440"/>
                </a:lnTo>
                <a:lnTo>
                  <a:pt x="21600" y="15120"/>
                </a:lnTo>
                <a:lnTo>
                  <a:pt x="21600" y="4320"/>
                </a:lnTo>
                <a:lnTo>
                  <a:pt x="19440" y="216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50"/>
          <p:cNvSpPr/>
          <p:nvPr/>
        </p:nvSpPr>
        <p:spPr>
          <a:xfrm>
            <a:off x="18317634" y="6565901"/>
            <a:ext cx="33858" cy="33858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7280" y="21600"/>
                </a:lnTo>
                <a:lnTo>
                  <a:pt x="19440" y="17280"/>
                </a:lnTo>
                <a:lnTo>
                  <a:pt x="21600" y="15120"/>
                </a:lnTo>
                <a:lnTo>
                  <a:pt x="21600" y="4320"/>
                </a:lnTo>
                <a:lnTo>
                  <a:pt x="17280" y="0"/>
                </a:lnTo>
                <a:lnTo>
                  <a:pt x="6480" y="0"/>
                </a:lnTo>
                <a:lnTo>
                  <a:pt x="2160" y="2160"/>
                </a:lnTo>
                <a:lnTo>
                  <a:pt x="0" y="4320"/>
                </a:lnTo>
                <a:lnTo>
                  <a:pt x="0" y="15120"/>
                </a:lnTo>
                <a:lnTo>
                  <a:pt x="648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50"/>
          <p:cNvSpPr/>
          <p:nvPr/>
        </p:nvSpPr>
        <p:spPr>
          <a:xfrm>
            <a:off x="18440400" y="6565901"/>
            <a:ext cx="33858" cy="33858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0" y="4320"/>
                </a:lnTo>
                <a:lnTo>
                  <a:pt x="0" y="15120"/>
                </a:lnTo>
                <a:lnTo>
                  <a:pt x="2160" y="17280"/>
                </a:lnTo>
                <a:lnTo>
                  <a:pt x="4320" y="21600"/>
                </a:lnTo>
                <a:lnTo>
                  <a:pt x="15120" y="21600"/>
                </a:lnTo>
                <a:lnTo>
                  <a:pt x="17280" y="17280"/>
                </a:lnTo>
                <a:lnTo>
                  <a:pt x="21600" y="15120"/>
                </a:lnTo>
                <a:lnTo>
                  <a:pt x="21600" y="4320"/>
                </a:lnTo>
                <a:lnTo>
                  <a:pt x="17280" y="216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50"/>
          <p:cNvSpPr/>
          <p:nvPr/>
        </p:nvSpPr>
        <p:spPr>
          <a:xfrm>
            <a:off x="18376902" y="6565901"/>
            <a:ext cx="38124" cy="33858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2160" y="2160"/>
                </a:lnTo>
                <a:lnTo>
                  <a:pt x="0" y="4320"/>
                </a:lnTo>
                <a:lnTo>
                  <a:pt x="0" y="15120"/>
                </a:lnTo>
                <a:lnTo>
                  <a:pt x="6480" y="21600"/>
                </a:lnTo>
                <a:lnTo>
                  <a:pt x="15120" y="21600"/>
                </a:lnTo>
                <a:lnTo>
                  <a:pt x="21600" y="15120"/>
                </a:lnTo>
                <a:lnTo>
                  <a:pt x="21600" y="4320"/>
                </a:lnTo>
                <a:lnTo>
                  <a:pt x="19440" y="216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50"/>
          <p:cNvSpPr/>
          <p:nvPr/>
        </p:nvSpPr>
        <p:spPr>
          <a:xfrm>
            <a:off x="18550466" y="6341533"/>
            <a:ext cx="186246" cy="232848"/>
          </a:xfrm>
          <a:custGeom>
            <a:rect b="b" l="l" r="r" t="t"/>
            <a:pathLst>
              <a:path extrusionOk="0" h="21600" w="21600">
                <a:moveTo>
                  <a:pt x="19200" y="0"/>
                </a:moveTo>
                <a:lnTo>
                  <a:pt x="1440" y="0"/>
                </a:lnTo>
                <a:lnTo>
                  <a:pt x="960" y="366"/>
                </a:lnTo>
                <a:lnTo>
                  <a:pt x="0" y="732"/>
                </a:lnTo>
                <a:lnTo>
                  <a:pt x="0" y="20502"/>
                </a:lnTo>
                <a:lnTo>
                  <a:pt x="960" y="20868"/>
                </a:lnTo>
                <a:lnTo>
                  <a:pt x="1440" y="21600"/>
                </a:lnTo>
                <a:lnTo>
                  <a:pt x="20160" y="21600"/>
                </a:lnTo>
                <a:lnTo>
                  <a:pt x="21600" y="20502"/>
                </a:lnTo>
                <a:lnTo>
                  <a:pt x="21600" y="732"/>
                </a:lnTo>
                <a:lnTo>
                  <a:pt x="21120" y="366"/>
                </a:lnTo>
                <a:lnTo>
                  <a:pt x="20160" y="0"/>
                </a:lnTo>
                <a:lnTo>
                  <a:pt x="19200" y="0"/>
                </a:lnTo>
                <a:close/>
                <a:moveTo>
                  <a:pt x="4800" y="3295"/>
                </a:moveTo>
                <a:lnTo>
                  <a:pt x="7200" y="3295"/>
                </a:lnTo>
                <a:lnTo>
                  <a:pt x="7200" y="17939"/>
                </a:lnTo>
                <a:lnTo>
                  <a:pt x="4800" y="17939"/>
                </a:lnTo>
                <a:lnTo>
                  <a:pt x="4800" y="3295"/>
                </a:lnTo>
                <a:close/>
                <a:moveTo>
                  <a:pt x="16800" y="17939"/>
                </a:moveTo>
                <a:lnTo>
                  <a:pt x="12000" y="17939"/>
                </a:lnTo>
                <a:lnTo>
                  <a:pt x="12000" y="3295"/>
                </a:lnTo>
                <a:lnTo>
                  <a:pt x="16800" y="3295"/>
                </a:lnTo>
                <a:lnTo>
                  <a:pt x="16800" y="17939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50"/>
          <p:cNvSpPr/>
          <p:nvPr/>
        </p:nvSpPr>
        <p:spPr>
          <a:xfrm>
            <a:off x="13402733" y="7167034"/>
            <a:ext cx="444528" cy="444474"/>
          </a:xfrm>
          <a:custGeom>
            <a:rect b="b" l="l" r="r" t="t"/>
            <a:pathLst>
              <a:path extrusionOk="0" h="21600" w="21600">
                <a:moveTo>
                  <a:pt x="21006" y="6200"/>
                </a:moveTo>
                <a:lnTo>
                  <a:pt x="11295" y="200"/>
                </a:lnTo>
                <a:lnTo>
                  <a:pt x="10899" y="0"/>
                </a:lnTo>
                <a:lnTo>
                  <a:pt x="10305" y="200"/>
                </a:lnTo>
                <a:lnTo>
                  <a:pt x="594" y="6200"/>
                </a:lnTo>
                <a:lnTo>
                  <a:pt x="0" y="6600"/>
                </a:lnTo>
                <a:lnTo>
                  <a:pt x="0" y="7000"/>
                </a:lnTo>
                <a:lnTo>
                  <a:pt x="594" y="7600"/>
                </a:lnTo>
                <a:lnTo>
                  <a:pt x="991" y="7800"/>
                </a:lnTo>
                <a:lnTo>
                  <a:pt x="991" y="21600"/>
                </a:lnTo>
                <a:lnTo>
                  <a:pt x="2972" y="21600"/>
                </a:lnTo>
                <a:lnTo>
                  <a:pt x="2972" y="7800"/>
                </a:lnTo>
                <a:lnTo>
                  <a:pt x="18628" y="7800"/>
                </a:lnTo>
                <a:lnTo>
                  <a:pt x="18628" y="21600"/>
                </a:lnTo>
                <a:lnTo>
                  <a:pt x="20609" y="21600"/>
                </a:lnTo>
                <a:lnTo>
                  <a:pt x="20609" y="7800"/>
                </a:lnTo>
                <a:lnTo>
                  <a:pt x="21006" y="7600"/>
                </a:lnTo>
                <a:lnTo>
                  <a:pt x="21600" y="7000"/>
                </a:lnTo>
                <a:lnTo>
                  <a:pt x="21600" y="6600"/>
                </a:lnTo>
                <a:lnTo>
                  <a:pt x="21006" y="62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50"/>
          <p:cNvSpPr/>
          <p:nvPr/>
        </p:nvSpPr>
        <p:spPr>
          <a:xfrm>
            <a:off x="13559367" y="7353301"/>
            <a:ext cx="127008" cy="12274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14897" y="0"/>
                </a:lnTo>
                <a:lnTo>
                  <a:pt x="14897" y="7200"/>
                </a:lnTo>
                <a:lnTo>
                  <a:pt x="7448" y="7200"/>
                </a:lnTo>
                <a:lnTo>
                  <a:pt x="7448" y="0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50"/>
          <p:cNvSpPr/>
          <p:nvPr/>
        </p:nvSpPr>
        <p:spPr>
          <a:xfrm>
            <a:off x="13474702" y="7488768"/>
            <a:ext cx="122742" cy="122742"/>
          </a:xfrm>
          <a:custGeom>
            <a:rect b="b" l="l" r="r" t="t"/>
            <a:pathLst>
              <a:path extrusionOk="0" h="21600" w="21600">
                <a:moveTo>
                  <a:pt x="14400" y="6703"/>
                </a:moveTo>
                <a:lnTo>
                  <a:pt x="7200" y="6703"/>
                </a:lnTo>
                <a:lnTo>
                  <a:pt x="7200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14400" y="0"/>
                </a:lnTo>
                <a:lnTo>
                  <a:pt x="14400" y="670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50"/>
          <p:cNvSpPr/>
          <p:nvPr/>
        </p:nvSpPr>
        <p:spPr>
          <a:xfrm>
            <a:off x="13648266" y="7488768"/>
            <a:ext cx="110052" cy="122742"/>
          </a:xfrm>
          <a:custGeom>
            <a:rect b="b" l="l" r="r" t="t"/>
            <a:pathLst>
              <a:path extrusionOk="0" h="21600" w="21600">
                <a:moveTo>
                  <a:pt x="14152" y="6703"/>
                </a:moveTo>
                <a:lnTo>
                  <a:pt x="6703" y="6703"/>
                </a:lnTo>
                <a:lnTo>
                  <a:pt x="6703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14152" y="0"/>
                </a:lnTo>
                <a:lnTo>
                  <a:pt x="14152" y="670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50"/>
          <p:cNvSpPr/>
          <p:nvPr/>
        </p:nvSpPr>
        <p:spPr>
          <a:xfrm>
            <a:off x="15375466" y="7192434"/>
            <a:ext cx="173556" cy="114318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21600" y="0"/>
                </a:lnTo>
                <a:lnTo>
                  <a:pt x="10286" y="0"/>
                </a:lnTo>
                <a:lnTo>
                  <a:pt x="9771" y="1490"/>
                </a:ln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50"/>
          <p:cNvSpPr/>
          <p:nvPr/>
        </p:nvSpPr>
        <p:spPr>
          <a:xfrm>
            <a:off x="15587133" y="7192434"/>
            <a:ext cx="173556" cy="114318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12343" y="1490"/>
                </a:lnTo>
                <a:lnTo>
                  <a:pt x="11314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50"/>
          <p:cNvSpPr/>
          <p:nvPr/>
        </p:nvSpPr>
        <p:spPr>
          <a:xfrm>
            <a:off x="15362767" y="7353301"/>
            <a:ext cx="410616" cy="237060"/>
          </a:xfrm>
          <a:custGeom>
            <a:rect b="b" l="l" r="r" t="t"/>
            <a:pathLst>
              <a:path extrusionOk="0" h="21600" w="21600">
                <a:moveTo>
                  <a:pt x="0" y="19769"/>
                </a:moveTo>
                <a:lnTo>
                  <a:pt x="0" y="20868"/>
                </a:lnTo>
                <a:lnTo>
                  <a:pt x="436" y="21600"/>
                </a:lnTo>
                <a:lnTo>
                  <a:pt x="20945" y="21600"/>
                </a:lnTo>
                <a:lnTo>
                  <a:pt x="21164" y="21234"/>
                </a:lnTo>
                <a:lnTo>
                  <a:pt x="21600" y="20868"/>
                </a:lnTo>
                <a:lnTo>
                  <a:pt x="21600" y="0"/>
                </a:lnTo>
                <a:lnTo>
                  <a:pt x="0" y="0"/>
                </a:lnTo>
                <a:lnTo>
                  <a:pt x="0" y="19769"/>
                </a:lnTo>
                <a:close/>
                <a:moveTo>
                  <a:pt x="11782" y="10983"/>
                </a:moveTo>
                <a:lnTo>
                  <a:pt x="18327" y="10983"/>
                </a:lnTo>
                <a:lnTo>
                  <a:pt x="18327" y="16108"/>
                </a:lnTo>
                <a:lnTo>
                  <a:pt x="11782" y="16108"/>
                </a:lnTo>
                <a:lnTo>
                  <a:pt x="11782" y="1098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50"/>
          <p:cNvSpPr/>
          <p:nvPr/>
        </p:nvSpPr>
        <p:spPr>
          <a:xfrm>
            <a:off x="14473767" y="7145866"/>
            <a:ext cx="372546" cy="330210"/>
          </a:xfrm>
          <a:custGeom>
            <a:rect b="b" l="l" r="r" t="t"/>
            <a:pathLst>
              <a:path extrusionOk="0" h="21600" w="21600">
                <a:moveTo>
                  <a:pt x="19173" y="0"/>
                </a:moveTo>
                <a:lnTo>
                  <a:pt x="14319" y="0"/>
                </a:lnTo>
                <a:lnTo>
                  <a:pt x="14319" y="7929"/>
                </a:lnTo>
                <a:lnTo>
                  <a:pt x="10679" y="5468"/>
                </a:lnTo>
                <a:lnTo>
                  <a:pt x="7038" y="7929"/>
                </a:lnTo>
                <a:lnTo>
                  <a:pt x="7038" y="0"/>
                </a:lnTo>
                <a:lnTo>
                  <a:pt x="2427" y="0"/>
                </a:lnTo>
                <a:lnTo>
                  <a:pt x="485" y="547"/>
                </a:lnTo>
                <a:lnTo>
                  <a:pt x="0" y="2734"/>
                </a:lnTo>
                <a:lnTo>
                  <a:pt x="0" y="18866"/>
                </a:lnTo>
                <a:lnTo>
                  <a:pt x="4854" y="17499"/>
                </a:lnTo>
                <a:lnTo>
                  <a:pt x="8252" y="21600"/>
                </a:lnTo>
                <a:lnTo>
                  <a:pt x="19173" y="21600"/>
                </a:lnTo>
                <a:lnTo>
                  <a:pt x="20144" y="21053"/>
                </a:lnTo>
                <a:lnTo>
                  <a:pt x="20872" y="20780"/>
                </a:lnTo>
                <a:lnTo>
                  <a:pt x="21115" y="19959"/>
                </a:lnTo>
                <a:lnTo>
                  <a:pt x="21600" y="18866"/>
                </a:lnTo>
                <a:lnTo>
                  <a:pt x="21600" y="2734"/>
                </a:lnTo>
                <a:lnTo>
                  <a:pt x="21115" y="1641"/>
                </a:lnTo>
                <a:lnTo>
                  <a:pt x="20872" y="547"/>
                </a:lnTo>
                <a:lnTo>
                  <a:pt x="20144" y="273"/>
                </a:lnTo>
                <a:lnTo>
                  <a:pt x="19173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50"/>
          <p:cNvSpPr/>
          <p:nvPr/>
        </p:nvSpPr>
        <p:spPr>
          <a:xfrm>
            <a:off x="14448367" y="7454901"/>
            <a:ext cx="309042" cy="156654"/>
          </a:xfrm>
          <a:custGeom>
            <a:rect b="b" l="l" r="r" t="t"/>
            <a:pathLst>
              <a:path extrusionOk="0" h="21600" w="21600">
                <a:moveTo>
                  <a:pt x="20141" y="8308"/>
                </a:moveTo>
                <a:lnTo>
                  <a:pt x="7881" y="8308"/>
                </a:lnTo>
                <a:lnTo>
                  <a:pt x="8173" y="7200"/>
                </a:lnTo>
                <a:lnTo>
                  <a:pt x="8757" y="6646"/>
                </a:lnTo>
                <a:lnTo>
                  <a:pt x="8757" y="4431"/>
                </a:lnTo>
                <a:lnTo>
                  <a:pt x="6714" y="554"/>
                </a:lnTo>
                <a:lnTo>
                  <a:pt x="6130" y="0"/>
                </a:lnTo>
                <a:lnTo>
                  <a:pt x="5254" y="0"/>
                </a:lnTo>
                <a:lnTo>
                  <a:pt x="0" y="3877"/>
                </a:lnTo>
                <a:lnTo>
                  <a:pt x="0" y="21600"/>
                </a:lnTo>
                <a:lnTo>
                  <a:pt x="16638" y="21600"/>
                </a:lnTo>
                <a:lnTo>
                  <a:pt x="21308" y="12738"/>
                </a:lnTo>
                <a:lnTo>
                  <a:pt x="21600" y="11631"/>
                </a:lnTo>
                <a:lnTo>
                  <a:pt x="21600" y="9415"/>
                </a:lnTo>
                <a:lnTo>
                  <a:pt x="20724" y="8862"/>
                </a:lnTo>
                <a:lnTo>
                  <a:pt x="20141" y="830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50"/>
          <p:cNvSpPr/>
          <p:nvPr/>
        </p:nvSpPr>
        <p:spPr>
          <a:xfrm>
            <a:off x="14351000" y="7454901"/>
            <a:ext cx="88884" cy="182034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3240" y="0"/>
                </a:lnTo>
                <a:lnTo>
                  <a:pt x="2160" y="491"/>
                </a:lnTo>
                <a:lnTo>
                  <a:pt x="0" y="982"/>
                </a:lnTo>
                <a:lnTo>
                  <a:pt x="0" y="20618"/>
                </a:lnTo>
                <a:lnTo>
                  <a:pt x="2160" y="21109"/>
                </a:lnTo>
                <a:lnTo>
                  <a:pt x="3240" y="21600"/>
                </a:lnTo>
                <a:lnTo>
                  <a:pt x="19440" y="21600"/>
                </a:lnTo>
                <a:lnTo>
                  <a:pt x="21600" y="20618"/>
                </a:lnTo>
                <a:lnTo>
                  <a:pt x="21600" y="982"/>
                </a:lnTo>
                <a:lnTo>
                  <a:pt x="19440" y="0"/>
                </a:lnTo>
                <a:lnTo>
                  <a:pt x="162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50"/>
          <p:cNvSpPr/>
          <p:nvPr/>
        </p:nvSpPr>
        <p:spPr>
          <a:xfrm>
            <a:off x="16526933" y="7145866"/>
            <a:ext cx="169344" cy="122742"/>
          </a:xfrm>
          <a:custGeom>
            <a:rect b="b" l="l" r="r" t="t"/>
            <a:pathLst>
              <a:path extrusionOk="0" h="21600" w="21600">
                <a:moveTo>
                  <a:pt x="12343" y="1490"/>
                </a:moveTo>
                <a:lnTo>
                  <a:pt x="11314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12343" y="149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50"/>
          <p:cNvSpPr/>
          <p:nvPr/>
        </p:nvSpPr>
        <p:spPr>
          <a:xfrm>
            <a:off x="16315266" y="7145866"/>
            <a:ext cx="173556" cy="122742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10286" y="0"/>
                </a:lnTo>
                <a:lnTo>
                  <a:pt x="9771" y="149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50"/>
          <p:cNvSpPr/>
          <p:nvPr/>
        </p:nvSpPr>
        <p:spPr>
          <a:xfrm>
            <a:off x="16302567" y="7306733"/>
            <a:ext cx="406404" cy="245538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0"/>
                </a:lnTo>
                <a:lnTo>
                  <a:pt x="0" y="20868"/>
                </a:lnTo>
                <a:lnTo>
                  <a:pt x="436" y="21600"/>
                </a:lnTo>
                <a:lnTo>
                  <a:pt x="15055" y="21600"/>
                </a:lnTo>
                <a:lnTo>
                  <a:pt x="15055" y="19403"/>
                </a:lnTo>
                <a:lnTo>
                  <a:pt x="15491" y="17573"/>
                </a:lnTo>
                <a:lnTo>
                  <a:pt x="16145" y="15742"/>
                </a:lnTo>
                <a:lnTo>
                  <a:pt x="17018" y="13912"/>
                </a:lnTo>
                <a:lnTo>
                  <a:pt x="17891" y="12814"/>
                </a:lnTo>
                <a:lnTo>
                  <a:pt x="18982" y="11715"/>
                </a:lnTo>
                <a:lnTo>
                  <a:pt x="20073" y="10983"/>
                </a:lnTo>
                <a:lnTo>
                  <a:pt x="21600" y="10983"/>
                </a:lnTo>
                <a:lnTo>
                  <a:pt x="21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50"/>
          <p:cNvSpPr/>
          <p:nvPr/>
        </p:nvSpPr>
        <p:spPr>
          <a:xfrm>
            <a:off x="16624302" y="7476066"/>
            <a:ext cx="160866" cy="160866"/>
          </a:xfrm>
          <a:custGeom>
            <a:rect b="b" l="l" r="r" t="t"/>
            <a:pathLst>
              <a:path extrusionOk="0" h="21600" w="21600">
                <a:moveTo>
                  <a:pt x="13292" y="7754"/>
                </a:moveTo>
                <a:lnTo>
                  <a:pt x="13292" y="0"/>
                </a:lnTo>
                <a:lnTo>
                  <a:pt x="8308" y="0"/>
                </a:lnTo>
                <a:lnTo>
                  <a:pt x="8308" y="7754"/>
                </a:lnTo>
                <a:lnTo>
                  <a:pt x="0" y="7754"/>
                </a:lnTo>
                <a:lnTo>
                  <a:pt x="0" y="13292"/>
                </a:lnTo>
                <a:lnTo>
                  <a:pt x="8308" y="13292"/>
                </a:lnTo>
                <a:lnTo>
                  <a:pt x="8308" y="21600"/>
                </a:lnTo>
                <a:lnTo>
                  <a:pt x="13292" y="21600"/>
                </a:lnTo>
                <a:lnTo>
                  <a:pt x="13292" y="13292"/>
                </a:lnTo>
                <a:lnTo>
                  <a:pt x="21600" y="13292"/>
                </a:lnTo>
                <a:lnTo>
                  <a:pt x="21600" y="7754"/>
                </a:lnTo>
                <a:lnTo>
                  <a:pt x="13292" y="775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50"/>
          <p:cNvSpPr/>
          <p:nvPr/>
        </p:nvSpPr>
        <p:spPr>
          <a:xfrm>
            <a:off x="17500600" y="7145866"/>
            <a:ext cx="173556" cy="122742"/>
          </a:xfrm>
          <a:custGeom>
            <a:rect b="b" l="l" r="r" t="t"/>
            <a:pathLst>
              <a:path extrusionOk="0" h="21600" w="21600">
                <a:moveTo>
                  <a:pt x="11829" y="1490"/>
                </a:moveTo>
                <a:lnTo>
                  <a:pt x="11314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11829" y="149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50"/>
          <p:cNvSpPr/>
          <p:nvPr/>
        </p:nvSpPr>
        <p:spPr>
          <a:xfrm>
            <a:off x="17280466" y="7306733"/>
            <a:ext cx="406404" cy="245538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0"/>
                </a:lnTo>
                <a:lnTo>
                  <a:pt x="0" y="20868"/>
                </a:lnTo>
                <a:lnTo>
                  <a:pt x="441" y="21600"/>
                </a:lnTo>
                <a:lnTo>
                  <a:pt x="16310" y="21600"/>
                </a:lnTo>
                <a:lnTo>
                  <a:pt x="16310" y="19769"/>
                </a:lnTo>
                <a:lnTo>
                  <a:pt x="16751" y="18305"/>
                </a:lnTo>
                <a:lnTo>
                  <a:pt x="16971" y="16841"/>
                </a:lnTo>
                <a:lnTo>
                  <a:pt x="18735" y="13912"/>
                </a:lnTo>
                <a:lnTo>
                  <a:pt x="19396" y="13546"/>
                </a:lnTo>
                <a:lnTo>
                  <a:pt x="20498" y="12814"/>
                </a:lnTo>
                <a:lnTo>
                  <a:pt x="21600" y="12814"/>
                </a:lnTo>
                <a:lnTo>
                  <a:pt x="21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50"/>
          <p:cNvSpPr/>
          <p:nvPr/>
        </p:nvSpPr>
        <p:spPr>
          <a:xfrm>
            <a:off x="17288933" y="7145866"/>
            <a:ext cx="173556" cy="122742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10286" y="0"/>
                </a:lnTo>
                <a:lnTo>
                  <a:pt x="9771" y="149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50"/>
          <p:cNvSpPr/>
          <p:nvPr/>
        </p:nvSpPr>
        <p:spPr>
          <a:xfrm>
            <a:off x="17623369" y="7526866"/>
            <a:ext cx="122700" cy="507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339" name="Google Shape;1339;p50"/>
          <p:cNvSpPr/>
          <p:nvPr/>
        </p:nvSpPr>
        <p:spPr>
          <a:xfrm>
            <a:off x="18474266" y="7145866"/>
            <a:ext cx="173556" cy="122742"/>
          </a:xfrm>
          <a:custGeom>
            <a:rect b="b" l="l" r="r" t="t"/>
            <a:pathLst>
              <a:path extrusionOk="0" h="21600" w="21600">
                <a:moveTo>
                  <a:pt x="11829" y="1490"/>
                </a:moveTo>
                <a:lnTo>
                  <a:pt x="11314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11829" y="149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50"/>
          <p:cNvSpPr/>
          <p:nvPr/>
        </p:nvSpPr>
        <p:spPr>
          <a:xfrm>
            <a:off x="18266834" y="7145866"/>
            <a:ext cx="173556" cy="122742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10286" y="0"/>
                </a:lnTo>
                <a:lnTo>
                  <a:pt x="9257" y="149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50"/>
          <p:cNvSpPr/>
          <p:nvPr/>
        </p:nvSpPr>
        <p:spPr>
          <a:xfrm>
            <a:off x="18254133" y="7306733"/>
            <a:ext cx="406404" cy="245538"/>
          </a:xfrm>
          <a:custGeom>
            <a:rect b="b" l="l" r="r" t="t"/>
            <a:pathLst>
              <a:path extrusionOk="0" h="21600" w="21600">
                <a:moveTo>
                  <a:pt x="20509" y="10983"/>
                </a:moveTo>
                <a:lnTo>
                  <a:pt x="21600" y="10983"/>
                </a:lnTo>
                <a:lnTo>
                  <a:pt x="21600" y="0"/>
                </a:lnTo>
                <a:lnTo>
                  <a:pt x="0" y="0"/>
                </a:lnTo>
                <a:lnTo>
                  <a:pt x="0" y="20868"/>
                </a:lnTo>
                <a:lnTo>
                  <a:pt x="436" y="21234"/>
                </a:lnTo>
                <a:lnTo>
                  <a:pt x="655" y="21600"/>
                </a:lnTo>
                <a:lnTo>
                  <a:pt x="14182" y="21600"/>
                </a:lnTo>
                <a:lnTo>
                  <a:pt x="14182" y="19403"/>
                </a:lnTo>
                <a:lnTo>
                  <a:pt x="14618" y="17573"/>
                </a:lnTo>
                <a:lnTo>
                  <a:pt x="15927" y="13912"/>
                </a:lnTo>
                <a:lnTo>
                  <a:pt x="18109" y="11715"/>
                </a:lnTo>
                <a:lnTo>
                  <a:pt x="19200" y="10983"/>
                </a:lnTo>
                <a:lnTo>
                  <a:pt x="20509" y="1098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50"/>
          <p:cNvSpPr/>
          <p:nvPr/>
        </p:nvSpPr>
        <p:spPr>
          <a:xfrm>
            <a:off x="18537769" y="7476066"/>
            <a:ext cx="198990" cy="148176"/>
          </a:xfrm>
          <a:custGeom>
            <a:rect b="b" l="l" r="r" t="t"/>
            <a:pathLst>
              <a:path extrusionOk="0" h="21600" w="21600">
                <a:moveTo>
                  <a:pt x="17923" y="0"/>
                </a:moveTo>
                <a:lnTo>
                  <a:pt x="8272" y="12600"/>
                </a:lnTo>
                <a:lnTo>
                  <a:pt x="3217" y="6000"/>
                </a:lnTo>
                <a:lnTo>
                  <a:pt x="0" y="10200"/>
                </a:lnTo>
                <a:lnTo>
                  <a:pt x="8272" y="21600"/>
                </a:lnTo>
                <a:lnTo>
                  <a:pt x="21600" y="4200"/>
                </a:lnTo>
                <a:lnTo>
                  <a:pt x="17923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50"/>
          <p:cNvSpPr/>
          <p:nvPr/>
        </p:nvSpPr>
        <p:spPr>
          <a:xfrm>
            <a:off x="19549533" y="7192434"/>
            <a:ext cx="122742" cy="114318"/>
          </a:xfrm>
          <a:custGeom>
            <a:rect b="b" l="l" r="r" t="t"/>
            <a:pathLst>
              <a:path extrusionOk="0" h="21600" w="21600">
                <a:moveTo>
                  <a:pt x="21600" y="10428"/>
                </a:moveTo>
                <a:lnTo>
                  <a:pt x="20880" y="5959"/>
                </a:lnTo>
                <a:lnTo>
                  <a:pt x="18000" y="3724"/>
                </a:lnTo>
                <a:lnTo>
                  <a:pt x="15120" y="745"/>
                </a:lnTo>
                <a:lnTo>
                  <a:pt x="10800" y="0"/>
                </a:lnTo>
                <a:lnTo>
                  <a:pt x="6480" y="745"/>
                </a:lnTo>
                <a:lnTo>
                  <a:pt x="3600" y="3724"/>
                </a:lnTo>
                <a:lnTo>
                  <a:pt x="720" y="5959"/>
                </a:lnTo>
                <a:lnTo>
                  <a:pt x="0" y="10428"/>
                </a:lnTo>
                <a:lnTo>
                  <a:pt x="720" y="15641"/>
                </a:lnTo>
                <a:lnTo>
                  <a:pt x="3600" y="17876"/>
                </a:lnTo>
                <a:lnTo>
                  <a:pt x="6480" y="20855"/>
                </a:lnTo>
                <a:lnTo>
                  <a:pt x="10800" y="21600"/>
                </a:lnTo>
                <a:lnTo>
                  <a:pt x="15120" y="20855"/>
                </a:lnTo>
                <a:lnTo>
                  <a:pt x="18000" y="17876"/>
                </a:lnTo>
                <a:lnTo>
                  <a:pt x="20880" y="15641"/>
                </a:lnTo>
                <a:lnTo>
                  <a:pt x="21600" y="1042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50"/>
          <p:cNvSpPr/>
          <p:nvPr/>
        </p:nvSpPr>
        <p:spPr>
          <a:xfrm>
            <a:off x="19515666" y="7306733"/>
            <a:ext cx="194724" cy="283662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640" y="0"/>
                </a:lnTo>
                <a:lnTo>
                  <a:pt x="6480" y="939"/>
                </a:lnTo>
                <a:lnTo>
                  <a:pt x="4752" y="1252"/>
                </a:lnTo>
                <a:lnTo>
                  <a:pt x="3456" y="2504"/>
                </a:lnTo>
                <a:lnTo>
                  <a:pt x="1728" y="3443"/>
                </a:lnTo>
                <a:lnTo>
                  <a:pt x="1296" y="4696"/>
                </a:lnTo>
                <a:lnTo>
                  <a:pt x="0" y="6261"/>
                </a:lnTo>
                <a:lnTo>
                  <a:pt x="0" y="13148"/>
                </a:lnTo>
                <a:lnTo>
                  <a:pt x="864" y="13461"/>
                </a:lnTo>
                <a:lnTo>
                  <a:pt x="1296" y="14087"/>
                </a:lnTo>
                <a:lnTo>
                  <a:pt x="4320" y="14087"/>
                </a:lnTo>
                <a:lnTo>
                  <a:pt x="4320" y="20974"/>
                </a:lnTo>
                <a:lnTo>
                  <a:pt x="4752" y="21287"/>
                </a:lnTo>
                <a:lnTo>
                  <a:pt x="5616" y="21600"/>
                </a:lnTo>
                <a:lnTo>
                  <a:pt x="15984" y="21600"/>
                </a:lnTo>
                <a:lnTo>
                  <a:pt x="16848" y="21287"/>
                </a:lnTo>
                <a:lnTo>
                  <a:pt x="17280" y="20974"/>
                </a:lnTo>
                <a:lnTo>
                  <a:pt x="17280" y="14087"/>
                </a:lnTo>
                <a:lnTo>
                  <a:pt x="20304" y="14087"/>
                </a:lnTo>
                <a:lnTo>
                  <a:pt x="20736" y="13461"/>
                </a:lnTo>
                <a:lnTo>
                  <a:pt x="21600" y="13148"/>
                </a:lnTo>
                <a:lnTo>
                  <a:pt x="21600" y="6261"/>
                </a:lnTo>
                <a:lnTo>
                  <a:pt x="20304" y="4696"/>
                </a:lnTo>
                <a:lnTo>
                  <a:pt x="19872" y="3443"/>
                </a:lnTo>
                <a:lnTo>
                  <a:pt x="18144" y="2504"/>
                </a:lnTo>
                <a:lnTo>
                  <a:pt x="16848" y="1252"/>
                </a:lnTo>
                <a:lnTo>
                  <a:pt x="15120" y="939"/>
                </a:lnTo>
                <a:lnTo>
                  <a:pt x="1296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50"/>
          <p:cNvSpPr/>
          <p:nvPr/>
        </p:nvSpPr>
        <p:spPr>
          <a:xfrm>
            <a:off x="19227800" y="7306733"/>
            <a:ext cx="139698" cy="169344"/>
          </a:xfrm>
          <a:custGeom>
            <a:rect b="b" l="l" r="r" t="t"/>
            <a:pathLst>
              <a:path extrusionOk="0" h="21600" w="21600">
                <a:moveTo>
                  <a:pt x="18514" y="21600"/>
                </a:moveTo>
                <a:lnTo>
                  <a:pt x="19749" y="21600"/>
                </a:lnTo>
                <a:lnTo>
                  <a:pt x="21600" y="19980"/>
                </a:lnTo>
                <a:lnTo>
                  <a:pt x="21600" y="1620"/>
                </a:lnTo>
                <a:lnTo>
                  <a:pt x="20983" y="540"/>
                </a:lnTo>
                <a:lnTo>
                  <a:pt x="19749" y="0"/>
                </a:lnTo>
                <a:lnTo>
                  <a:pt x="1851" y="0"/>
                </a:lnTo>
                <a:lnTo>
                  <a:pt x="617" y="540"/>
                </a:lnTo>
                <a:lnTo>
                  <a:pt x="0" y="1620"/>
                </a:lnTo>
                <a:lnTo>
                  <a:pt x="0" y="19980"/>
                </a:lnTo>
                <a:lnTo>
                  <a:pt x="1851" y="21600"/>
                </a:lnTo>
                <a:lnTo>
                  <a:pt x="18514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50"/>
          <p:cNvSpPr/>
          <p:nvPr/>
        </p:nvSpPr>
        <p:spPr>
          <a:xfrm>
            <a:off x="19388666" y="7514168"/>
            <a:ext cx="76194" cy="76194"/>
          </a:xfrm>
          <a:custGeom>
            <a:rect b="b" l="l" r="r" t="t"/>
            <a:pathLst>
              <a:path extrusionOk="0" h="21600" w="21600">
                <a:moveTo>
                  <a:pt x="11368" y="0"/>
                </a:moveTo>
                <a:lnTo>
                  <a:pt x="2274" y="2274"/>
                </a:lnTo>
                <a:lnTo>
                  <a:pt x="1137" y="6821"/>
                </a:lnTo>
                <a:lnTo>
                  <a:pt x="0" y="10232"/>
                </a:lnTo>
                <a:lnTo>
                  <a:pt x="2274" y="19326"/>
                </a:lnTo>
                <a:lnTo>
                  <a:pt x="11368" y="21600"/>
                </a:lnTo>
                <a:lnTo>
                  <a:pt x="14779" y="20463"/>
                </a:lnTo>
                <a:lnTo>
                  <a:pt x="19326" y="19326"/>
                </a:lnTo>
                <a:lnTo>
                  <a:pt x="21600" y="10232"/>
                </a:lnTo>
                <a:lnTo>
                  <a:pt x="20463" y="6821"/>
                </a:lnTo>
                <a:lnTo>
                  <a:pt x="19326" y="2274"/>
                </a:lnTo>
                <a:lnTo>
                  <a:pt x="14779" y="1137"/>
                </a:lnTo>
                <a:lnTo>
                  <a:pt x="11368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50"/>
          <p:cNvSpPr/>
          <p:nvPr/>
        </p:nvSpPr>
        <p:spPr>
          <a:xfrm>
            <a:off x="19240502" y="7243234"/>
            <a:ext cx="249750" cy="283608"/>
          </a:xfrm>
          <a:custGeom>
            <a:rect b="b" l="l" r="r" t="t"/>
            <a:pathLst>
              <a:path extrusionOk="0" h="21600" w="21600">
                <a:moveTo>
                  <a:pt x="14644" y="1565"/>
                </a:moveTo>
                <a:lnTo>
                  <a:pt x="12814" y="18783"/>
                </a:lnTo>
                <a:lnTo>
                  <a:pt x="0" y="18783"/>
                </a:lnTo>
                <a:lnTo>
                  <a:pt x="0" y="21600"/>
                </a:lnTo>
                <a:lnTo>
                  <a:pt x="11349" y="21600"/>
                </a:lnTo>
                <a:lnTo>
                  <a:pt x="11715" y="20661"/>
                </a:lnTo>
                <a:lnTo>
                  <a:pt x="13180" y="19409"/>
                </a:lnTo>
                <a:lnTo>
                  <a:pt x="14644" y="19096"/>
                </a:lnTo>
                <a:lnTo>
                  <a:pt x="16475" y="18783"/>
                </a:lnTo>
                <a:lnTo>
                  <a:pt x="17939" y="3130"/>
                </a:lnTo>
                <a:lnTo>
                  <a:pt x="21600" y="3130"/>
                </a:lnTo>
                <a:lnTo>
                  <a:pt x="21600" y="0"/>
                </a:lnTo>
                <a:lnTo>
                  <a:pt x="16475" y="0"/>
                </a:lnTo>
                <a:lnTo>
                  <a:pt x="15010" y="626"/>
                </a:lnTo>
                <a:lnTo>
                  <a:pt x="14644" y="156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50"/>
          <p:cNvSpPr/>
          <p:nvPr/>
        </p:nvSpPr>
        <p:spPr>
          <a:xfrm>
            <a:off x="20243800" y="7192434"/>
            <a:ext cx="406404" cy="397926"/>
          </a:xfrm>
          <a:custGeom>
            <a:rect b="b" l="l" r="r" t="t"/>
            <a:pathLst>
              <a:path extrusionOk="0" h="21600" w="21600">
                <a:moveTo>
                  <a:pt x="20509" y="8596"/>
                </a:moveTo>
                <a:lnTo>
                  <a:pt x="19418" y="8596"/>
                </a:lnTo>
                <a:lnTo>
                  <a:pt x="19418" y="6392"/>
                </a:lnTo>
                <a:lnTo>
                  <a:pt x="18982" y="5731"/>
                </a:lnTo>
                <a:lnTo>
                  <a:pt x="18764" y="4849"/>
                </a:lnTo>
                <a:lnTo>
                  <a:pt x="18109" y="4629"/>
                </a:lnTo>
                <a:lnTo>
                  <a:pt x="17236" y="4188"/>
                </a:lnTo>
                <a:lnTo>
                  <a:pt x="16582" y="4188"/>
                </a:lnTo>
                <a:lnTo>
                  <a:pt x="15055" y="441"/>
                </a:lnTo>
                <a:lnTo>
                  <a:pt x="14182" y="0"/>
                </a:lnTo>
                <a:lnTo>
                  <a:pt x="13745" y="0"/>
                </a:lnTo>
                <a:lnTo>
                  <a:pt x="2836" y="4188"/>
                </a:lnTo>
                <a:lnTo>
                  <a:pt x="2182" y="4188"/>
                </a:lnTo>
                <a:lnTo>
                  <a:pt x="1309" y="4629"/>
                </a:lnTo>
                <a:lnTo>
                  <a:pt x="436" y="4849"/>
                </a:lnTo>
                <a:lnTo>
                  <a:pt x="218" y="5731"/>
                </a:lnTo>
                <a:lnTo>
                  <a:pt x="0" y="6392"/>
                </a:lnTo>
                <a:lnTo>
                  <a:pt x="0" y="19396"/>
                </a:lnTo>
                <a:lnTo>
                  <a:pt x="436" y="21159"/>
                </a:lnTo>
                <a:lnTo>
                  <a:pt x="2182" y="21600"/>
                </a:lnTo>
                <a:lnTo>
                  <a:pt x="17236" y="21600"/>
                </a:lnTo>
                <a:lnTo>
                  <a:pt x="18109" y="21380"/>
                </a:lnTo>
                <a:lnTo>
                  <a:pt x="18764" y="21159"/>
                </a:lnTo>
                <a:lnTo>
                  <a:pt x="18982" y="20278"/>
                </a:lnTo>
                <a:lnTo>
                  <a:pt x="19418" y="19396"/>
                </a:lnTo>
                <a:lnTo>
                  <a:pt x="19418" y="17412"/>
                </a:lnTo>
                <a:lnTo>
                  <a:pt x="20945" y="17412"/>
                </a:lnTo>
                <a:lnTo>
                  <a:pt x="21164" y="16971"/>
                </a:lnTo>
                <a:lnTo>
                  <a:pt x="21600" y="16751"/>
                </a:lnTo>
                <a:lnTo>
                  <a:pt x="21600" y="9257"/>
                </a:lnTo>
                <a:lnTo>
                  <a:pt x="20945" y="8596"/>
                </a:lnTo>
                <a:lnTo>
                  <a:pt x="20509" y="8596"/>
                </a:lnTo>
                <a:close/>
                <a:moveTo>
                  <a:pt x="13527" y="2424"/>
                </a:moveTo>
                <a:lnTo>
                  <a:pt x="14400" y="4188"/>
                </a:lnTo>
                <a:lnTo>
                  <a:pt x="8945" y="4188"/>
                </a:lnTo>
                <a:lnTo>
                  <a:pt x="13527" y="2424"/>
                </a:lnTo>
                <a:close/>
                <a:moveTo>
                  <a:pt x="19418" y="15208"/>
                </a:moveTo>
                <a:lnTo>
                  <a:pt x="12436" y="15208"/>
                </a:lnTo>
                <a:lnTo>
                  <a:pt x="10255" y="13004"/>
                </a:lnTo>
                <a:lnTo>
                  <a:pt x="12436" y="10800"/>
                </a:lnTo>
                <a:lnTo>
                  <a:pt x="19418" y="10800"/>
                </a:lnTo>
                <a:lnTo>
                  <a:pt x="19418" y="1520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50"/>
          <p:cNvSpPr/>
          <p:nvPr/>
        </p:nvSpPr>
        <p:spPr>
          <a:xfrm>
            <a:off x="20489333" y="7416800"/>
            <a:ext cx="38124" cy="3812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5120" y="21600"/>
                </a:lnTo>
                <a:lnTo>
                  <a:pt x="19440" y="19440"/>
                </a:lnTo>
                <a:lnTo>
                  <a:pt x="21600" y="15120"/>
                </a:lnTo>
                <a:lnTo>
                  <a:pt x="21600" y="4320"/>
                </a:lnTo>
                <a:lnTo>
                  <a:pt x="19440" y="2160"/>
                </a:lnTo>
                <a:lnTo>
                  <a:pt x="15120" y="0"/>
                </a:lnTo>
                <a:lnTo>
                  <a:pt x="6480" y="0"/>
                </a:lnTo>
                <a:lnTo>
                  <a:pt x="2160" y="2160"/>
                </a:lnTo>
                <a:lnTo>
                  <a:pt x="0" y="4320"/>
                </a:lnTo>
                <a:lnTo>
                  <a:pt x="0" y="15120"/>
                </a:lnTo>
                <a:lnTo>
                  <a:pt x="2160" y="19440"/>
                </a:lnTo>
                <a:lnTo>
                  <a:pt x="648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50"/>
          <p:cNvSpPr/>
          <p:nvPr/>
        </p:nvSpPr>
        <p:spPr>
          <a:xfrm>
            <a:off x="21217467" y="7353301"/>
            <a:ext cx="406404" cy="224370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596" y="400"/>
                </a:lnTo>
                <a:lnTo>
                  <a:pt x="6392" y="1600"/>
                </a:lnTo>
                <a:lnTo>
                  <a:pt x="4849" y="3600"/>
                </a:lnTo>
                <a:lnTo>
                  <a:pt x="3086" y="6000"/>
                </a:lnTo>
                <a:lnTo>
                  <a:pt x="1763" y="8800"/>
                </a:lnTo>
                <a:lnTo>
                  <a:pt x="661" y="12000"/>
                </a:lnTo>
                <a:lnTo>
                  <a:pt x="220" y="16000"/>
                </a:lnTo>
                <a:lnTo>
                  <a:pt x="0" y="19600"/>
                </a:lnTo>
                <a:lnTo>
                  <a:pt x="0" y="20800"/>
                </a:lnTo>
                <a:lnTo>
                  <a:pt x="441" y="21600"/>
                </a:lnTo>
                <a:lnTo>
                  <a:pt x="21159" y="21600"/>
                </a:lnTo>
                <a:lnTo>
                  <a:pt x="21600" y="20800"/>
                </a:lnTo>
                <a:lnTo>
                  <a:pt x="21600" y="19600"/>
                </a:lnTo>
                <a:lnTo>
                  <a:pt x="21380" y="16000"/>
                </a:lnTo>
                <a:lnTo>
                  <a:pt x="20939" y="12000"/>
                </a:lnTo>
                <a:lnTo>
                  <a:pt x="19837" y="8800"/>
                </a:lnTo>
                <a:lnTo>
                  <a:pt x="18514" y="6000"/>
                </a:lnTo>
                <a:lnTo>
                  <a:pt x="16751" y="3600"/>
                </a:lnTo>
                <a:lnTo>
                  <a:pt x="15208" y="1600"/>
                </a:lnTo>
                <a:lnTo>
                  <a:pt x="13004" y="40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50"/>
          <p:cNvSpPr/>
          <p:nvPr/>
        </p:nvSpPr>
        <p:spPr>
          <a:xfrm>
            <a:off x="21217467" y="7230533"/>
            <a:ext cx="393714" cy="173556"/>
          </a:xfrm>
          <a:custGeom>
            <a:rect b="b" l="l" r="r" t="t"/>
            <a:pathLst>
              <a:path extrusionOk="0" h="21600" w="21600">
                <a:moveTo>
                  <a:pt x="10800" y="12056"/>
                </a:moveTo>
                <a:lnTo>
                  <a:pt x="13275" y="12558"/>
                </a:lnTo>
                <a:lnTo>
                  <a:pt x="15750" y="14567"/>
                </a:lnTo>
                <a:lnTo>
                  <a:pt x="18000" y="17079"/>
                </a:lnTo>
                <a:lnTo>
                  <a:pt x="20025" y="21600"/>
                </a:lnTo>
                <a:lnTo>
                  <a:pt x="21600" y="17581"/>
                </a:lnTo>
                <a:lnTo>
                  <a:pt x="20025" y="14567"/>
                </a:lnTo>
                <a:lnTo>
                  <a:pt x="16425" y="9544"/>
                </a:lnTo>
                <a:lnTo>
                  <a:pt x="14400" y="8540"/>
                </a:lnTo>
                <a:lnTo>
                  <a:pt x="15075" y="6530"/>
                </a:lnTo>
                <a:lnTo>
                  <a:pt x="15300" y="4521"/>
                </a:lnTo>
                <a:lnTo>
                  <a:pt x="15075" y="3014"/>
                </a:lnTo>
                <a:lnTo>
                  <a:pt x="14625" y="1005"/>
                </a:lnTo>
                <a:lnTo>
                  <a:pt x="13950" y="502"/>
                </a:lnTo>
                <a:lnTo>
                  <a:pt x="13050" y="0"/>
                </a:lnTo>
                <a:lnTo>
                  <a:pt x="11250" y="1005"/>
                </a:lnTo>
                <a:lnTo>
                  <a:pt x="11025" y="3014"/>
                </a:lnTo>
                <a:lnTo>
                  <a:pt x="10800" y="4521"/>
                </a:lnTo>
                <a:lnTo>
                  <a:pt x="10800" y="6028"/>
                </a:lnTo>
                <a:lnTo>
                  <a:pt x="11025" y="7033"/>
                </a:lnTo>
                <a:lnTo>
                  <a:pt x="10575" y="7033"/>
                </a:lnTo>
                <a:lnTo>
                  <a:pt x="10800" y="6028"/>
                </a:lnTo>
                <a:lnTo>
                  <a:pt x="10800" y="4521"/>
                </a:lnTo>
                <a:lnTo>
                  <a:pt x="10575" y="3014"/>
                </a:lnTo>
                <a:lnTo>
                  <a:pt x="10350" y="1005"/>
                </a:lnTo>
                <a:lnTo>
                  <a:pt x="8550" y="0"/>
                </a:lnTo>
                <a:lnTo>
                  <a:pt x="7650" y="502"/>
                </a:lnTo>
                <a:lnTo>
                  <a:pt x="6975" y="1005"/>
                </a:lnTo>
                <a:lnTo>
                  <a:pt x="6750" y="3014"/>
                </a:lnTo>
                <a:lnTo>
                  <a:pt x="6300" y="4521"/>
                </a:lnTo>
                <a:lnTo>
                  <a:pt x="7200" y="8540"/>
                </a:lnTo>
                <a:lnTo>
                  <a:pt x="5175" y="9544"/>
                </a:lnTo>
                <a:lnTo>
                  <a:pt x="1575" y="14567"/>
                </a:lnTo>
                <a:lnTo>
                  <a:pt x="0" y="17581"/>
                </a:lnTo>
                <a:lnTo>
                  <a:pt x="1575" y="21600"/>
                </a:lnTo>
                <a:lnTo>
                  <a:pt x="3600" y="17079"/>
                </a:lnTo>
                <a:lnTo>
                  <a:pt x="5850" y="14567"/>
                </a:lnTo>
                <a:lnTo>
                  <a:pt x="8325" y="12558"/>
                </a:lnTo>
                <a:lnTo>
                  <a:pt x="10800" y="1205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50"/>
          <p:cNvSpPr/>
          <p:nvPr/>
        </p:nvSpPr>
        <p:spPr>
          <a:xfrm>
            <a:off x="22195369" y="7192434"/>
            <a:ext cx="245538" cy="359856"/>
          </a:xfrm>
          <a:custGeom>
            <a:rect b="b" l="l" r="r" t="t"/>
            <a:pathLst>
              <a:path extrusionOk="0" h="21600" w="21600">
                <a:moveTo>
                  <a:pt x="3600" y="3436"/>
                </a:moveTo>
                <a:lnTo>
                  <a:pt x="5040" y="3191"/>
                </a:lnTo>
                <a:lnTo>
                  <a:pt x="6480" y="2700"/>
                </a:lnTo>
                <a:lnTo>
                  <a:pt x="8640" y="2455"/>
                </a:lnTo>
                <a:lnTo>
                  <a:pt x="12960" y="2455"/>
                </a:lnTo>
                <a:lnTo>
                  <a:pt x="15120" y="2700"/>
                </a:lnTo>
                <a:lnTo>
                  <a:pt x="16560" y="3191"/>
                </a:lnTo>
                <a:lnTo>
                  <a:pt x="18000" y="3436"/>
                </a:lnTo>
                <a:lnTo>
                  <a:pt x="21600" y="3436"/>
                </a:lnTo>
                <a:lnTo>
                  <a:pt x="20880" y="2700"/>
                </a:lnTo>
                <a:lnTo>
                  <a:pt x="20160" y="1718"/>
                </a:lnTo>
                <a:lnTo>
                  <a:pt x="18720" y="1227"/>
                </a:lnTo>
                <a:lnTo>
                  <a:pt x="17640" y="736"/>
                </a:lnTo>
                <a:lnTo>
                  <a:pt x="14040" y="245"/>
                </a:lnTo>
                <a:lnTo>
                  <a:pt x="10800" y="0"/>
                </a:lnTo>
                <a:lnTo>
                  <a:pt x="7560" y="245"/>
                </a:lnTo>
                <a:lnTo>
                  <a:pt x="4320" y="736"/>
                </a:lnTo>
                <a:lnTo>
                  <a:pt x="1440" y="1718"/>
                </a:lnTo>
                <a:lnTo>
                  <a:pt x="720" y="2700"/>
                </a:lnTo>
                <a:lnTo>
                  <a:pt x="0" y="3436"/>
                </a:lnTo>
                <a:lnTo>
                  <a:pt x="0" y="18164"/>
                </a:lnTo>
                <a:lnTo>
                  <a:pt x="720" y="18900"/>
                </a:lnTo>
                <a:lnTo>
                  <a:pt x="1440" y="19882"/>
                </a:lnTo>
                <a:lnTo>
                  <a:pt x="4320" y="20864"/>
                </a:lnTo>
                <a:lnTo>
                  <a:pt x="7560" y="21355"/>
                </a:lnTo>
                <a:lnTo>
                  <a:pt x="10800" y="21600"/>
                </a:lnTo>
                <a:lnTo>
                  <a:pt x="12600" y="21600"/>
                </a:lnTo>
                <a:lnTo>
                  <a:pt x="12600" y="19391"/>
                </a:lnTo>
                <a:lnTo>
                  <a:pt x="8280" y="19391"/>
                </a:lnTo>
                <a:lnTo>
                  <a:pt x="6480" y="18655"/>
                </a:lnTo>
                <a:lnTo>
                  <a:pt x="4680" y="18409"/>
                </a:lnTo>
                <a:lnTo>
                  <a:pt x="3600" y="18164"/>
                </a:lnTo>
                <a:lnTo>
                  <a:pt x="3600" y="17182"/>
                </a:lnTo>
                <a:lnTo>
                  <a:pt x="10800" y="18164"/>
                </a:lnTo>
                <a:lnTo>
                  <a:pt x="12600" y="18164"/>
                </a:lnTo>
                <a:lnTo>
                  <a:pt x="12600" y="15709"/>
                </a:lnTo>
                <a:lnTo>
                  <a:pt x="8280" y="15709"/>
                </a:lnTo>
                <a:lnTo>
                  <a:pt x="6480" y="14973"/>
                </a:lnTo>
                <a:lnTo>
                  <a:pt x="4680" y="14727"/>
                </a:lnTo>
                <a:lnTo>
                  <a:pt x="3600" y="14482"/>
                </a:lnTo>
                <a:lnTo>
                  <a:pt x="3600" y="13500"/>
                </a:lnTo>
                <a:lnTo>
                  <a:pt x="7200" y="14236"/>
                </a:lnTo>
                <a:lnTo>
                  <a:pt x="10800" y="14482"/>
                </a:lnTo>
                <a:lnTo>
                  <a:pt x="12600" y="14482"/>
                </a:lnTo>
                <a:lnTo>
                  <a:pt x="12600" y="12027"/>
                </a:lnTo>
                <a:lnTo>
                  <a:pt x="8280" y="12027"/>
                </a:lnTo>
                <a:lnTo>
                  <a:pt x="6480" y="11291"/>
                </a:lnTo>
                <a:lnTo>
                  <a:pt x="4680" y="11045"/>
                </a:lnTo>
                <a:lnTo>
                  <a:pt x="3600" y="10800"/>
                </a:lnTo>
                <a:lnTo>
                  <a:pt x="3600" y="9818"/>
                </a:lnTo>
                <a:lnTo>
                  <a:pt x="7200" y="10555"/>
                </a:lnTo>
                <a:lnTo>
                  <a:pt x="10800" y="10800"/>
                </a:lnTo>
                <a:lnTo>
                  <a:pt x="12600" y="10800"/>
                </a:lnTo>
                <a:lnTo>
                  <a:pt x="12600" y="8345"/>
                </a:lnTo>
                <a:lnTo>
                  <a:pt x="8280" y="8345"/>
                </a:lnTo>
                <a:lnTo>
                  <a:pt x="4680" y="7364"/>
                </a:lnTo>
                <a:lnTo>
                  <a:pt x="3600" y="7118"/>
                </a:lnTo>
                <a:lnTo>
                  <a:pt x="3600" y="6382"/>
                </a:lnTo>
                <a:lnTo>
                  <a:pt x="7200" y="6873"/>
                </a:lnTo>
                <a:lnTo>
                  <a:pt x="10800" y="7118"/>
                </a:lnTo>
                <a:lnTo>
                  <a:pt x="12600" y="7118"/>
                </a:lnTo>
                <a:lnTo>
                  <a:pt x="12600" y="4664"/>
                </a:lnTo>
                <a:lnTo>
                  <a:pt x="8640" y="4664"/>
                </a:lnTo>
                <a:lnTo>
                  <a:pt x="6480" y="4418"/>
                </a:lnTo>
                <a:lnTo>
                  <a:pt x="3600" y="3436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50"/>
          <p:cNvSpPr/>
          <p:nvPr/>
        </p:nvSpPr>
        <p:spPr>
          <a:xfrm>
            <a:off x="22352000" y="7294034"/>
            <a:ext cx="249750" cy="296352"/>
          </a:xfrm>
          <a:custGeom>
            <a:rect b="b" l="l" r="r" t="t"/>
            <a:pathLst>
              <a:path extrusionOk="0" h="21600" w="21600">
                <a:moveTo>
                  <a:pt x="10983" y="0"/>
                </a:moveTo>
                <a:lnTo>
                  <a:pt x="7688" y="584"/>
                </a:lnTo>
                <a:lnTo>
                  <a:pt x="4027" y="1168"/>
                </a:lnTo>
                <a:lnTo>
                  <a:pt x="2563" y="1459"/>
                </a:lnTo>
                <a:lnTo>
                  <a:pt x="366" y="3211"/>
                </a:lnTo>
                <a:lnTo>
                  <a:pt x="0" y="4378"/>
                </a:lnTo>
                <a:lnTo>
                  <a:pt x="0" y="17222"/>
                </a:lnTo>
                <a:lnTo>
                  <a:pt x="366" y="18389"/>
                </a:lnTo>
                <a:lnTo>
                  <a:pt x="1464" y="19557"/>
                </a:lnTo>
                <a:lnTo>
                  <a:pt x="2563" y="20141"/>
                </a:lnTo>
                <a:lnTo>
                  <a:pt x="4027" y="20724"/>
                </a:lnTo>
                <a:lnTo>
                  <a:pt x="7688" y="21308"/>
                </a:lnTo>
                <a:lnTo>
                  <a:pt x="10983" y="21600"/>
                </a:lnTo>
                <a:lnTo>
                  <a:pt x="13912" y="21308"/>
                </a:lnTo>
                <a:lnTo>
                  <a:pt x="17573" y="20724"/>
                </a:lnTo>
                <a:lnTo>
                  <a:pt x="19037" y="20141"/>
                </a:lnTo>
                <a:lnTo>
                  <a:pt x="20136" y="19557"/>
                </a:lnTo>
                <a:lnTo>
                  <a:pt x="21234" y="18389"/>
                </a:lnTo>
                <a:lnTo>
                  <a:pt x="21600" y="17222"/>
                </a:lnTo>
                <a:lnTo>
                  <a:pt x="21600" y="4378"/>
                </a:lnTo>
                <a:lnTo>
                  <a:pt x="21234" y="3211"/>
                </a:lnTo>
                <a:lnTo>
                  <a:pt x="19037" y="1459"/>
                </a:lnTo>
                <a:lnTo>
                  <a:pt x="17573" y="1168"/>
                </a:lnTo>
                <a:lnTo>
                  <a:pt x="13912" y="584"/>
                </a:lnTo>
                <a:lnTo>
                  <a:pt x="10983" y="0"/>
                </a:lnTo>
                <a:close/>
                <a:moveTo>
                  <a:pt x="17939" y="8757"/>
                </a:moveTo>
                <a:lnTo>
                  <a:pt x="17207" y="9049"/>
                </a:lnTo>
                <a:lnTo>
                  <a:pt x="15376" y="9341"/>
                </a:lnTo>
                <a:lnTo>
                  <a:pt x="13546" y="10216"/>
                </a:lnTo>
                <a:lnTo>
                  <a:pt x="8054" y="10216"/>
                </a:lnTo>
                <a:lnTo>
                  <a:pt x="6224" y="9341"/>
                </a:lnTo>
                <a:lnTo>
                  <a:pt x="4393" y="9049"/>
                </a:lnTo>
                <a:lnTo>
                  <a:pt x="3661" y="8757"/>
                </a:lnTo>
                <a:lnTo>
                  <a:pt x="3661" y="7589"/>
                </a:lnTo>
                <a:lnTo>
                  <a:pt x="7322" y="8465"/>
                </a:lnTo>
                <a:lnTo>
                  <a:pt x="10983" y="8757"/>
                </a:lnTo>
                <a:lnTo>
                  <a:pt x="14278" y="8465"/>
                </a:lnTo>
                <a:lnTo>
                  <a:pt x="17939" y="7589"/>
                </a:lnTo>
                <a:lnTo>
                  <a:pt x="17939" y="8757"/>
                </a:lnTo>
                <a:close/>
                <a:moveTo>
                  <a:pt x="17939" y="13135"/>
                </a:moveTo>
                <a:lnTo>
                  <a:pt x="17207" y="13427"/>
                </a:lnTo>
                <a:lnTo>
                  <a:pt x="15376" y="13719"/>
                </a:lnTo>
                <a:lnTo>
                  <a:pt x="13546" y="14595"/>
                </a:lnTo>
                <a:lnTo>
                  <a:pt x="8054" y="14595"/>
                </a:lnTo>
                <a:lnTo>
                  <a:pt x="6224" y="13719"/>
                </a:lnTo>
                <a:lnTo>
                  <a:pt x="4393" y="13427"/>
                </a:lnTo>
                <a:lnTo>
                  <a:pt x="3661" y="13135"/>
                </a:lnTo>
                <a:lnTo>
                  <a:pt x="3661" y="11968"/>
                </a:lnTo>
                <a:lnTo>
                  <a:pt x="10983" y="13135"/>
                </a:lnTo>
                <a:lnTo>
                  <a:pt x="14278" y="12551"/>
                </a:lnTo>
                <a:lnTo>
                  <a:pt x="17939" y="11968"/>
                </a:lnTo>
                <a:lnTo>
                  <a:pt x="17939" y="13135"/>
                </a:lnTo>
                <a:close/>
                <a:moveTo>
                  <a:pt x="10983" y="2919"/>
                </a:moveTo>
                <a:lnTo>
                  <a:pt x="13180" y="2919"/>
                </a:lnTo>
                <a:lnTo>
                  <a:pt x="15376" y="3211"/>
                </a:lnTo>
                <a:lnTo>
                  <a:pt x="16841" y="4086"/>
                </a:lnTo>
                <a:lnTo>
                  <a:pt x="17939" y="4378"/>
                </a:lnTo>
                <a:lnTo>
                  <a:pt x="16841" y="4670"/>
                </a:lnTo>
                <a:lnTo>
                  <a:pt x="15376" y="5546"/>
                </a:lnTo>
                <a:lnTo>
                  <a:pt x="13180" y="5838"/>
                </a:lnTo>
                <a:lnTo>
                  <a:pt x="8420" y="5838"/>
                </a:lnTo>
                <a:lnTo>
                  <a:pt x="6224" y="5546"/>
                </a:lnTo>
                <a:lnTo>
                  <a:pt x="5125" y="4670"/>
                </a:lnTo>
                <a:lnTo>
                  <a:pt x="3661" y="4378"/>
                </a:lnTo>
                <a:lnTo>
                  <a:pt x="5125" y="4086"/>
                </a:lnTo>
                <a:lnTo>
                  <a:pt x="6224" y="3211"/>
                </a:lnTo>
                <a:lnTo>
                  <a:pt x="8420" y="2919"/>
                </a:lnTo>
                <a:lnTo>
                  <a:pt x="10983" y="2919"/>
                </a:lnTo>
                <a:close/>
                <a:moveTo>
                  <a:pt x="10983" y="18681"/>
                </a:moveTo>
                <a:lnTo>
                  <a:pt x="8054" y="18681"/>
                </a:lnTo>
                <a:lnTo>
                  <a:pt x="6224" y="18097"/>
                </a:lnTo>
                <a:lnTo>
                  <a:pt x="4393" y="17805"/>
                </a:lnTo>
                <a:lnTo>
                  <a:pt x="3661" y="17222"/>
                </a:lnTo>
                <a:lnTo>
                  <a:pt x="3661" y="16346"/>
                </a:lnTo>
                <a:lnTo>
                  <a:pt x="7322" y="16930"/>
                </a:lnTo>
                <a:lnTo>
                  <a:pt x="10983" y="17222"/>
                </a:lnTo>
                <a:lnTo>
                  <a:pt x="14278" y="16930"/>
                </a:lnTo>
                <a:lnTo>
                  <a:pt x="17939" y="16346"/>
                </a:lnTo>
                <a:lnTo>
                  <a:pt x="17939" y="17222"/>
                </a:lnTo>
                <a:lnTo>
                  <a:pt x="17207" y="17805"/>
                </a:lnTo>
                <a:lnTo>
                  <a:pt x="15376" y="18097"/>
                </a:lnTo>
                <a:lnTo>
                  <a:pt x="13546" y="18681"/>
                </a:lnTo>
                <a:lnTo>
                  <a:pt x="10983" y="18681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50"/>
          <p:cNvSpPr/>
          <p:nvPr/>
        </p:nvSpPr>
        <p:spPr>
          <a:xfrm>
            <a:off x="13686367" y="8331200"/>
            <a:ext cx="33858" cy="1269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17280" y="21600"/>
                </a:lnTo>
                <a:lnTo>
                  <a:pt x="19440" y="12960"/>
                </a:lnTo>
                <a:lnTo>
                  <a:pt x="21600" y="8640"/>
                </a:lnTo>
                <a:lnTo>
                  <a:pt x="1728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50"/>
          <p:cNvSpPr/>
          <p:nvPr/>
        </p:nvSpPr>
        <p:spPr>
          <a:xfrm>
            <a:off x="13686367" y="8390466"/>
            <a:ext cx="33858" cy="12690"/>
          </a:xfrm>
          <a:custGeom>
            <a:rect b="b" l="l" r="r" t="t"/>
            <a:pathLst>
              <a:path extrusionOk="0" h="21600" w="21600">
                <a:moveTo>
                  <a:pt x="17280" y="0"/>
                </a:moveTo>
                <a:lnTo>
                  <a:pt x="0" y="0"/>
                </a:lnTo>
                <a:lnTo>
                  <a:pt x="0" y="21600"/>
                </a:lnTo>
                <a:lnTo>
                  <a:pt x="17280" y="21600"/>
                </a:lnTo>
                <a:lnTo>
                  <a:pt x="21600" y="10800"/>
                </a:lnTo>
                <a:lnTo>
                  <a:pt x="1728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50"/>
          <p:cNvSpPr/>
          <p:nvPr/>
        </p:nvSpPr>
        <p:spPr>
          <a:xfrm>
            <a:off x="13377333" y="8204200"/>
            <a:ext cx="491076" cy="321732"/>
          </a:xfrm>
          <a:custGeom>
            <a:rect b="b" l="l" r="r" t="t"/>
            <a:pathLst>
              <a:path extrusionOk="0" h="21600" w="21600">
                <a:moveTo>
                  <a:pt x="14339" y="0"/>
                </a:moveTo>
                <a:lnTo>
                  <a:pt x="13250" y="0"/>
                </a:lnTo>
                <a:lnTo>
                  <a:pt x="12343" y="273"/>
                </a:lnTo>
                <a:lnTo>
                  <a:pt x="11435" y="1094"/>
                </a:lnTo>
                <a:lnTo>
                  <a:pt x="10528" y="1641"/>
                </a:lnTo>
                <a:lnTo>
                  <a:pt x="9076" y="3828"/>
                </a:lnTo>
                <a:lnTo>
                  <a:pt x="8350" y="5195"/>
                </a:lnTo>
                <a:lnTo>
                  <a:pt x="7987" y="6562"/>
                </a:lnTo>
                <a:lnTo>
                  <a:pt x="6716" y="5742"/>
                </a:lnTo>
                <a:lnTo>
                  <a:pt x="5445" y="5468"/>
                </a:lnTo>
                <a:lnTo>
                  <a:pt x="4356" y="5468"/>
                </a:lnTo>
                <a:lnTo>
                  <a:pt x="3449" y="6015"/>
                </a:lnTo>
                <a:lnTo>
                  <a:pt x="2541" y="6835"/>
                </a:lnTo>
                <a:lnTo>
                  <a:pt x="1634" y="7929"/>
                </a:lnTo>
                <a:lnTo>
                  <a:pt x="908" y="9023"/>
                </a:lnTo>
                <a:lnTo>
                  <a:pt x="545" y="10390"/>
                </a:lnTo>
                <a:lnTo>
                  <a:pt x="0" y="11757"/>
                </a:lnTo>
                <a:lnTo>
                  <a:pt x="0" y="15311"/>
                </a:lnTo>
                <a:lnTo>
                  <a:pt x="545" y="16678"/>
                </a:lnTo>
                <a:lnTo>
                  <a:pt x="908" y="18046"/>
                </a:lnTo>
                <a:lnTo>
                  <a:pt x="1634" y="19139"/>
                </a:lnTo>
                <a:lnTo>
                  <a:pt x="2541" y="20233"/>
                </a:lnTo>
                <a:lnTo>
                  <a:pt x="3449" y="21053"/>
                </a:lnTo>
                <a:lnTo>
                  <a:pt x="4356" y="21600"/>
                </a:lnTo>
                <a:lnTo>
                  <a:pt x="14339" y="21600"/>
                </a:lnTo>
                <a:lnTo>
                  <a:pt x="15792" y="21327"/>
                </a:lnTo>
                <a:lnTo>
                  <a:pt x="17062" y="20506"/>
                </a:lnTo>
                <a:lnTo>
                  <a:pt x="18514" y="19959"/>
                </a:lnTo>
                <a:lnTo>
                  <a:pt x="19603" y="18592"/>
                </a:lnTo>
                <a:lnTo>
                  <a:pt x="20511" y="16952"/>
                </a:lnTo>
                <a:lnTo>
                  <a:pt x="20874" y="14765"/>
                </a:lnTo>
                <a:lnTo>
                  <a:pt x="21418" y="12851"/>
                </a:lnTo>
                <a:lnTo>
                  <a:pt x="21600" y="10937"/>
                </a:lnTo>
                <a:lnTo>
                  <a:pt x="21418" y="8749"/>
                </a:lnTo>
                <a:lnTo>
                  <a:pt x="20874" y="6835"/>
                </a:lnTo>
                <a:lnTo>
                  <a:pt x="20511" y="4648"/>
                </a:lnTo>
                <a:lnTo>
                  <a:pt x="19603" y="3008"/>
                </a:lnTo>
                <a:lnTo>
                  <a:pt x="18514" y="1641"/>
                </a:lnTo>
                <a:lnTo>
                  <a:pt x="17062" y="1094"/>
                </a:lnTo>
                <a:lnTo>
                  <a:pt x="15792" y="273"/>
                </a:lnTo>
                <a:lnTo>
                  <a:pt x="14339" y="0"/>
                </a:lnTo>
                <a:close/>
                <a:moveTo>
                  <a:pt x="17062" y="12851"/>
                </a:moveTo>
                <a:lnTo>
                  <a:pt x="16881" y="13944"/>
                </a:lnTo>
                <a:lnTo>
                  <a:pt x="16699" y="14765"/>
                </a:lnTo>
                <a:lnTo>
                  <a:pt x="15973" y="15858"/>
                </a:lnTo>
                <a:lnTo>
                  <a:pt x="15247" y="16132"/>
                </a:lnTo>
                <a:lnTo>
                  <a:pt x="15247" y="17499"/>
                </a:lnTo>
                <a:lnTo>
                  <a:pt x="13432" y="17499"/>
                </a:lnTo>
                <a:lnTo>
                  <a:pt x="13432" y="16132"/>
                </a:lnTo>
                <a:lnTo>
                  <a:pt x="11798" y="16132"/>
                </a:lnTo>
                <a:lnTo>
                  <a:pt x="11798" y="5468"/>
                </a:lnTo>
                <a:lnTo>
                  <a:pt x="13432" y="5468"/>
                </a:lnTo>
                <a:lnTo>
                  <a:pt x="13432" y="4101"/>
                </a:lnTo>
                <a:lnTo>
                  <a:pt x="15247" y="4101"/>
                </a:lnTo>
                <a:lnTo>
                  <a:pt x="15247" y="5468"/>
                </a:lnTo>
                <a:lnTo>
                  <a:pt x="15973" y="5742"/>
                </a:lnTo>
                <a:lnTo>
                  <a:pt x="16699" y="6835"/>
                </a:lnTo>
                <a:lnTo>
                  <a:pt x="16881" y="7929"/>
                </a:lnTo>
                <a:lnTo>
                  <a:pt x="17062" y="8749"/>
                </a:lnTo>
                <a:lnTo>
                  <a:pt x="16699" y="10937"/>
                </a:lnTo>
                <a:lnTo>
                  <a:pt x="16881" y="11757"/>
                </a:lnTo>
                <a:lnTo>
                  <a:pt x="17062" y="12851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50"/>
          <p:cNvSpPr/>
          <p:nvPr/>
        </p:nvSpPr>
        <p:spPr>
          <a:xfrm>
            <a:off x="14351000" y="8157634"/>
            <a:ext cx="495288" cy="406404"/>
          </a:xfrm>
          <a:custGeom>
            <a:rect b="b" l="l" r="r" t="t"/>
            <a:pathLst>
              <a:path extrusionOk="0" h="21600" w="21600">
                <a:moveTo>
                  <a:pt x="20874" y="15055"/>
                </a:moveTo>
                <a:lnTo>
                  <a:pt x="20692" y="15055"/>
                </a:lnTo>
                <a:lnTo>
                  <a:pt x="20692" y="655"/>
                </a:lnTo>
                <a:lnTo>
                  <a:pt x="20148" y="0"/>
                </a:lnTo>
                <a:lnTo>
                  <a:pt x="1452" y="0"/>
                </a:lnTo>
                <a:lnTo>
                  <a:pt x="908" y="655"/>
                </a:lnTo>
                <a:lnTo>
                  <a:pt x="908" y="15055"/>
                </a:lnTo>
                <a:lnTo>
                  <a:pt x="726" y="15055"/>
                </a:lnTo>
                <a:lnTo>
                  <a:pt x="545" y="15491"/>
                </a:lnTo>
                <a:lnTo>
                  <a:pt x="363" y="15709"/>
                </a:lnTo>
                <a:lnTo>
                  <a:pt x="0" y="15927"/>
                </a:lnTo>
                <a:lnTo>
                  <a:pt x="0" y="16582"/>
                </a:lnTo>
                <a:lnTo>
                  <a:pt x="726" y="19636"/>
                </a:lnTo>
                <a:lnTo>
                  <a:pt x="908" y="20509"/>
                </a:lnTo>
                <a:lnTo>
                  <a:pt x="1997" y="21382"/>
                </a:lnTo>
                <a:lnTo>
                  <a:pt x="2723" y="21600"/>
                </a:lnTo>
                <a:lnTo>
                  <a:pt x="18877" y="21600"/>
                </a:lnTo>
                <a:lnTo>
                  <a:pt x="19603" y="21382"/>
                </a:lnTo>
                <a:lnTo>
                  <a:pt x="20692" y="20509"/>
                </a:lnTo>
                <a:lnTo>
                  <a:pt x="20874" y="19636"/>
                </a:lnTo>
                <a:lnTo>
                  <a:pt x="21600" y="16582"/>
                </a:lnTo>
                <a:lnTo>
                  <a:pt x="21600" y="15927"/>
                </a:lnTo>
                <a:lnTo>
                  <a:pt x="21237" y="15709"/>
                </a:lnTo>
                <a:lnTo>
                  <a:pt x="21055" y="15491"/>
                </a:lnTo>
                <a:lnTo>
                  <a:pt x="20874" y="15055"/>
                </a:lnTo>
                <a:close/>
                <a:moveTo>
                  <a:pt x="2723" y="2182"/>
                </a:moveTo>
                <a:lnTo>
                  <a:pt x="18877" y="2182"/>
                </a:lnTo>
                <a:lnTo>
                  <a:pt x="18877" y="15055"/>
                </a:lnTo>
                <a:lnTo>
                  <a:pt x="12161" y="15055"/>
                </a:lnTo>
                <a:lnTo>
                  <a:pt x="11980" y="15491"/>
                </a:lnTo>
                <a:lnTo>
                  <a:pt x="11617" y="15709"/>
                </a:lnTo>
                <a:lnTo>
                  <a:pt x="11617" y="16145"/>
                </a:lnTo>
                <a:lnTo>
                  <a:pt x="9983" y="16145"/>
                </a:lnTo>
                <a:lnTo>
                  <a:pt x="9983" y="15709"/>
                </a:lnTo>
                <a:lnTo>
                  <a:pt x="9620" y="15491"/>
                </a:lnTo>
                <a:lnTo>
                  <a:pt x="9439" y="15055"/>
                </a:lnTo>
                <a:lnTo>
                  <a:pt x="2723" y="15055"/>
                </a:lnTo>
                <a:lnTo>
                  <a:pt x="2723" y="2182"/>
                </a:lnTo>
                <a:close/>
                <a:moveTo>
                  <a:pt x="19059" y="19200"/>
                </a:moveTo>
                <a:lnTo>
                  <a:pt x="18877" y="19418"/>
                </a:lnTo>
                <a:lnTo>
                  <a:pt x="2723" y="19418"/>
                </a:lnTo>
                <a:lnTo>
                  <a:pt x="2541" y="19200"/>
                </a:lnTo>
                <a:lnTo>
                  <a:pt x="1997" y="17236"/>
                </a:lnTo>
                <a:lnTo>
                  <a:pt x="8168" y="17236"/>
                </a:lnTo>
                <a:lnTo>
                  <a:pt x="8168" y="17891"/>
                </a:lnTo>
                <a:lnTo>
                  <a:pt x="8531" y="18327"/>
                </a:lnTo>
                <a:lnTo>
                  <a:pt x="13069" y="18327"/>
                </a:lnTo>
                <a:lnTo>
                  <a:pt x="13432" y="17891"/>
                </a:lnTo>
                <a:lnTo>
                  <a:pt x="13432" y="17236"/>
                </a:lnTo>
                <a:lnTo>
                  <a:pt x="19603" y="17236"/>
                </a:lnTo>
                <a:lnTo>
                  <a:pt x="19059" y="192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50"/>
          <p:cNvSpPr/>
          <p:nvPr/>
        </p:nvSpPr>
        <p:spPr>
          <a:xfrm>
            <a:off x="14439902" y="8216901"/>
            <a:ext cx="135486" cy="211680"/>
          </a:xfrm>
          <a:custGeom>
            <a:rect b="b" l="l" r="r" t="t"/>
            <a:pathLst>
              <a:path extrusionOk="0" h="21600" w="21600">
                <a:moveTo>
                  <a:pt x="21600" y="19396"/>
                </a:moveTo>
                <a:lnTo>
                  <a:pt x="15429" y="19396"/>
                </a:lnTo>
                <a:lnTo>
                  <a:pt x="15429" y="2204"/>
                </a:lnTo>
                <a:lnTo>
                  <a:pt x="21600" y="2204"/>
                </a:lnTo>
                <a:lnTo>
                  <a:pt x="21600" y="0"/>
                </a:lnTo>
                <a:lnTo>
                  <a:pt x="1234" y="0"/>
                </a:lnTo>
                <a:lnTo>
                  <a:pt x="617" y="441"/>
                </a:lnTo>
                <a:lnTo>
                  <a:pt x="0" y="1322"/>
                </a:lnTo>
                <a:lnTo>
                  <a:pt x="0" y="20718"/>
                </a:lnTo>
                <a:lnTo>
                  <a:pt x="1234" y="21600"/>
                </a:lnTo>
                <a:lnTo>
                  <a:pt x="21600" y="21600"/>
                </a:lnTo>
                <a:lnTo>
                  <a:pt x="21600" y="1939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50"/>
          <p:cNvSpPr/>
          <p:nvPr/>
        </p:nvSpPr>
        <p:spPr>
          <a:xfrm>
            <a:off x="14575367" y="8343901"/>
            <a:ext cx="33858" cy="21168"/>
          </a:xfrm>
          <a:custGeom>
            <a:rect b="b" l="l" r="r" t="t"/>
            <a:pathLst>
              <a:path extrusionOk="0" h="21600" w="21600">
                <a:moveTo>
                  <a:pt x="16800" y="0"/>
                </a:moveTo>
                <a:lnTo>
                  <a:pt x="0" y="0"/>
                </a:lnTo>
                <a:lnTo>
                  <a:pt x="0" y="21600"/>
                </a:lnTo>
                <a:lnTo>
                  <a:pt x="16800" y="21600"/>
                </a:lnTo>
                <a:lnTo>
                  <a:pt x="19200" y="12960"/>
                </a:lnTo>
                <a:lnTo>
                  <a:pt x="21600" y="8640"/>
                </a:lnTo>
                <a:lnTo>
                  <a:pt x="16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50"/>
          <p:cNvSpPr/>
          <p:nvPr/>
        </p:nvSpPr>
        <p:spPr>
          <a:xfrm>
            <a:off x="14609233" y="8216901"/>
            <a:ext cx="148176" cy="211680"/>
          </a:xfrm>
          <a:custGeom>
            <a:rect b="b" l="l" r="r" t="t"/>
            <a:pathLst>
              <a:path extrusionOk="0" h="21600" w="21600">
                <a:moveTo>
                  <a:pt x="6171" y="7494"/>
                </a:moveTo>
                <a:lnTo>
                  <a:pt x="4937" y="11020"/>
                </a:lnTo>
                <a:lnTo>
                  <a:pt x="5554" y="12343"/>
                </a:lnTo>
                <a:lnTo>
                  <a:pt x="6171" y="14106"/>
                </a:lnTo>
                <a:lnTo>
                  <a:pt x="4937" y="17633"/>
                </a:lnTo>
                <a:lnTo>
                  <a:pt x="2469" y="18955"/>
                </a:lnTo>
                <a:lnTo>
                  <a:pt x="0" y="19396"/>
                </a:lnTo>
                <a:lnTo>
                  <a:pt x="0" y="21600"/>
                </a:lnTo>
                <a:lnTo>
                  <a:pt x="19749" y="21600"/>
                </a:lnTo>
                <a:lnTo>
                  <a:pt x="20983" y="21159"/>
                </a:lnTo>
                <a:lnTo>
                  <a:pt x="21600" y="20718"/>
                </a:lnTo>
                <a:lnTo>
                  <a:pt x="21600" y="1322"/>
                </a:lnTo>
                <a:lnTo>
                  <a:pt x="20983" y="441"/>
                </a:lnTo>
                <a:lnTo>
                  <a:pt x="19749" y="0"/>
                </a:lnTo>
                <a:lnTo>
                  <a:pt x="0" y="0"/>
                </a:lnTo>
                <a:lnTo>
                  <a:pt x="0" y="2204"/>
                </a:lnTo>
                <a:lnTo>
                  <a:pt x="2469" y="2645"/>
                </a:lnTo>
                <a:lnTo>
                  <a:pt x="4937" y="4408"/>
                </a:lnTo>
                <a:lnTo>
                  <a:pt x="5554" y="6171"/>
                </a:lnTo>
                <a:lnTo>
                  <a:pt x="6171" y="749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50"/>
          <p:cNvSpPr/>
          <p:nvPr/>
        </p:nvSpPr>
        <p:spPr>
          <a:xfrm>
            <a:off x="14575367" y="8280400"/>
            <a:ext cx="33858" cy="2538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16800" y="21600"/>
                </a:lnTo>
                <a:lnTo>
                  <a:pt x="19200" y="17280"/>
                </a:lnTo>
                <a:lnTo>
                  <a:pt x="21600" y="8640"/>
                </a:lnTo>
                <a:lnTo>
                  <a:pt x="168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50"/>
          <p:cNvSpPr/>
          <p:nvPr/>
        </p:nvSpPr>
        <p:spPr>
          <a:xfrm>
            <a:off x="15549033" y="8331200"/>
            <a:ext cx="38124" cy="1269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17280" y="21600"/>
                </a:lnTo>
                <a:lnTo>
                  <a:pt x="19440" y="12960"/>
                </a:lnTo>
                <a:lnTo>
                  <a:pt x="21600" y="8640"/>
                </a:lnTo>
                <a:lnTo>
                  <a:pt x="1728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50"/>
          <p:cNvSpPr/>
          <p:nvPr/>
        </p:nvSpPr>
        <p:spPr>
          <a:xfrm>
            <a:off x="15328902" y="8119533"/>
            <a:ext cx="478386" cy="495288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603" y="363"/>
                </a:lnTo>
                <a:lnTo>
                  <a:pt x="6590" y="908"/>
                </a:lnTo>
                <a:lnTo>
                  <a:pt x="4759" y="1815"/>
                </a:lnTo>
                <a:lnTo>
                  <a:pt x="3112" y="3267"/>
                </a:lnTo>
                <a:lnTo>
                  <a:pt x="1831" y="4719"/>
                </a:lnTo>
                <a:lnTo>
                  <a:pt x="915" y="6534"/>
                </a:lnTo>
                <a:lnTo>
                  <a:pt x="183" y="8531"/>
                </a:lnTo>
                <a:lnTo>
                  <a:pt x="0" y="10891"/>
                </a:lnTo>
                <a:lnTo>
                  <a:pt x="183" y="13069"/>
                </a:lnTo>
                <a:lnTo>
                  <a:pt x="915" y="15066"/>
                </a:lnTo>
                <a:lnTo>
                  <a:pt x="1831" y="16881"/>
                </a:lnTo>
                <a:lnTo>
                  <a:pt x="3112" y="18514"/>
                </a:lnTo>
                <a:lnTo>
                  <a:pt x="4759" y="19785"/>
                </a:lnTo>
                <a:lnTo>
                  <a:pt x="6590" y="20692"/>
                </a:lnTo>
                <a:lnTo>
                  <a:pt x="8603" y="21418"/>
                </a:lnTo>
                <a:lnTo>
                  <a:pt x="10800" y="21600"/>
                </a:lnTo>
                <a:lnTo>
                  <a:pt x="13180" y="21418"/>
                </a:lnTo>
                <a:lnTo>
                  <a:pt x="15193" y="20692"/>
                </a:lnTo>
                <a:lnTo>
                  <a:pt x="17024" y="19785"/>
                </a:lnTo>
                <a:lnTo>
                  <a:pt x="18488" y="18514"/>
                </a:lnTo>
                <a:lnTo>
                  <a:pt x="19953" y="16881"/>
                </a:lnTo>
                <a:lnTo>
                  <a:pt x="20868" y="15066"/>
                </a:lnTo>
                <a:lnTo>
                  <a:pt x="21417" y="13069"/>
                </a:lnTo>
                <a:lnTo>
                  <a:pt x="21600" y="10891"/>
                </a:lnTo>
                <a:lnTo>
                  <a:pt x="21417" y="8531"/>
                </a:lnTo>
                <a:lnTo>
                  <a:pt x="20868" y="6534"/>
                </a:lnTo>
                <a:lnTo>
                  <a:pt x="19953" y="4719"/>
                </a:lnTo>
                <a:lnTo>
                  <a:pt x="17024" y="1815"/>
                </a:lnTo>
                <a:lnTo>
                  <a:pt x="15193" y="908"/>
                </a:lnTo>
                <a:lnTo>
                  <a:pt x="13180" y="363"/>
                </a:lnTo>
                <a:lnTo>
                  <a:pt x="10800" y="0"/>
                </a:lnTo>
                <a:close/>
                <a:moveTo>
                  <a:pt x="18671" y="6353"/>
                </a:moveTo>
                <a:lnTo>
                  <a:pt x="15742" y="6353"/>
                </a:lnTo>
                <a:lnTo>
                  <a:pt x="13546" y="2360"/>
                </a:lnTo>
                <a:lnTo>
                  <a:pt x="15193" y="2904"/>
                </a:lnTo>
                <a:lnTo>
                  <a:pt x="16475" y="3812"/>
                </a:lnTo>
                <a:lnTo>
                  <a:pt x="18671" y="6353"/>
                </a:lnTo>
                <a:close/>
                <a:moveTo>
                  <a:pt x="13546" y="12161"/>
                </a:moveTo>
                <a:lnTo>
                  <a:pt x="13363" y="12887"/>
                </a:lnTo>
                <a:lnTo>
                  <a:pt x="13180" y="13432"/>
                </a:lnTo>
                <a:lnTo>
                  <a:pt x="12447" y="14158"/>
                </a:lnTo>
                <a:lnTo>
                  <a:pt x="11715" y="14339"/>
                </a:lnTo>
                <a:lnTo>
                  <a:pt x="11715" y="15247"/>
                </a:lnTo>
                <a:lnTo>
                  <a:pt x="9885" y="15247"/>
                </a:lnTo>
                <a:lnTo>
                  <a:pt x="9885" y="14339"/>
                </a:lnTo>
                <a:lnTo>
                  <a:pt x="8054" y="14339"/>
                </a:lnTo>
                <a:lnTo>
                  <a:pt x="8054" y="7261"/>
                </a:lnTo>
                <a:lnTo>
                  <a:pt x="9885" y="7261"/>
                </a:lnTo>
                <a:lnTo>
                  <a:pt x="9885" y="6353"/>
                </a:lnTo>
                <a:lnTo>
                  <a:pt x="11715" y="6353"/>
                </a:lnTo>
                <a:lnTo>
                  <a:pt x="11715" y="7261"/>
                </a:lnTo>
                <a:lnTo>
                  <a:pt x="12447" y="7442"/>
                </a:lnTo>
                <a:lnTo>
                  <a:pt x="13180" y="8168"/>
                </a:lnTo>
                <a:lnTo>
                  <a:pt x="13363" y="8894"/>
                </a:lnTo>
                <a:lnTo>
                  <a:pt x="13546" y="9439"/>
                </a:lnTo>
                <a:lnTo>
                  <a:pt x="13180" y="10891"/>
                </a:lnTo>
                <a:lnTo>
                  <a:pt x="13363" y="11435"/>
                </a:lnTo>
                <a:lnTo>
                  <a:pt x="13546" y="12161"/>
                </a:lnTo>
                <a:close/>
                <a:moveTo>
                  <a:pt x="10434" y="1815"/>
                </a:moveTo>
                <a:lnTo>
                  <a:pt x="11349" y="1815"/>
                </a:lnTo>
                <a:lnTo>
                  <a:pt x="13180" y="5082"/>
                </a:lnTo>
                <a:lnTo>
                  <a:pt x="11898" y="4538"/>
                </a:lnTo>
                <a:lnTo>
                  <a:pt x="9702" y="4538"/>
                </a:lnTo>
                <a:lnTo>
                  <a:pt x="8603" y="5082"/>
                </a:lnTo>
                <a:lnTo>
                  <a:pt x="10434" y="1815"/>
                </a:lnTo>
                <a:close/>
                <a:moveTo>
                  <a:pt x="8054" y="2360"/>
                </a:moveTo>
                <a:lnTo>
                  <a:pt x="5858" y="6353"/>
                </a:lnTo>
                <a:lnTo>
                  <a:pt x="2929" y="6353"/>
                </a:lnTo>
                <a:lnTo>
                  <a:pt x="5125" y="3812"/>
                </a:lnTo>
                <a:lnTo>
                  <a:pt x="6590" y="2904"/>
                </a:lnTo>
                <a:lnTo>
                  <a:pt x="8054" y="2360"/>
                </a:lnTo>
                <a:close/>
                <a:moveTo>
                  <a:pt x="1831" y="10891"/>
                </a:moveTo>
                <a:lnTo>
                  <a:pt x="1831" y="9439"/>
                </a:lnTo>
                <a:lnTo>
                  <a:pt x="2197" y="8168"/>
                </a:lnTo>
                <a:lnTo>
                  <a:pt x="5125" y="8168"/>
                </a:lnTo>
                <a:lnTo>
                  <a:pt x="4759" y="9439"/>
                </a:lnTo>
                <a:lnTo>
                  <a:pt x="4576" y="10891"/>
                </a:lnTo>
                <a:lnTo>
                  <a:pt x="4759" y="12161"/>
                </a:lnTo>
                <a:lnTo>
                  <a:pt x="5125" y="13432"/>
                </a:lnTo>
                <a:lnTo>
                  <a:pt x="2197" y="13432"/>
                </a:lnTo>
                <a:lnTo>
                  <a:pt x="1831" y="12161"/>
                </a:lnTo>
                <a:lnTo>
                  <a:pt x="1831" y="10891"/>
                </a:lnTo>
                <a:close/>
                <a:moveTo>
                  <a:pt x="2929" y="15247"/>
                </a:moveTo>
                <a:lnTo>
                  <a:pt x="5858" y="15247"/>
                </a:lnTo>
                <a:lnTo>
                  <a:pt x="8054" y="19240"/>
                </a:lnTo>
                <a:lnTo>
                  <a:pt x="6590" y="18696"/>
                </a:lnTo>
                <a:lnTo>
                  <a:pt x="5125" y="17788"/>
                </a:lnTo>
                <a:lnTo>
                  <a:pt x="4027" y="16699"/>
                </a:lnTo>
                <a:lnTo>
                  <a:pt x="2929" y="15247"/>
                </a:lnTo>
                <a:close/>
                <a:moveTo>
                  <a:pt x="11349" y="19785"/>
                </a:moveTo>
                <a:lnTo>
                  <a:pt x="10434" y="19785"/>
                </a:lnTo>
                <a:lnTo>
                  <a:pt x="8603" y="16699"/>
                </a:lnTo>
                <a:lnTo>
                  <a:pt x="9702" y="17062"/>
                </a:lnTo>
                <a:lnTo>
                  <a:pt x="11898" y="17062"/>
                </a:lnTo>
                <a:lnTo>
                  <a:pt x="12814" y="16699"/>
                </a:lnTo>
                <a:lnTo>
                  <a:pt x="11349" y="19785"/>
                </a:lnTo>
                <a:close/>
                <a:moveTo>
                  <a:pt x="13546" y="19240"/>
                </a:moveTo>
                <a:lnTo>
                  <a:pt x="15742" y="15247"/>
                </a:lnTo>
                <a:lnTo>
                  <a:pt x="18671" y="15247"/>
                </a:lnTo>
                <a:lnTo>
                  <a:pt x="17573" y="16699"/>
                </a:lnTo>
                <a:lnTo>
                  <a:pt x="16475" y="17788"/>
                </a:lnTo>
                <a:lnTo>
                  <a:pt x="15193" y="18696"/>
                </a:lnTo>
                <a:lnTo>
                  <a:pt x="13546" y="19240"/>
                </a:lnTo>
                <a:close/>
                <a:moveTo>
                  <a:pt x="16475" y="13432"/>
                </a:moveTo>
                <a:lnTo>
                  <a:pt x="17024" y="12161"/>
                </a:lnTo>
                <a:lnTo>
                  <a:pt x="17207" y="10891"/>
                </a:lnTo>
                <a:lnTo>
                  <a:pt x="17024" y="9439"/>
                </a:lnTo>
                <a:lnTo>
                  <a:pt x="16475" y="8168"/>
                </a:lnTo>
                <a:lnTo>
                  <a:pt x="19403" y="8168"/>
                </a:lnTo>
                <a:lnTo>
                  <a:pt x="19953" y="9439"/>
                </a:lnTo>
                <a:lnTo>
                  <a:pt x="19953" y="12161"/>
                </a:lnTo>
                <a:lnTo>
                  <a:pt x="19403" y="13432"/>
                </a:lnTo>
                <a:lnTo>
                  <a:pt x="16475" y="1343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50"/>
          <p:cNvSpPr/>
          <p:nvPr/>
        </p:nvSpPr>
        <p:spPr>
          <a:xfrm>
            <a:off x="15549033" y="8390466"/>
            <a:ext cx="38124" cy="12690"/>
          </a:xfrm>
          <a:custGeom>
            <a:rect b="b" l="l" r="r" t="t"/>
            <a:pathLst>
              <a:path extrusionOk="0" h="21600" w="21600">
                <a:moveTo>
                  <a:pt x="17280" y="0"/>
                </a:moveTo>
                <a:lnTo>
                  <a:pt x="0" y="0"/>
                </a:lnTo>
                <a:lnTo>
                  <a:pt x="0" y="21600"/>
                </a:lnTo>
                <a:lnTo>
                  <a:pt x="17280" y="21600"/>
                </a:lnTo>
                <a:lnTo>
                  <a:pt x="21600" y="10800"/>
                </a:lnTo>
                <a:lnTo>
                  <a:pt x="1728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50"/>
          <p:cNvSpPr/>
          <p:nvPr/>
        </p:nvSpPr>
        <p:spPr>
          <a:xfrm>
            <a:off x="16526933" y="8428568"/>
            <a:ext cx="33858" cy="12690"/>
          </a:xfrm>
          <a:custGeom>
            <a:rect b="b" l="l" r="r" t="t"/>
            <a:pathLst>
              <a:path extrusionOk="0" h="21600" w="21600">
                <a:moveTo>
                  <a:pt x="17280" y="0"/>
                </a:moveTo>
                <a:lnTo>
                  <a:pt x="0" y="0"/>
                </a:lnTo>
                <a:lnTo>
                  <a:pt x="0" y="21600"/>
                </a:lnTo>
                <a:lnTo>
                  <a:pt x="17280" y="21600"/>
                </a:lnTo>
                <a:lnTo>
                  <a:pt x="21600" y="12960"/>
                </a:lnTo>
                <a:lnTo>
                  <a:pt x="19440" y="8640"/>
                </a:lnTo>
                <a:lnTo>
                  <a:pt x="1728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50"/>
          <p:cNvSpPr/>
          <p:nvPr/>
        </p:nvSpPr>
        <p:spPr>
          <a:xfrm>
            <a:off x="16526933" y="8365066"/>
            <a:ext cx="33858" cy="2538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17280" y="21600"/>
                </a:lnTo>
                <a:lnTo>
                  <a:pt x="19440" y="12960"/>
                </a:lnTo>
                <a:lnTo>
                  <a:pt x="21600" y="8640"/>
                </a:lnTo>
                <a:lnTo>
                  <a:pt x="1728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50"/>
          <p:cNvSpPr/>
          <p:nvPr/>
        </p:nvSpPr>
        <p:spPr>
          <a:xfrm>
            <a:off x="16340666" y="8183034"/>
            <a:ext cx="406404" cy="84672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21600" y="10800"/>
                </a:lnTo>
                <a:lnTo>
                  <a:pt x="21380" y="6480"/>
                </a:lnTo>
                <a:lnTo>
                  <a:pt x="21159" y="3240"/>
                </a:lnTo>
                <a:lnTo>
                  <a:pt x="20278" y="1080"/>
                </a:lnTo>
                <a:lnTo>
                  <a:pt x="19616" y="0"/>
                </a:lnTo>
                <a:lnTo>
                  <a:pt x="2204" y="0"/>
                </a:lnTo>
                <a:lnTo>
                  <a:pt x="1322" y="1080"/>
                </a:lnTo>
                <a:lnTo>
                  <a:pt x="441" y="3240"/>
                </a:lnTo>
                <a:lnTo>
                  <a:pt x="220" y="6480"/>
                </a:lnTo>
                <a:lnTo>
                  <a:pt x="0" y="10800"/>
                </a:lnTo>
                <a:lnTo>
                  <a:pt x="0" y="21600"/>
                </a:lnTo>
                <a:lnTo>
                  <a:pt x="21600" y="21600"/>
                </a:lnTo>
                <a:close/>
                <a:moveTo>
                  <a:pt x="6392" y="5400"/>
                </a:moveTo>
                <a:lnTo>
                  <a:pt x="7053" y="5400"/>
                </a:lnTo>
                <a:lnTo>
                  <a:pt x="7273" y="6480"/>
                </a:lnTo>
                <a:lnTo>
                  <a:pt x="7494" y="8640"/>
                </a:lnTo>
                <a:lnTo>
                  <a:pt x="7494" y="14040"/>
                </a:lnTo>
                <a:lnTo>
                  <a:pt x="7053" y="16200"/>
                </a:lnTo>
                <a:lnTo>
                  <a:pt x="5951" y="16200"/>
                </a:lnTo>
                <a:lnTo>
                  <a:pt x="5731" y="15120"/>
                </a:lnTo>
                <a:lnTo>
                  <a:pt x="5290" y="14040"/>
                </a:lnTo>
                <a:lnTo>
                  <a:pt x="5290" y="8640"/>
                </a:lnTo>
                <a:lnTo>
                  <a:pt x="5951" y="5400"/>
                </a:lnTo>
                <a:lnTo>
                  <a:pt x="6392" y="5400"/>
                </a:lnTo>
                <a:close/>
                <a:moveTo>
                  <a:pt x="3306" y="5400"/>
                </a:moveTo>
                <a:lnTo>
                  <a:pt x="3747" y="5400"/>
                </a:lnTo>
                <a:lnTo>
                  <a:pt x="3967" y="6480"/>
                </a:lnTo>
                <a:lnTo>
                  <a:pt x="4188" y="8640"/>
                </a:lnTo>
                <a:lnTo>
                  <a:pt x="4188" y="14040"/>
                </a:lnTo>
                <a:lnTo>
                  <a:pt x="3747" y="16200"/>
                </a:lnTo>
                <a:lnTo>
                  <a:pt x="2645" y="16200"/>
                </a:lnTo>
                <a:lnTo>
                  <a:pt x="2204" y="14040"/>
                </a:lnTo>
                <a:lnTo>
                  <a:pt x="2204" y="8640"/>
                </a:lnTo>
                <a:lnTo>
                  <a:pt x="2424" y="6480"/>
                </a:lnTo>
                <a:lnTo>
                  <a:pt x="2645" y="5400"/>
                </a:lnTo>
                <a:lnTo>
                  <a:pt x="3306" y="54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50"/>
          <p:cNvSpPr/>
          <p:nvPr/>
        </p:nvSpPr>
        <p:spPr>
          <a:xfrm>
            <a:off x="16340666" y="8280400"/>
            <a:ext cx="406404" cy="27091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18225"/>
                </a:lnTo>
                <a:lnTo>
                  <a:pt x="441" y="20925"/>
                </a:lnTo>
                <a:lnTo>
                  <a:pt x="2204" y="21600"/>
                </a:lnTo>
                <a:lnTo>
                  <a:pt x="19616" y="21600"/>
                </a:lnTo>
                <a:lnTo>
                  <a:pt x="20278" y="21263"/>
                </a:lnTo>
                <a:lnTo>
                  <a:pt x="21159" y="20925"/>
                </a:lnTo>
                <a:lnTo>
                  <a:pt x="21600" y="1822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14106" y="12488"/>
                </a:moveTo>
                <a:lnTo>
                  <a:pt x="13886" y="13838"/>
                </a:lnTo>
                <a:lnTo>
                  <a:pt x="13445" y="14850"/>
                </a:lnTo>
                <a:lnTo>
                  <a:pt x="12784" y="16200"/>
                </a:lnTo>
                <a:lnTo>
                  <a:pt x="11902" y="16538"/>
                </a:lnTo>
                <a:lnTo>
                  <a:pt x="11902" y="18225"/>
                </a:lnTo>
                <a:lnTo>
                  <a:pt x="9698" y="18225"/>
                </a:lnTo>
                <a:lnTo>
                  <a:pt x="9698" y="16538"/>
                </a:lnTo>
                <a:lnTo>
                  <a:pt x="7494" y="16538"/>
                </a:lnTo>
                <a:lnTo>
                  <a:pt x="7494" y="3375"/>
                </a:lnTo>
                <a:lnTo>
                  <a:pt x="9698" y="3375"/>
                </a:lnTo>
                <a:lnTo>
                  <a:pt x="9698" y="1687"/>
                </a:lnTo>
                <a:lnTo>
                  <a:pt x="11902" y="1687"/>
                </a:lnTo>
                <a:lnTo>
                  <a:pt x="11902" y="3375"/>
                </a:lnTo>
                <a:lnTo>
                  <a:pt x="12784" y="3712"/>
                </a:lnTo>
                <a:lnTo>
                  <a:pt x="13445" y="5062"/>
                </a:lnTo>
                <a:lnTo>
                  <a:pt x="13886" y="6075"/>
                </a:lnTo>
                <a:lnTo>
                  <a:pt x="14106" y="7425"/>
                </a:lnTo>
                <a:lnTo>
                  <a:pt x="13886" y="8775"/>
                </a:lnTo>
                <a:lnTo>
                  <a:pt x="13445" y="9787"/>
                </a:lnTo>
                <a:lnTo>
                  <a:pt x="13886" y="11138"/>
                </a:lnTo>
                <a:lnTo>
                  <a:pt x="14106" y="1248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50"/>
          <p:cNvSpPr/>
          <p:nvPr/>
        </p:nvSpPr>
        <p:spPr>
          <a:xfrm>
            <a:off x="20277666" y="8331200"/>
            <a:ext cx="334422" cy="232848"/>
          </a:xfrm>
          <a:custGeom>
            <a:rect b="b" l="l" r="r" t="t"/>
            <a:pathLst>
              <a:path extrusionOk="0" h="21600" w="21600">
                <a:moveTo>
                  <a:pt x="20233" y="0"/>
                </a:moveTo>
                <a:lnTo>
                  <a:pt x="547" y="0"/>
                </a:lnTo>
                <a:lnTo>
                  <a:pt x="0" y="732"/>
                </a:lnTo>
                <a:lnTo>
                  <a:pt x="0" y="14278"/>
                </a:lnTo>
                <a:lnTo>
                  <a:pt x="2734" y="14278"/>
                </a:lnTo>
                <a:lnTo>
                  <a:pt x="2734" y="3661"/>
                </a:lnTo>
                <a:lnTo>
                  <a:pt x="4101" y="3661"/>
                </a:lnTo>
                <a:lnTo>
                  <a:pt x="4101" y="15376"/>
                </a:lnTo>
                <a:lnTo>
                  <a:pt x="4648" y="16108"/>
                </a:lnTo>
                <a:lnTo>
                  <a:pt x="6562" y="16108"/>
                </a:lnTo>
                <a:lnTo>
                  <a:pt x="6562" y="21600"/>
                </a:lnTo>
                <a:lnTo>
                  <a:pt x="9296" y="21600"/>
                </a:lnTo>
                <a:lnTo>
                  <a:pt x="9296" y="16108"/>
                </a:lnTo>
                <a:lnTo>
                  <a:pt x="12030" y="16108"/>
                </a:lnTo>
                <a:lnTo>
                  <a:pt x="12030" y="21600"/>
                </a:lnTo>
                <a:lnTo>
                  <a:pt x="14765" y="21600"/>
                </a:lnTo>
                <a:lnTo>
                  <a:pt x="14765" y="16108"/>
                </a:lnTo>
                <a:lnTo>
                  <a:pt x="16678" y="16108"/>
                </a:lnTo>
                <a:lnTo>
                  <a:pt x="17225" y="15742"/>
                </a:lnTo>
                <a:lnTo>
                  <a:pt x="17499" y="15376"/>
                </a:lnTo>
                <a:lnTo>
                  <a:pt x="17499" y="3661"/>
                </a:lnTo>
                <a:lnTo>
                  <a:pt x="18866" y="3661"/>
                </a:lnTo>
                <a:lnTo>
                  <a:pt x="18866" y="14278"/>
                </a:lnTo>
                <a:lnTo>
                  <a:pt x="21600" y="14278"/>
                </a:lnTo>
                <a:lnTo>
                  <a:pt x="21600" y="732"/>
                </a:lnTo>
                <a:lnTo>
                  <a:pt x="21053" y="366"/>
                </a:lnTo>
                <a:lnTo>
                  <a:pt x="20780" y="0"/>
                </a:lnTo>
                <a:lnTo>
                  <a:pt x="20233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50"/>
          <p:cNvSpPr/>
          <p:nvPr/>
        </p:nvSpPr>
        <p:spPr>
          <a:xfrm>
            <a:off x="20328466" y="8170333"/>
            <a:ext cx="232848" cy="135486"/>
          </a:xfrm>
          <a:custGeom>
            <a:rect b="b" l="l" r="r" t="t"/>
            <a:pathLst>
              <a:path extrusionOk="0" h="21600" w="21600">
                <a:moveTo>
                  <a:pt x="1516" y="18327"/>
                </a:moveTo>
                <a:lnTo>
                  <a:pt x="1516" y="19636"/>
                </a:lnTo>
                <a:lnTo>
                  <a:pt x="1895" y="20945"/>
                </a:lnTo>
                <a:lnTo>
                  <a:pt x="2274" y="21600"/>
                </a:lnTo>
                <a:lnTo>
                  <a:pt x="18947" y="21600"/>
                </a:lnTo>
                <a:lnTo>
                  <a:pt x="19705" y="20945"/>
                </a:lnTo>
                <a:lnTo>
                  <a:pt x="20084" y="19636"/>
                </a:lnTo>
                <a:lnTo>
                  <a:pt x="20084" y="18327"/>
                </a:lnTo>
                <a:lnTo>
                  <a:pt x="19705" y="13745"/>
                </a:lnTo>
                <a:lnTo>
                  <a:pt x="18568" y="9164"/>
                </a:lnTo>
                <a:lnTo>
                  <a:pt x="21600" y="4582"/>
                </a:lnTo>
                <a:lnTo>
                  <a:pt x="18568" y="0"/>
                </a:lnTo>
                <a:lnTo>
                  <a:pt x="15916" y="4582"/>
                </a:lnTo>
                <a:lnTo>
                  <a:pt x="13642" y="2618"/>
                </a:lnTo>
                <a:lnTo>
                  <a:pt x="10611" y="1964"/>
                </a:lnTo>
                <a:lnTo>
                  <a:pt x="7958" y="2618"/>
                </a:lnTo>
                <a:lnTo>
                  <a:pt x="5684" y="4582"/>
                </a:lnTo>
                <a:lnTo>
                  <a:pt x="2653" y="0"/>
                </a:lnTo>
                <a:lnTo>
                  <a:pt x="0" y="4582"/>
                </a:lnTo>
                <a:lnTo>
                  <a:pt x="2653" y="9164"/>
                </a:lnTo>
                <a:lnTo>
                  <a:pt x="1895" y="13745"/>
                </a:lnTo>
                <a:lnTo>
                  <a:pt x="1516" y="1832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50"/>
          <p:cNvSpPr/>
          <p:nvPr/>
        </p:nvSpPr>
        <p:spPr>
          <a:xfrm>
            <a:off x="17377834" y="8280400"/>
            <a:ext cx="84672" cy="84672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2160" y="14040"/>
                </a:lnTo>
                <a:lnTo>
                  <a:pt x="3240" y="18360"/>
                </a:lnTo>
                <a:lnTo>
                  <a:pt x="6480" y="19440"/>
                </a:lnTo>
                <a:lnTo>
                  <a:pt x="10800" y="21600"/>
                </a:lnTo>
                <a:lnTo>
                  <a:pt x="15120" y="19440"/>
                </a:lnTo>
                <a:lnTo>
                  <a:pt x="19440" y="18360"/>
                </a:lnTo>
                <a:lnTo>
                  <a:pt x="20520" y="14040"/>
                </a:lnTo>
                <a:lnTo>
                  <a:pt x="21600" y="10800"/>
                </a:lnTo>
                <a:lnTo>
                  <a:pt x="19440" y="2160"/>
                </a:lnTo>
                <a:lnTo>
                  <a:pt x="10800" y="0"/>
                </a:lnTo>
                <a:lnTo>
                  <a:pt x="6480" y="1080"/>
                </a:lnTo>
                <a:lnTo>
                  <a:pt x="3240" y="2160"/>
                </a:lnTo>
                <a:lnTo>
                  <a:pt x="2160" y="6480"/>
                </a:lnTo>
                <a:lnTo>
                  <a:pt x="0" y="1080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50"/>
          <p:cNvSpPr/>
          <p:nvPr/>
        </p:nvSpPr>
        <p:spPr>
          <a:xfrm>
            <a:off x="17475200" y="8280400"/>
            <a:ext cx="88884" cy="84672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19440" y="6480"/>
                </a:lnTo>
                <a:lnTo>
                  <a:pt x="18360" y="2160"/>
                </a:lnTo>
                <a:lnTo>
                  <a:pt x="15120" y="1080"/>
                </a:lnTo>
                <a:lnTo>
                  <a:pt x="10800" y="0"/>
                </a:lnTo>
                <a:lnTo>
                  <a:pt x="2160" y="2160"/>
                </a:lnTo>
                <a:lnTo>
                  <a:pt x="0" y="10800"/>
                </a:lnTo>
                <a:lnTo>
                  <a:pt x="1080" y="14040"/>
                </a:lnTo>
                <a:lnTo>
                  <a:pt x="2160" y="18360"/>
                </a:lnTo>
                <a:lnTo>
                  <a:pt x="6480" y="19440"/>
                </a:lnTo>
                <a:lnTo>
                  <a:pt x="10800" y="21600"/>
                </a:lnTo>
                <a:lnTo>
                  <a:pt x="15120" y="19440"/>
                </a:lnTo>
                <a:lnTo>
                  <a:pt x="18360" y="18360"/>
                </a:lnTo>
                <a:lnTo>
                  <a:pt x="19440" y="1404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50"/>
          <p:cNvSpPr/>
          <p:nvPr/>
        </p:nvSpPr>
        <p:spPr>
          <a:xfrm>
            <a:off x="17314333" y="8216901"/>
            <a:ext cx="410616" cy="211680"/>
          </a:xfrm>
          <a:custGeom>
            <a:rect b="b" l="l" r="r" t="t"/>
            <a:pathLst>
              <a:path extrusionOk="0" h="21600" w="21600">
                <a:moveTo>
                  <a:pt x="19396" y="0"/>
                </a:moveTo>
                <a:lnTo>
                  <a:pt x="1984" y="0"/>
                </a:lnTo>
                <a:lnTo>
                  <a:pt x="1322" y="441"/>
                </a:lnTo>
                <a:lnTo>
                  <a:pt x="441" y="1322"/>
                </a:lnTo>
                <a:lnTo>
                  <a:pt x="220" y="2645"/>
                </a:lnTo>
                <a:lnTo>
                  <a:pt x="0" y="4408"/>
                </a:lnTo>
                <a:lnTo>
                  <a:pt x="0" y="17633"/>
                </a:lnTo>
                <a:lnTo>
                  <a:pt x="220" y="18955"/>
                </a:lnTo>
                <a:lnTo>
                  <a:pt x="441" y="20718"/>
                </a:lnTo>
                <a:lnTo>
                  <a:pt x="1322" y="21159"/>
                </a:lnTo>
                <a:lnTo>
                  <a:pt x="1984" y="21600"/>
                </a:lnTo>
                <a:lnTo>
                  <a:pt x="10800" y="21600"/>
                </a:lnTo>
                <a:lnTo>
                  <a:pt x="10800" y="17633"/>
                </a:lnTo>
                <a:lnTo>
                  <a:pt x="1984" y="17633"/>
                </a:lnTo>
                <a:lnTo>
                  <a:pt x="1984" y="4408"/>
                </a:lnTo>
                <a:lnTo>
                  <a:pt x="19396" y="4408"/>
                </a:lnTo>
                <a:lnTo>
                  <a:pt x="19396" y="15429"/>
                </a:lnTo>
                <a:lnTo>
                  <a:pt x="21600" y="15429"/>
                </a:lnTo>
                <a:lnTo>
                  <a:pt x="21600" y="4408"/>
                </a:lnTo>
                <a:lnTo>
                  <a:pt x="21380" y="2645"/>
                </a:lnTo>
                <a:lnTo>
                  <a:pt x="21159" y="1322"/>
                </a:lnTo>
                <a:lnTo>
                  <a:pt x="20278" y="441"/>
                </a:lnTo>
                <a:lnTo>
                  <a:pt x="19396" y="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50"/>
          <p:cNvSpPr/>
          <p:nvPr/>
        </p:nvSpPr>
        <p:spPr>
          <a:xfrm>
            <a:off x="17526000" y="8390466"/>
            <a:ext cx="186246" cy="148176"/>
          </a:xfrm>
          <a:custGeom>
            <a:rect b="b" l="l" r="r" t="t"/>
            <a:pathLst>
              <a:path extrusionOk="0" h="21600" w="21600">
                <a:moveTo>
                  <a:pt x="8640" y="12343"/>
                </a:moveTo>
                <a:lnTo>
                  <a:pt x="3840" y="6171"/>
                </a:lnTo>
                <a:lnTo>
                  <a:pt x="0" y="10491"/>
                </a:lnTo>
                <a:lnTo>
                  <a:pt x="8640" y="21600"/>
                </a:lnTo>
                <a:lnTo>
                  <a:pt x="21600" y="4320"/>
                </a:lnTo>
                <a:lnTo>
                  <a:pt x="17760" y="0"/>
                </a:lnTo>
                <a:lnTo>
                  <a:pt x="8640" y="12343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50"/>
          <p:cNvSpPr/>
          <p:nvPr/>
        </p:nvSpPr>
        <p:spPr>
          <a:xfrm>
            <a:off x="18351502" y="8280400"/>
            <a:ext cx="88884" cy="84672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1080" y="14040"/>
                </a:lnTo>
                <a:lnTo>
                  <a:pt x="3240" y="18360"/>
                </a:lnTo>
                <a:lnTo>
                  <a:pt x="6480" y="19440"/>
                </a:lnTo>
                <a:lnTo>
                  <a:pt x="10800" y="21600"/>
                </a:lnTo>
                <a:lnTo>
                  <a:pt x="15120" y="19440"/>
                </a:lnTo>
                <a:lnTo>
                  <a:pt x="18360" y="18360"/>
                </a:lnTo>
                <a:lnTo>
                  <a:pt x="20520" y="14040"/>
                </a:lnTo>
                <a:lnTo>
                  <a:pt x="21600" y="10800"/>
                </a:lnTo>
                <a:lnTo>
                  <a:pt x="20520" y="6480"/>
                </a:lnTo>
                <a:lnTo>
                  <a:pt x="18360" y="2160"/>
                </a:lnTo>
                <a:lnTo>
                  <a:pt x="15120" y="1080"/>
                </a:lnTo>
                <a:lnTo>
                  <a:pt x="10800" y="0"/>
                </a:lnTo>
                <a:lnTo>
                  <a:pt x="6480" y="1080"/>
                </a:lnTo>
                <a:lnTo>
                  <a:pt x="3240" y="2160"/>
                </a:lnTo>
                <a:lnTo>
                  <a:pt x="1080" y="6480"/>
                </a:lnTo>
                <a:lnTo>
                  <a:pt x="0" y="1080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50"/>
          <p:cNvSpPr/>
          <p:nvPr/>
        </p:nvSpPr>
        <p:spPr>
          <a:xfrm>
            <a:off x="18453102" y="8280400"/>
            <a:ext cx="84672" cy="84672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" y="2160"/>
                </a:lnTo>
                <a:lnTo>
                  <a:pt x="0" y="10800"/>
                </a:lnTo>
                <a:lnTo>
                  <a:pt x="1080" y="14040"/>
                </a:lnTo>
                <a:lnTo>
                  <a:pt x="2160" y="18360"/>
                </a:lnTo>
                <a:lnTo>
                  <a:pt x="6480" y="19440"/>
                </a:lnTo>
                <a:lnTo>
                  <a:pt x="10800" y="21600"/>
                </a:lnTo>
                <a:lnTo>
                  <a:pt x="14040" y="19440"/>
                </a:lnTo>
                <a:lnTo>
                  <a:pt x="18360" y="18360"/>
                </a:lnTo>
                <a:lnTo>
                  <a:pt x="19440" y="14040"/>
                </a:lnTo>
                <a:lnTo>
                  <a:pt x="21600" y="10800"/>
                </a:lnTo>
                <a:lnTo>
                  <a:pt x="19440" y="6480"/>
                </a:lnTo>
                <a:lnTo>
                  <a:pt x="18360" y="2160"/>
                </a:lnTo>
                <a:lnTo>
                  <a:pt x="14040" y="1080"/>
                </a:lnTo>
                <a:lnTo>
                  <a:pt x="10800" y="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50"/>
          <p:cNvSpPr/>
          <p:nvPr/>
        </p:nvSpPr>
        <p:spPr>
          <a:xfrm>
            <a:off x="18292234" y="8216901"/>
            <a:ext cx="406404" cy="211680"/>
          </a:xfrm>
          <a:custGeom>
            <a:rect b="b" l="l" r="r" t="t"/>
            <a:pathLst>
              <a:path extrusionOk="0" h="21600" w="21600">
                <a:moveTo>
                  <a:pt x="19418" y="0"/>
                </a:moveTo>
                <a:lnTo>
                  <a:pt x="2182" y="0"/>
                </a:lnTo>
                <a:lnTo>
                  <a:pt x="1309" y="441"/>
                </a:lnTo>
                <a:lnTo>
                  <a:pt x="655" y="1322"/>
                </a:lnTo>
                <a:lnTo>
                  <a:pt x="436" y="2645"/>
                </a:lnTo>
                <a:lnTo>
                  <a:pt x="0" y="4408"/>
                </a:lnTo>
                <a:lnTo>
                  <a:pt x="0" y="17633"/>
                </a:lnTo>
                <a:lnTo>
                  <a:pt x="436" y="18955"/>
                </a:lnTo>
                <a:lnTo>
                  <a:pt x="655" y="20718"/>
                </a:lnTo>
                <a:lnTo>
                  <a:pt x="1309" y="21159"/>
                </a:lnTo>
                <a:lnTo>
                  <a:pt x="2182" y="21600"/>
                </a:lnTo>
                <a:lnTo>
                  <a:pt x="12000" y="21600"/>
                </a:lnTo>
                <a:lnTo>
                  <a:pt x="12000" y="17633"/>
                </a:lnTo>
                <a:lnTo>
                  <a:pt x="2182" y="17633"/>
                </a:lnTo>
                <a:lnTo>
                  <a:pt x="2182" y="4408"/>
                </a:lnTo>
                <a:lnTo>
                  <a:pt x="19418" y="4408"/>
                </a:lnTo>
                <a:lnTo>
                  <a:pt x="19418" y="15429"/>
                </a:lnTo>
                <a:lnTo>
                  <a:pt x="21600" y="15429"/>
                </a:lnTo>
                <a:lnTo>
                  <a:pt x="21600" y="4408"/>
                </a:lnTo>
                <a:lnTo>
                  <a:pt x="21382" y="2645"/>
                </a:lnTo>
                <a:lnTo>
                  <a:pt x="21164" y="1322"/>
                </a:lnTo>
                <a:lnTo>
                  <a:pt x="20291" y="441"/>
                </a:lnTo>
                <a:lnTo>
                  <a:pt x="19418" y="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50"/>
          <p:cNvSpPr/>
          <p:nvPr/>
        </p:nvSpPr>
        <p:spPr>
          <a:xfrm>
            <a:off x="18550466" y="8390466"/>
            <a:ext cx="135486" cy="148176"/>
          </a:xfrm>
          <a:custGeom>
            <a:rect b="b" l="l" r="r" t="t"/>
            <a:pathLst>
              <a:path extrusionOk="0" h="21600" w="21600">
                <a:moveTo>
                  <a:pt x="16663" y="0"/>
                </a:moveTo>
                <a:lnTo>
                  <a:pt x="10491" y="6171"/>
                </a:lnTo>
                <a:lnTo>
                  <a:pt x="4320" y="0"/>
                </a:lnTo>
                <a:lnTo>
                  <a:pt x="0" y="4320"/>
                </a:lnTo>
                <a:lnTo>
                  <a:pt x="6171" y="10491"/>
                </a:lnTo>
                <a:lnTo>
                  <a:pt x="0" y="16663"/>
                </a:lnTo>
                <a:lnTo>
                  <a:pt x="4320" y="21600"/>
                </a:lnTo>
                <a:lnTo>
                  <a:pt x="10491" y="15429"/>
                </a:lnTo>
                <a:lnTo>
                  <a:pt x="16663" y="21600"/>
                </a:lnTo>
                <a:lnTo>
                  <a:pt x="21600" y="16663"/>
                </a:lnTo>
                <a:lnTo>
                  <a:pt x="15429" y="10491"/>
                </a:lnTo>
                <a:lnTo>
                  <a:pt x="21600" y="4320"/>
                </a:lnTo>
                <a:lnTo>
                  <a:pt x="16663" y="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50"/>
          <p:cNvSpPr/>
          <p:nvPr/>
        </p:nvSpPr>
        <p:spPr>
          <a:xfrm>
            <a:off x="19329400" y="8280400"/>
            <a:ext cx="84672" cy="84672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1080" y="14040"/>
                </a:lnTo>
                <a:lnTo>
                  <a:pt x="2160" y="18360"/>
                </a:lnTo>
                <a:lnTo>
                  <a:pt x="6480" y="19440"/>
                </a:lnTo>
                <a:lnTo>
                  <a:pt x="10800" y="21600"/>
                </a:lnTo>
                <a:lnTo>
                  <a:pt x="14040" y="19440"/>
                </a:lnTo>
                <a:lnTo>
                  <a:pt x="18360" y="18360"/>
                </a:lnTo>
                <a:lnTo>
                  <a:pt x="19440" y="14040"/>
                </a:lnTo>
                <a:lnTo>
                  <a:pt x="21600" y="10800"/>
                </a:lnTo>
                <a:lnTo>
                  <a:pt x="19440" y="6480"/>
                </a:lnTo>
                <a:lnTo>
                  <a:pt x="18360" y="2160"/>
                </a:lnTo>
                <a:lnTo>
                  <a:pt x="14040" y="1080"/>
                </a:lnTo>
                <a:lnTo>
                  <a:pt x="10800" y="0"/>
                </a:lnTo>
                <a:lnTo>
                  <a:pt x="2160" y="2160"/>
                </a:lnTo>
                <a:lnTo>
                  <a:pt x="0" y="1080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50"/>
          <p:cNvSpPr/>
          <p:nvPr/>
        </p:nvSpPr>
        <p:spPr>
          <a:xfrm>
            <a:off x="19265902" y="8216901"/>
            <a:ext cx="406404" cy="211680"/>
          </a:xfrm>
          <a:custGeom>
            <a:rect b="b" l="l" r="r" t="t"/>
            <a:pathLst>
              <a:path extrusionOk="0" h="21600" w="21600">
                <a:moveTo>
                  <a:pt x="19418" y="0"/>
                </a:moveTo>
                <a:lnTo>
                  <a:pt x="2182" y="0"/>
                </a:lnTo>
                <a:lnTo>
                  <a:pt x="1309" y="441"/>
                </a:lnTo>
                <a:lnTo>
                  <a:pt x="655" y="1322"/>
                </a:lnTo>
                <a:lnTo>
                  <a:pt x="218" y="2645"/>
                </a:lnTo>
                <a:lnTo>
                  <a:pt x="0" y="4408"/>
                </a:lnTo>
                <a:lnTo>
                  <a:pt x="0" y="17633"/>
                </a:lnTo>
                <a:lnTo>
                  <a:pt x="218" y="18955"/>
                </a:lnTo>
                <a:lnTo>
                  <a:pt x="655" y="20718"/>
                </a:lnTo>
                <a:lnTo>
                  <a:pt x="1309" y="21159"/>
                </a:lnTo>
                <a:lnTo>
                  <a:pt x="2182" y="21600"/>
                </a:lnTo>
                <a:lnTo>
                  <a:pt x="11782" y="21600"/>
                </a:lnTo>
                <a:lnTo>
                  <a:pt x="11782" y="17633"/>
                </a:lnTo>
                <a:lnTo>
                  <a:pt x="2182" y="17633"/>
                </a:lnTo>
                <a:lnTo>
                  <a:pt x="2182" y="4408"/>
                </a:lnTo>
                <a:lnTo>
                  <a:pt x="19418" y="4408"/>
                </a:lnTo>
                <a:lnTo>
                  <a:pt x="19418" y="8816"/>
                </a:lnTo>
                <a:lnTo>
                  <a:pt x="21600" y="8816"/>
                </a:lnTo>
                <a:lnTo>
                  <a:pt x="21600" y="4408"/>
                </a:lnTo>
                <a:lnTo>
                  <a:pt x="21382" y="2645"/>
                </a:lnTo>
                <a:lnTo>
                  <a:pt x="20945" y="1322"/>
                </a:lnTo>
                <a:lnTo>
                  <a:pt x="20291" y="441"/>
                </a:lnTo>
                <a:lnTo>
                  <a:pt x="19418" y="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50"/>
          <p:cNvSpPr/>
          <p:nvPr/>
        </p:nvSpPr>
        <p:spPr>
          <a:xfrm>
            <a:off x="19524133" y="8343901"/>
            <a:ext cx="148176" cy="207414"/>
          </a:xfrm>
          <a:custGeom>
            <a:rect b="b" l="l" r="r" t="t"/>
            <a:pathLst>
              <a:path extrusionOk="0" h="21600" w="21600">
                <a:moveTo>
                  <a:pt x="18514" y="6171"/>
                </a:moveTo>
                <a:lnTo>
                  <a:pt x="18514" y="5290"/>
                </a:lnTo>
                <a:lnTo>
                  <a:pt x="17897" y="3086"/>
                </a:lnTo>
                <a:lnTo>
                  <a:pt x="16046" y="1322"/>
                </a:lnTo>
                <a:lnTo>
                  <a:pt x="13577" y="441"/>
                </a:lnTo>
                <a:lnTo>
                  <a:pt x="10491" y="0"/>
                </a:lnTo>
                <a:lnTo>
                  <a:pt x="8023" y="441"/>
                </a:lnTo>
                <a:lnTo>
                  <a:pt x="5554" y="1322"/>
                </a:lnTo>
                <a:lnTo>
                  <a:pt x="3703" y="3086"/>
                </a:lnTo>
                <a:lnTo>
                  <a:pt x="3086" y="5290"/>
                </a:lnTo>
                <a:lnTo>
                  <a:pt x="3086" y="6171"/>
                </a:lnTo>
                <a:lnTo>
                  <a:pt x="1851" y="6171"/>
                </a:lnTo>
                <a:lnTo>
                  <a:pt x="0" y="7494"/>
                </a:lnTo>
                <a:lnTo>
                  <a:pt x="0" y="20718"/>
                </a:lnTo>
                <a:lnTo>
                  <a:pt x="617" y="21159"/>
                </a:lnTo>
                <a:lnTo>
                  <a:pt x="1851" y="21600"/>
                </a:lnTo>
                <a:lnTo>
                  <a:pt x="19749" y="21600"/>
                </a:lnTo>
                <a:lnTo>
                  <a:pt x="20983" y="21159"/>
                </a:lnTo>
                <a:lnTo>
                  <a:pt x="21600" y="20718"/>
                </a:lnTo>
                <a:lnTo>
                  <a:pt x="21600" y="7494"/>
                </a:lnTo>
                <a:lnTo>
                  <a:pt x="19749" y="6171"/>
                </a:lnTo>
                <a:lnTo>
                  <a:pt x="18514" y="6171"/>
                </a:lnTo>
                <a:close/>
                <a:moveTo>
                  <a:pt x="9257" y="5290"/>
                </a:moveTo>
                <a:lnTo>
                  <a:pt x="10491" y="4408"/>
                </a:lnTo>
                <a:lnTo>
                  <a:pt x="11726" y="4849"/>
                </a:lnTo>
                <a:lnTo>
                  <a:pt x="12343" y="5290"/>
                </a:lnTo>
                <a:lnTo>
                  <a:pt x="12343" y="6171"/>
                </a:lnTo>
                <a:lnTo>
                  <a:pt x="9257" y="6171"/>
                </a:lnTo>
                <a:lnTo>
                  <a:pt x="9257" y="5290"/>
                </a:lnTo>
                <a:close/>
                <a:moveTo>
                  <a:pt x="15429" y="17192"/>
                </a:moveTo>
                <a:lnTo>
                  <a:pt x="6171" y="17192"/>
                </a:lnTo>
                <a:lnTo>
                  <a:pt x="6171" y="10580"/>
                </a:lnTo>
                <a:lnTo>
                  <a:pt x="15429" y="10580"/>
                </a:lnTo>
                <a:lnTo>
                  <a:pt x="15429" y="17192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50"/>
          <p:cNvSpPr/>
          <p:nvPr/>
        </p:nvSpPr>
        <p:spPr>
          <a:xfrm>
            <a:off x="19426769" y="8280400"/>
            <a:ext cx="88884" cy="84672"/>
          </a:xfrm>
          <a:custGeom>
            <a:rect b="b" l="l" r="r" t="t"/>
            <a:pathLst>
              <a:path extrusionOk="0" h="21600" w="21600">
                <a:moveTo>
                  <a:pt x="10232" y="0"/>
                </a:moveTo>
                <a:lnTo>
                  <a:pt x="6821" y="1080"/>
                </a:lnTo>
                <a:lnTo>
                  <a:pt x="2274" y="2160"/>
                </a:lnTo>
                <a:lnTo>
                  <a:pt x="0" y="10800"/>
                </a:lnTo>
                <a:lnTo>
                  <a:pt x="1137" y="14040"/>
                </a:lnTo>
                <a:lnTo>
                  <a:pt x="2274" y="18360"/>
                </a:lnTo>
                <a:lnTo>
                  <a:pt x="6821" y="19440"/>
                </a:lnTo>
                <a:lnTo>
                  <a:pt x="10232" y="21600"/>
                </a:lnTo>
                <a:lnTo>
                  <a:pt x="14779" y="19440"/>
                </a:lnTo>
                <a:lnTo>
                  <a:pt x="19326" y="18360"/>
                </a:lnTo>
                <a:lnTo>
                  <a:pt x="20463" y="14040"/>
                </a:lnTo>
                <a:lnTo>
                  <a:pt x="21600" y="10800"/>
                </a:lnTo>
                <a:lnTo>
                  <a:pt x="19326" y="2160"/>
                </a:lnTo>
                <a:lnTo>
                  <a:pt x="10232" y="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50"/>
          <p:cNvSpPr/>
          <p:nvPr/>
        </p:nvSpPr>
        <p:spPr>
          <a:xfrm>
            <a:off x="21217467" y="8183034"/>
            <a:ext cx="406404" cy="84672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21600" y="10800"/>
                </a:lnTo>
                <a:lnTo>
                  <a:pt x="21380" y="6480"/>
                </a:lnTo>
                <a:lnTo>
                  <a:pt x="21159" y="3240"/>
                </a:lnTo>
                <a:lnTo>
                  <a:pt x="20278" y="1080"/>
                </a:lnTo>
                <a:lnTo>
                  <a:pt x="19396" y="0"/>
                </a:lnTo>
                <a:lnTo>
                  <a:pt x="2204" y="0"/>
                </a:lnTo>
                <a:lnTo>
                  <a:pt x="1322" y="1080"/>
                </a:lnTo>
                <a:lnTo>
                  <a:pt x="441" y="3240"/>
                </a:lnTo>
                <a:lnTo>
                  <a:pt x="220" y="6480"/>
                </a:lnTo>
                <a:lnTo>
                  <a:pt x="0" y="10800"/>
                </a:lnTo>
                <a:lnTo>
                  <a:pt x="0" y="21600"/>
                </a:lnTo>
                <a:lnTo>
                  <a:pt x="21600" y="21600"/>
                </a:lnTo>
                <a:close/>
                <a:moveTo>
                  <a:pt x="6392" y="5400"/>
                </a:moveTo>
                <a:lnTo>
                  <a:pt x="7053" y="5400"/>
                </a:lnTo>
                <a:lnTo>
                  <a:pt x="7273" y="6480"/>
                </a:lnTo>
                <a:lnTo>
                  <a:pt x="7494" y="8640"/>
                </a:lnTo>
                <a:lnTo>
                  <a:pt x="7494" y="14040"/>
                </a:lnTo>
                <a:lnTo>
                  <a:pt x="7053" y="16200"/>
                </a:lnTo>
                <a:lnTo>
                  <a:pt x="5951" y="16200"/>
                </a:lnTo>
                <a:lnTo>
                  <a:pt x="5731" y="15120"/>
                </a:lnTo>
                <a:lnTo>
                  <a:pt x="5290" y="14040"/>
                </a:lnTo>
                <a:lnTo>
                  <a:pt x="5290" y="8640"/>
                </a:lnTo>
                <a:lnTo>
                  <a:pt x="5951" y="5400"/>
                </a:lnTo>
                <a:lnTo>
                  <a:pt x="6392" y="5400"/>
                </a:lnTo>
                <a:close/>
                <a:moveTo>
                  <a:pt x="3086" y="5400"/>
                </a:moveTo>
                <a:lnTo>
                  <a:pt x="3747" y="5400"/>
                </a:lnTo>
                <a:lnTo>
                  <a:pt x="3967" y="6480"/>
                </a:lnTo>
                <a:lnTo>
                  <a:pt x="4188" y="8640"/>
                </a:lnTo>
                <a:lnTo>
                  <a:pt x="4188" y="14040"/>
                </a:lnTo>
                <a:lnTo>
                  <a:pt x="3747" y="16200"/>
                </a:lnTo>
                <a:lnTo>
                  <a:pt x="2645" y="16200"/>
                </a:lnTo>
                <a:lnTo>
                  <a:pt x="2204" y="14040"/>
                </a:lnTo>
                <a:lnTo>
                  <a:pt x="2204" y="8640"/>
                </a:lnTo>
                <a:lnTo>
                  <a:pt x="2424" y="6480"/>
                </a:lnTo>
                <a:lnTo>
                  <a:pt x="2645" y="5400"/>
                </a:lnTo>
                <a:lnTo>
                  <a:pt x="3086" y="54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50"/>
          <p:cNvSpPr/>
          <p:nvPr/>
        </p:nvSpPr>
        <p:spPr>
          <a:xfrm>
            <a:off x="21217467" y="8280400"/>
            <a:ext cx="406404" cy="27091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18225"/>
                </a:lnTo>
                <a:lnTo>
                  <a:pt x="441" y="20925"/>
                </a:lnTo>
                <a:lnTo>
                  <a:pt x="2204" y="21600"/>
                </a:lnTo>
                <a:lnTo>
                  <a:pt x="19396" y="21600"/>
                </a:lnTo>
                <a:lnTo>
                  <a:pt x="21159" y="20925"/>
                </a:lnTo>
                <a:lnTo>
                  <a:pt x="21600" y="18225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50"/>
          <p:cNvSpPr/>
          <p:nvPr/>
        </p:nvSpPr>
        <p:spPr>
          <a:xfrm>
            <a:off x="22195369" y="8183034"/>
            <a:ext cx="406404" cy="84672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21600" y="10800"/>
                </a:lnTo>
                <a:lnTo>
                  <a:pt x="21382" y="6480"/>
                </a:lnTo>
                <a:lnTo>
                  <a:pt x="21164" y="3240"/>
                </a:lnTo>
                <a:lnTo>
                  <a:pt x="20291" y="1080"/>
                </a:lnTo>
                <a:lnTo>
                  <a:pt x="19418" y="0"/>
                </a:lnTo>
                <a:lnTo>
                  <a:pt x="2182" y="0"/>
                </a:lnTo>
                <a:lnTo>
                  <a:pt x="1527" y="1080"/>
                </a:lnTo>
                <a:lnTo>
                  <a:pt x="655" y="3240"/>
                </a:lnTo>
                <a:lnTo>
                  <a:pt x="436" y="6480"/>
                </a:lnTo>
                <a:lnTo>
                  <a:pt x="0" y="10800"/>
                </a:lnTo>
                <a:lnTo>
                  <a:pt x="0" y="21600"/>
                </a:lnTo>
                <a:lnTo>
                  <a:pt x="21600" y="21600"/>
                </a:lnTo>
                <a:close/>
                <a:moveTo>
                  <a:pt x="6545" y="5400"/>
                </a:moveTo>
                <a:lnTo>
                  <a:pt x="7200" y="5400"/>
                </a:lnTo>
                <a:lnTo>
                  <a:pt x="7418" y="6480"/>
                </a:lnTo>
                <a:lnTo>
                  <a:pt x="7636" y="8640"/>
                </a:lnTo>
                <a:lnTo>
                  <a:pt x="7636" y="14040"/>
                </a:lnTo>
                <a:lnTo>
                  <a:pt x="7200" y="16200"/>
                </a:lnTo>
                <a:lnTo>
                  <a:pt x="6109" y="16200"/>
                </a:lnTo>
                <a:lnTo>
                  <a:pt x="5673" y="15120"/>
                </a:lnTo>
                <a:lnTo>
                  <a:pt x="5455" y="14040"/>
                </a:lnTo>
                <a:lnTo>
                  <a:pt x="5455" y="8640"/>
                </a:lnTo>
                <a:lnTo>
                  <a:pt x="5673" y="6480"/>
                </a:lnTo>
                <a:lnTo>
                  <a:pt x="6109" y="5400"/>
                </a:lnTo>
                <a:lnTo>
                  <a:pt x="6545" y="5400"/>
                </a:lnTo>
                <a:close/>
                <a:moveTo>
                  <a:pt x="3273" y="5400"/>
                </a:moveTo>
                <a:lnTo>
                  <a:pt x="3927" y="5400"/>
                </a:lnTo>
                <a:lnTo>
                  <a:pt x="4145" y="6480"/>
                </a:lnTo>
                <a:lnTo>
                  <a:pt x="4364" y="8640"/>
                </a:lnTo>
                <a:lnTo>
                  <a:pt x="4364" y="14040"/>
                </a:lnTo>
                <a:lnTo>
                  <a:pt x="3927" y="16200"/>
                </a:lnTo>
                <a:lnTo>
                  <a:pt x="2836" y="16200"/>
                </a:lnTo>
                <a:lnTo>
                  <a:pt x="2618" y="15120"/>
                </a:lnTo>
                <a:lnTo>
                  <a:pt x="2182" y="14040"/>
                </a:lnTo>
                <a:lnTo>
                  <a:pt x="2182" y="8640"/>
                </a:lnTo>
                <a:lnTo>
                  <a:pt x="2836" y="5400"/>
                </a:lnTo>
                <a:lnTo>
                  <a:pt x="3273" y="54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50"/>
          <p:cNvSpPr/>
          <p:nvPr/>
        </p:nvSpPr>
        <p:spPr>
          <a:xfrm>
            <a:off x="22195369" y="8280400"/>
            <a:ext cx="406404" cy="27091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18225"/>
                </a:lnTo>
                <a:lnTo>
                  <a:pt x="436" y="19575"/>
                </a:lnTo>
                <a:lnTo>
                  <a:pt x="655" y="20925"/>
                </a:lnTo>
                <a:lnTo>
                  <a:pt x="1527" y="21263"/>
                </a:lnTo>
                <a:lnTo>
                  <a:pt x="2182" y="21600"/>
                </a:lnTo>
                <a:lnTo>
                  <a:pt x="19418" y="21600"/>
                </a:lnTo>
                <a:lnTo>
                  <a:pt x="21164" y="20925"/>
                </a:lnTo>
                <a:lnTo>
                  <a:pt x="21600" y="1822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6327" y="17888"/>
                </a:moveTo>
                <a:lnTo>
                  <a:pt x="4582" y="15525"/>
                </a:lnTo>
                <a:lnTo>
                  <a:pt x="7200" y="11475"/>
                </a:lnTo>
                <a:lnTo>
                  <a:pt x="4582" y="7762"/>
                </a:lnTo>
                <a:lnTo>
                  <a:pt x="6327" y="5400"/>
                </a:lnTo>
                <a:lnTo>
                  <a:pt x="10255" y="11475"/>
                </a:lnTo>
                <a:lnTo>
                  <a:pt x="6327" y="17888"/>
                </a:lnTo>
                <a:close/>
                <a:moveTo>
                  <a:pt x="17236" y="16538"/>
                </a:moveTo>
                <a:lnTo>
                  <a:pt x="12000" y="16538"/>
                </a:lnTo>
                <a:lnTo>
                  <a:pt x="12000" y="13163"/>
                </a:lnTo>
                <a:lnTo>
                  <a:pt x="17236" y="13163"/>
                </a:lnTo>
                <a:lnTo>
                  <a:pt x="17236" y="1653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50"/>
          <p:cNvSpPr/>
          <p:nvPr/>
        </p:nvSpPr>
        <p:spPr>
          <a:xfrm>
            <a:off x="22157267" y="4229101"/>
            <a:ext cx="482598" cy="482598"/>
          </a:xfrm>
          <a:custGeom>
            <a:rect b="b" l="l" r="r" t="t"/>
            <a:pathLst>
              <a:path extrusionOk="0" h="21600" w="21600">
                <a:moveTo>
                  <a:pt x="20110" y="6703"/>
                </a:moveTo>
                <a:lnTo>
                  <a:pt x="19552" y="7076"/>
                </a:lnTo>
                <a:lnTo>
                  <a:pt x="14524" y="2048"/>
                </a:lnTo>
                <a:lnTo>
                  <a:pt x="14897" y="1303"/>
                </a:lnTo>
                <a:lnTo>
                  <a:pt x="13779" y="0"/>
                </a:lnTo>
                <a:lnTo>
                  <a:pt x="13034" y="745"/>
                </a:lnTo>
                <a:lnTo>
                  <a:pt x="11545" y="2607"/>
                </a:lnTo>
                <a:lnTo>
                  <a:pt x="10614" y="4841"/>
                </a:lnTo>
                <a:lnTo>
                  <a:pt x="9869" y="7262"/>
                </a:lnTo>
                <a:lnTo>
                  <a:pt x="9683" y="9683"/>
                </a:lnTo>
                <a:lnTo>
                  <a:pt x="7262" y="9869"/>
                </a:lnTo>
                <a:lnTo>
                  <a:pt x="4841" y="10614"/>
                </a:lnTo>
                <a:lnTo>
                  <a:pt x="2421" y="11545"/>
                </a:lnTo>
                <a:lnTo>
                  <a:pt x="1490" y="12476"/>
                </a:lnTo>
                <a:lnTo>
                  <a:pt x="745" y="13034"/>
                </a:lnTo>
                <a:lnTo>
                  <a:pt x="0" y="13779"/>
                </a:lnTo>
                <a:lnTo>
                  <a:pt x="1303" y="14897"/>
                </a:lnTo>
                <a:lnTo>
                  <a:pt x="2048" y="14524"/>
                </a:lnTo>
                <a:lnTo>
                  <a:pt x="7076" y="19552"/>
                </a:lnTo>
                <a:lnTo>
                  <a:pt x="6703" y="20110"/>
                </a:lnTo>
                <a:lnTo>
                  <a:pt x="7821" y="21600"/>
                </a:lnTo>
                <a:lnTo>
                  <a:pt x="8379" y="20855"/>
                </a:lnTo>
                <a:lnTo>
                  <a:pt x="9124" y="19924"/>
                </a:lnTo>
                <a:lnTo>
                  <a:pt x="10055" y="18993"/>
                </a:lnTo>
                <a:lnTo>
                  <a:pt x="10986" y="16759"/>
                </a:lnTo>
                <a:lnTo>
                  <a:pt x="11731" y="14152"/>
                </a:lnTo>
                <a:lnTo>
                  <a:pt x="11917" y="11917"/>
                </a:lnTo>
                <a:lnTo>
                  <a:pt x="14152" y="11731"/>
                </a:lnTo>
                <a:lnTo>
                  <a:pt x="16759" y="11172"/>
                </a:lnTo>
                <a:lnTo>
                  <a:pt x="18993" y="10055"/>
                </a:lnTo>
                <a:lnTo>
                  <a:pt x="19924" y="9497"/>
                </a:lnTo>
                <a:lnTo>
                  <a:pt x="21600" y="7821"/>
                </a:lnTo>
                <a:lnTo>
                  <a:pt x="20110" y="6703"/>
                </a:lnTo>
                <a:close/>
                <a:moveTo>
                  <a:pt x="18062" y="8193"/>
                </a:moveTo>
                <a:lnTo>
                  <a:pt x="16572" y="9124"/>
                </a:lnTo>
                <a:lnTo>
                  <a:pt x="12290" y="5214"/>
                </a:lnTo>
                <a:lnTo>
                  <a:pt x="13221" y="3352"/>
                </a:lnTo>
                <a:lnTo>
                  <a:pt x="18062" y="8193"/>
                </a:lnTo>
                <a:close/>
                <a:moveTo>
                  <a:pt x="9869" y="11731"/>
                </a:moveTo>
                <a:lnTo>
                  <a:pt x="10055" y="13034"/>
                </a:lnTo>
                <a:lnTo>
                  <a:pt x="9869" y="14524"/>
                </a:lnTo>
                <a:lnTo>
                  <a:pt x="7076" y="11731"/>
                </a:lnTo>
                <a:lnTo>
                  <a:pt x="8379" y="11545"/>
                </a:lnTo>
                <a:lnTo>
                  <a:pt x="9869" y="11731"/>
                </a:lnTo>
                <a:close/>
                <a:moveTo>
                  <a:pt x="3352" y="13221"/>
                </a:moveTo>
                <a:lnTo>
                  <a:pt x="5028" y="12476"/>
                </a:lnTo>
                <a:lnTo>
                  <a:pt x="9124" y="16572"/>
                </a:lnTo>
                <a:lnTo>
                  <a:pt x="8193" y="18062"/>
                </a:lnTo>
                <a:lnTo>
                  <a:pt x="3352" y="13221"/>
                </a:lnTo>
                <a:close/>
                <a:moveTo>
                  <a:pt x="11731" y="9869"/>
                </a:moveTo>
                <a:lnTo>
                  <a:pt x="11545" y="8566"/>
                </a:lnTo>
                <a:lnTo>
                  <a:pt x="11731" y="7076"/>
                </a:lnTo>
                <a:lnTo>
                  <a:pt x="14524" y="9869"/>
                </a:lnTo>
                <a:lnTo>
                  <a:pt x="13034" y="10055"/>
                </a:lnTo>
                <a:lnTo>
                  <a:pt x="11731" y="9869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50"/>
          <p:cNvSpPr/>
          <p:nvPr/>
        </p:nvSpPr>
        <p:spPr>
          <a:xfrm>
            <a:off x="22330834" y="9254066"/>
            <a:ext cx="46548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0" y="4800"/>
                </a:lnTo>
                <a:lnTo>
                  <a:pt x="0" y="16800"/>
                </a:lnTo>
                <a:lnTo>
                  <a:pt x="4320" y="21600"/>
                </a:lnTo>
                <a:lnTo>
                  <a:pt x="15120" y="21600"/>
                </a:lnTo>
                <a:lnTo>
                  <a:pt x="19440" y="19200"/>
                </a:lnTo>
                <a:lnTo>
                  <a:pt x="21600" y="16800"/>
                </a:lnTo>
                <a:lnTo>
                  <a:pt x="21600" y="4800"/>
                </a:lnTo>
                <a:lnTo>
                  <a:pt x="19440" y="240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50"/>
          <p:cNvSpPr/>
          <p:nvPr/>
        </p:nvSpPr>
        <p:spPr>
          <a:xfrm>
            <a:off x="22415503" y="9254066"/>
            <a:ext cx="38124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0" y="4800"/>
                </a:lnTo>
                <a:lnTo>
                  <a:pt x="0" y="16800"/>
                </a:lnTo>
                <a:lnTo>
                  <a:pt x="4320" y="21600"/>
                </a:lnTo>
                <a:lnTo>
                  <a:pt x="15120" y="21600"/>
                </a:lnTo>
                <a:lnTo>
                  <a:pt x="17280" y="19200"/>
                </a:lnTo>
                <a:lnTo>
                  <a:pt x="21600" y="16800"/>
                </a:lnTo>
                <a:lnTo>
                  <a:pt x="21600" y="4800"/>
                </a:lnTo>
                <a:lnTo>
                  <a:pt x="17280" y="240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50"/>
          <p:cNvSpPr/>
          <p:nvPr/>
        </p:nvSpPr>
        <p:spPr>
          <a:xfrm>
            <a:off x="22229234" y="9131300"/>
            <a:ext cx="321732" cy="410616"/>
          </a:xfrm>
          <a:custGeom>
            <a:rect b="b" l="l" r="r" t="t"/>
            <a:pathLst>
              <a:path extrusionOk="0" h="21600" w="21600">
                <a:moveTo>
                  <a:pt x="10937" y="0"/>
                </a:moveTo>
                <a:lnTo>
                  <a:pt x="8749" y="218"/>
                </a:lnTo>
                <a:lnTo>
                  <a:pt x="6835" y="873"/>
                </a:lnTo>
                <a:lnTo>
                  <a:pt x="4922" y="1309"/>
                </a:lnTo>
                <a:lnTo>
                  <a:pt x="3008" y="2400"/>
                </a:lnTo>
                <a:lnTo>
                  <a:pt x="1914" y="3709"/>
                </a:lnTo>
                <a:lnTo>
                  <a:pt x="1094" y="5455"/>
                </a:lnTo>
                <a:lnTo>
                  <a:pt x="0" y="8509"/>
                </a:lnTo>
                <a:lnTo>
                  <a:pt x="0" y="9382"/>
                </a:lnTo>
                <a:lnTo>
                  <a:pt x="547" y="10473"/>
                </a:lnTo>
                <a:lnTo>
                  <a:pt x="1914" y="12655"/>
                </a:lnTo>
                <a:lnTo>
                  <a:pt x="3554" y="14836"/>
                </a:lnTo>
                <a:lnTo>
                  <a:pt x="5468" y="17018"/>
                </a:lnTo>
                <a:lnTo>
                  <a:pt x="9296" y="20073"/>
                </a:lnTo>
                <a:lnTo>
                  <a:pt x="10937" y="21600"/>
                </a:lnTo>
                <a:lnTo>
                  <a:pt x="12577" y="20073"/>
                </a:lnTo>
                <a:lnTo>
                  <a:pt x="16405" y="17018"/>
                </a:lnTo>
                <a:lnTo>
                  <a:pt x="18319" y="14836"/>
                </a:lnTo>
                <a:lnTo>
                  <a:pt x="19959" y="12655"/>
                </a:lnTo>
                <a:lnTo>
                  <a:pt x="21327" y="10473"/>
                </a:lnTo>
                <a:lnTo>
                  <a:pt x="21600" y="9382"/>
                </a:lnTo>
                <a:lnTo>
                  <a:pt x="21600" y="8509"/>
                </a:lnTo>
                <a:lnTo>
                  <a:pt x="21327" y="6982"/>
                </a:lnTo>
                <a:lnTo>
                  <a:pt x="20780" y="5455"/>
                </a:lnTo>
                <a:lnTo>
                  <a:pt x="19959" y="3709"/>
                </a:lnTo>
                <a:lnTo>
                  <a:pt x="18592" y="2400"/>
                </a:lnTo>
                <a:lnTo>
                  <a:pt x="16952" y="1309"/>
                </a:lnTo>
                <a:lnTo>
                  <a:pt x="15038" y="873"/>
                </a:lnTo>
                <a:lnTo>
                  <a:pt x="12851" y="218"/>
                </a:lnTo>
                <a:lnTo>
                  <a:pt x="10937" y="0"/>
                </a:lnTo>
                <a:close/>
                <a:moveTo>
                  <a:pt x="17499" y="10691"/>
                </a:moveTo>
                <a:lnTo>
                  <a:pt x="15038" y="10691"/>
                </a:lnTo>
                <a:lnTo>
                  <a:pt x="15038" y="13527"/>
                </a:lnTo>
                <a:lnTo>
                  <a:pt x="14491" y="13745"/>
                </a:lnTo>
                <a:lnTo>
                  <a:pt x="14218" y="13964"/>
                </a:lnTo>
                <a:lnTo>
                  <a:pt x="13671" y="13964"/>
                </a:lnTo>
                <a:lnTo>
                  <a:pt x="13671" y="11782"/>
                </a:lnTo>
                <a:lnTo>
                  <a:pt x="12304" y="11782"/>
                </a:lnTo>
                <a:lnTo>
                  <a:pt x="12304" y="13964"/>
                </a:lnTo>
                <a:lnTo>
                  <a:pt x="9570" y="13964"/>
                </a:lnTo>
                <a:lnTo>
                  <a:pt x="9570" y="11782"/>
                </a:lnTo>
                <a:lnTo>
                  <a:pt x="8203" y="11782"/>
                </a:lnTo>
                <a:lnTo>
                  <a:pt x="8203" y="13964"/>
                </a:lnTo>
                <a:lnTo>
                  <a:pt x="7382" y="13964"/>
                </a:lnTo>
                <a:lnTo>
                  <a:pt x="6835" y="13527"/>
                </a:lnTo>
                <a:lnTo>
                  <a:pt x="6835" y="10691"/>
                </a:lnTo>
                <a:lnTo>
                  <a:pt x="4101" y="10691"/>
                </a:lnTo>
                <a:lnTo>
                  <a:pt x="4101" y="7636"/>
                </a:lnTo>
                <a:lnTo>
                  <a:pt x="4922" y="6545"/>
                </a:lnTo>
                <a:lnTo>
                  <a:pt x="5195" y="5673"/>
                </a:lnTo>
                <a:lnTo>
                  <a:pt x="6289" y="4800"/>
                </a:lnTo>
                <a:lnTo>
                  <a:pt x="7109" y="3927"/>
                </a:lnTo>
                <a:lnTo>
                  <a:pt x="8203" y="3709"/>
                </a:lnTo>
                <a:lnTo>
                  <a:pt x="9570" y="3273"/>
                </a:lnTo>
                <a:lnTo>
                  <a:pt x="12304" y="3273"/>
                </a:lnTo>
                <a:lnTo>
                  <a:pt x="13671" y="3709"/>
                </a:lnTo>
                <a:lnTo>
                  <a:pt x="14491" y="3927"/>
                </a:lnTo>
                <a:lnTo>
                  <a:pt x="16678" y="5673"/>
                </a:lnTo>
                <a:lnTo>
                  <a:pt x="16952" y="6545"/>
                </a:lnTo>
                <a:lnTo>
                  <a:pt x="17499" y="7636"/>
                </a:lnTo>
                <a:lnTo>
                  <a:pt x="17499" y="10691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50"/>
          <p:cNvSpPr/>
          <p:nvPr/>
        </p:nvSpPr>
        <p:spPr>
          <a:xfrm>
            <a:off x="20277666" y="9131300"/>
            <a:ext cx="334422" cy="410616"/>
          </a:xfrm>
          <a:custGeom>
            <a:rect b="b" l="l" r="r" t="t"/>
            <a:pathLst>
              <a:path extrusionOk="0" h="21600" w="21600">
                <a:moveTo>
                  <a:pt x="10663" y="0"/>
                </a:moveTo>
                <a:lnTo>
                  <a:pt x="8749" y="218"/>
                </a:lnTo>
                <a:lnTo>
                  <a:pt x="6562" y="873"/>
                </a:lnTo>
                <a:lnTo>
                  <a:pt x="4648" y="1309"/>
                </a:lnTo>
                <a:lnTo>
                  <a:pt x="3008" y="2400"/>
                </a:lnTo>
                <a:lnTo>
                  <a:pt x="1641" y="3709"/>
                </a:lnTo>
                <a:lnTo>
                  <a:pt x="820" y="5455"/>
                </a:lnTo>
                <a:lnTo>
                  <a:pt x="273" y="6982"/>
                </a:lnTo>
                <a:lnTo>
                  <a:pt x="0" y="8509"/>
                </a:lnTo>
                <a:lnTo>
                  <a:pt x="0" y="9382"/>
                </a:lnTo>
                <a:lnTo>
                  <a:pt x="273" y="10473"/>
                </a:lnTo>
                <a:lnTo>
                  <a:pt x="1641" y="12655"/>
                </a:lnTo>
                <a:lnTo>
                  <a:pt x="3281" y="14836"/>
                </a:lnTo>
                <a:lnTo>
                  <a:pt x="5195" y="17018"/>
                </a:lnTo>
                <a:lnTo>
                  <a:pt x="9023" y="20073"/>
                </a:lnTo>
                <a:lnTo>
                  <a:pt x="10663" y="21600"/>
                </a:lnTo>
                <a:lnTo>
                  <a:pt x="12304" y="20073"/>
                </a:lnTo>
                <a:lnTo>
                  <a:pt x="16132" y="17018"/>
                </a:lnTo>
                <a:lnTo>
                  <a:pt x="19959" y="12655"/>
                </a:lnTo>
                <a:lnTo>
                  <a:pt x="21600" y="9382"/>
                </a:lnTo>
                <a:lnTo>
                  <a:pt x="21600" y="8509"/>
                </a:lnTo>
                <a:lnTo>
                  <a:pt x="20506" y="5455"/>
                </a:lnTo>
                <a:lnTo>
                  <a:pt x="19959" y="3709"/>
                </a:lnTo>
                <a:lnTo>
                  <a:pt x="18592" y="2400"/>
                </a:lnTo>
                <a:lnTo>
                  <a:pt x="16678" y="1309"/>
                </a:lnTo>
                <a:lnTo>
                  <a:pt x="14765" y="873"/>
                </a:lnTo>
                <a:lnTo>
                  <a:pt x="12851" y="218"/>
                </a:lnTo>
                <a:lnTo>
                  <a:pt x="10663" y="0"/>
                </a:lnTo>
                <a:close/>
                <a:moveTo>
                  <a:pt x="12030" y="13745"/>
                </a:moveTo>
                <a:lnTo>
                  <a:pt x="12030" y="15055"/>
                </a:lnTo>
                <a:lnTo>
                  <a:pt x="9296" y="15055"/>
                </a:lnTo>
                <a:lnTo>
                  <a:pt x="9296" y="13745"/>
                </a:lnTo>
                <a:lnTo>
                  <a:pt x="8476" y="13091"/>
                </a:lnTo>
                <a:lnTo>
                  <a:pt x="7382" y="12655"/>
                </a:lnTo>
                <a:lnTo>
                  <a:pt x="7109" y="11782"/>
                </a:lnTo>
                <a:lnTo>
                  <a:pt x="6562" y="10691"/>
                </a:lnTo>
                <a:lnTo>
                  <a:pt x="9296" y="10691"/>
                </a:lnTo>
                <a:lnTo>
                  <a:pt x="9296" y="11127"/>
                </a:lnTo>
                <a:lnTo>
                  <a:pt x="9843" y="11564"/>
                </a:lnTo>
                <a:lnTo>
                  <a:pt x="10390" y="11782"/>
                </a:lnTo>
                <a:lnTo>
                  <a:pt x="10937" y="11782"/>
                </a:lnTo>
                <a:lnTo>
                  <a:pt x="11757" y="11564"/>
                </a:lnTo>
                <a:lnTo>
                  <a:pt x="12030" y="11127"/>
                </a:lnTo>
                <a:lnTo>
                  <a:pt x="12030" y="10691"/>
                </a:lnTo>
                <a:lnTo>
                  <a:pt x="11757" y="10473"/>
                </a:lnTo>
                <a:lnTo>
                  <a:pt x="10390" y="10255"/>
                </a:lnTo>
                <a:lnTo>
                  <a:pt x="9296" y="10036"/>
                </a:lnTo>
                <a:lnTo>
                  <a:pt x="7929" y="9382"/>
                </a:lnTo>
                <a:lnTo>
                  <a:pt x="7109" y="8509"/>
                </a:lnTo>
                <a:lnTo>
                  <a:pt x="6562" y="8073"/>
                </a:lnTo>
                <a:lnTo>
                  <a:pt x="6562" y="7636"/>
                </a:lnTo>
                <a:lnTo>
                  <a:pt x="7109" y="6545"/>
                </a:lnTo>
                <a:lnTo>
                  <a:pt x="7382" y="5673"/>
                </a:lnTo>
                <a:lnTo>
                  <a:pt x="8476" y="5018"/>
                </a:lnTo>
                <a:lnTo>
                  <a:pt x="9296" y="4582"/>
                </a:lnTo>
                <a:lnTo>
                  <a:pt x="9296" y="3273"/>
                </a:lnTo>
                <a:lnTo>
                  <a:pt x="12030" y="3273"/>
                </a:lnTo>
                <a:lnTo>
                  <a:pt x="12030" y="4582"/>
                </a:lnTo>
                <a:lnTo>
                  <a:pt x="13124" y="5018"/>
                </a:lnTo>
                <a:lnTo>
                  <a:pt x="14218" y="5673"/>
                </a:lnTo>
                <a:lnTo>
                  <a:pt x="14491" y="6545"/>
                </a:lnTo>
                <a:lnTo>
                  <a:pt x="14765" y="7636"/>
                </a:lnTo>
                <a:lnTo>
                  <a:pt x="12030" y="7636"/>
                </a:lnTo>
                <a:lnTo>
                  <a:pt x="12030" y="7200"/>
                </a:lnTo>
                <a:lnTo>
                  <a:pt x="11757" y="6764"/>
                </a:lnTo>
                <a:lnTo>
                  <a:pt x="10937" y="6545"/>
                </a:lnTo>
                <a:lnTo>
                  <a:pt x="10390" y="6545"/>
                </a:lnTo>
                <a:lnTo>
                  <a:pt x="9843" y="6764"/>
                </a:lnTo>
                <a:lnTo>
                  <a:pt x="9296" y="7200"/>
                </a:lnTo>
                <a:lnTo>
                  <a:pt x="9296" y="7636"/>
                </a:lnTo>
                <a:lnTo>
                  <a:pt x="9843" y="7855"/>
                </a:lnTo>
                <a:lnTo>
                  <a:pt x="12030" y="8291"/>
                </a:lnTo>
                <a:lnTo>
                  <a:pt x="13397" y="8945"/>
                </a:lnTo>
                <a:lnTo>
                  <a:pt x="14491" y="9600"/>
                </a:lnTo>
                <a:lnTo>
                  <a:pt x="14765" y="10255"/>
                </a:lnTo>
                <a:lnTo>
                  <a:pt x="14765" y="10691"/>
                </a:lnTo>
                <a:lnTo>
                  <a:pt x="14491" y="11782"/>
                </a:lnTo>
                <a:lnTo>
                  <a:pt x="14218" y="12655"/>
                </a:lnTo>
                <a:lnTo>
                  <a:pt x="13124" y="13091"/>
                </a:lnTo>
                <a:lnTo>
                  <a:pt x="12030" y="1374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50"/>
          <p:cNvSpPr/>
          <p:nvPr/>
        </p:nvSpPr>
        <p:spPr>
          <a:xfrm>
            <a:off x="18326102" y="9131300"/>
            <a:ext cx="334422" cy="410616"/>
          </a:xfrm>
          <a:custGeom>
            <a:rect b="b" l="l" r="r" t="t"/>
            <a:pathLst>
              <a:path extrusionOk="0" h="21600" w="21600">
                <a:moveTo>
                  <a:pt x="10937" y="0"/>
                </a:moveTo>
                <a:lnTo>
                  <a:pt x="8749" y="218"/>
                </a:lnTo>
                <a:lnTo>
                  <a:pt x="6835" y="873"/>
                </a:lnTo>
                <a:lnTo>
                  <a:pt x="4648" y="1309"/>
                </a:lnTo>
                <a:lnTo>
                  <a:pt x="3008" y="2400"/>
                </a:lnTo>
                <a:lnTo>
                  <a:pt x="1641" y="3709"/>
                </a:lnTo>
                <a:lnTo>
                  <a:pt x="1094" y="5455"/>
                </a:lnTo>
                <a:lnTo>
                  <a:pt x="273" y="6982"/>
                </a:lnTo>
                <a:lnTo>
                  <a:pt x="0" y="8509"/>
                </a:lnTo>
                <a:lnTo>
                  <a:pt x="0" y="9382"/>
                </a:lnTo>
                <a:lnTo>
                  <a:pt x="273" y="10473"/>
                </a:lnTo>
                <a:lnTo>
                  <a:pt x="1641" y="12655"/>
                </a:lnTo>
                <a:lnTo>
                  <a:pt x="5468" y="17018"/>
                </a:lnTo>
                <a:lnTo>
                  <a:pt x="9023" y="20073"/>
                </a:lnTo>
                <a:lnTo>
                  <a:pt x="10937" y="21600"/>
                </a:lnTo>
                <a:lnTo>
                  <a:pt x="12577" y="20073"/>
                </a:lnTo>
                <a:lnTo>
                  <a:pt x="16132" y="17018"/>
                </a:lnTo>
                <a:lnTo>
                  <a:pt x="18319" y="14836"/>
                </a:lnTo>
                <a:lnTo>
                  <a:pt x="19959" y="12655"/>
                </a:lnTo>
                <a:lnTo>
                  <a:pt x="21327" y="10473"/>
                </a:lnTo>
                <a:lnTo>
                  <a:pt x="21600" y="9382"/>
                </a:lnTo>
                <a:lnTo>
                  <a:pt x="21600" y="8509"/>
                </a:lnTo>
                <a:lnTo>
                  <a:pt x="21327" y="6982"/>
                </a:lnTo>
                <a:lnTo>
                  <a:pt x="20506" y="5455"/>
                </a:lnTo>
                <a:lnTo>
                  <a:pt x="19959" y="3709"/>
                </a:lnTo>
                <a:lnTo>
                  <a:pt x="18592" y="2400"/>
                </a:lnTo>
                <a:lnTo>
                  <a:pt x="16952" y="1309"/>
                </a:lnTo>
                <a:lnTo>
                  <a:pt x="14765" y="873"/>
                </a:lnTo>
                <a:lnTo>
                  <a:pt x="12851" y="218"/>
                </a:lnTo>
                <a:lnTo>
                  <a:pt x="10937" y="0"/>
                </a:lnTo>
                <a:close/>
                <a:moveTo>
                  <a:pt x="16132" y="9600"/>
                </a:moveTo>
                <a:lnTo>
                  <a:pt x="5468" y="9600"/>
                </a:lnTo>
                <a:lnTo>
                  <a:pt x="5468" y="7636"/>
                </a:lnTo>
                <a:lnTo>
                  <a:pt x="16132" y="7636"/>
                </a:lnTo>
                <a:lnTo>
                  <a:pt x="16132" y="9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50"/>
          <p:cNvSpPr/>
          <p:nvPr/>
        </p:nvSpPr>
        <p:spPr>
          <a:xfrm>
            <a:off x="17352434" y="9131300"/>
            <a:ext cx="334422" cy="410616"/>
          </a:xfrm>
          <a:custGeom>
            <a:rect b="b" l="l" r="r" t="t"/>
            <a:pathLst>
              <a:path extrusionOk="0" h="21600" w="21600">
                <a:moveTo>
                  <a:pt x="10937" y="0"/>
                </a:moveTo>
                <a:lnTo>
                  <a:pt x="8749" y="218"/>
                </a:lnTo>
                <a:lnTo>
                  <a:pt x="6835" y="873"/>
                </a:lnTo>
                <a:lnTo>
                  <a:pt x="4922" y="1309"/>
                </a:lnTo>
                <a:lnTo>
                  <a:pt x="3008" y="2400"/>
                </a:lnTo>
                <a:lnTo>
                  <a:pt x="1914" y="3709"/>
                </a:lnTo>
                <a:lnTo>
                  <a:pt x="1094" y="5455"/>
                </a:lnTo>
                <a:lnTo>
                  <a:pt x="0" y="8509"/>
                </a:lnTo>
                <a:lnTo>
                  <a:pt x="0" y="9382"/>
                </a:lnTo>
                <a:lnTo>
                  <a:pt x="547" y="10473"/>
                </a:lnTo>
                <a:lnTo>
                  <a:pt x="1914" y="12655"/>
                </a:lnTo>
                <a:lnTo>
                  <a:pt x="3554" y="14836"/>
                </a:lnTo>
                <a:lnTo>
                  <a:pt x="5468" y="17018"/>
                </a:lnTo>
                <a:lnTo>
                  <a:pt x="9296" y="20073"/>
                </a:lnTo>
                <a:lnTo>
                  <a:pt x="10937" y="21600"/>
                </a:lnTo>
                <a:lnTo>
                  <a:pt x="12577" y="20073"/>
                </a:lnTo>
                <a:lnTo>
                  <a:pt x="16405" y="17018"/>
                </a:lnTo>
                <a:lnTo>
                  <a:pt x="18319" y="14836"/>
                </a:lnTo>
                <a:lnTo>
                  <a:pt x="19959" y="12655"/>
                </a:lnTo>
                <a:lnTo>
                  <a:pt x="21327" y="10473"/>
                </a:lnTo>
                <a:lnTo>
                  <a:pt x="21600" y="9382"/>
                </a:lnTo>
                <a:lnTo>
                  <a:pt x="21600" y="8509"/>
                </a:lnTo>
                <a:lnTo>
                  <a:pt x="21327" y="6982"/>
                </a:lnTo>
                <a:lnTo>
                  <a:pt x="20780" y="5455"/>
                </a:lnTo>
                <a:lnTo>
                  <a:pt x="19959" y="3709"/>
                </a:lnTo>
                <a:lnTo>
                  <a:pt x="18592" y="2400"/>
                </a:lnTo>
                <a:lnTo>
                  <a:pt x="16952" y="1309"/>
                </a:lnTo>
                <a:lnTo>
                  <a:pt x="15038" y="873"/>
                </a:lnTo>
                <a:lnTo>
                  <a:pt x="12851" y="218"/>
                </a:lnTo>
                <a:lnTo>
                  <a:pt x="10937" y="0"/>
                </a:lnTo>
                <a:close/>
                <a:moveTo>
                  <a:pt x="17772" y="9600"/>
                </a:moveTo>
                <a:lnTo>
                  <a:pt x="12304" y="9600"/>
                </a:lnTo>
                <a:lnTo>
                  <a:pt x="12304" y="13964"/>
                </a:lnTo>
                <a:lnTo>
                  <a:pt x="9570" y="13964"/>
                </a:lnTo>
                <a:lnTo>
                  <a:pt x="9570" y="9600"/>
                </a:lnTo>
                <a:lnTo>
                  <a:pt x="4101" y="9600"/>
                </a:lnTo>
                <a:lnTo>
                  <a:pt x="4101" y="7636"/>
                </a:lnTo>
                <a:lnTo>
                  <a:pt x="9570" y="7636"/>
                </a:lnTo>
                <a:lnTo>
                  <a:pt x="9570" y="3273"/>
                </a:lnTo>
                <a:lnTo>
                  <a:pt x="12304" y="3273"/>
                </a:lnTo>
                <a:lnTo>
                  <a:pt x="12304" y="7636"/>
                </a:lnTo>
                <a:lnTo>
                  <a:pt x="17772" y="7636"/>
                </a:lnTo>
                <a:lnTo>
                  <a:pt x="17772" y="9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94" name="Google Shape;1394;p50"/>
          <p:cNvGrpSpPr/>
          <p:nvPr/>
        </p:nvGrpSpPr>
        <p:grpSpPr>
          <a:xfrm>
            <a:off x="16425333" y="9156700"/>
            <a:ext cx="249750" cy="406433"/>
            <a:chOff x="0" y="0"/>
            <a:chExt cx="249750" cy="406433"/>
          </a:xfrm>
        </p:grpSpPr>
        <p:sp>
          <p:nvSpPr>
            <p:cNvPr id="1395" name="Google Shape;1395;p50"/>
            <p:cNvSpPr/>
            <p:nvPr/>
          </p:nvSpPr>
          <p:spPr>
            <a:xfrm>
              <a:off x="0" y="0"/>
              <a:ext cx="249750" cy="347112"/>
            </a:xfrm>
            <a:custGeom>
              <a:rect b="b" l="l" r="r" t="t"/>
              <a:pathLst>
                <a:path extrusionOk="0" h="21600" w="21600">
                  <a:moveTo>
                    <a:pt x="21600" y="7714"/>
                  </a:moveTo>
                  <a:lnTo>
                    <a:pt x="21600" y="5914"/>
                  </a:lnTo>
                  <a:lnTo>
                    <a:pt x="20520" y="4629"/>
                  </a:lnTo>
                  <a:lnTo>
                    <a:pt x="19800" y="3343"/>
                  </a:lnTo>
                  <a:lnTo>
                    <a:pt x="18360" y="2314"/>
                  </a:lnTo>
                  <a:lnTo>
                    <a:pt x="16560" y="1286"/>
                  </a:lnTo>
                  <a:lnTo>
                    <a:pt x="14760" y="514"/>
                  </a:lnTo>
                  <a:lnTo>
                    <a:pt x="12960" y="0"/>
                  </a:lnTo>
                  <a:lnTo>
                    <a:pt x="8640" y="0"/>
                  </a:lnTo>
                  <a:lnTo>
                    <a:pt x="6840" y="514"/>
                  </a:lnTo>
                  <a:lnTo>
                    <a:pt x="5040" y="1286"/>
                  </a:lnTo>
                  <a:lnTo>
                    <a:pt x="3240" y="2314"/>
                  </a:lnTo>
                  <a:lnTo>
                    <a:pt x="1800" y="3343"/>
                  </a:lnTo>
                  <a:lnTo>
                    <a:pt x="1080" y="4629"/>
                  </a:lnTo>
                  <a:lnTo>
                    <a:pt x="0" y="5914"/>
                  </a:lnTo>
                  <a:lnTo>
                    <a:pt x="0" y="7714"/>
                  </a:lnTo>
                  <a:lnTo>
                    <a:pt x="720" y="9514"/>
                  </a:lnTo>
                  <a:lnTo>
                    <a:pt x="1800" y="12086"/>
                  </a:lnTo>
                  <a:lnTo>
                    <a:pt x="3600" y="14143"/>
                  </a:lnTo>
                  <a:lnTo>
                    <a:pt x="5400" y="16457"/>
                  </a:lnTo>
                  <a:lnTo>
                    <a:pt x="9000" y="20057"/>
                  </a:lnTo>
                  <a:lnTo>
                    <a:pt x="10800" y="21600"/>
                  </a:lnTo>
                  <a:lnTo>
                    <a:pt x="12600" y="20057"/>
                  </a:lnTo>
                  <a:lnTo>
                    <a:pt x="16200" y="16457"/>
                  </a:lnTo>
                  <a:lnTo>
                    <a:pt x="18000" y="14143"/>
                  </a:lnTo>
                  <a:lnTo>
                    <a:pt x="19800" y="12086"/>
                  </a:lnTo>
                  <a:lnTo>
                    <a:pt x="20880" y="9514"/>
                  </a:lnTo>
                  <a:lnTo>
                    <a:pt x="21600" y="7714"/>
                  </a:lnTo>
                  <a:close/>
                  <a:moveTo>
                    <a:pt x="6480" y="7714"/>
                  </a:moveTo>
                  <a:lnTo>
                    <a:pt x="6840" y="6429"/>
                  </a:lnTo>
                  <a:lnTo>
                    <a:pt x="7560" y="5400"/>
                  </a:lnTo>
                  <a:lnTo>
                    <a:pt x="9000" y="4629"/>
                  </a:lnTo>
                  <a:lnTo>
                    <a:pt x="10800" y="4371"/>
                  </a:lnTo>
                  <a:lnTo>
                    <a:pt x="12600" y="4629"/>
                  </a:lnTo>
                  <a:lnTo>
                    <a:pt x="14040" y="5400"/>
                  </a:lnTo>
                  <a:lnTo>
                    <a:pt x="14760" y="6429"/>
                  </a:lnTo>
                  <a:lnTo>
                    <a:pt x="15120" y="7714"/>
                  </a:lnTo>
                  <a:lnTo>
                    <a:pt x="14760" y="8743"/>
                  </a:lnTo>
                  <a:lnTo>
                    <a:pt x="14040" y="9771"/>
                  </a:lnTo>
                  <a:lnTo>
                    <a:pt x="12600" y="10543"/>
                  </a:lnTo>
                  <a:lnTo>
                    <a:pt x="10800" y="10800"/>
                  </a:lnTo>
                  <a:lnTo>
                    <a:pt x="9000" y="10543"/>
                  </a:lnTo>
                  <a:lnTo>
                    <a:pt x="7560" y="9771"/>
                  </a:lnTo>
                  <a:lnTo>
                    <a:pt x="6840" y="8743"/>
                  </a:lnTo>
                  <a:lnTo>
                    <a:pt x="6480" y="7714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50"/>
            <p:cNvSpPr/>
            <p:nvPr/>
          </p:nvSpPr>
          <p:spPr>
            <a:xfrm>
              <a:off x="38101" y="372533"/>
              <a:ext cx="160800" cy="33900"/>
            </a:xfrm>
            <a:prstGeom prst="rect">
              <a:avLst/>
            </a:pr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</p:grpSp>
      <p:sp>
        <p:nvSpPr>
          <p:cNvPr id="1397" name="Google Shape;1397;p50"/>
          <p:cNvSpPr/>
          <p:nvPr/>
        </p:nvSpPr>
        <p:spPr>
          <a:xfrm>
            <a:off x="15510933" y="9279466"/>
            <a:ext cx="127008" cy="122742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745"/>
                </a:lnTo>
                <a:lnTo>
                  <a:pt x="3600" y="2979"/>
                </a:lnTo>
                <a:lnTo>
                  <a:pt x="1440" y="5959"/>
                </a:lnTo>
                <a:lnTo>
                  <a:pt x="0" y="10428"/>
                </a:lnTo>
                <a:lnTo>
                  <a:pt x="1440" y="14897"/>
                </a:lnTo>
                <a:lnTo>
                  <a:pt x="3600" y="17876"/>
                </a:lnTo>
                <a:lnTo>
                  <a:pt x="6480" y="20855"/>
                </a:lnTo>
                <a:lnTo>
                  <a:pt x="10800" y="21600"/>
                </a:lnTo>
                <a:lnTo>
                  <a:pt x="15120" y="20855"/>
                </a:lnTo>
                <a:lnTo>
                  <a:pt x="20880" y="14897"/>
                </a:lnTo>
                <a:lnTo>
                  <a:pt x="21600" y="10428"/>
                </a:lnTo>
                <a:lnTo>
                  <a:pt x="20880" y="5959"/>
                </a:lnTo>
                <a:lnTo>
                  <a:pt x="18000" y="2979"/>
                </a:lnTo>
                <a:lnTo>
                  <a:pt x="15120" y="745"/>
                </a:lnTo>
                <a:lnTo>
                  <a:pt x="10800" y="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50"/>
          <p:cNvSpPr/>
          <p:nvPr/>
        </p:nvSpPr>
        <p:spPr>
          <a:xfrm>
            <a:off x="15362767" y="9131300"/>
            <a:ext cx="410616" cy="410616"/>
          </a:xfrm>
          <a:custGeom>
            <a:rect b="b" l="l" r="r" t="t"/>
            <a:pathLst>
              <a:path extrusionOk="0" h="21600" w="21600">
                <a:moveTo>
                  <a:pt x="21600" y="9600"/>
                </a:moveTo>
                <a:lnTo>
                  <a:pt x="19418" y="9600"/>
                </a:lnTo>
                <a:lnTo>
                  <a:pt x="18545" y="6982"/>
                </a:lnTo>
                <a:lnTo>
                  <a:pt x="17673" y="5673"/>
                </a:lnTo>
                <a:lnTo>
                  <a:pt x="17018" y="4582"/>
                </a:lnTo>
                <a:lnTo>
                  <a:pt x="15927" y="3709"/>
                </a:lnTo>
                <a:lnTo>
                  <a:pt x="14618" y="3055"/>
                </a:lnTo>
                <a:lnTo>
                  <a:pt x="13091" y="2400"/>
                </a:lnTo>
                <a:lnTo>
                  <a:pt x="11782" y="2182"/>
                </a:lnTo>
                <a:lnTo>
                  <a:pt x="11782" y="0"/>
                </a:lnTo>
                <a:lnTo>
                  <a:pt x="9600" y="0"/>
                </a:lnTo>
                <a:lnTo>
                  <a:pt x="9600" y="2182"/>
                </a:lnTo>
                <a:lnTo>
                  <a:pt x="8291" y="2400"/>
                </a:lnTo>
                <a:lnTo>
                  <a:pt x="5673" y="3709"/>
                </a:lnTo>
                <a:lnTo>
                  <a:pt x="4582" y="4582"/>
                </a:lnTo>
                <a:lnTo>
                  <a:pt x="3709" y="5673"/>
                </a:lnTo>
                <a:lnTo>
                  <a:pt x="2400" y="8291"/>
                </a:lnTo>
                <a:lnTo>
                  <a:pt x="2182" y="9600"/>
                </a:lnTo>
                <a:lnTo>
                  <a:pt x="0" y="9600"/>
                </a:lnTo>
                <a:lnTo>
                  <a:pt x="0" y="11782"/>
                </a:lnTo>
                <a:lnTo>
                  <a:pt x="2182" y="11782"/>
                </a:lnTo>
                <a:lnTo>
                  <a:pt x="2400" y="13091"/>
                </a:lnTo>
                <a:lnTo>
                  <a:pt x="3055" y="14618"/>
                </a:lnTo>
                <a:lnTo>
                  <a:pt x="3709" y="15927"/>
                </a:lnTo>
                <a:lnTo>
                  <a:pt x="4582" y="17018"/>
                </a:lnTo>
                <a:lnTo>
                  <a:pt x="5673" y="17673"/>
                </a:lnTo>
                <a:lnTo>
                  <a:pt x="6982" y="18545"/>
                </a:lnTo>
                <a:lnTo>
                  <a:pt x="8291" y="19200"/>
                </a:lnTo>
                <a:lnTo>
                  <a:pt x="9600" y="19418"/>
                </a:lnTo>
                <a:lnTo>
                  <a:pt x="9600" y="21600"/>
                </a:lnTo>
                <a:lnTo>
                  <a:pt x="11782" y="21600"/>
                </a:lnTo>
                <a:lnTo>
                  <a:pt x="11782" y="19418"/>
                </a:lnTo>
                <a:lnTo>
                  <a:pt x="13091" y="19200"/>
                </a:lnTo>
                <a:lnTo>
                  <a:pt x="14618" y="18545"/>
                </a:lnTo>
                <a:lnTo>
                  <a:pt x="15927" y="17673"/>
                </a:lnTo>
                <a:lnTo>
                  <a:pt x="17018" y="17018"/>
                </a:lnTo>
                <a:lnTo>
                  <a:pt x="17673" y="15927"/>
                </a:lnTo>
                <a:lnTo>
                  <a:pt x="18545" y="14618"/>
                </a:lnTo>
                <a:lnTo>
                  <a:pt x="18982" y="13091"/>
                </a:lnTo>
                <a:lnTo>
                  <a:pt x="19418" y="11782"/>
                </a:lnTo>
                <a:lnTo>
                  <a:pt x="21600" y="11782"/>
                </a:lnTo>
                <a:lnTo>
                  <a:pt x="21600" y="9600"/>
                </a:lnTo>
                <a:close/>
                <a:moveTo>
                  <a:pt x="10691" y="17236"/>
                </a:moveTo>
                <a:lnTo>
                  <a:pt x="9382" y="17236"/>
                </a:lnTo>
                <a:lnTo>
                  <a:pt x="8291" y="16582"/>
                </a:lnTo>
                <a:lnTo>
                  <a:pt x="7200" y="16145"/>
                </a:lnTo>
                <a:lnTo>
                  <a:pt x="6109" y="15273"/>
                </a:lnTo>
                <a:lnTo>
                  <a:pt x="4800" y="13091"/>
                </a:lnTo>
                <a:lnTo>
                  <a:pt x="4364" y="12000"/>
                </a:lnTo>
                <a:lnTo>
                  <a:pt x="4364" y="9382"/>
                </a:lnTo>
                <a:lnTo>
                  <a:pt x="4800" y="8291"/>
                </a:lnTo>
                <a:lnTo>
                  <a:pt x="6109" y="6109"/>
                </a:lnTo>
                <a:lnTo>
                  <a:pt x="8291" y="4800"/>
                </a:lnTo>
                <a:lnTo>
                  <a:pt x="9382" y="4364"/>
                </a:lnTo>
                <a:lnTo>
                  <a:pt x="12000" y="4364"/>
                </a:lnTo>
                <a:lnTo>
                  <a:pt x="13091" y="4800"/>
                </a:lnTo>
                <a:lnTo>
                  <a:pt x="15273" y="6109"/>
                </a:lnTo>
                <a:lnTo>
                  <a:pt x="16145" y="7200"/>
                </a:lnTo>
                <a:lnTo>
                  <a:pt x="16582" y="8291"/>
                </a:lnTo>
                <a:lnTo>
                  <a:pt x="17236" y="9382"/>
                </a:lnTo>
                <a:lnTo>
                  <a:pt x="17236" y="12000"/>
                </a:lnTo>
                <a:lnTo>
                  <a:pt x="16582" y="13091"/>
                </a:lnTo>
                <a:lnTo>
                  <a:pt x="16145" y="14182"/>
                </a:lnTo>
                <a:lnTo>
                  <a:pt x="15273" y="15273"/>
                </a:lnTo>
                <a:lnTo>
                  <a:pt x="14182" y="16145"/>
                </a:lnTo>
                <a:lnTo>
                  <a:pt x="13091" y="16582"/>
                </a:lnTo>
                <a:lnTo>
                  <a:pt x="12000" y="17236"/>
                </a:lnTo>
                <a:lnTo>
                  <a:pt x="10691" y="17236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50"/>
          <p:cNvSpPr/>
          <p:nvPr/>
        </p:nvSpPr>
        <p:spPr>
          <a:xfrm>
            <a:off x="14537266" y="9097434"/>
            <a:ext cx="122742" cy="122742"/>
          </a:xfrm>
          <a:custGeom>
            <a:rect b="b" l="l" r="r" t="t"/>
            <a:pathLst>
              <a:path extrusionOk="0" h="21600" w="21600">
                <a:moveTo>
                  <a:pt x="10428" y="21600"/>
                </a:moveTo>
                <a:lnTo>
                  <a:pt x="15641" y="20160"/>
                </a:lnTo>
                <a:lnTo>
                  <a:pt x="20855" y="15120"/>
                </a:lnTo>
                <a:lnTo>
                  <a:pt x="21600" y="10800"/>
                </a:lnTo>
                <a:lnTo>
                  <a:pt x="20855" y="6480"/>
                </a:lnTo>
                <a:lnTo>
                  <a:pt x="17876" y="3600"/>
                </a:lnTo>
                <a:lnTo>
                  <a:pt x="15641" y="720"/>
                </a:lnTo>
                <a:lnTo>
                  <a:pt x="10428" y="0"/>
                </a:lnTo>
                <a:lnTo>
                  <a:pt x="5959" y="720"/>
                </a:lnTo>
                <a:lnTo>
                  <a:pt x="3724" y="3600"/>
                </a:lnTo>
                <a:lnTo>
                  <a:pt x="745" y="6480"/>
                </a:lnTo>
                <a:lnTo>
                  <a:pt x="0" y="10800"/>
                </a:lnTo>
                <a:lnTo>
                  <a:pt x="745" y="15120"/>
                </a:lnTo>
                <a:lnTo>
                  <a:pt x="5959" y="20160"/>
                </a:lnTo>
                <a:lnTo>
                  <a:pt x="10428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50"/>
          <p:cNvSpPr/>
          <p:nvPr/>
        </p:nvSpPr>
        <p:spPr>
          <a:xfrm>
            <a:off x="14499167" y="9245600"/>
            <a:ext cx="198990" cy="258228"/>
          </a:xfrm>
          <a:custGeom>
            <a:rect b="b" l="l" r="r" t="t"/>
            <a:pathLst>
              <a:path extrusionOk="0" h="21600" w="21600">
                <a:moveTo>
                  <a:pt x="2204" y="13162"/>
                </a:moveTo>
                <a:lnTo>
                  <a:pt x="4408" y="13162"/>
                </a:lnTo>
                <a:lnTo>
                  <a:pt x="4408" y="20587"/>
                </a:lnTo>
                <a:lnTo>
                  <a:pt x="4849" y="21263"/>
                </a:lnTo>
                <a:lnTo>
                  <a:pt x="5290" y="21600"/>
                </a:lnTo>
                <a:lnTo>
                  <a:pt x="16310" y="21600"/>
                </a:lnTo>
                <a:lnTo>
                  <a:pt x="16751" y="21263"/>
                </a:lnTo>
                <a:lnTo>
                  <a:pt x="17192" y="20587"/>
                </a:lnTo>
                <a:lnTo>
                  <a:pt x="17192" y="13162"/>
                </a:lnTo>
                <a:lnTo>
                  <a:pt x="20718" y="13162"/>
                </a:lnTo>
                <a:lnTo>
                  <a:pt x="21600" y="12488"/>
                </a:lnTo>
                <a:lnTo>
                  <a:pt x="21600" y="6412"/>
                </a:lnTo>
                <a:lnTo>
                  <a:pt x="20718" y="4725"/>
                </a:lnTo>
                <a:lnTo>
                  <a:pt x="19837" y="3712"/>
                </a:lnTo>
                <a:lnTo>
                  <a:pt x="18514" y="2362"/>
                </a:lnTo>
                <a:lnTo>
                  <a:pt x="16751" y="1012"/>
                </a:lnTo>
                <a:lnTo>
                  <a:pt x="14988" y="675"/>
                </a:lnTo>
                <a:lnTo>
                  <a:pt x="12784" y="0"/>
                </a:lnTo>
                <a:lnTo>
                  <a:pt x="8816" y="0"/>
                </a:lnTo>
                <a:lnTo>
                  <a:pt x="6612" y="675"/>
                </a:lnTo>
                <a:lnTo>
                  <a:pt x="4849" y="1012"/>
                </a:lnTo>
                <a:lnTo>
                  <a:pt x="3086" y="2362"/>
                </a:lnTo>
                <a:lnTo>
                  <a:pt x="1763" y="3712"/>
                </a:lnTo>
                <a:lnTo>
                  <a:pt x="882" y="4725"/>
                </a:lnTo>
                <a:lnTo>
                  <a:pt x="0" y="6412"/>
                </a:lnTo>
                <a:lnTo>
                  <a:pt x="0" y="12488"/>
                </a:lnTo>
                <a:lnTo>
                  <a:pt x="882" y="13162"/>
                </a:lnTo>
                <a:lnTo>
                  <a:pt x="2204" y="1316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50"/>
          <p:cNvSpPr/>
          <p:nvPr/>
        </p:nvSpPr>
        <p:spPr>
          <a:xfrm>
            <a:off x="14389102" y="9440333"/>
            <a:ext cx="406404" cy="135486"/>
          </a:xfrm>
          <a:custGeom>
            <a:rect b="b" l="l" r="r" t="t"/>
            <a:pathLst>
              <a:path extrusionOk="0" h="21600" w="21600">
                <a:moveTo>
                  <a:pt x="17455" y="0"/>
                </a:moveTo>
                <a:lnTo>
                  <a:pt x="17018" y="6171"/>
                </a:lnTo>
                <a:lnTo>
                  <a:pt x="18327" y="7406"/>
                </a:lnTo>
                <a:lnTo>
                  <a:pt x="18764" y="8023"/>
                </a:lnTo>
                <a:lnTo>
                  <a:pt x="19418" y="9874"/>
                </a:lnTo>
                <a:lnTo>
                  <a:pt x="18764" y="11109"/>
                </a:lnTo>
                <a:lnTo>
                  <a:pt x="17236" y="13577"/>
                </a:lnTo>
                <a:lnTo>
                  <a:pt x="14618" y="14811"/>
                </a:lnTo>
                <a:lnTo>
                  <a:pt x="10691" y="16046"/>
                </a:lnTo>
                <a:lnTo>
                  <a:pt x="6982" y="14811"/>
                </a:lnTo>
                <a:lnTo>
                  <a:pt x="4364" y="13577"/>
                </a:lnTo>
                <a:lnTo>
                  <a:pt x="2618" y="11109"/>
                </a:lnTo>
                <a:lnTo>
                  <a:pt x="2182" y="9874"/>
                </a:lnTo>
                <a:lnTo>
                  <a:pt x="2618" y="8023"/>
                </a:lnTo>
                <a:lnTo>
                  <a:pt x="3491" y="6789"/>
                </a:lnTo>
                <a:lnTo>
                  <a:pt x="4800" y="6171"/>
                </a:lnTo>
                <a:lnTo>
                  <a:pt x="4145" y="0"/>
                </a:lnTo>
                <a:lnTo>
                  <a:pt x="2182" y="1851"/>
                </a:lnTo>
                <a:lnTo>
                  <a:pt x="873" y="4320"/>
                </a:lnTo>
                <a:lnTo>
                  <a:pt x="218" y="7406"/>
                </a:lnTo>
                <a:lnTo>
                  <a:pt x="0" y="9874"/>
                </a:lnTo>
                <a:lnTo>
                  <a:pt x="218" y="12960"/>
                </a:lnTo>
                <a:lnTo>
                  <a:pt x="1091" y="14811"/>
                </a:lnTo>
                <a:lnTo>
                  <a:pt x="2182" y="17280"/>
                </a:lnTo>
                <a:lnTo>
                  <a:pt x="3491" y="19131"/>
                </a:lnTo>
                <a:lnTo>
                  <a:pt x="5236" y="20366"/>
                </a:lnTo>
                <a:lnTo>
                  <a:pt x="6982" y="20983"/>
                </a:lnTo>
                <a:lnTo>
                  <a:pt x="10691" y="21600"/>
                </a:lnTo>
                <a:lnTo>
                  <a:pt x="14618" y="20983"/>
                </a:lnTo>
                <a:lnTo>
                  <a:pt x="16364" y="20366"/>
                </a:lnTo>
                <a:lnTo>
                  <a:pt x="18109" y="19131"/>
                </a:lnTo>
                <a:lnTo>
                  <a:pt x="19418" y="17280"/>
                </a:lnTo>
                <a:lnTo>
                  <a:pt x="20509" y="14811"/>
                </a:lnTo>
                <a:lnTo>
                  <a:pt x="21382" y="12960"/>
                </a:lnTo>
                <a:lnTo>
                  <a:pt x="21600" y="9874"/>
                </a:lnTo>
                <a:lnTo>
                  <a:pt x="21382" y="7406"/>
                </a:lnTo>
                <a:lnTo>
                  <a:pt x="20727" y="4937"/>
                </a:lnTo>
                <a:lnTo>
                  <a:pt x="19636" y="1851"/>
                </a:lnTo>
                <a:lnTo>
                  <a:pt x="17455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50"/>
          <p:cNvSpPr/>
          <p:nvPr/>
        </p:nvSpPr>
        <p:spPr>
          <a:xfrm>
            <a:off x="13584767" y="9182100"/>
            <a:ext cx="63504" cy="63504"/>
          </a:xfrm>
          <a:custGeom>
            <a:rect b="b" l="l" r="r" t="t"/>
            <a:pathLst>
              <a:path extrusionOk="0" h="21600" w="21600">
                <a:moveTo>
                  <a:pt x="11520" y="21600"/>
                </a:moveTo>
                <a:lnTo>
                  <a:pt x="14400" y="21600"/>
                </a:lnTo>
                <a:lnTo>
                  <a:pt x="18720" y="18720"/>
                </a:lnTo>
                <a:lnTo>
                  <a:pt x="21600" y="14400"/>
                </a:lnTo>
                <a:lnTo>
                  <a:pt x="21600" y="7200"/>
                </a:lnTo>
                <a:lnTo>
                  <a:pt x="14400" y="0"/>
                </a:lnTo>
                <a:lnTo>
                  <a:pt x="7200" y="0"/>
                </a:lnTo>
                <a:lnTo>
                  <a:pt x="4320" y="4320"/>
                </a:lnTo>
                <a:lnTo>
                  <a:pt x="0" y="7200"/>
                </a:lnTo>
                <a:lnTo>
                  <a:pt x="0" y="14400"/>
                </a:lnTo>
                <a:lnTo>
                  <a:pt x="7200" y="21600"/>
                </a:lnTo>
                <a:lnTo>
                  <a:pt x="1152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50"/>
          <p:cNvSpPr/>
          <p:nvPr/>
        </p:nvSpPr>
        <p:spPr>
          <a:xfrm>
            <a:off x="13411200" y="9118600"/>
            <a:ext cx="410616" cy="410616"/>
          </a:xfrm>
          <a:custGeom>
            <a:rect b="b" l="l" r="r" t="t"/>
            <a:pathLst>
              <a:path extrusionOk="0" h="21600" w="21600">
                <a:moveTo>
                  <a:pt x="21600" y="18545"/>
                </a:moveTo>
                <a:lnTo>
                  <a:pt x="18982" y="13091"/>
                </a:lnTo>
                <a:lnTo>
                  <a:pt x="18545" y="12655"/>
                </a:lnTo>
                <a:lnTo>
                  <a:pt x="18109" y="12436"/>
                </a:lnTo>
                <a:lnTo>
                  <a:pt x="17673" y="11782"/>
                </a:lnTo>
                <a:lnTo>
                  <a:pt x="14400" y="11782"/>
                </a:lnTo>
                <a:lnTo>
                  <a:pt x="15709" y="8073"/>
                </a:lnTo>
                <a:lnTo>
                  <a:pt x="15927" y="6545"/>
                </a:lnTo>
                <a:lnTo>
                  <a:pt x="16145" y="5455"/>
                </a:lnTo>
                <a:lnTo>
                  <a:pt x="16145" y="4364"/>
                </a:lnTo>
                <a:lnTo>
                  <a:pt x="15709" y="3273"/>
                </a:lnTo>
                <a:lnTo>
                  <a:pt x="15491" y="2400"/>
                </a:lnTo>
                <a:lnTo>
                  <a:pt x="14618" y="1527"/>
                </a:lnTo>
                <a:lnTo>
                  <a:pt x="13745" y="873"/>
                </a:lnTo>
                <a:lnTo>
                  <a:pt x="13091" y="655"/>
                </a:lnTo>
                <a:lnTo>
                  <a:pt x="12000" y="0"/>
                </a:lnTo>
                <a:lnTo>
                  <a:pt x="9818" y="0"/>
                </a:lnTo>
                <a:lnTo>
                  <a:pt x="8727" y="655"/>
                </a:lnTo>
                <a:lnTo>
                  <a:pt x="7855" y="873"/>
                </a:lnTo>
                <a:lnTo>
                  <a:pt x="6982" y="1527"/>
                </a:lnTo>
                <a:lnTo>
                  <a:pt x="6327" y="2400"/>
                </a:lnTo>
                <a:lnTo>
                  <a:pt x="5891" y="3273"/>
                </a:lnTo>
                <a:lnTo>
                  <a:pt x="5455" y="4364"/>
                </a:lnTo>
                <a:lnTo>
                  <a:pt x="5455" y="5455"/>
                </a:lnTo>
                <a:lnTo>
                  <a:pt x="5673" y="6545"/>
                </a:lnTo>
                <a:lnTo>
                  <a:pt x="5891" y="8073"/>
                </a:lnTo>
                <a:lnTo>
                  <a:pt x="7418" y="11782"/>
                </a:lnTo>
                <a:lnTo>
                  <a:pt x="4145" y="11782"/>
                </a:lnTo>
                <a:lnTo>
                  <a:pt x="3491" y="12436"/>
                </a:lnTo>
                <a:lnTo>
                  <a:pt x="3055" y="12655"/>
                </a:lnTo>
                <a:lnTo>
                  <a:pt x="2836" y="13091"/>
                </a:lnTo>
                <a:lnTo>
                  <a:pt x="0" y="18545"/>
                </a:lnTo>
                <a:lnTo>
                  <a:pt x="0" y="19636"/>
                </a:lnTo>
                <a:lnTo>
                  <a:pt x="655" y="20727"/>
                </a:lnTo>
                <a:lnTo>
                  <a:pt x="1091" y="21164"/>
                </a:lnTo>
                <a:lnTo>
                  <a:pt x="2182" y="21600"/>
                </a:lnTo>
                <a:lnTo>
                  <a:pt x="19418" y="21600"/>
                </a:lnTo>
                <a:lnTo>
                  <a:pt x="20509" y="21164"/>
                </a:lnTo>
                <a:lnTo>
                  <a:pt x="21164" y="20727"/>
                </a:lnTo>
                <a:lnTo>
                  <a:pt x="21600" y="19636"/>
                </a:lnTo>
                <a:lnTo>
                  <a:pt x="21600" y="18545"/>
                </a:lnTo>
                <a:close/>
                <a:moveTo>
                  <a:pt x="10909" y="2182"/>
                </a:moveTo>
                <a:lnTo>
                  <a:pt x="12218" y="2400"/>
                </a:lnTo>
                <a:lnTo>
                  <a:pt x="13091" y="3273"/>
                </a:lnTo>
                <a:lnTo>
                  <a:pt x="13745" y="4145"/>
                </a:lnTo>
                <a:lnTo>
                  <a:pt x="13964" y="5455"/>
                </a:lnTo>
                <a:lnTo>
                  <a:pt x="13527" y="7200"/>
                </a:lnTo>
                <a:lnTo>
                  <a:pt x="12655" y="10255"/>
                </a:lnTo>
                <a:lnTo>
                  <a:pt x="10909" y="15055"/>
                </a:lnTo>
                <a:lnTo>
                  <a:pt x="8945" y="10255"/>
                </a:lnTo>
                <a:lnTo>
                  <a:pt x="8073" y="7200"/>
                </a:lnTo>
                <a:lnTo>
                  <a:pt x="7636" y="5455"/>
                </a:lnTo>
                <a:lnTo>
                  <a:pt x="7855" y="4145"/>
                </a:lnTo>
                <a:lnTo>
                  <a:pt x="9600" y="2400"/>
                </a:lnTo>
                <a:lnTo>
                  <a:pt x="10909" y="218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50"/>
          <p:cNvSpPr/>
          <p:nvPr/>
        </p:nvSpPr>
        <p:spPr>
          <a:xfrm>
            <a:off x="21255569" y="9131300"/>
            <a:ext cx="321732" cy="410616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862" y="218"/>
                </a:lnTo>
                <a:lnTo>
                  <a:pt x="6646" y="873"/>
                </a:lnTo>
                <a:lnTo>
                  <a:pt x="4708" y="1309"/>
                </a:lnTo>
                <a:lnTo>
                  <a:pt x="3046" y="2400"/>
                </a:lnTo>
                <a:lnTo>
                  <a:pt x="1662" y="3709"/>
                </a:lnTo>
                <a:lnTo>
                  <a:pt x="831" y="5455"/>
                </a:lnTo>
                <a:lnTo>
                  <a:pt x="277" y="6982"/>
                </a:lnTo>
                <a:lnTo>
                  <a:pt x="0" y="8509"/>
                </a:lnTo>
                <a:lnTo>
                  <a:pt x="0" y="9382"/>
                </a:lnTo>
                <a:lnTo>
                  <a:pt x="277" y="10473"/>
                </a:lnTo>
                <a:lnTo>
                  <a:pt x="1662" y="12655"/>
                </a:lnTo>
                <a:lnTo>
                  <a:pt x="3323" y="14836"/>
                </a:lnTo>
                <a:lnTo>
                  <a:pt x="5262" y="17018"/>
                </a:lnTo>
                <a:lnTo>
                  <a:pt x="9138" y="20073"/>
                </a:lnTo>
                <a:lnTo>
                  <a:pt x="10800" y="21600"/>
                </a:lnTo>
                <a:lnTo>
                  <a:pt x="12462" y="20073"/>
                </a:lnTo>
                <a:lnTo>
                  <a:pt x="16338" y="17018"/>
                </a:lnTo>
                <a:lnTo>
                  <a:pt x="18277" y="14836"/>
                </a:lnTo>
                <a:lnTo>
                  <a:pt x="19938" y="12655"/>
                </a:lnTo>
                <a:lnTo>
                  <a:pt x="21323" y="10473"/>
                </a:lnTo>
                <a:lnTo>
                  <a:pt x="21600" y="9382"/>
                </a:lnTo>
                <a:lnTo>
                  <a:pt x="21600" y="8509"/>
                </a:lnTo>
                <a:lnTo>
                  <a:pt x="21323" y="6982"/>
                </a:lnTo>
                <a:lnTo>
                  <a:pt x="20769" y="5455"/>
                </a:lnTo>
                <a:lnTo>
                  <a:pt x="19938" y="3709"/>
                </a:lnTo>
                <a:lnTo>
                  <a:pt x="18554" y="2400"/>
                </a:lnTo>
                <a:lnTo>
                  <a:pt x="16892" y="1309"/>
                </a:lnTo>
                <a:lnTo>
                  <a:pt x="14954" y="873"/>
                </a:lnTo>
                <a:lnTo>
                  <a:pt x="12738" y="218"/>
                </a:lnTo>
                <a:lnTo>
                  <a:pt x="10800" y="0"/>
                </a:lnTo>
                <a:close/>
                <a:moveTo>
                  <a:pt x="10246" y="13964"/>
                </a:moveTo>
                <a:lnTo>
                  <a:pt x="4431" y="9382"/>
                </a:lnTo>
                <a:lnTo>
                  <a:pt x="6369" y="7855"/>
                </a:lnTo>
                <a:lnTo>
                  <a:pt x="10246" y="10691"/>
                </a:lnTo>
                <a:lnTo>
                  <a:pt x="16615" y="5673"/>
                </a:lnTo>
                <a:lnTo>
                  <a:pt x="18554" y="7200"/>
                </a:lnTo>
                <a:lnTo>
                  <a:pt x="10246" y="1396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50"/>
          <p:cNvSpPr/>
          <p:nvPr/>
        </p:nvSpPr>
        <p:spPr>
          <a:xfrm>
            <a:off x="19304000" y="9131300"/>
            <a:ext cx="334422" cy="410616"/>
          </a:xfrm>
          <a:custGeom>
            <a:rect b="b" l="l" r="r" t="t"/>
            <a:pathLst>
              <a:path extrusionOk="0" h="21600" w="21600">
                <a:moveTo>
                  <a:pt x="10663" y="0"/>
                </a:moveTo>
                <a:lnTo>
                  <a:pt x="8749" y="218"/>
                </a:lnTo>
                <a:lnTo>
                  <a:pt x="6835" y="873"/>
                </a:lnTo>
                <a:lnTo>
                  <a:pt x="4648" y="1309"/>
                </a:lnTo>
                <a:lnTo>
                  <a:pt x="3008" y="2400"/>
                </a:lnTo>
                <a:lnTo>
                  <a:pt x="1641" y="3709"/>
                </a:lnTo>
                <a:lnTo>
                  <a:pt x="1094" y="5455"/>
                </a:lnTo>
                <a:lnTo>
                  <a:pt x="273" y="6982"/>
                </a:lnTo>
                <a:lnTo>
                  <a:pt x="0" y="8509"/>
                </a:lnTo>
                <a:lnTo>
                  <a:pt x="0" y="9382"/>
                </a:lnTo>
                <a:lnTo>
                  <a:pt x="273" y="10473"/>
                </a:lnTo>
                <a:lnTo>
                  <a:pt x="1641" y="12655"/>
                </a:lnTo>
                <a:lnTo>
                  <a:pt x="3281" y="14836"/>
                </a:lnTo>
                <a:lnTo>
                  <a:pt x="5468" y="17018"/>
                </a:lnTo>
                <a:lnTo>
                  <a:pt x="9023" y="20073"/>
                </a:lnTo>
                <a:lnTo>
                  <a:pt x="10663" y="21600"/>
                </a:lnTo>
                <a:lnTo>
                  <a:pt x="12577" y="20073"/>
                </a:lnTo>
                <a:lnTo>
                  <a:pt x="16132" y="17018"/>
                </a:lnTo>
                <a:lnTo>
                  <a:pt x="18319" y="14836"/>
                </a:lnTo>
                <a:lnTo>
                  <a:pt x="19959" y="12655"/>
                </a:lnTo>
                <a:lnTo>
                  <a:pt x="21327" y="10473"/>
                </a:lnTo>
                <a:lnTo>
                  <a:pt x="21600" y="9382"/>
                </a:lnTo>
                <a:lnTo>
                  <a:pt x="21600" y="8509"/>
                </a:lnTo>
                <a:lnTo>
                  <a:pt x="21327" y="6982"/>
                </a:lnTo>
                <a:lnTo>
                  <a:pt x="20506" y="5455"/>
                </a:lnTo>
                <a:lnTo>
                  <a:pt x="19959" y="3709"/>
                </a:lnTo>
                <a:lnTo>
                  <a:pt x="18592" y="2400"/>
                </a:lnTo>
                <a:lnTo>
                  <a:pt x="16952" y="1309"/>
                </a:lnTo>
                <a:lnTo>
                  <a:pt x="14765" y="873"/>
                </a:lnTo>
                <a:lnTo>
                  <a:pt x="12851" y="218"/>
                </a:lnTo>
                <a:lnTo>
                  <a:pt x="10663" y="0"/>
                </a:lnTo>
                <a:close/>
                <a:moveTo>
                  <a:pt x="16405" y="11564"/>
                </a:moveTo>
                <a:lnTo>
                  <a:pt x="14491" y="13091"/>
                </a:lnTo>
                <a:lnTo>
                  <a:pt x="10663" y="10255"/>
                </a:lnTo>
                <a:lnTo>
                  <a:pt x="7109" y="13091"/>
                </a:lnTo>
                <a:lnTo>
                  <a:pt x="4922" y="11564"/>
                </a:lnTo>
                <a:lnTo>
                  <a:pt x="8749" y="8509"/>
                </a:lnTo>
                <a:lnTo>
                  <a:pt x="4922" y="5673"/>
                </a:lnTo>
                <a:lnTo>
                  <a:pt x="7109" y="3927"/>
                </a:lnTo>
                <a:lnTo>
                  <a:pt x="10663" y="6982"/>
                </a:lnTo>
                <a:lnTo>
                  <a:pt x="14491" y="3927"/>
                </a:lnTo>
                <a:lnTo>
                  <a:pt x="16405" y="5673"/>
                </a:lnTo>
                <a:lnTo>
                  <a:pt x="12851" y="8509"/>
                </a:lnTo>
                <a:lnTo>
                  <a:pt x="16405" y="1156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50"/>
          <p:cNvSpPr/>
          <p:nvPr/>
        </p:nvSpPr>
        <p:spPr>
          <a:xfrm>
            <a:off x="13411200" y="10155767"/>
            <a:ext cx="410616" cy="359856"/>
          </a:xfrm>
          <a:custGeom>
            <a:rect b="b" l="l" r="r" t="t"/>
            <a:pathLst>
              <a:path extrusionOk="0" h="21600" w="21600">
                <a:moveTo>
                  <a:pt x="21382" y="11045"/>
                </a:moveTo>
                <a:lnTo>
                  <a:pt x="19418" y="9082"/>
                </a:lnTo>
                <a:lnTo>
                  <a:pt x="19418" y="3436"/>
                </a:lnTo>
                <a:lnTo>
                  <a:pt x="16145" y="3436"/>
                </a:lnTo>
                <a:lnTo>
                  <a:pt x="16145" y="5400"/>
                </a:lnTo>
                <a:lnTo>
                  <a:pt x="11345" y="0"/>
                </a:lnTo>
                <a:lnTo>
                  <a:pt x="10255" y="0"/>
                </a:lnTo>
                <a:lnTo>
                  <a:pt x="436" y="11045"/>
                </a:lnTo>
                <a:lnTo>
                  <a:pt x="0" y="11782"/>
                </a:lnTo>
                <a:lnTo>
                  <a:pt x="0" y="12518"/>
                </a:lnTo>
                <a:lnTo>
                  <a:pt x="655" y="13009"/>
                </a:lnTo>
                <a:lnTo>
                  <a:pt x="1091" y="13255"/>
                </a:lnTo>
                <a:lnTo>
                  <a:pt x="2182" y="13255"/>
                </a:lnTo>
                <a:lnTo>
                  <a:pt x="2182" y="21600"/>
                </a:lnTo>
                <a:lnTo>
                  <a:pt x="5455" y="21600"/>
                </a:lnTo>
                <a:lnTo>
                  <a:pt x="5455" y="15709"/>
                </a:lnTo>
                <a:lnTo>
                  <a:pt x="8727" y="15709"/>
                </a:lnTo>
                <a:lnTo>
                  <a:pt x="8727" y="21600"/>
                </a:lnTo>
                <a:lnTo>
                  <a:pt x="19418" y="21600"/>
                </a:lnTo>
                <a:lnTo>
                  <a:pt x="19418" y="13255"/>
                </a:lnTo>
                <a:lnTo>
                  <a:pt x="20509" y="13255"/>
                </a:lnTo>
                <a:lnTo>
                  <a:pt x="21164" y="13009"/>
                </a:lnTo>
                <a:lnTo>
                  <a:pt x="21600" y="12518"/>
                </a:lnTo>
                <a:lnTo>
                  <a:pt x="21600" y="11782"/>
                </a:lnTo>
                <a:lnTo>
                  <a:pt x="21382" y="11045"/>
                </a:lnTo>
                <a:close/>
                <a:moveTo>
                  <a:pt x="17236" y="16936"/>
                </a:moveTo>
                <a:lnTo>
                  <a:pt x="12000" y="16936"/>
                </a:lnTo>
                <a:lnTo>
                  <a:pt x="12000" y="13255"/>
                </a:lnTo>
                <a:lnTo>
                  <a:pt x="17236" y="13255"/>
                </a:lnTo>
                <a:lnTo>
                  <a:pt x="17236" y="1693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50"/>
          <p:cNvSpPr/>
          <p:nvPr/>
        </p:nvSpPr>
        <p:spPr>
          <a:xfrm>
            <a:off x="14389102" y="10109200"/>
            <a:ext cx="406404" cy="406404"/>
          </a:xfrm>
          <a:custGeom>
            <a:rect b="b" l="l" r="r" t="t"/>
            <a:pathLst>
              <a:path extrusionOk="0" h="21600" w="21600">
                <a:moveTo>
                  <a:pt x="21600" y="9918"/>
                </a:moveTo>
                <a:lnTo>
                  <a:pt x="19636" y="4629"/>
                </a:lnTo>
                <a:lnTo>
                  <a:pt x="19418" y="3086"/>
                </a:lnTo>
                <a:lnTo>
                  <a:pt x="17236" y="3086"/>
                </a:lnTo>
                <a:lnTo>
                  <a:pt x="17236" y="0"/>
                </a:lnTo>
                <a:lnTo>
                  <a:pt x="13964" y="0"/>
                </a:lnTo>
                <a:lnTo>
                  <a:pt x="13964" y="3086"/>
                </a:lnTo>
                <a:lnTo>
                  <a:pt x="7636" y="3086"/>
                </a:lnTo>
                <a:lnTo>
                  <a:pt x="7636" y="0"/>
                </a:lnTo>
                <a:lnTo>
                  <a:pt x="4364" y="0"/>
                </a:lnTo>
                <a:lnTo>
                  <a:pt x="4364" y="3086"/>
                </a:lnTo>
                <a:lnTo>
                  <a:pt x="2182" y="3086"/>
                </a:lnTo>
                <a:lnTo>
                  <a:pt x="1964" y="4629"/>
                </a:lnTo>
                <a:lnTo>
                  <a:pt x="0" y="9918"/>
                </a:lnTo>
                <a:lnTo>
                  <a:pt x="0" y="10580"/>
                </a:lnTo>
                <a:lnTo>
                  <a:pt x="218" y="11241"/>
                </a:lnTo>
                <a:lnTo>
                  <a:pt x="873" y="11682"/>
                </a:lnTo>
                <a:lnTo>
                  <a:pt x="1091" y="11682"/>
                </a:lnTo>
                <a:lnTo>
                  <a:pt x="2182" y="11902"/>
                </a:lnTo>
                <a:lnTo>
                  <a:pt x="2182" y="21600"/>
                </a:lnTo>
                <a:lnTo>
                  <a:pt x="8727" y="21600"/>
                </a:lnTo>
                <a:lnTo>
                  <a:pt x="8727" y="17412"/>
                </a:lnTo>
                <a:lnTo>
                  <a:pt x="12873" y="17412"/>
                </a:lnTo>
                <a:lnTo>
                  <a:pt x="12873" y="21600"/>
                </a:lnTo>
                <a:lnTo>
                  <a:pt x="19418" y="21600"/>
                </a:lnTo>
                <a:lnTo>
                  <a:pt x="19418" y="11902"/>
                </a:lnTo>
                <a:lnTo>
                  <a:pt x="20509" y="11902"/>
                </a:lnTo>
                <a:lnTo>
                  <a:pt x="20945" y="11682"/>
                </a:lnTo>
                <a:lnTo>
                  <a:pt x="21382" y="11020"/>
                </a:lnTo>
                <a:lnTo>
                  <a:pt x="21600" y="10580"/>
                </a:lnTo>
                <a:lnTo>
                  <a:pt x="21600" y="9918"/>
                </a:lnTo>
                <a:close/>
                <a:moveTo>
                  <a:pt x="7636" y="16310"/>
                </a:moveTo>
                <a:lnTo>
                  <a:pt x="4364" y="16310"/>
                </a:lnTo>
                <a:lnTo>
                  <a:pt x="4364" y="13004"/>
                </a:lnTo>
                <a:lnTo>
                  <a:pt x="7636" y="13004"/>
                </a:lnTo>
                <a:lnTo>
                  <a:pt x="7636" y="16310"/>
                </a:lnTo>
                <a:close/>
                <a:moveTo>
                  <a:pt x="17236" y="16310"/>
                </a:moveTo>
                <a:lnTo>
                  <a:pt x="13964" y="16310"/>
                </a:lnTo>
                <a:lnTo>
                  <a:pt x="13964" y="13004"/>
                </a:lnTo>
                <a:lnTo>
                  <a:pt x="17236" y="13004"/>
                </a:lnTo>
                <a:lnTo>
                  <a:pt x="17236" y="1631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50"/>
          <p:cNvSpPr/>
          <p:nvPr/>
        </p:nvSpPr>
        <p:spPr>
          <a:xfrm>
            <a:off x="16425333" y="10096500"/>
            <a:ext cx="249750" cy="160866"/>
          </a:xfrm>
          <a:custGeom>
            <a:rect b="b" l="l" r="r" t="t"/>
            <a:pathLst>
              <a:path extrusionOk="0" h="21600" w="21600">
                <a:moveTo>
                  <a:pt x="12600" y="5538"/>
                </a:moveTo>
                <a:lnTo>
                  <a:pt x="12600" y="0"/>
                </a:lnTo>
                <a:lnTo>
                  <a:pt x="9000" y="0"/>
                </a:lnTo>
                <a:lnTo>
                  <a:pt x="9000" y="5538"/>
                </a:lnTo>
                <a:lnTo>
                  <a:pt x="7200" y="6092"/>
                </a:lnTo>
                <a:lnTo>
                  <a:pt x="5400" y="7200"/>
                </a:lnTo>
                <a:lnTo>
                  <a:pt x="4320" y="9415"/>
                </a:lnTo>
                <a:lnTo>
                  <a:pt x="2880" y="10523"/>
                </a:lnTo>
                <a:lnTo>
                  <a:pt x="1440" y="13292"/>
                </a:lnTo>
                <a:lnTo>
                  <a:pt x="1080" y="16062"/>
                </a:lnTo>
                <a:lnTo>
                  <a:pt x="0" y="18831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8831"/>
                </a:lnTo>
                <a:lnTo>
                  <a:pt x="20520" y="16062"/>
                </a:lnTo>
                <a:lnTo>
                  <a:pt x="20160" y="13292"/>
                </a:lnTo>
                <a:lnTo>
                  <a:pt x="18720" y="10523"/>
                </a:lnTo>
                <a:lnTo>
                  <a:pt x="17640" y="9415"/>
                </a:lnTo>
                <a:lnTo>
                  <a:pt x="16200" y="7200"/>
                </a:lnTo>
                <a:lnTo>
                  <a:pt x="14400" y="6092"/>
                </a:lnTo>
                <a:lnTo>
                  <a:pt x="12600" y="553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50"/>
          <p:cNvSpPr/>
          <p:nvPr/>
        </p:nvSpPr>
        <p:spPr>
          <a:xfrm>
            <a:off x="16327967" y="10291234"/>
            <a:ext cx="444474" cy="224370"/>
          </a:xfrm>
          <a:custGeom>
            <a:rect b="b" l="l" r="r" t="t"/>
            <a:pathLst>
              <a:path extrusionOk="0" h="21600" w="21600">
                <a:moveTo>
                  <a:pt x="20600" y="10000"/>
                </a:moveTo>
                <a:lnTo>
                  <a:pt x="17800" y="10000"/>
                </a:lnTo>
                <a:lnTo>
                  <a:pt x="17800" y="1200"/>
                </a:lnTo>
                <a:lnTo>
                  <a:pt x="17200" y="0"/>
                </a:lnTo>
                <a:lnTo>
                  <a:pt x="4400" y="0"/>
                </a:lnTo>
                <a:lnTo>
                  <a:pt x="4200" y="400"/>
                </a:lnTo>
                <a:lnTo>
                  <a:pt x="4000" y="1200"/>
                </a:lnTo>
                <a:lnTo>
                  <a:pt x="4000" y="10000"/>
                </a:lnTo>
                <a:lnTo>
                  <a:pt x="400" y="10000"/>
                </a:lnTo>
                <a:lnTo>
                  <a:pt x="0" y="10800"/>
                </a:lnTo>
                <a:lnTo>
                  <a:pt x="0" y="20800"/>
                </a:lnTo>
                <a:lnTo>
                  <a:pt x="400" y="21600"/>
                </a:lnTo>
                <a:lnTo>
                  <a:pt x="21200" y="21600"/>
                </a:lnTo>
                <a:lnTo>
                  <a:pt x="21600" y="20800"/>
                </a:lnTo>
                <a:lnTo>
                  <a:pt x="21600" y="10800"/>
                </a:lnTo>
                <a:lnTo>
                  <a:pt x="21200" y="10000"/>
                </a:lnTo>
                <a:lnTo>
                  <a:pt x="20600" y="10000"/>
                </a:lnTo>
                <a:close/>
                <a:moveTo>
                  <a:pt x="4000" y="17600"/>
                </a:moveTo>
                <a:lnTo>
                  <a:pt x="2000" y="17600"/>
                </a:lnTo>
                <a:lnTo>
                  <a:pt x="2000" y="14000"/>
                </a:lnTo>
                <a:lnTo>
                  <a:pt x="4000" y="14000"/>
                </a:lnTo>
                <a:lnTo>
                  <a:pt x="4000" y="17600"/>
                </a:lnTo>
                <a:close/>
                <a:moveTo>
                  <a:pt x="7800" y="17600"/>
                </a:moveTo>
                <a:lnTo>
                  <a:pt x="5800" y="17600"/>
                </a:lnTo>
                <a:lnTo>
                  <a:pt x="5800" y="14000"/>
                </a:lnTo>
                <a:lnTo>
                  <a:pt x="7800" y="14000"/>
                </a:lnTo>
                <a:lnTo>
                  <a:pt x="7800" y="17600"/>
                </a:lnTo>
                <a:close/>
                <a:moveTo>
                  <a:pt x="7800" y="8000"/>
                </a:moveTo>
                <a:lnTo>
                  <a:pt x="5800" y="8000"/>
                </a:lnTo>
                <a:lnTo>
                  <a:pt x="5800" y="4000"/>
                </a:lnTo>
                <a:lnTo>
                  <a:pt x="7800" y="4000"/>
                </a:lnTo>
                <a:lnTo>
                  <a:pt x="7800" y="8000"/>
                </a:lnTo>
                <a:close/>
                <a:moveTo>
                  <a:pt x="11800" y="17600"/>
                </a:moveTo>
                <a:lnTo>
                  <a:pt x="9800" y="17600"/>
                </a:lnTo>
                <a:lnTo>
                  <a:pt x="9800" y="14000"/>
                </a:lnTo>
                <a:lnTo>
                  <a:pt x="11800" y="14000"/>
                </a:lnTo>
                <a:lnTo>
                  <a:pt x="11800" y="17600"/>
                </a:lnTo>
                <a:close/>
                <a:moveTo>
                  <a:pt x="11800" y="8000"/>
                </a:moveTo>
                <a:lnTo>
                  <a:pt x="9800" y="8000"/>
                </a:lnTo>
                <a:lnTo>
                  <a:pt x="9800" y="4000"/>
                </a:lnTo>
                <a:lnTo>
                  <a:pt x="11800" y="4000"/>
                </a:lnTo>
                <a:lnTo>
                  <a:pt x="11800" y="8000"/>
                </a:lnTo>
                <a:close/>
                <a:moveTo>
                  <a:pt x="15800" y="17600"/>
                </a:moveTo>
                <a:lnTo>
                  <a:pt x="13800" y="17600"/>
                </a:lnTo>
                <a:lnTo>
                  <a:pt x="13800" y="14000"/>
                </a:lnTo>
                <a:lnTo>
                  <a:pt x="15800" y="14000"/>
                </a:lnTo>
                <a:lnTo>
                  <a:pt x="15800" y="17600"/>
                </a:lnTo>
                <a:close/>
                <a:moveTo>
                  <a:pt x="15800" y="8000"/>
                </a:moveTo>
                <a:lnTo>
                  <a:pt x="13800" y="8000"/>
                </a:lnTo>
                <a:lnTo>
                  <a:pt x="13800" y="4000"/>
                </a:lnTo>
                <a:lnTo>
                  <a:pt x="15800" y="4000"/>
                </a:lnTo>
                <a:lnTo>
                  <a:pt x="15800" y="8000"/>
                </a:lnTo>
                <a:close/>
                <a:moveTo>
                  <a:pt x="19600" y="17600"/>
                </a:moveTo>
                <a:lnTo>
                  <a:pt x="17800" y="17600"/>
                </a:lnTo>
                <a:lnTo>
                  <a:pt x="17800" y="14000"/>
                </a:lnTo>
                <a:lnTo>
                  <a:pt x="19600" y="14000"/>
                </a:lnTo>
                <a:lnTo>
                  <a:pt x="19600" y="17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50"/>
          <p:cNvSpPr/>
          <p:nvPr/>
        </p:nvSpPr>
        <p:spPr>
          <a:xfrm>
            <a:off x="17314333" y="10109200"/>
            <a:ext cx="410616" cy="406404"/>
          </a:xfrm>
          <a:custGeom>
            <a:rect b="b" l="l" r="r" t="t"/>
            <a:pathLst>
              <a:path extrusionOk="0" h="21600" w="21600">
                <a:moveTo>
                  <a:pt x="20498" y="10800"/>
                </a:moveTo>
                <a:lnTo>
                  <a:pt x="16310" y="10800"/>
                </a:lnTo>
                <a:lnTo>
                  <a:pt x="16310" y="2645"/>
                </a:lnTo>
                <a:lnTo>
                  <a:pt x="15869" y="2424"/>
                </a:lnTo>
                <a:lnTo>
                  <a:pt x="15649" y="2204"/>
                </a:lnTo>
                <a:lnTo>
                  <a:pt x="14106" y="2204"/>
                </a:lnTo>
                <a:lnTo>
                  <a:pt x="14106" y="441"/>
                </a:lnTo>
                <a:lnTo>
                  <a:pt x="13665" y="220"/>
                </a:lnTo>
                <a:lnTo>
                  <a:pt x="13445" y="0"/>
                </a:lnTo>
                <a:lnTo>
                  <a:pt x="8155" y="0"/>
                </a:lnTo>
                <a:lnTo>
                  <a:pt x="7714" y="220"/>
                </a:lnTo>
                <a:lnTo>
                  <a:pt x="7494" y="441"/>
                </a:lnTo>
                <a:lnTo>
                  <a:pt x="7494" y="2204"/>
                </a:lnTo>
                <a:lnTo>
                  <a:pt x="5951" y="2204"/>
                </a:lnTo>
                <a:lnTo>
                  <a:pt x="5510" y="2424"/>
                </a:lnTo>
                <a:lnTo>
                  <a:pt x="5290" y="2645"/>
                </a:lnTo>
                <a:lnTo>
                  <a:pt x="5290" y="10800"/>
                </a:lnTo>
                <a:lnTo>
                  <a:pt x="441" y="10800"/>
                </a:lnTo>
                <a:lnTo>
                  <a:pt x="0" y="11241"/>
                </a:lnTo>
                <a:lnTo>
                  <a:pt x="0" y="21159"/>
                </a:lnTo>
                <a:lnTo>
                  <a:pt x="441" y="21600"/>
                </a:lnTo>
                <a:lnTo>
                  <a:pt x="8596" y="21600"/>
                </a:lnTo>
                <a:lnTo>
                  <a:pt x="8596" y="17412"/>
                </a:lnTo>
                <a:lnTo>
                  <a:pt x="13004" y="17412"/>
                </a:lnTo>
                <a:lnTo>
                  <a:pt x="13004" y="21600"/>
                </a:lnTo>
                <a:lnTo>
                  <a:pt x="21159" y="21600"/>
                </a:lnTo>
                <a:lnTo>
                  <a:pt x="21600" y="21159"/>
                </a:lnTo>
                <a:lnTo>
                  <a:pt x="21600" y="11241"/>
                </a:lnTo>
                <a:lnTo>
                  <a:pt x="21159" y="10800"/>
                </a:lnTo>
                <a:lnTo>
                  <a:pt x="20498" y="10800"/>
                </a:lnTo>
                <a:close/>
                <a:moveTo>
                  <a:pt x="4188" y="19396"/>
                </a:moveTo>
                <a:lnTo>
                  <a:pt x="1984" y="19396"/>
                </a:lnTo>
                <a:lnTo>
                  <a:pt x="1984" y="17412"/>
                </a:lnTo>
                <a:lnTo>
                  <a:pt x="4188" y="17412"/>
                </a:lnTo>
                <a:lnTo>
                  <a:pt x="4188" y="19396"/>
                </a:lnTo>
                <a:close/>
                <a:moveTo>
                  <a:pt x="4188" y="15208"/>
                </a:moveTo>
                <a:lnTo>
                  <a:pt x="1984" y="15208"/>
                </a:lnTo>
                <a:lnTo>
                  <a:pt x="1984" y="13004"/>
                </a:lnTo>
                <a:lnTo>
                  <a:pt x="4188" y="13004"/>
                </a:lnTo>
                <a:lnTo>
                  <a:pt x="4188" y="15208"/>
                </a:lnTo>
                <a:close/>
                <a:moveTo>
                  <a:pt x="9698" y="15208"/>
                </a:moveTo>
                <a:lnTo>
                  <a:pt x="7494" y="15208"/>
                </a:lnTo>
                <a:lnTo>
                  <a:pt x="7494" y="13004"/>
                </a:lnTo>
                <a:lnTo>
                  <a:pt x="9698" y="13004"/>
                </a:lnTo>
                <a:lnTo>
                  <a:pt x="9698" y="15208"/>
                </a:lnTo>
                <a:close/>
                <a:moveTo>
                  <a:pt x="9698" y="10800"/>
                </a:moveTo>
                <a:lnTo>
                  <a:pt x="7494" y="10800"/>
                </a:lnTo>
                <a:lnTo>
                  <a:pt x="7494" y="8596"/>
                </a:lnTo>
                <a:lnTo>
                  <a:pt x="9698" y="8596"/>
                </a:lnTo>
                <a:lnTo>
                  <a:pt x="9698" y="10800"/>
                </a:lnTo>
                <a:close/>
                <a:moveTo>
                  <a:pt x="9698" y="6392"/>
                </a:moveTo>
                <a:lnTo>
                  <a:pt x="7494" y="6392"/>
                </a:lnTo>
                <a:lnTo>
                  <a:pt x="7494" y="4188"/>
                </a:lnTo>
                <a:lnTo>
                  <a:pt x="9698" y="4188"/>
                </a:lnTo>
                <a:lnTo>
                  <a:pt x="9698" y="6392"/>
                </a:lnTo>
                <a:close/>
                <a:moveTo>
                  <a:pt x="14106" y="15208"/>
                </a:moveTo>
                <a:lnTo>
                  <a:pt x="11902" y="15208"/>
                </a:lnTo>
                <a:lnTo>
                  <a:pt x="11902" y="13004"/>
                </a:lnTo>
                <a:lnTo>
                  <a:pt x="14106" y="13004"/>
                </a:lnTo>
                <a:lnTo>
                  <a:pt x="14106" y="15208"/>
                </a:lnTo>
                <a:close/>
                <a:moveTo>
                  <a:pt x="14106" y="10800"/>
                </a:moveTo>
                <a:lnTo>
                  <a:pt x="11902" y="10800"/>
                </a:lnTo>
                <a:lnTo>
                  <a:pt x="11902" y="8596"/>
                </a:lnTo>
                <a:lnTo>
                  <a:pt x="14106" y="8596"/>
                </a:lnTo>
                <a:lnTo>
                  <a:pt x="14106" y="10800"/>
                </a:lnTo>
                <a:close/>
                <a:moveTo>
                  <a:pt x="14106" y="6392"/>
                </a:moveTo>
                <a:lnTo>
                  <a:pt x="11902" y="6392"/>
                </a:lnTo>
                <a:lnTo>
                  <a:pt x="11902" y="4188"/>
                </a:lnTo>
                <a:lnTo>
                  <a:pt x="14106" y="4188"/>
                </a:lnTo>
                <a:lnTo>
                  <a:pt x="14106" y="6392"/>
                </a:lnTo>
                <a:close/>
                <a:moveTo>
                  <a:pt x="19396" y="19396"/>
                </a:moveTo>
                <a:lnTo>
                  <a:pt x="17192" y="19396"/>
                </a:lnTo>
                <a:lnTo>
                  <a:pt x="17192" y="17412"/>
                </a:lnTo>
                <a:lnTo>
                  <a:pt x="19396" y="17412"/>
                </a:lnTo>
                <a:lnTo>
                  <a:pt x="19396" y="19396"/>
                </a:lnTo>
                <a:close/>
                <a:moveTo>
                  <a:pt x="19396" y="15208"/>
                </a:moveTo>
                <a:lnTo>
                  <a:pt x="17192" y="15208"/>
                </a:lnTo>
                <a:lnTo>
                  <a:pt x="17192" y="13004"/>
                </a:lnTo>
                <a:lnTo>
                  <a:pt x="19396" y="13004"/>
                </a:lnTo>
                <a:lnTo>
                  <a:pt x="19396" y="1520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50"/>
          <p:cNvSpPr/>
          <p:nvPr/>
        </p:nvSpPr>
        <p:spPr>
          <a:xfrm>
            <a:off x="19265902" y="10109200"/>
            <a:ext cx="406404" cy="160866"/>
          </a:xfrm>
          <a:custGeom>
            <a:rect b="b" l="l" r="r" t="t"/>
            <a:pathLst>
              <a:path extrusionOk="0" h="21600" w="21600">
                <a:moveTo>
                  <a:pt x="17236" y="0"/>
                </a:moveTo>
                <a:lnTo>
                  <a:pt x="3491" y="0"/>
                </a:lnTo>
                <a:lnTo>
                  <a:pt x="2618" y="554"/>
                </a:lnTo>
                <a:lnTo>
                  <a:pt x="1309" y="3323"/>
                </a:lnTo>
                <a:lnTo>
                  <a:pt x="218" y="6646"/>
                </a:lnTo>
                <a:lnTo>
                  <a:pt x="0" y="8862"/>
                </a:lnTo>
                <a:lnTo>
                  <a:pt x="0" y="12738"/>
                </a:lnTo>
                <a:lnTo>
                  <a:pt x="218" y="14954"/>
                </a:lnTo>
                <a:lnTo>
                  <a:pt x="1309" y="18277"/>
                </a:lnTo>
                <a:lnTo>
                  <a:pt x="2618" y="21046"/>
                </a:lnTo>
                <a:lnTo>
                  <a:pt x="3491" y="21600"/>
                </a:lnTo>
                <a:lnTo>
                  <a:pt x="5236" y="21600"/>
                </a:lnTo>
                <a:lnTo>
                  <a:pt x="5891" y="21046"/>
                </a:lnTo>
                <a:lnTo>
                  <a:pt x="7200" y="18277"/>
                </a:lnTo>
                <a:lnTo>
                  <a:pt x="8291" y="14954"/>
                </a:lnTo>
                <a:lnTo>
                  <a:pt x="8727" y="12738"/>
                </a:lnTo>
                <a:lnTo>
                  <a:pt x="8727" y="10523"/>
                </a:lnTo>
                <a:lnTo>
                  <a:pt x="8291" y="7754"/>
                </a:lnTo>
                <a:lnTo>
                  <a:pt x="8073" y="5538"/>
                </a:lnTo>
                <a:lnTo>
                  <a:pt x="13527" y="5538"/>
                </a:lnTo>
                <a:lnTo>
                  <a:pt x="13309" y="7754"/>
                </a:lnTo>
                <a:lnTo>
                  <a:pt x="12873" y="10523"/>
                </a:lnTo>
                <a:lnTo>
                  <a:pt x="12873" y="12738"/>
                </a:lnTo>
                <a:lnTo>
                  <a:pt x="13309" y="14954"/>
                </a:lnTo>
                <a:lnTo>
                  <a:pt x="14182" y="18277"/>
                </a:lnTo>
                <a:lnTo>
                  <a:pt x="15709" y="21046"/>
                </a:lnTo>
                <a:lnTo>
                  <a:pt x="16364" y="21600"/>
                </a:lnTo>
                <a:lnTo>
                  <a:pt x="18109" y="21600"/>
                </a:lnTo>
                <a:lnTo>
                  <a:pt x="18764" y="21046"/>
                </a:lnTo>
                <a:lnTo>
                  <a:pt x="20291" y="18277"/>
                </a:lnTo>
                <a:lnTo>
                  <a:pt x="21382" y="14954"/>
                </a:lnTo>
                <a:lnTo>
                  <a:pt x="21600" y="12738"/>
                </a:lnTo>
                <a:lnTo>
                  <a:pt x="21600" y="8862"/>
                </a:lnTo>
                <a:lnTo>
                  <a:pt x="21382" y="6646"/>
                </a:lnTo>
                <a:lnTo>
                  <a:pt x="20291" y="3323"/>
                </a:lnTo>
                <a:lnTo>
                  <a:pt x="18764" y="554"/>
                </a:lnTo>
                <a:lnTo>
                  <a:pt x="18109" y="0"/>
                </a:lnTo>
                <a:lnTo>
                  <a:pt x="17236" y="0"/>
                </a:lnTo>
                <a:close/>
                <a:moveTo>
                  <a:pt x="6545" y="10523"/>
                </a:moveTo>
                <a:lnTo>
                  <a:pt x="6109" y="12738"/>
                </a:lnTo>
                <a:lnTo>
                  <a:pt x="5891" y="14954"/>
                </a:lnTo>
                <a:lnTo>
                  <a:pt x="5236" y="15508"/>
                </a:lnTo>
                <a:lnTo>
                  <a:pt x="4364" y="16062"/>
                </a:lnTo>
                <a:lnTo>
                  <a:pt x="2618" y="14954"/>
                </a:lnTo>
                <a:lnTo>
                  <a:pt x="2182" y="10523"/>
                </a:lnTo>
                <a:lnTo>
                  <a:pt x="2400" y="8862"/>
                </a:lnTo>
                <a:lnTo>
                  <a:pt x="2618" y="6646"/>
                </a:lnTo>
                <a:lnTo>
                  <a:pt x="4364" y="5538"/>
                </a:lnTo>
                <a:lnTo>
                  <a:pt x="5236" y="6092"/>
                </a:lnTo>
                <a:lnTo>
                  <a:pt x="5891" y="6646"/>
                </a:lnTo>
                <a:lnTo>
                  <a:pt x="6109" y="8862"/>
                </a:lnTo>
                <a:lnTo>
                  <a:pt x="6545" y="10523"/>
                </a:lnTo>
                <a:close/>
                <a:moveTo>
                  <a:pt x="17236" y="16062"/>
                </a:moveTo>
                <a:lnTo>
                  <a:pt x="16364" y="15508"/>
                </a:lnTo>
                <a:lnTo>
                  <a:pt x="15709" y="14954"/>
                </a:lnTo>
                <a:lnTo>
                  <a:pt x="15273" y="12738"/>
                </a:lnTo>
                <a:lnTo>
                  <a:pt x="15055" y="10523"/>
                </a:lnTo>
                <a:lnTo>
                  <a:pt x="15273" y="8862"/>
                </a:lnTo>
                <a:lnTo>
                  <a:pt x="15709" y="6646"/>
                </a:lnTo>
                <a:lnTo>
                  <a:pt x="16364" y="6092"/>
                </a:lnTo>
                <a:lnTo>
                  <a:pt x="17236" y="5538"/>
                </a:lnTo>
                <a:lnTo>
                  <a:pt x="18109" y="6092"/>
                </a:lnTo>
                <a:lnTo>
                  <a:pt x="18764" y="6646"/>
                </a:lnTo>
                <a:lnTo>
                  <a:pt x="19200" y="8862"/>
                </a:lnTo>
                <a:lnTo>
                  <a:pt x="19418" y="10523"/>
                </a:lnTo>
                <a:lnTo>
                  <a:pt x="19200" y="12738"/>
                </a:lnTo>
                <a:lnTo>
                  <a:pt x="18764" y="14954"/>
                </a:lnTo>
                <a:lnTo>
                  <a:pt x="18109" y="15508"/>
                </a:lnTo>
                <a:lnTo>
                  <a:pt x="17236" y="16062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50"/>
          <p:cNvSpPr/>
          <p:nvPr/>
        </p:nvSpPr>
        <p:spPr>
          <a:xfrm>
            <a:off x="19388666" y="10329333"/>
            <a:ext cx="160866" cy="186246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5538" y="21600"/>
                </a:lnTo>
                <a:lnTo>
                  <a:pt x="5538" y="4909"/>
                </a:lnTo>
                <a:lnTo>
                  <a:pt x="7754" y="4909"/>
                </a:lnTo>
                <a:lnTo>
                  <a:pt x="7754" y="21600"/>
                </a:lnTo>
                <a:lnTo>
                  <a:pt x="13292" y="21600"/>
                </a:lnTo>
                <a:lnTo>
                  <a:pt x="13292" y="4909"/>
                </a:lnTo>
                <a:lnTo>
                  <a:pt x="16062" y="4909"/>
                </a:lnTo>
                <a:lnTo>
                  <a:pt x="16062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50"/>
          <p:cNvSpPr/>
          <p:nvPr/>
        </p:nvSpPr>
        <p:spPr>
          <a:xfrm>
            <a:off x="19388666" y="10270066"/>
            <a:ext cx="160800" cy="465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14" name="Google Shape;1414;p50"/>
          <p:cNvSpPr/>
          <p:nvPr/>
        </p:nvSpPr>
        <p:spPr>
          <a:xfrm>
            <a:off x="13436600" y="11332634"/>
            <a:ext cx="321732" cy="194724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0"/>
                </a:lnTo>
                <a:lnTo>
                  <a:pt x="0" y="3967"/>
                </a:lnTo>
                <a:lnTo>
                  <a:pt x="5195" y="3967"/>
                </a:lnTo>
                <a:lnTo>
                  <a:pt x="2734" y="21600"/>
                </a:lnTo>
                <a:lnTo>
                  <a:pt x="8203" y="21600"/>
                </a:lnTo>
                <a:lnTo>
                  <a:pt x="10937" y="16310"/>
                </a:lnTo>
                <a:lnTo>
                  <a:pt x="13671" y="21600"/>
                </a:lnTo>
                <a:lnTo>
                  <a:pt x="18866" y="21600"/>
                </a:lnTo>
                <a:lnTo>
                  <a:pt x="16678" y="3967"/>
                </a:lnTo>
                <a:lnTo>
                  <a:pt x="21600" y="3967"/>
                </a:lnTo>
                <a:lnTo>
                  <a:pt x="21600" y="0"/>
                </a:lnTo>
                <a:close/>
                <a:moveTo>
                  <a:pt x="5742" y="19396"/>
                </a:moveTo>
                <a:lnTo>
                  <a:pt x="7109" y="8376"/>
                </a:lnTo>
                <a:lnTo>
                  <a:pt x="9296" y="12343"/>
                </a:lnTo>
                <a:lnTo>
                  <a:pt x="5742" y="19396"/>
                </a:lnTo>
                <a:close/>
                <a:moveTo>
                  <a:pt x="12577" y="12343"/>
                </a:moveTo>
                <a:lnTo>
                  <a:pt x="14491" y="8376"/>
                </a:lnTo>
                <a:lnTo>
                  <a:pt x="15858" y="19396"/>
                </a:lnTo>
                <a:lnTo>
                  <a:pt x="12577" y="12343"/>
                </a:lnTo>
                <a:close/>
                <a:moveTo>
                  <a:pt x="10937" y="8816"/>
                </a:moveTo>
                <a:lnTo>
                  <a:pt x="8476" y="3967"/>
                </a:lnTo>
                <a:lnTo>
                  <a:pt x="13124" y="3967"/>
                </a:lnTo>
                <a:lnTo>
                  <a:pt x="10937" y="881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50"/>
          <p:cNvSpPr/>
          <p:nvPr/>
        </p:nvSpPr>
        <p:spPr>
          <a:xfrm>
            <a:off x="13474702" y="11171767"/>
            <a:ext cx="245400" cy="1356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16" name="Google Shape;1416;p50"/>
          <p:cNvSpPr/>
          <p:nvPr/>
        </p:nvSpPr>
        <p:spPr>
          <a:xfrm>
            <a:off x="13462000" y="11044767"/>
            <a:ext cx="283662" cy="101628"/>
          </a:xfrm>
          <a:custGeom>
            <a:rect b="b" l="l" r="r" t="t"/>
            <a:pathLst>
              <a:path extrusionOk="0" h="21600" w="21600">
                <a:moveTo>
                  <a:pt x="1565" y="21600"/>
                </a:moveTo>
                <a:lnTo>
                  <a:pt x="20035" y="21600"/>
                </a:lnTo>
                <a:lnTo>
                  <a:pt x="20974" y="20661"/>
                </a:lnTo>
                <a:lnTo>
                  <a:pt x="21600" y="17843"/>
                </a:lnTo>
                <a:lnTo>
                  <a:pt x="21600" y="15965"/>
                </a:lnTo>
                <a:lnTo>
                  <a:pt x="20974" y="14087"/>
                </a:lnTo>
                <a:lnTo>
                  <a:pt x="11583" y="939"/>
                </a:lnTo>
                <a:lnTo>
                  <a:pt x="10957" y="0"/>
                </a:lnTo>
                <a:lnTo>
                  <a:pt x="10017" y="939"/>
                </a:lnTo>
                <a:lnTo>
                  <a:pt x="939" y="14087"/>
                </a:lnTo>
                <a:lnTo>
                  <a:pt x="0" y="15965"/>
                </a:lnTo>
                <a:lnTo>
                  <a:pt x="0" y="17843"/>
                </a:lnTo>
                <a:lnTo>
                  <a:pt x="939" y="20661"/>
                </a:lnTo>
                <a:lnTo>
                  <a:pt x="1565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50"/>
          <p:cNvSpPr/>
          <p:nvPr/>
        </p:nvSpPr>
        <p:spPr>
          <a:xfrm>
            <a:off x="14414502" y="11120967"/>
            <a:ext cx="148176" cy="122742"/>
          </a:xfrm>
          <a:custGeom>
            <a:rect b="b" l="l" r="r" t="t"/>
            <a:pathLst>
              <a:path extrusionOk="0" h="21600" w="21600">
                <a:moveTo>
                  <a:pt x="21600" y="12240"/>
                </a:moveTo>
                <a:lnTo>
                  <a:pt x="20366" y="7920"/>
                </a:lnTo>
                <a:lnTo>
                  <a:pt x="18514" y="3600"/>
                </a:lnTo>
                <a:lnTo>
                  <a:pt x="14811" y="720"/>
                </a:lnTo>
                <a:lnTo>
                  <a:pt x="10491" y="0"/>
                </a:lnTo>
                <a:lnTo>
                  <a:pt x="6789" y="720"/>
                </a:lnTo>
                <a:lnTo>
                  <a:pt x="3086" y="3600"/>
                </a:lnTo>
                <a:lnTo>
                  <a:pt x="617" y="7920"/>
                </a:lnTo>
                <a:lnTo>
                  <a:pt x="0" y="1224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224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50"/>
          <p:cNvSpPr/>
          <p:nvPr/>
        </p:nvSpPr>
        <p:spPr>
          <a:xfrm>
            <a:off x="14414502" y="11269133"/>
            <a:ext cx="148200" cy="720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19" name="Google Shape;1419;p50"/>
          <p:cNvSpPr/>
          <p:nvPr/>
        </p:nvSpPr>
        <p:spPr>
          <a:xfrm>
            <a:off x="14351000" y="11256434"/>
            <a:ext cx="495288" cy="232848"/>
          </a:xfrm>
          <a:custGeom>
            <a:rect b="b" l="l" r="r" t="t"/>
            <a:pathLst>
              <a:path extrusionOk="0" h="21600" w="21600">
                <a:moveTo>
                  <a:pt x="19785" y="17876"/>
                </a:moveTo>
                <a:lnTo>
                  <a:pt x="19785" y="5959"/>
                </a:lnTo>
                <a:lnTo>
                  <a:pt x="19603" y="5214"/>
                </a:lnTo>
                <a:lnTo>
                  <a:pt x="19240" y="4469"/>
                </a:lnTo>
                <a:lnTo>
                  <a:pt x="15792" y="0"/>
                </a:lnTo>
                <a:lnTo>
                  <a:pt x="14884" y="0"/>
                </a:lnTo>
                <a:lnTo>
                  <a:pt x="11254" y="4469"/>
                </a:lnTo>
                <a:lnTo>
                  <a:pt x="11072" y="5214"/>
                </a:lnTo>
                <a:lnTo>
                  <a:pt x="10709" y="5959"/>
                </a:lnTo>
                <a:lnTo>
                  <a:pt x="10709" y="17876"/>
                </a:lnTo>
                <a:lnTo>
                  <a:pt x="9076" y="17876"/>
                </a:lnTo>
                <a:lnTo>
                  <a:pt x="9076" y="10428"/>
                </a:lnTo>
                <a:lnTo>
                  <a:pt x="2723" y="10428"/>
                </a:lnTo>
                <a:lnTo>
                  <a:pt x="2723" y="17876"/>
                </a:lnTo>
                <a:lnTo>
                  <a:pt x="0" y="17876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7876"/>
                </a:lnTo>
                <a:lnTo>
                  <a:pt x="19785" y="17876"/>
                </a:lnTo>
                <a:close/>
                <a:moveTo>
                  <a:pt x="13432" y="17876"/>
                </a:moveTo>
                <a:lnTo>
                  <a:pt x="13432" y="10428"/>
                </a:lnTo>
                <a:lnTo>
                  <a:pt x="17062" y="10428"/>
                </a:lnTo>
                <a:lnTo>
                  <a:pt x="17062" y="17876"/>
                </a:lnTo>
                <a:lnTo>
                  <a:pt x="13432" y="1787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50"/>
          <p:cNvSpPr/>
          <p:nvPr/>
        </p:nvSpPr>
        <p:spPr>
          <a:xfrm>
            <a:off x="16378767" y="11366501"/>
            <a:ext cx="330210" cy="160866"/>
          </a:xfrm>
          <a:custGeom>
            <a:rect b="b" l="l" r="r" t="t"/>
            <a:pathLst>
              <a:path extrusionOk="0" h="21600" w="21600">
                <a:moveTo>
                  <a:pt x="21337" y="17280"/>
                </a:moveTo>
                <a:lnTo>
                  <a:pt x="19493" y="11340"/>
                </a:lnTo>
                <a:lnTo>
                  <a:pt x="17912" y="5400"/>
                </a:lnTo>
                <a:lnTo>
                  <a:pt x="21337" y="5400"/>
                </a:lnTo>
                <a:lnTo>
                  <a:pt x="21337" y="0"/>
                </a:lnTo>
                <a:lnTo>
                  <a:pt x="527" y="0"/>
                </a:lnTo>
                <a:lnTo>
                  <a:pt x="527" y="5400"/>
                </a:lnTo>
                <a:lnTo>
                  <a:pt x="3688" y="5400"/>
                </a:lnTo>
                <a:lnTo>
                  <a:pt x="527" y="17280"/>
                </a:lnTo>
                <a:lnTo>
                  <a:pt x="0" y="18900"/>
                </a:lnTo>
                <a:lnTo>
                  <a:pt x="527" y="19980"/>
                </a:lnTo>
                <a:lnTo>
                  <a:pt x="790" y="21060"/>
                </a:lnTo>
                <a:lnTo>
                  <a:pt x="1317" y="21600"/>
                </a:lnTo>
                <a:lnTo>
                  <a:pt x="5532" y="21600"/>
                </a:lnTo>
                <a:lnTo>
                  <a:pt x="6059" y="17280"/>
                </a:lnTo>
                <a:lnTo>
                  <a:pt x="6585" y="14040"/>
                </a:lnTo>
                <a:lnTo>
                  <a:pt x="6849" y="12960"/>
                </a:lnTo>
                <a:lnTo>
                  <a:pt x="7639" y="11340"/>
                </a:lnTo>
                <a:lnTo>
                  <a:pt x="8429" y="10800"/>
                </a:lnTo>
                <a:lnTo>
                  <a:pt x="13171" y="10800"/>
                </a:lnTo>
                <a:lnTo>
                  <a:pt x="13961" y="11340"/>
                </a:lnTo>
                <a:lnTo>
                  <a:pt x="14751" y="12960"/>
                </a:lnTo>
                <a:lnTo>
                  <a:pt x="15805" y="17280"/>
                </a:lnTo>
                <a:lnTo>
                  <a:pt x="16068" y="21600"/>
                </a:lnTo>
                <a:lnTo>
                  <a:pt x="20283" y="21600"/>
                </a:lnTo>
                <a:lnTo>
                  <a:pt x="20810" y="21060"/>
                </a:lnTo>
                <a:lnTo>
                  <a:pt x="21337" y="19980"/>
                </a:lnTo>
                <a:lnTo>
                  <a:pt x="21600" y="18900"/>
                </a:lnTo>
                <a:lnTo>
                  <a:pt x="21337" y="1728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50"/>
          <p:cNvSpPr/>
          <p:nvPr/>
        </p:nvSpPr>
        <p:spPr>
          <a:xfrm>
            <a:off x="16501533" y="11057466"/>
            <a:ext cx="84672" cy="173556"/>
          </a:xfrm>
          <a:custGeom>
            <a:rect b="b" l="l" r="r" t="t"/>
            <a:pathLst>
              <a:path extrusionOk="0" h="21600" w="21600">
                <a:moveTo>
                  <a:pt x="16200" y="10800"/>
                </a:moveTo>
                <a:lnTo>
                  <a:pt x="16200" y="5400"/>
                </a:lnTo>
                <a:lnTo>
                  <a:pt x="10800" y="0"/>
                </a:lnTo>
                <a:lnTo>
                  <a:pt x="5400" y="5400"/>
                </a:lnTo>
                <a:lnTo>
                  <a:pt x="5400" y="10800"/>
                </a:lnTo>
                <a:lnTo>
                  <a:pt x="0" y="21600"/>
                </a:lnTo>
                <a:lnTo>
                  <a:pt x="21600" y="21600"/>
                </a:lnTo>
                <a:lnTo>
                  <a:pt x="16200" y="108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50"/>
          <p:cNvSpPr/>
          <p:nvPr/>
        </p:nvSpPr>
        <p:spPr>
          <a:xfrm>
            <a:off x="16463433" y="11243733"/>
            <a:ext cx="173556" cy="97362"/>
          </a:xfrm>
          <a:custGeom>
            <a:rect b="b" l="l" r="r" t="t"/>
            <a:pathLst>
              <a:path extrusionOk="0" h="21600" w="21600">
                <a:moveTo>
                  <a:pt x="6171" y="21600"/>
                </a:moveTo>
                <a:lnTo>
                  <a:pt x="8229" y="9000"/>
                </a:lnTo>
                <a:lnTo>
                  <a:pt x="13371" y="9000"/>
                </a:lnTo>
                <a:lnTo>
                  <a:pt x="15429" y="21600"/>
                </a:lnTo>
                <a:lnTo>
                  <a:pt x="21600" y="21600"/>
                </a:lnTo>
                <a:lnTo>
                  <a:pt x="18514" y="9000"/>
                </a:lnTo>
                <a:lnTo>
                  <a:pt x="21086" y="9000"/>
                </a:lnTo>
                <a:lnTo>
                  <a:pt x="21086" y="0"/>
                </a:lnTo>
                <a:lnTo>
                  <a:pt x="514" y="0"/>
                </a:lnTo>
                <a:lnTo>
                  <a:pt x="514" y="9000"/>
                </a:lnTo>
                <a:lnTo>
                  <a:pt x="3086" y="9000"/>
                </a:lnTo>
                <a:lnTo>
                  <a:pt x="0" y="21600"/>
                </a:lnTo>
                <a:lnTo>
                  <a:pt x="6171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50"/>
          <p:cNvSpPr/>
          <p:nvPr/>
        </p:nvSpPr>
        <p:spPr>
          <a:xfrm>
            <a:off x="18453102" y="11070167"/>
            <a:ext cx="84672" cy="76194"/>
          </a:xfrm>
          <a:custGeom>
            <a:rect b="b" l="l" r="r" t="t"/>
            <a:pathLst>
              <a:path extrusionOk="0" h="21600" w="21600">
                <a:moveTo>
                  <a:pt x="21600" y="11368"/>
                </a:moveTo>
                <a:lnTo>
                  <a:pt x="19440" y="6821"/>
                </a:lnTo>
                <a:lnTo>
                  <a:pt x="18360" y="2274"/>
                </a:lnTo>
                <a:lnTo>
                  <a:pt x="14040" y="0"/>
                </a:lnTo>
                <a:lnTo>
                  <a:pt x="6480" y="0"/>
                </a:lnTo>
                <a:lnTo>
                  <a:pt x="2160" y="2274"/>
                </a:lnTo>
                <a:lnTo>
                  <a:pt x="0" y="11368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136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50"/>
          <p:cNvSpPr/>
          <p:nvPr/>
        </p:nvSpPr>
        <p:spPr>
          <a:xfrm>
            <a:off x="18292234" y="11171767"/>
            <a:ext cx="258228" cy="122742"/>
          </a:xfrm>
          <a:custGeom>
            <a:rect b="b" l="l" r="r" t="t"/>
            <a:pathLst>
              <a:path extrusionOk="0" h="21600" w="21600">
                <a:moveTo>
                  <a:pt x="11812" y="21600"/>
                </a:moveTo>
                <a:lnTo>
                  <a:pt x="21600" y="0"/>
                </a:lnTo>
                <a:lnTo>
                  <a:pt x="1012" y="0"/>
                </a:lnTo>
                <a:lnTo>
                  <a:pt x="675" y="1440"/>
                </a:lnTo>
                <a:lnTo>
                  <a:pt x="0" y="2160"/>
                </a:lnTo>
                <a:lnTo>
                  <a:pt x="0" y="4320"/>
                </a:lnTo>
                <a:lnTo>
                  <a:pt x="675" y="6480"/>
                </a:lnTo>
                <a:lnTo>
                  <a:pt x="1012" y="6480"/>
                </a:lnTo>
                <a:lnTo>
                  <a:pt x="1687" y="7200"/>
                </a:lnTo>
                <a:lnTo>
                  <a:pt x="4387" y="7200"/>
                </a:lnTo>
                <a:lnTo>
                  <a:pt x="4725" y="9360"/>
                </a:lnTo>
                <a:lnTo>
                  <a:pt x="5062" y="10080"/>
                </a:lnTo>
                <a:lnTo>
                  <a:pt x="6075" y="10800"/>
                </a:lnTo>
                <a:lnTo>
                  <a:pt x="11812" y="10800"/>
                </a:lnTo>
                <a:lnTo>
                  <a:pt x="11812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50"/>
          <p:cNvSpPr/>
          <p:nvPr/>
        </p:nvSpPr>
        <p:spPr>
          <a:xfrm>
            <a:off x="18376902" y="11171767"/>
            <a:ext cx="321732" cy="342900"/>
          </a:xfrm>
          <a:custGeom>
            <a:rect b="b" l="l" r="r" t="t"/>
            <a:pathLst>
              <a:path extrusionOk="0" h="21600" w="21600">
                <a:moveTo>
                  <a:pt x="20233" y="0"/>
                </a:moveTo>
                <a:lnTo>
                  <a:pt x="14765" y="0"/>
                </a:lnTo>
                <a:lnTo>
                  <a:pt x="4101" y="10286"/>
                </a:lnTo>
                <a:lnTo>
                  <a:pt x="4101" y="17743"/>
                </a:lnTo>
                <a:lnTo>
                  <a:pt x="1641" y="17743"/>
                </a:lnTo>
                <a:lnTo>
                  <a:pt x="1094" y="18257"/>
                </a:lnTo>
                <a:lnTo>
                  <a:pt x="820" y="18771"/>
                </a:lnTo>
                <a:lnTo>
                  <a:pt x="0" y="20057"/>
                </a:lnTo>
                <a:lnTo>
                  <a:pt x="0" y="20314"/>
                </a:lnTo>
                <a:lnTo>
                  <a:pt x="273" y="21086"/>
                </a:lnTo>
                <a:lnTo>
                  <a:pt x="1367" y="21600"/>
                </a:lnTo>
                <a:lnTo>
                  <a:pt x="14765" y="21600"/>
                </a:lnTo>
                <a:lnTo>
                  <a:pt x="15585" y="21343"/>
                </a:lnTo>
                <a:lnTo>
                  <a:pt x="15858" y="21086"/>
                </a:lnTo>
                <a:lnTo>
                  <a:pt x="16132" y="20314"/>
                </a:lnTo>
                <a:lnTo>
                  <a:pt x="16132" y="20057"/>
                </a:lnTo>
                <a:lnTo>
                  <a:pt x="15585" y="18771"/>
                </a:lnTo>
                <a:lnTo>
                  <a:pt x="15311" y="18257"/>
                </a:lnTo>
                <a:lnTo>
                  <a:pt x="14491" y="17743"/>
                </a:lnTo>
                <a:lnTo>
                  <a:pt x="12030" y="17743"/>
                </a:lnTo>
                <a:lnTo>
                  <a:pt x="12030" y="3857"/>
                </a:lnTo>
                <a:lnTo>
                  <a:pt x="16952" y="3857"/>
                </a:lnTo>
                <a:lnTo>
                  <a:pt x="17499" y="3600"/>
                </a:lnTo>
                <a:lnTo>
                  <a:pt x="17772" y="3343"/>
                </a:lnTo>
                <a:lnTo>
                  <a:pt x="18319" y="2571"/>
                </a:lnTo>
                <a:lnTo>
                  <a:pt x="20233" y="2571"/>
                </a:lnTo>
                <a:lnTo>
                  <a:pt x="21053" y="2314"/>
                </a:lnTo>
                <a:lnTo>
                  <a:pt x="21327" y="2314"/>
                </a:lnTo>
                <a:lnTo>
                  <a:pt x="21600" y="1543"/>
                </a:lnTo>
                <a:lnTo>
                  <a:pt x="21600" y="771"/>
                </a:lnTo>
                <a:lnTo>
                  <a:pt x="21327" y="514"/>
                </a:lnTo>
                <a:lnTo>
                  <a:pt x="21053" y="0"/>
                </a:lnTo>
                <a:lnTo>
                  <a:pt x="20233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50"/>
          <p:cNvSpPr/>
          <p:nvPr/>
        </p:nvSpPr>
        <p:spPr>
          <a:xfrm>
            <a:off x="22229234" y="10392834"/>
            <a:ext cx="321732" cy="148176"/>
          </a:xfrm>
          <a:custGeom>
            <a:rect b="b" l="l" r="r" t="t"/>
            <a:pathLst>
              <a:path extrusionOk="0" h="21600" w="21600">
                <a:moveTo>
                  <a:pt x="16405" y="1906"/>
                </a:moveTo>
                <a:lnTo>
                  <a:pt x="15858" y="635"/>
                </a:lnTo>
                <a:lnTo>
                  <a:pt x="15311" y="0"/>
                </a:lnTo>
                <a:lnTo>
                  <a:pt x="6562" y="0"/>
                </a:lnTo>
                <a:lnTo>
                  <a:pt x="5742" y="635"/>
                </a:lnTo>
                <a:lnTo>
                  <a:pt x="5468" y="1906"/>
                </a:lnTo>
                <a:lnTo>
                  <a:pt x="4375" y="6353"/>
                </a:lnTo>
                <a:lnTo>
                  <a:pt x="3554" y="10165"/>
                </a:lnTo>
                <a:lnTo>
                  <a:pt x="547" y="16518"/>
                </a:lnTo>
                <a:lnTo>
                  <a:pt x="0" y="17788"/>
                </a:lnTo>
                <a:lnTo>
                  <a:pt x="0" y="20329"/>
                </a:lnTo>
                <a:lnTo>
                  <a:pt x="820" y="20965"/>
                </a:lnTo>
                <a:lnTo>
                  <a:pt x="1367" y="21600"/>
                </a:lnTo>
                <a:lnTo>
                  <a:pt x="20233" y="21600"/>
                </a:lnTo>
                <a:lnTo>
                  <a:pt x="21053" y="20965"/>
                </a:lnTo>
                <a:lnTo>
                  <a:pt x="21600" y="20329"/>
                </a:lnTo>
                <a:lnTo>
                  <a:pt x="21600" y="17788"/>
                </a:lnTo>
                <a:lnTo>
                  <a:pt x="21327" y="16518"/>
                </a:lnTo>
                <a:lnTo>
                  <a:pt x="18319" y="10165"/>
                </a:lnTo>
                <a:lnTo>
                  <a:pt x="17225" y="6353"/>
                </a:lnTo>
                <a:lnTo>
                  <a:pt x="16405" y="190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50"/>
          <p:cNvSpPr/>
          <p:nvPr/>
        </p:nvSpPr>
        <p:spPr>
          <a:xfrm>
            <a:off x="22203834" y="10134600"/>
            <a:ext cx="372546" cy="245538"/>
          </a:xfrm>
          <a:custGeom>
            <a:rect b="b" l="l" r="r" t="t"/>
            <a:pathLst>
              <a:path extrusionOk="0" h="21600" w="21600">
                <a:moveTo>
                  <a:pt x="17960" y="5125"/>
                </a:moveTo>
                <a:lnTo>
                  <a:pt x="16018" y="5125"/>
                </a:lnTo>
                <a:lnTo>
                  <a:pt x="15047" y="2929"/>
                </a:lnTo>
                <a:lnTo>
                  <a:pt x="13834" y="1098"/>
                </a:lnTo>
                <a:lnTo>
                  <a:pt x="12620" y="366"/>
                </a:lnTo>
                <a:lnTo>
                  <a:pt x="10921" y="0"/>
                </a:lnTo>
                <a:lnTo>
                  <a:pt x="8980" y="366"/>
                </a:lnTo>
                <a:lnTo>
                  <a:pt x="7766" y="1098"/>
                </a:lnTo>
                <a:lnTo>
                  <a:pt x="6796" y="2929"/>
                </a:lnTo>
                <a:lnTo>
                  <a:pt x="5825" y="5125"/>
                </a:lnTo>
                <a:lnTo>
                  <a:pt x="3640" y="5125"/>
                </a:lnTo>
                <a:lnTo>
                  <a:pt x="2184" y="5858"/>
                </a:lnTo>
                <a:lnTo>
                  <a:pt x="1213" y="6956"/>
                </a:lnTo>
                <a:lnTo>
                  <a:pt x="485" y="8420"/>
                </a:lnTo>
                <a:lnTo>
                  <a:pt x="0" y="10617"/>
                </a:lnTo>
                <a:lnTo>
                  <a:pt x="485" y="12814"/>
                </a:lnTo>
                <a:lnTo>
                  <a:pt x="1213" y="14278"/>
                </a:lnTo>
                <a:lnTo>
                  <a:pt x="2184" y="15742"/>
                </a:lnTo>
                <a:lnTo>
                  <a:pt x="3640" y="16108"/>
                </a:lnTo>
                <a:lnTo>
                  <a:pt x="8494" y="16108"/>
                </a:lnTo>
                <a:lnTo>
                  <a:pt x="8494" y="21600"/>
                </a:lnTo>
                <a:lnTo>
                  <a:pt x="13348" y="21600"/>
                </a:lnTo>
                <a:lnTo>
                  <a:pt x="13348" y="16108"/>
                </a:lnTo>
                <a:lnTo>
                  <a:pt x="17960" y="16108"/>
                </a:lnTo>
                <a:lnTo>
                  <a:pt x="19658" y="15742"/>
                </a:lnTo>
                <a:lnTo>
                  <a:pt x="20387" y="14278"/>
                </a:lnTo>
                <a:lnTo>
                  <a:pt x="21357" y="12814"/>
                </a:lnTo>
                <a:lnTo>
                  <a:pt x="21600" y="10617"/>
                </a:lnTo>
                <a:lnTo>
                  <a:pt x="21357" y="8420"/>
                </a:lnTo>
                <a:lnTo>
                  <a:pt x="19658" y="5858"/>
                </a:lnTo>
                <a:lnTo>
                  <a:pt x="17960" y="512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50"/>
          <p:cNvSpPr/>
          <p:nvPr/>
        </p:nvSpPr>
        <p:spPr>
          <a:xfrm>
            <a:off x="15697200" y="11192933"/>
            <a:ext cx="76194" cy="101628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4040" y="20736"/>
                </a:lnTo>
                <a:lnTo>
                  <a:pt x="18360" y="19872"/>
                </a:lnTo>
                <a:lnTo>
                  <a:pt x="19440" y="16416"/>
                </a:lnTo>
                <a:lnTo>
                  <a:pt x="21600" y="12960"/>
                </a:lnTo>
                <a:lnTo>
                  <a:pt x="19440" y="8640"/>
                </a:lnTo>
                <a:lnTo>
                  <a:pt x="16200" y="4320"/>
                </a:lnTo>
                <a:lnTo>
                  <a:pt x="10800" y="0"/>
                </a:lnTo>
                <a:lnTo>
                  <a:pt x="5400" y="4320"/>
                </a:lnTo>
                <a:lnTo>
                  <a:pt x="1080" y="8640"/>
                </a:lnTo>
                <a:lnTo>
                  <a:pt x="0" y="12960"/>
                </a:lnTo>
                <a:lnTo>
                  <a:pt x="2160" y="19872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50"/>
          <p:cNvSpPr/>
          <p:nvPr/>
        </p:nvSpPr>
        <p:spPr>
          <a:xfrm>
            <a:off x="15362767" y="11192933"/>
            <a:ext cx="88884" cy="101628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5120" y="20736"/>
                </a:lnTo>
                <a:lnTo>
                  <a:pt x="18360" y="19872"/>
                </a:lnTo>
                <a:lnTo>
                  <a:pt x="19440" y="16416"/>
                </a:lnTo>
                <a:lnTo>
                  <a:pt x="21600" y="12960"/>
                </a:lnTo>
                <a:lnTo>
                  <a:pt x="19440" y="8640"/>
                </a:lnTo>
                <a:lnTo>
                  <a:pt x="16200" y="4320"/>
                </a:lnTo>
                <a:lnTo>
                  <a:pt x="10800" y="0"/>
                </a:lnTo>
                <a:lnTo>
                  <a:pt x="5400" y="4320"/>
                </a:lnTo>
                <a:lnTo>
                  <a:pt x="1080" y="8640"/>
                </a:lnTo>
                <a:lnTo>
                  <a:pt x="0" y="12960"/>
                </a:lnTo>
                <a:lnTo>
                  <a:pt x="2160" y="19872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50"/>
          <p:cNvSpPr/>
          <p:nvPr/>
        </p:nvSpPr>
        <p:spPr>
          <a:xfrm>
            <a:off x="15362767" y="11108266"/>
            <a:ext cx="410616" cy="381024"/>
          </a:xfrm>
          <a:custGeom>
            <a:rect b="b" l="l" r="r" t="t"/>
            <a:pathLst>
              <a:path extrusionOk="0" h="21600" w="21600">
                <a:moveTo>
                  <a:pt x="13964" y="8272"/>
                </a:moveTo>
                <a:lnTo>
                  <a:pt x="14836" y="7123"/>
                </a:lnTo>
                <a:lnTo>
                  <a:pt x="15055" y="6664"/>
                </a:lnTo>
                <a:lnTo>
                  <a:pt x="15055" y="5745"/>
                </a:lnTo>
                <a:lnTo>
                  <a:pt x="14836" y="4826"/>
                </a:lnTo>
                <a:lnTo>
                  <a:pt x="14618" y="3677"/>
                </a:lnTo>
                <a:lnTo>
                  <a:pt x="12873" y="2068"/>
                </a:lnTo>
                <a:lnTo>
                  <a:pt x="11564" y="689"/>
                </a:lnTo>
                <a:lnTo>
                  <a:pt x="10691" y="0"/>
                </a:lnTo>
                <a:lnTo>
                  <a:pt x="10255" y="689"/>
                </a:lnTo>
                <a:lnTo>
                  <a:pt x="8509" y="2068"/>
                </a:lnTo>
                <a:lnTo>
                  <a:pt x="7200" y="3677"/>
                </a:lnTo>
                <a:lnTo>
                  <a:pt x="6764" y="4826"/>
                </a:lnTo>
                <a:lnTo>
                  <a:pt x="6545" y="5745"/>
                </a:lnTo>
                <a:lnTo>
                  <a:pt x="6545" y="6664"/>
                </a:lnTo>
                <a:lnTo>
                  <a:pt x="6764" y="7123"/>
                </a:lnTo>
                <a:lnTo>
                  <a:pt x="7418" y="8272"/>
                </a:lnTo>
                <a:lnTo>
                  <a:pt x="7418" y="11489"/>
                </a:lnTo>
                <a:lnTo>
                  <a:pt x="0" y="11489"/>
                </a:lnTo>
                <a:lnTo>
                  <a:pt x="0" y="21600"/>
                </a:lnTo>
                <a:lnTo>
                  <a:pt x="8509" y="21600"/>
                </a:lnTo>
                <a:lnTo>
                  <a:pt x="8509" y="18153"/>
                </a:lnTo>
                <a:lnTo>
                  <a:pt x="10691" y="15855"/>
                </a:lnTo>
                <a:lnTo>
                  <a:pt x="12873" y="18153"/>
                </a:lnTo>
                <a:lnTo>
                  <a:pt x="12873" y="21600"/>
                </a:lnTo>
                <a:lnTo>
                  <a:pt x="21600" y="21600"/>
                </a:lnTo>
                <a:lnTo>
                  <a:pt x="21600" y="11489"/>
                </a:lnTo>
                <a:lnTo>
                  <a:pt x="13964" y="11489"/>
                </a:lnTo>
                <a:lnTo>
                  <a:pt x="13964" y="8272"/>
                </a:lnTo>
                <a:close/>
                <a:moveTo>
                  <a:pt x="5455" y="19302"/>
                </a:moveTo>
                <a:lnTo>
                  <a:pt x="3273" y="19302"/>
                </a:lnTo>
                <a:lnTo>
                  <a:pt x="3273" y="16545"/>
                </a:lnTo>
                <a:lnTo>
                  <a:pt x="3491" y="16315"/>
                </a:lnTo>
                <a:lnTo>
                  <a:pt x="3709" y="15855"/>
                </a:lnTo>
                <a:lnTo>
                  <a:pt x="4800" y="15855"/>
                </a:lnTo>
                <a:lnTo>
                  <a:pt x="5018" y="16315"/>
                </a:lnTo>
                <a:lnTo>
                  <a:pt x="5455" y="16545"/>
                </a:lnTo>
                <a:lnTo>
                  <a:pt x="5455" y="19302"/>
                </a:lnTo>
                <a:close/>
                <a:moveTo>
                  <a:pt x="16145" y="17004"/>
                </a:moveTo>
                <a:lnTo>
                  <a:pt x="16145" y="16545"/>
                </a:lnTo>
                <a:lnTo>
                  <a:pt x="16364" y="16315"/>
                </a:lnTo>
                <a:lnTo>
                  <a:pt x="16582" y="15855"/>
                </a:lnTo>
                <a:lnTo>
                  <a:pt x="17673" y="15855"/>
                </a:lnTo>
                <a:lnTo>
                  <a:pt x="18327" y="16545"/>
                </a:lnTo>
                <a:lnTo>
                  <a:pt x="18327" y="19302"/>
                </a:lnTo>
                <a:lnTo>
                  <a:pt x="16145" y="19302"/>
                </a:lnTo>
                <a:lnTo>
                  <a:pt x="16145" y="1700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50"/>
          <p:cNvSpPr/>
          <p:nvPr/>
        </p:nvSpPr>
        <p:spPr>
          <a:xfrm>
            <a:off x="15350066" y="10155767"/>
            <a:ext cx="444528" cy="359856"/>
          </a:xfrm>
          <a:custGeom>
            <a:rect b="b" l="l" r="r" t="t"/>
            <a:pathLst>
              <a:path extrusionOk="0" h="21600" w="21600">
                <a:moveTo>
                  <a:pt x="21006" y="6703"/>
                </a:moveTo>
                <a:lnTo>
                  <a:pt x="11295" y="0"/>
                </a:lnTo>
                <a:lnTo>
                  <a:pt x="10305" y="0"/>
                </a:lnTo>
                <a:lnTo>
                  <a:pt x="396" y="6703"/>
                </a:lnTo>
                <a:lnTo>
                  <a:pt x="198" y="6952"/>
                </a:lnTo>
                <a:lnTo>
                  <a:pt x="0" y="7697"/>
                </a:lnTo>
                <a:lnTo>
                  <a:pt x="0" y="9931"/>
                </a:lnTo>
                <a:lnTo>
                  <a:pt x="198" y="10428"/>
                </a:lnTo>
                <a:lnTo>
                  <a:pt x="396" y="10676"/>
                </a:lnTo>
                <a:lnTo>
                  <a:pt x="1982" y="10676"/>
                </a:lnTo>
                <a:lnTo>
                  <a:pt x="1982" y="21103"/>
                </a:lnTo>
                <a:lnTo>
                  <a:pt x="2378" y="21600"/>
                </a:lnTo>
                <a:lnTo>
                  <a:pt x="4954" y="21600"/>
                </a:lnTo>
                <a:lnTo>
                  <a:pt x="4954" y="11917"/>
                </a:lnTo>
                <a:lnTo>
                  <a:pt x="16646" y="11917"/>
                </a:lnTo>
                <a:lnTo>
                  <a:pt x="16646" y="21600"/>
                </a:lnTo>
                <a:lnTo>
                  <a:pt x="19024" y="21600"/>
                </a:lnTo>
                <a:lnTo>
                  <a:pt x="19222" y="21352"/>
                </a:lnTo>
                <a:lnTo>
                  <a:pt x="19618" y="21103"/>
                </a:lnTo>
                <a:lnTo>
                  <a:pt x="19618" y="10676"/>
                </a:lnTo>
                <a:lnTo>
                  <a:pt x="21006" y="10676"/>
                </a:lnTo>
                <a:lnTo>
                  <a:pt x="21600" y="9931"/>
                </a:lnTo>
                <a:lnTo>
                  <a:pt x="21600" y="7697"/>
                </a:lnTo>
                <a:lnTo>
                  <a:pt x="21204" y="6952"/>
                </a:lnTo>
                <a:lnTo>
                  <a:pt x="21006" y="670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50"/>
          <p:cNvSpPr/>
          <p:nvPr/>
        </p:nvSpPr>
        <p:spPr>
          <a:xfrm>
            <a:off x="15489767" y="10392834"/>
            <a:ext cx="156600" cy="507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33" name="Google Shape;1433;p50"/>
          <p:cNvSpPr/>
          <p:nvPr/>
        </p:nvSpPr>
        <p:spPr>
          <a:xfrm>
            <a:off x="15489767" y="10477500"/>
            <a:ext cx="1566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34" name="Google Shape;1434;p50"/>
          <p:cNvSpPr/>
          <p:nvPr/>
        </p:nvSpPr>
        <p:spPr>
          <a:xfrm>
            <a:off x="20264969" y="10109200"/>
            <a:ext cx="359856" cy="148176"/>
          </a:xfrm>
          <a:custGeom>
            <a:rect b="b" l="l" r="r" t="t"/>
            <a:pathLst>
              <a:path extrusionOk="0" h="21600" w="21600">
                <a:moveTo>
                  <a:pt x="1213" y="21600"/>
                </a:moveTo>
                <a:lnTo>
                  <a:pt x="20872" y="21600"/>
                </a:lnTo>
                <a:lnTo>
                  <a:pt x="21115" y="20965"/>
                </a:lnTo>
                <a:lnTo>
                  <a:pt x="21600" y="20329"/>
                </a:lnTo>
                <a:lnTo>
                  <a:pt x="21600" y="14612"/>
                </a:lnTo>
                <a:lnTo>
                  <a:pt x="21115" y="12071"/>
                </a:lnTo>
                <a:lnTo>
                  <a:pt x="20872" y="11435"/>
                </a:lnTo>
                <a:lnTo>
                  <a:pt x="11407" y="635"/>
                </a:lnTo>
                <a:lnTo>
                  <a:pt x="10679" y="0"/>
                </a:lnTo>
                <a:lnTo>
                  <a:pt x="10193" y="635"/>
                </a:lnTo>
                <a:lnTo>
                  <a:pt x="485" y="11435"/>
                </a:lnTo>
                <a:lnTo>
                  <a:pt x="243" y="12071"/>
                </a:lnTo>
                <a:lnTo>
                  <a:pt x="0" y="14612"/>
                </a:lnTo>
                <a:lnTo>
                  <a:pt x="0" y="20329"/>
                </a:lnTo>
                <a:lnTo>
                  <a:pt x="485" y="21600"/>
                </a:lnTo>
                <a:lnTo>
                  <a:pt x="1213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50"/>
          <p:cNvSpPr/>
          <p:nvPr/>
        </p:nvSpPr>
        <p:spPr>
          <a:xfrm>
            <a:off x="20256502" y="10270066"/>
            <a:ext cx="381024" cy="207414"/>
          </a:xfrm>
          <a:custGeom>
            <a:rect b="b" l="l" r="r" t="t"/>
            <a:pathLst>
              <a:path extrusionOk="0" h="21600" w="21600">
                <a:moveTo>
                  <a:pt x="21600" y="18955"/>
                </a:moveTo>
                <a:lnTo>
                  <a:pt x="21370" y="16751"/>
                </a:lnTo>
                <a:lnTo>
                  <a:pt x="20681" y="15869"/>
                </a:lnTo>
                <a:lnTo>
                  <a:pt x="20221" y="15429"/>
                </a:lnTo>
                <a:lnTo>
                  <a:pt x="18843" y="15429"/>
                </a:lnTo>
                <a:lnTo>
                  <a:pt x="18843" y="0"/>
                </a:lnTo>
                <a:lnTo>
                  <a:pt x="16545" y="0"/>
                </a:lnTo>
                <a:lnTo>
                  <a:pt x="16545" y="15429"/>
                </a:lnTo>
                <a:lnTo>
                  <a:pt x="14247" y="15429"/>
                </a:lnTo>
                <a:lnTo>
                  <a:pt x="14247" y="0"/>
                </a:lnTo>
                <a:lnTo>
                  <a:pt x="11949" y="0"/>
                </a:lnTo>
                <a:lnTo>
                  <a:pt x="11949" y="15429"/>
                </a:lnTo>
                <a:lnTo>
                  <a:pt x="9651" y="15429"/>
                </a:lnTo>
                <a:lnTo>
                  <a:pt x="9651" y="0"/>
                </a:lnTo>
                <a:lnTo>
                  <a:pt x="7353" y="0"/>
                </a:lnTo>
                <a:lnTo>
                  <a:pt x="7353" y="15429"/>
                </a:lnTo>
                <a:lnTo>
                  <a:pt x="5285" y="15429"/>
                </a:lnTo>
                <a:lnTo>
                  <a:pt x="5285" y="0"/>
                </a:lnTo>
                <a:lnTo>
                  <a:pt x="2987" y="0"/>
                </a:lnTo>
                <a:lnTo>
                  <a:pt x="2987" y="15429"/>
                </a:lnTo>
                <a:lnTo>
                  <a:pt x="1609" y="15429"/>
                </a:lnTo>
                <a:lnTo>
                  <a:pt x="919" y="15869"/>
                </a:lnTo>
                <a:lnTo>
                  <a:pt x="460" y="16751"/>
                </a:lnTo>
                <a:lnTo>
                  <a:pt x="0" y="18955"/>
                </a:lnTo>
                <a:lnTo>
                  <a:pt x="0" y="20718"/>
                </a:lnTo>
                <a:lnTo>
                  <a:pt x="689" y="21600"/>
                </a:lnTo>
                <a:lnTo>
                  <a:pt x="21140" y="21600"/>
                </a:lnTo>
                <a:lnTo>
                  <a:pt x="21600" y="20718"/>
                </a:lnTo>
                <a:lnTo>
                  <a:pt x="21600" y="1895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50"/>
          <p:cNvSpPr/>
          <p:nvPr/>
        </p:nvSpPr>
        <p:spPr>
          <a:xfrm>
            <a:off x="18376902" y="10168466"/>
            <a:ext cx="237060" cy="160866"/>
          </a:xfrm>
          <a:custGeom>
            <a:rect b="b" l="l" r="r" t="t"/>
            <a:pathLst>
              <a:path extrusionOk="0" h="21600" w="21600">
                <a:moveTo>
                  <a:pt x="3661" y="16200"/>
                </a:moveTo>
                <a:lnTo>
                  <a:pt x="3295" y="21600"/>
                </a:lnTo>
                <a:lnTo>
                  <a:pt x="18671" y="21600"/>
                </a:lnTo>
                <a:lnTo>
                  <a:pt x="17939" y="16200"/>
                </a:lnTo>
                <a:lnTo>
                  <a:pt x="20868" y="15120"/>
                </a:lnTo>
                <a:lnTo>
                  <a:pt x="21600" y="10800"/>
                </a:lnTo>
                <a:lnTo>
                  <a:pt x="21600" y="0"/>
                </a:lnTo>
                <a:lnTo>
                  <a:pt x="17939" y="0"/>
                </a:lnTo>
                <a:lnTo>
                  <a:pt x="17939" y="5400"/>
                </a:lnTo>
                <a:lnTo>
                  <a:pt x="12814" y="5400"/>
                </a:lnTo>
                <a:lnTo>
                  <a:pt x="12814" y="0"/>
                </a:lnTo>
                <a:lnTo>
                  <a:pt x="9153" y="0"/>
                </a:lnTo>
                <a:lnTo>
                  <a:pt x="9153" y="5400"/>
                </a:lnTo>
                <a:lnTo>
                  <a:pt x="3661" y="5400"/>
                </a:lnTo>
                <a:lnTo>
                  <a:pt x="3661" y="0"/>
                </a:lnTo>
                <a:lnTo>
                  <a:pt x="0" y="0"/>
                </a:lnTo>
                <a:lnTo>
                  <a:pt x="0" y="10800"/>
                </a:lnTo>
                <a:lnTo>
                  <a:pt x="366" y="12960"/>
                </a:lnTo>
                <a:lnTo>
                  <a:pt x="1098" y="15120"/>
                </a:lnTo>
                <a:lnTo>
                  <a:pt x="2197" y="15660"/>
                </a:lnTo>
                <a:lnTo>
                  <a:pt x="3661" y="162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50"/>
          <p:cNvSpPr/>
          <p:nvPr/>
        </p:nvSpPr>
        <p:spPr>
          <a:xfrm>
            <a:off x="18266834" y="10354733"/>
            <a:ext cx="457218" cy="160866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8308"/>
                </a:lnTo>
                <a:lnTo>
                  <a:pt x="991" y="8308"/>
                </a:lnTo>
                <a:lnTo>
                  <a:pt x="991" y="20492"/>
                </a:lnTo>
                <a:lnTo>
                  <a:pt x="1387" y="21046"/>
                </a:lnTo>
                <a:lnTo>
                  <a:pt x="1585" y="21600"/>
                </a:lnTo>
                <a:lnTo>
                  <a:pt x="8917" y="21600"/>
                </a:lnTo>
                <a:lnTo>
                  <a:pt x="8917" y="16062"/>
                </a:lnTo>
                <a:lnTo>
                  <a:pt x="9116" y="14400"/>
                </a:lnTo>
                <a:lnTo>
                  <a:pt x="9314" y="12185"/>
                </a:lnTo>
                <a:lnTo>
                  <a:pt x="10899" y="11077"/>
                </a:lnTo>
                <a:lnTo>
                  <a:pt x="11494" y="11631"/>
                </a:lnTo>
                <a:lnTo>
                  <a:pt x="12286" y="12185"/>
                </a:lnTo>
                <a:lnTo>
                  <a:pt x="12484" y="14400"/>
                </a:lnTo>
                <a:lnTo>
                  <a:pt x="12881" y="16062"/>
                </a:lnTo>
                <a:lnTo>
                  <a:pt x="12881" y="21600"/>
                </a:lnTo>
                <a:lnTo>
                  <a:pt x="20213" y="21600"/>
                </a:lnTo>
                <a:lnTo>
                  <a:pt x="20609" y="20492"/>
                </a:lnTo>
                <a:lnTo>
                  <a:pt x="20609" y="8308"/>
                </a:lnTo>
                <a:lnTo>
                  <a:pt x="21600" y="8308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50"/>
          <p:cNvSpPr/>
          <p:nvPr/>
        </p:nvSpPr>
        <p:spPr>
          <a:xfrm>
            <a:off x="21242867" y="10418234"/>
            <a:ext cx="359856" cy="9736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9000"/>
                </a:lnTo>
                <a:lnTo>
                  <a:pt x="2209" y="9000"/>
                </a:lnTo>
                <a:lnTo>
                  <a:pt x="2209" y="19800"/>
                </a:lnTo>
                <a:lnTo>
                  <a:pt x="2700" y="20700"/>
                </a:lnTo>
                <a:lnTo>
                  <a:pt x="2945" y="21600"/>
                </a:lnTo>
                <a:lnTo>
                  <a:pt x="18655" y="21600"/>
                </a:lnTo>
                <a:lnTo>
                  <a:pt x="18900" y="20700"/>
                </a:lnTo>
                <a:lnTo>
                  <a:pt x="19391" y="19800"/>
                </a:lnTo>
                <a:lnTo>
                  <a:pt x="19391" y="9000"/>
                </a:lnTo>
                <a:lnTo>
                  <a:pt x="21600" y="90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50"/>
          <p:cNvSpPr/>
          <p:nvPr/>
        </p:nvSpPr>
        <p:spPr>
          <a:xfrm>
            <a:off x="21230169" y="10109200"/>
            <a:ext cx="381024" cy="283662"/>
          </a:xfrm>
          <a:custGeom>
            <a:rect b="b" l="l" r="r" t="t"/>
            <a:pathLst>
              <a:path extrusionOk="0" h="21600" w="21600">
                <a:moveTo>
                  <a:pt x="21130" y="5322"/>
                </a:moveTo>
                <a:lnTo>
                  <a:pt x="19252" y="626"/>
                </a:lnTo>
                <a:lnTo>
                  <a:pt x="19017" y="313"/>
                </a:lnTo>
                <a:lnTo>
                  <a:pt x="18313" y="0"/>
                </a:lnTo>
                <a:lnTo>
                  <a:pt x="3287" y="0"/>
                </a:lnTo>
                <a:lnTo>
                  <a:pt x="2583" y="313"/>
                </a:lnTo>
                <a:lnTo>
                  <a:pt x="2348" y="626"/>
                </a:lnTo>
                <a:lnTo>
                  <a:pt x="470" y="5322"/>
                </a:lnTo>
                <a:lnTo>
                  <a:pt x="0" y="5948"/>
                </a:lnTo>
                <a:lnTo>
                  <a:pt x="470" y="6887"/>
                </a:lnTo>
                <a:lnTo>
                  <a:pt x="704" y="7200"/>
                </a:lnTo>
                <a:lnTo>
                  <a:pt x="1174" y="7513"/>
                </a:lnTo>
                <a:lnTo>
                  <a:pt x="2583" y="7513"/>
                </a:lnTo>
                <a:lnTo>
                  <a:pt x="2583" y="21600"/>
                </a:lnTo>
                <a:lnTo>
                  <a:pt x="4930" y="21600"/>
                </a:lnTo>
                <a:lnTo>
                  <a:pt x="4930" y="7513"/>
                </a:lnTo>
                <a:lnTo>
                  <a:pt x="9626" y="7513"/>
                </a:lnTo>
                <a:lnTo>
                  <a:pt x="9626" y="12209"/>
                </a:lnTo>
                <a:lnTo>
                  <a:pt x="8217" y="12209"/>
                </a:lnTo>
                <a:lnTo>
                  <a:pt x="7983" y="12522"/>
                </a:lnTo>
                <a:lnTo>
                  <a:pt x="7513" y="13461"/>
                </a:lnTo>
                <a:lnTo>
                  <a:pt x="7513" y="14087"/>
                </a:lnTo>
                <a:lnTo>
                  <a:pt x="8217" y="18783"/>
                </a:lnTo>
                <a:lnTo>
                  <a:pt x="8687" y="19722"/>
                </a:lnTo>
                <a:lnTo>
                  <a:pt x="9391" y="20035"/>
                </a:lnTo>
                <a:lnTo>
                  <a:pt x="12209" y="20035"/>
                </a:lnTo>
                <a:lnTo>
                  <a:pt x="12913" y="19722"/>
                </a:lnTo>
                <a:lnTo>
                  <a:pt x="13383" y="18783"/>
                </a:lnTo>
                <a:lnTo>
                  <a:pt x="14087" y="14087"/>
                </a:lnTo>
                <a:lnTo>
                  <a:pt x="14087" y="13461"/>
                </a:lnTo>
                <a:lnTo>
                  <a:pt x="13617" y="12522"/>
                </a:lnTo>
                <a:lnTo>
                  <a:pt x="13383" y="12209"/>
                </a:lnTo>
                <a:lnTo>
                  <a:pt x="11974" y="12209"/>
                </a:lnTo>
                <a:lnTo>
                  <a:pt x="11974" y="7513"/>
                </a:lnTo>
                <a:lnTo>
                  <a:pt x="16670" y="7513"/>
                </a:lnTo>
                <a:lnTo>
                  <a:pt x="16670" y="21600"/>
                </a:lnTo>
                <a:lnTo>
                  <a:pt x="19017" y="21600"/>
                </a:lnTo>
                <a:lnTo>
                  <a:pt x="19017" y="7513"/>
                </a:lnTo>
                <a:lnTo>
                  <a:pt x="20426" y="7513"/>
                </a:lnTo>
                <a:lnTo>
                  <a:pt x="20896" y="7200"/>
                </a:lnTo>
                <a:lnTo>
                  <a:pt x="21130" y="6887"/>
                </a:lnTo>
                <a:lnTo>
                  <a:pt x="21600" y="5948"/>
                </a:lnTo>
                <a:lnTo>
                  <a:pt x="21130" y="532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50"/>
          <p:cNvSpPr/>
          <p:nvPr/>
        </p:nvSpPr>
        <p:spPr>
          <a:xfrm>
            <a:off x="14698133" y="12094634"/>
            <a:ext cx="84672" cy="8888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5120" y="19440"/>
                </a:lnTo>
                <a:lnTo>
                  <a:pt x="18360" y="18360"/>
                </a:lnTo>
                <a:lnTo>
                  <a:pt x="20520" y="14040"/>
                </a:lnTo>
                <a:lnTo>
                  <a:pt x="21600" y="10800"/>
                </a:lnTo>
                <a:lnTo>
                  <a:pt x="20520" y="6480"/>
                </a:lnTo>
                <a:lnTo>
                  <a:pt x="18360" y="2160"/>
                </a:lnTo>
                <a:lnTo>
                  <a:pt x="15120" y="1080"/>
                </a:lnTo>
                <a:lnTo>
                  <a:pt x="10800" y="0"/>
                </a:lnTo>
                <a:lnTo>
                  <a:pt x="6480" y="1080"/>
                </a:lnTo>
                <a:lnTo>
                  <a:pt x="3240" y="2160"/>
                </a:lnTo>
                <a:lnTo>
                  <a:pt x="1080" y="6480"/>
                </a:lnTo>
                <a:lnTo>
                  <a:pt x="0" y="10800"/>
                </a:lnTo>
                <a:lnTo>
                  <a:pt x="1080" y="14040"/>
                </a:lnTo>
                <a:lnTo>
                  <a:pt x="3240" y="18360"/>
                </a:lnTo>
                <a:lnTo>
                  <a:pt x="6480" y="1944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50"/>
          <p:cNvSpPr/>
          <p:nvPr/>
        </p:nvSpPr>
        <p:spPr>
          <a:xfrm>
            <a:off x="14660033" y="12208933"/>
            <a:ext cx="160866" cy="258228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640" y="0"/>
                </a:lnTo>
                <a:lnTo>
                  <a:pt x="5940" y="337"/>
                </a:lnTo>
                <a:lnTo>
                  <a:pt x="2700" y="2362"/>
                </a:lnTo>
                <a:lnTo>
                  <a:pt x="2160" y="3038"/>
                </a:lnTo>
                <a:lnTo>
                  <a:pt x="0" y="6412"/>
                </a:lnTo>
                <a:lnTo>
                  <a:pt x="0" y="12488"/>
                </a:lnTo>
                <a:lnTo>
                  <a:pt x="1080" y="12825"/>
                </a:lnTo>
                <a:lnTo>
                  <a:pt x="1620" y="13162"/>
                </a:lnTo>
                <a:lnTo>
                  <a:pt x="5400" y="13162"/>
                </a:lnTo>
                <a:lnTo>
                  <a:pt x="5400" y="20587"/>
                </a:lnTo>
                <a:lnTo>
                  <a:pt x="7020" y="21600"/>
                </a:lnTo>
                <a:lnTo>
                  <a:pt x="14580" y="21600"/>
                </a:lnTo>
                <a:lnTo>
                  <a:pt x="16200" y="20587"/>
                </a:lnTo>
                <a:lnTo>
                  <a:pt x="16200" y="13162"/>
                </a:lnTo>
                <a:lnTo>
                  <a:pt x="19980" y="13162"/>
                </a:lnTo>
                <a:lnTo>
                  <a:pt x="21060" y="12825"/>
                </a:lnTo>
                <a:lnTo>
                  <a:pt x="21600" y="12488"/>
                </a:lnTo>
                <a:lnTo>
                  <a:pt x="21600" y="6412"/>
                </a:lnTo>
                <a:lnTo>
                  <a:pt x="21060" y="4725"/>
                </a:lnTo>
                <a:lnTo>
                  <a:pt x="19440" y="3038"/>
                </a:lnTo>
                <a:lnTo>
                  <a:pt x="18900" y="2362"/>
                </a:lnTo>
                <a:lnTo>
                  <a:pt x="15660" y="337"/>
                </a:lnTo>
                <a:lnTo>
                  <a:pt x="1296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50"/>
          <p:cNvSpPr/>
          <p:nvPr/>
        </p:nvSpPr>
        <p:spPr>
          <a:xfrm>
            <a:off x="14575367" y="12060767"/>
            <a:ext cx="33900" cy="4065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43" name="Google Shape;1443;p50"/>
          <p:cNvSpPr/>
          <p:nvPr/>
        </p:nvSpPr>
        <p:spPr>
          <a:xfrm>
            <a:off x="14414502" y="12094634"/>
            <a:ext cx="84672" cy="8888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5120" y="19440"/>
                </a:lnTo>
                <a:lnTo>
                  <a:pt x="18360" y="18360"/>
                </a:lnTo>
                <a:lnTo>
                  <a:pt x="20520" y="14040"/>
                </a:lnTo>
                <a:lnTo>
                  <a:pt x="21600" y="10800"/>
                </a:lnTo>
                <a:lnTo>
                  <a:pt x="20520" y="6480"/>
                </a:lnTo>
                <a:lnTo>
                  <a:pt x="18360" y="2160"/>
                </a:lnTo>
                <a:lnTo>
                  <a:pt x="15120" y="1080"/>
                </a:lnTo>
                <a:lnTo>
                  <a:pt x="10800" y="0"/>
                </a:lnTo>
                <a:lnTo>
                  <a:pt x="6480" y="1080"/>
                </a:lnTo>
                <a:lnTo>
                  <a:pt x="3240" y="2160"/>
                </a:lnTo>
                <a:lnTo>
                  <a:pt x="1080" y="6480"/>
                </a:lnTo>
                <a:lnTo>
                  <a:pt x="0" y="10800"/>
                </a:lnTo>
                <a:lnTo>
                  <a:pt x="1080" y="14040"/>
                </a:lnTo>
                <a:lnTo>
                  <a:pt x="3240" y="18360"/>
                </a:lnTo>
                <a:lnTo>
                  <a:pt x="6480" y="1944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50"/>
          <p:cNvSpPr/>
          <p:nvPr/>
        </p:nvSpPr>
        <p:spPr>
          <a:xfrm>
            <a:off x="14376400" y="12208933"/>
            <a:ext cx="160866" cy="258228"/>
          </a:xfrm>
          <a:custGeom>
            <a:rect b="b" l="l" r="r" t="t"/>
            <a:pathLst>
              <a:path extrusionOk="0" h="21600" w="21600">
                <a:moveTo>
                  <a:pt x="19440" y="9112"/>
                </a:moveTo>
                <a:lnTo>
                  <a:pt x="17280" y="4050"/>
                </a:lnTo>
                <a:lnTo>
                  <a:pt x="15660" y="1350"/>
                </a:lnTo>
                <a:lnTo>
                  <a:pt x="14580" y="675"/>
                </a:lnTo>
                <a:lnTo>
                  <a:pt x="13500" y="337"/>
                </a:lnTo>
                <a:lnTo>
                  <a:pt x="10800" y="0"/>
                </a:lnTo>
                <a:lnTo>
                  <a:pt x="8100" y="337"/>
                </a:lnTo>
                <a:lnTo>
                  <a:pt x="7020" y="675"/>
                </a:lnTo>
                <a:lnTo>
                  <a:pt x="5940" y="1350"/>
                </a:lnTo>
                <a:lnTo>
                  <a:pt x="4320" y="4050"/>
                </a:lnTo>
                <a:lnTo>
                  <a:pt x="2160" y="9112"/>
                </a:lnTo>
                <a:lnTo>
                  <a:pt x="0" y="14513"/>
                </a:lnTo>
                <a:lnTo>
                  <a:pt x="0" y="15187"/>
                </a:lnTo>
                <a:lnTo>
                  <a:pt x="540" y="15525"/>
                </a:lnTo>
                <a:lnTo>
                  <a:pt x="1620" y="16537"/>
                </a:lnTo>
                <a:lnTo>
                  <a:pt x="5940" y="16537"/>
                </a:lnTo>
                <a:lnTo>
                  <a:pt x="8100" y="20250"/>
                </a:lnTo>
                <a:lnTo>
                  <a:pt x="9180" y="20925"/>
                </a:lnTo>
                <a:lnTo>
                  <a:pt x="10800" y="21600"/>
                </a:lnTo>
                <a:lnTo>
                  <a:pt x="11880" y="20925"/>
                </a:lnTo>
                <a:lnTo>
                  <a:pt x="13500" y="20250"/>
                </a:lnTo>
                <a:lnTo>
                  <a:pt x="15660" y="16537"/>
                </a:lnTo>
                <a:lnTo>
                  <a:pt x="19980" y="16537"/>
                </a:lnTo>
                <a:lnTo>
                  <a:pt x="20520" y="15525"/>
                </a:lnTo>
                <a:lnTo>
                  <a:pt x="21600" y="15187"/>
                </a:lnTo>
                <a:lnTo>
                  <a:pt x="21600" y="14513"/>
                </a:lnTo>
                <a:lnTo>
                  <a:pt x="19440" y="911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50"/>
          <p:cNvSpPr/>
          <p:nvPr/>
        </p:nvSpPr>
        <p:spPr>
          <a:xfrm>
            <a:off x="15375466" y="12035367"/>
            <a:ext cx="148176" cy="148176"/>
          </a:xfrm>
          <a:custGeom>
            <a:rect b="b" l="l" r="r" t="t"/>
            <a:pathLst>
              <a:path extrusionOk="0" h="21600" w="21600">
                <a:moveTo>
                  <a:pt x="8173" y="11092"/>
                </a:moveTo>
                <a:lnTo>
                  <a:pt x="8173" y="21600"/>
                </a:lnTo>
                <a:lnTo>
                  <a:pt x="14011" y="21600"/>
                </a:lnTo>
                <a:lnTo>
                  <a:pt x="14011" y="11092"/>
                </a:lnTo>
                <a:lnTo>
                  <a:pt x="17514" y="15178"/>
                </a:lnTo>
                <a:lnTo>
                  <a:pt x="21600" y="10508"/>
                </a:lnTo>
                <a:lnTo>
                  <a:pt x="11092" y="0"/>
                </a:lnTo>
                <a:lnTo>
                  <a:pt x="0" y="10508"/>
                </a:lnTo>
                <a:lnTo>
                  <a:pt x="4670" y="15178"/>
                </a:lnTo>
                <a:lnTo>
                  <a:pt x="8173" y="1109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50"/>
          <p:cNvSpPr/>
          <p:nvPr/>
        </p:nvSpPr>
        <p:spPr>
          <a:xfrm>
            <a:off x="15599833" y="12035367"/>
            <a:ext cx="148176" cy="160866"/>
          </a:xfrm>
          <a:custGeom>
            <a:rect b="b" l="l" r="r" t="t"/>
            <a:pathLst>
              <a:path extrusionOk="0" h="21600" w="21600">
                <a:moveTo>
                  <a:pt x="21600" y="11092"/>
                </a:moveTo>
                <a:lnTo>
                  <a:pt x="17514" y="6422"/>
                </a:lnTo>
                <a:lnTo>
                  <a:pt x="14011" y="9924"/>
                </a:lnTo>
                <a:lnTo>
                  <a:pt x="14011" y="0"/>
                </a:lnTo>
                <a:lnTo>
                  <a:pt x="8173" y="0"/>
                </a:lnTo>
                <a:lnTo>
                  <a:pt x="8173" y="9924"/>
                </a:lnTo>
                <a:lnTo>
                  <a:pt x="4670" y="6422"/>
                </a:lnTo>
                <a:lnTo>
                  <a:pt x="0" y="11092"/>
                </a:lnTo>
                <a:lnTo>
                  <a:pt x="11092" y="21600"/>
                </a:lnTo>
                <a:lnTo>
                  <a:pt x="21600" y="1109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50"/>
          <p:cNvSpPr/>
          <p:nvPr/>
        </p:nvSpPr>
        <p:spPr>
          <a:xfrm>
            <a:off x="15362767" y="12221634"/>
            <a:ext cx="410616" cy="270918"/>
          </a:xfrm>
          <a:custGeom>
            <a:rect b="b" l="l" r="r" t="t"/>
            <a:pathLst>
              <a:path extrusionOk="0" h="21600" w="21600">
                <a:moveTo>
                  <a:pt x="19418" y="0"/>
                </a:moveTo>
                <a:lnTo>
                  <a:pt x="2182" y="0"/>
                </a:lnTo>
                <a:lnTo>
                  <a:pt x="1309" y="665"/>
                </a:lnTo>
                <a:lnTo>
                  <a:pt x="436" y="997"/>
                </a:lnTo>
                <a:lnTo>
                  <a:pt x="218" y="2326"/>
                </a:lnTo>
                <a:lnTo>
                  <a:pt x="0" y="3323"/>
                </a:lnTo>
                <a:lnTo>
                  <a:pt x="0" y="18277"/>
                </a:lnTo>
                <a:lnTo>
                  <a:pt x="218" y="19274"/>
                </a:lnTo>
                <a:lnTo>
                  <a:pt x="436" y="20603"/>
                </a:lnTo>
                <a:lnTo>
                  <a:pt x="1309" y="20935"/>
                </a:lnTo>
                <a:lnTo>
                  <a:pt x="2182" y="21600"/>
                </a:lnTo>
                <a:lnTo>
                  <a:pt x="19418" y="21600"/>
                </a:lnTo>
                <a:lnTo>
                  <a:pt x="20073" y="20935"/>
                </a:lnTo>
                <a:lnTo>
                  <a:pt x="20945" y="20603"/>
                </a:lnTo>
                <a:lnTo>
                  <a:pt x="21164" y="19274"/>
                </a:lnTo>
                <a:lnTo>
                  <a:pt x="21600" y="18277"/>
                </a:lnTo>
                <a:lnTo>
                  <a:pt x="21600" y="3323"/>
                </a:lnTo>
                <a:lnTo>
                  <a:pt x="21164" y="2326"/>
                </a:lnTo>
                <a:lnTo>
                  <a:pt x="20945" y="997"/>
                </a:lnTo>
                <a:lnTo>
                  <a:pt x="20073" y="665"/>
                </a:lnTo>
                <a:lnTo>
                  <a:pt x="19418" y="0"/>
                </a:lnTo>
                <a:close/>
                <a:moveTo>
                  <a:pt x="15491" y="4985"/>
                </a:moveTo>
                <a:lnTo>
                  <a:pt x="16364" y="5649"/>
                </a:lnTo>
                <a:lnTo>
                  <a:pt x="17236" y="5982"/>
                </a:lnTo>
                <a:lnTo>
                  <a:pt x="17455" y="6978"/>
                </a:lnTo>
                <a:lnTo>
                  <a:pt x="17673" y="8308"/>
                </a:lnTo>
                <a:lnTo>
                  <a:pt x="17236" y="10966"/>
                </a:lnTo>
                <a:lnTo>
                  <a:pt x="15491" y="11631"/>
                </a:lnTo>
                <a:lnTo>
                  <a:pt x="14836" y="11298"/>
                </a:lnTo>
                <a:lnTo>
                  <a:pt x="13964" y="10966"/>
                </a:lnTo>
                <a:lnTo>
                  <a:pt x="13527" y="8308"/>
                </a:lnTo>
                <a:lnTo>
                  <a:pt x="13745" y="6978"/>
                </a:lnTo>
                <a:lnTo>
                  <a:pt x="13964" y="5982"/>
                </a:lnTo>
                <a:lnTo>
                  <a:pt x="14836" y="5649"/>
                </a:lnTo>
                <a:lnTo>
                  <a:pt x="15491" y="4985"/>
                </a:lnTo>
                <a:close/>
                <a:moveTo>
                  <a:pt x="5891" y="4985"/>
                </a:moveTo>
                <a:lnTo>
                  <a:pt x="6764" y="5649"/>
                </a:lnTo>
                <a:lnTo>
                  <a:pt x="7418" y="5982"/>
                </a:lnTo>
                <a:lnTo>
                  <a:pt x="7855" y="6978"/>
                </a:lnTo>
                <a:lnTo>
                  <a:pt x="8073" y="8308"/>
                </a:lnTo>
                <a:lnTo>
                  <a:pt x="7855" y="9637"/>
                </a:lnTo>
                <a:lnTo>
                  <a:pt x="7418" y="10966"/>
                </a:lnTo>
                <a:lnTo>
                  <a:pt x="6764" y="11298"/>
                </a:lnTo>
                <a:lnTo>
                  <a:pt x="5891" y="11631"/>
                </a:lnTo>
                <a:lnTo>
                  <a:pt x="5018" y="11298"/>
                </a:lnTo>
                <a:lnTo>
                  <a:pt x="4364" y="10966"/>
                </a:lnTo>
                <a:lnTo>
                  <a:pt x="3927" y="9637"/>
                </a:lnTo>
                <a:lnTo>
                  <a:pt x="3709" y="8308"/>
                </a:lnTo>
                <a:lnTo>
                  <a:pt x="3927" y="6978"/>
                </a:lnTo>
                <a:lnTo>
                  <a:pt x="4364" y="5982"/>
                </a:lnTo>
                <a:lnTo>
                  <a:pt x="5018" y="5649"/>
                </a:lnTo>
                <a:lnTo>
                  <a:pt x="5891" y="4985"/>
                </a:lnTo>
                <a:close/>
                <a:moveTo>
                  <a:pt x="2182" y="18277"/>
                </a:moveTo>
                <a:lnTo>
                  <a:pt x="2400" y="16283"/>
                </a:lnTo>
                <a:lnTo>
                  <a:pt x="3273" y="14954"/>
                </a:lnTo>
                <a:lnTo>
                  <a:pt x="3927" y="13625"/>
                </a:lnTo>
                <a:lnTo>
                  <a:pt x="5455" y="13292"/>
                </a:lnTo>
                <a:lnTo>
                  <a:pt x="6545" y="13292"/>
                </a:lnTo>
                <a:lnTo>
                  <a:pt x="7855" y="13625"/>
                </a:lnTo>
                <a:lnTo>
                  <a:pt x="8509" y="14954"/>
                </a:lnTo>
                <a:lnTo>
                  <a:pt x="9382" y="16283"/>
                </a:lnTo>
                <a:lnTo>
                  <a:pt x="9600" y="18277"/>
                </a:lnTo>
                <a:lnTo>
                  <a:pt x="2182" y="18277"/>
                </a:lnTo>
                <a:close/>
                <a:moveTo>
                  <a:pt x="11782" y="18277"/>
                </a:moveTo>
                <a:lnTo>
                  <a:pt x="12000" y="16283"/>
                </a:lnTo>
                <a:lnTo>
                  <a:pt x="13745" y="13625"/>
                </a:lnTo>
                <a:lnTo>
                  <a:pt x="15055" y="13292"/>
                </a:lnTo>
                <a:lnTo>
                  <a:pt x="16145" y="13292"/>
                </a:lnTo>
                <a:lnTo>
                  <a:pt x="17455" y="13625"/>
                </a:lnTo>
                <a:lnTo>
                  <a:pt x="18327" y="14954"/>
                </a:lnTo>
                <a:lnTo>
                  <a:pt x="18982" y="16283"/>
                </a:lnTo>
                <a:lnTo>
                  <a:pt x="19418" y="18277"/>
                </a:lnTo>
                <a:lnTo>
                  <a:pt x="11782" y="1827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50"/>
          <p:cNvSpPr/>
          <p:nvPr/>
        </p:nvSpPr>
        <p:spPr>
          <a:xfrm>
            <a:off x="16548102" y="12120034"/>
            <a:ext cx="38124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2160" y="2160"/>
                </a:lnTo>
                <a:lnTo>
                  <a:pt x="0" y="4320"/>
                </a:lnTo>
                <a:lnTo>
                  <a:pt x="0" y="15120"/>
                </a:lnTo>
                <a:lnTo>
                  <a:pt x="6480" y="21600"/>
                </a:lnTo>
                <a:lnTo>
                  <a:pt x="15120" y="21600"/>
                </a:lnTo>
                <a:lnTo>
                  <a:pt x="21600" y="15120"/>
                </a:lnTo>
                <a:lnTo>
                  <a:pt x="21600" y="4320"/>
                </a:lnTo>
                <a:lnTo>
                  <a:pt x="19440" y="216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50"/>
          <p:cNvSpPr/>
          <p:nvPr/>
        </p:nvSpPr>
        <p:spPr>
          <a:xfrm>
            <a:off x="16501533" y="12170834"/>
            <a:ext cx="46548" cy="3812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2160"/>
                </a:lnTo>
                <a:lnTo>
                  <a:pt x="17280" y="0"/>
                </a:lnTo>
                <a:lnTo>
                  <a:pt x="6480" y="0"/>
                </a:lnTo>
                <a:lnTo>
                  <a:pt x="2160" y="2160"/>
                </a:lnTo>
                <a:lnTo>
                  <a:pt x="0" y="6480"/>
                </a:lnTo>
                <a:lnTo>
                  <a:pt x="0" y="17280"/>
                </a:lnTo>
                <a:lnTo>
                  <a:pt x="2160" y="19440"/>
                </a:lnTo>
                <a:lnTo>
                  <a:pt x="648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50"/>
          <p:cNvSpPr/>
          <p:nvPr/>
        </p:nvSpPr>
        <p:spPr>
          <a:xfrm>
            <a:off x="16586200" y="12170834"/>
            <a:ext cx="38124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2160" y="2160"/>
                </a:lnTo>
                <a:lnTo>
                  <a:pt x="0" y="6480"/>
                </a:lnTo>
                <a:lnTo>
                  <a:pt x="0" y="17280"/>
                </a:lnTo>
                <a:lnTo>
                  <a:pt x="4320" y="21600"/>
                </a:lnTo>
                <a:lnTo>
                  <a:pt x="15120" y="21600"/>
                </a:lnTo>
                <a:lnTo>
                  <a:pt x="19440" y="1944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216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50"/>
          <p:cNvSpPr/>
          <p:nvPr/>
        </p:nvSpPr>
        <p:spPr>
          <a:xfrm>
            <a:off x="16548102" y="12221634"/>
            <a:ext cx="38124" cy="33858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0" y="6480"/>
                </a:lnTo>
                <a:lnTo>
                  <a:pt x="0" y="17280"/>
                </a:lnTo>
                <a:lnTo>
                  <a:pt x="2160" y="19440"/>
                </a:lnTo>
                <a:lnTo>
                  <a:pt x="6480" y="21600"/>
                </a:lnTo>
                <a:lnTo>
                  <a:pt x="15120" y="21600"/>
                </a:lnTo>
                <a:lnTo>
                  <a:pt x="19440" y="19440"/>
                </a:lnTo>
                <a:lnTo>
                  <a:pt x="21600" y="17280"/>
                </a:lnTo>
                <a:lnTo>
                  <a:pt x="21600" y="648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50"/>
          <p:cNvSpPr/>
          <p:nvPr/>
        </p:nvSpPr>
        <p:spPr>
          <a:xfrm>
            <a:off x="16463433" y="12221634"/>
            <a:ext cx="38124" cy="33858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4320"/>
                </a:lnTo>
                <a:lnTo>
                  <a:pt x="17280" y="0"/>
                </a:lnTo>
                <a:lnTo>
                  <a:pt x="6480" y="0"/>
                </a:lnTo>
                <a:lnTo>
                  <a:pt x="4320" y="4320"/>
                </a:lnTo>
                <a:lnTo>
                  <a:pt x="0" y="6480"/>
                </a:lnTo>
                <a:lnTo>
                  <a:pt x="0" y="17280"/>
                </a:lnTo>
                <a:lnTo>
                  <a:pt x="4320" y="19440"/>
                </a:lnTo>
                <a:lnTo>
                  <a:pt x="648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50"/>
          <p:cNvSpPr/>
          <p:nvPr/>
        </p:nvSpPr>
        <p:spPr>
          <a:xfrm>
            <a:off x="16624302" y="12221634"/>
            <a:ext cx="50814" cy="33858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5120" y="21600"/>
                </a:lnTo>
                <a:lnTo>
                  <a:pt x="17280" y="19440"/>
                </a:lnTo>
                <a:lnTo>
                  <a:pt x="21600" y="17280"/>
                </a:lnTo>
                <a:lnTo>
                  <a:pt x="21600" y="6480"/>
                </a:lnTo>
                <a:lnTo>
                  <a:pt x="17280" y="4320"/>
                </a:lnTo>
                <a:lnTo>
                  <a:pt x="15120" y="0"/>
                </a:lnTo>
                <a:lnTo>
                  <a:pt x="4320" y="0"/>
                </a:lnTo>
                <a:lnTo>
                  <a:pt x="2160" y="4320"/>
                </a:lnTo>
                <a:lnTo>
                  <a:pt x="0" y="6480"/>
                </a:lnTo>
                <a:lnTo>
                  <a:pt x="0" y="17280"/>
                </a:lnTo>
                <a:lnTo>
                  <a:pt x="432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50"/>
          <p:cNvSpPr/>
          <p:nvPr/>
        </p:nvSpPr>
        <p:spPr>
          <a:xfrm>
            <a:off x="16302567" y="12035367"/>
            <a:ext cx="482598" cy="309042"/>
          </a:xfrm>
          <a:custGeom>
            <a:rect b="b" l="l" r="r" t="t"/>
            <a:pathLst>
              <a:path extrusionOk="0" h="21600" w="21600">
                <a:moveTo>
                  <a:pt x="19769" y="18681"/>
                </a:moveTo>
                <a:lnTo>
                  <a:pt x="19769" y="4378"/>
                </a:lnTo>
                <a:lnTo>
                  <a:pt x="19586" y="2627"/>
                </a:lnTo>
                <a:lnTo>
                  <a:pt x="18854" y="1459"/>
                </a:lnTo>
                <a:lnTo>
                  <a:pt x="18305" y="292"/>
                </a:lnTo>
                <a:lnTo>
                  <a:pt x="17207" y="0"/>
                </a:lnTo>
                <a:lnTo>
                  <a:pt x="10800" y="0"/>
                </a:lnTo>
                <a:lnTo>
                  <a:pt x="10800" y="4378"/>
                </a:lnTo>
                <a:lnTo>
                  <a:pt x="12631" y="4378"/>
                </a:lnTo>
                <a:lnTo>
                  <a:pt x="12631" y="2919"/>
                </a:lnTo>
                <a:lnTo>
                  <a:pt x="17573" y="2919"/>
                </a:lnTo>
                <a:lnTo>
                  <a:pt x="17756" y="3211"/>
                </a:lnTo>
                <a:lnTo>
                  <a:pt x="18122" y="3503"/>
                </a:lnTo>
                <a:lnTo>
                  <a:pt x="18122" y="18681"/>
                </a:lnTo>
                <a:lnTo>
                  <a:pt x="0" y="18681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8681"/>
                </a:lnTo>
                <a:lnTo>
                  <a:pt x="19769" y="18681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50"/>
          <p:cNvSpPr/>
          <p:nvPr/>
        </p:nvSpPr>
        <p:spPr>
          <a:xfrm>
            <a:off x="16340666" y="12369800"/>
            <a:ext cx="406404" cy="122742"/>
          </a:xfrm>
          <a:custGeom>
            <a:rect b="b" l="l" r="r" t="t"/>
            <a:pathLst>
              <a:path extrusionOk="0" h="21600" w="21600">
                <a:moveTo>
                  <a:pt x="3306" y="14400"/>
                </a:moveTo>
                <a:lnTo>
                  <a:pt x="1543" y="21600"/>
                </a:lnTo>
                <a:lnTo>
                  <a:pt x="4188" y="21600"/>
                </a:lnTo>
                <a:lnTo>
                  <a:pt x="5951" y="14400"/>
                </a:lnTo>
                <a:lnTo>
                  <a:pt x="15649" y="14400"/>
                </a:lnTo>
                <a:lnTo>
                  <a:pt x="17412" y="21600"/>
                </a:lnTo>
                <a:lnTo>
                  <a:pt x="20057" y="21600"/>
                </a:lnTo>
                <a:lnTo>
                  <a:pt x="18514" y="14400"/>
                </a:lnTo>
                <a:lnTo>
                  <a:pt x="19837" y="11520"/>
                </a:lnTo>
                <a:lnTo>
                  <a:pt x="20498" y="8640"/>
                </a:lnTo>
                <a:lnTo>
                  <a:pt x="21380" y="4320"/>
                </a:lnTo>
                <a:lnTo>
                  <a:pt x="21600" y="0"/>
                </a:lnTo>
                <a:lnTo>
                  <a:pt x="0" y="0"/>
                </a:lnTo>
                <a:lnTo>
                  <a:pt x="220" y="4320"/>
                </a:lnTo>
                <a:lnTo>
                  <a:pt x="1102" y="8640"/>
                </a:lnTo>
                <a:lnTo>
                  <a:pt x="1763" y="11520"/>
                </a:lnTo>
                <a:lnTo>
                  <a:pt x="3306" y="144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50"/>
          <p:cNvSpPr/>
          <p:nvPr/>
        </p:nvSpPr>
        <p:spPr>
          <a:xfrm>
            <a:off x="17415933" y="12035367"/>
            <a:ext cx="283662" cy="457218"/>
          </a:xfrm>
          <a:custGeom>
            <a:rect b="b" l="l" r="r" t="t"/>
            <a:pathLst>
              <a:path extrusionOk="0" h="21600" w="21600">
                <a:moveTo>
                  <a:pt x="16904" y="0"/>
                </a:moveTo>
                <a:lnTo>
                  <a:pt x="3130" y="0"/>
                </a:lnTo>
                <a:lnTo>
                  <a:pt x="1878" y="198"/>
                </a:lnTo>
                <a:lnTo>
                  <a:pt x="939" y="594"/>
                </a:lnTo>
                <a:lnTo>
                  <a:pt x="313" y="1189"/>
                </a:lnTo>
                <a:lnTo>
                  <a:pt x="0" y="1982"/>
                </a:lnTo>
                <a:lnTo>
                  <a:pt x="0" y="3963"/>
                </a:lnTo>
                <a:lnTo>
                  <a:pt x="3130" y="3963"/>
                </a:lnTo>
                <a:lnTo>
                  <a:pt x="3130" y="1982"/>
                </a:lnTo>
                <a:lnTo>
                  <a:pt x="17843" y="1982"/>
                </a:lnTo>
                <a:lnTo>
                  <a:pt x="18470" y="2378"/>
                </a:lnTo>
                <a:lnTo>
                  <a:pt x="18470" y="16646"/>
                </a:lnTo>
                <a:lnTo>
                  <a:pt x="16904" y="16646"/>
                </a:lnTo>
                <a:lnTo>
                  <a:pt x="16904" y="15655"/>
                </a:lnTo>
                <a:lnTo>
                  <a:pt x="14087" y="15655"/>
                </a:lnTo>
                <a:lnTo>
                  <a:pt x="14087" y="19618"/>
                </a:lnTo>
                <a:lnTo>
                  <a:pt x="16904" y="19618"/>
                </a:lnTo>
                <a:lnTo>
                  <a:pt x="16904" y="18628"/>
                </a:lnTo>
                <a:lnTo>
                  <a:pt x="18470" y="18628"/>
                </a:lnTo>
                <a:lnTo>
                  <a:pt x="18470" y="21600"/>
                </a:lnTo>
                <a:lnTo>
                  <a:pt x="21600" y="21600"/>
                </a:lnTo>
                <a:lnTo>
                  <a:pt x="21600" y="2972"/>
                </a:lnTo>
                <a:lnTo>
                  <a:pt x="21287" y="1783"/>
                </a:lnTo>
                <a:lnTo>
                  <a:pt x="20035" y="991"/>
                </a:lnTo>
                <a:lnTo>
                  <a:pt x="19096" y="198"/>
                </a:lnTo>
                <a:lnTo>
                  <a:pt x="16904" y="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50"/>
          <p:cNvSpPr/>
          <p:nvPr/>
        </p:nvSpPr>
        <p:spPr>
          <a:xfrm>
            <a:off x="17415933" y="12158133"/>
            <a:ext cx="46548" cy="5081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7280" y="21600"/>
                </a:lnTo>
                <a:lnTo>
                  <a:pt x="19440" y="17280"/>
                </a:lnTo>
                <a:lnTo>
                  <a:pt x="21600" y="15120"/>
                </a:lnTo>
                <a:lnTo>
                  <a:pt x="21600" y="4320"/>
                </a:lnTo>
                <a:lnTo>
                  <a:pt x="17280" y="0"/>
                </a:lnTo>
                <a:lnTo>
                  <a:pt x="6480" y="0"/>
                </a:lnTo>
                <a:lnTo>
                  <a:pt x="2160" y="2160"/>
                </a:lnTo>
                <a:lnTo>
                  <a:pt x="0" y="4320"/>
                </a:lnTo>
                <a:lnTo>
                  <a:pt x="0" y="15120"/>
                </a:lnTo>
                <a:lnTo>
                  <a:pt x="648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50"/>
          <p:cNvSpPr/>
          <p:nvPr/>
        </p:nvSpPr>
        <p:spPr>
          <a:xfrm>
            <a:off x="17377834" y="12208933"/>
            <a:ext cx="38124" cy="46548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4320" y="2160"/>
                </a:lnTo>
                <a:lnTo>
                  <a:pt x="0" y="4320"/>
                </a:lnTo>
                <a:lnTo>
                  <a:pt x="0" y="15120"/>
                </a:lnTo>
                <a:lnTo>
                  <a:pt x="6480" y="21600"/>
                </a:lnTo>
                <a:lnTo>
                  <a:pt x="17280" y="21600"/>
                </a:lnTo>
                <a:lnTo>
                  <a:pt x="19440" y="19440"/>
                </a:lnTo>
                <a:lnTo>
                  <a:pt x="21600" y="15120"/>
                </a:lnTo>
                <a:lnTo>
                  <a:pt x="21600" y="432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50"/>
          <p:cNvSpPr/>
          <p:nvPr/>
        </p:nvSpPr>
        <p:spPr>
          <a:xfrm>
            <a:off x="17462502" y="12208933"/>
            <a:ext cx="38124" cy="46548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2160" y="2160"/>
                </a:lnTo>
                <a:lnTo>
                  <a:pt x="0" y="4320"/>
                </a:lnTo>
                <a:lnTo>
                  <a:pt x="0" y="15120"/>
                </a:lnTo>
                <a:lnTo>
                  <a:pt x="2160" y="19440"/>
                </a:lnTo>
                <a:lnTo>
                  <a:pt x="6480" y="21600"/>
                </a:lnTo>
                <a:lnTo>
                  <a:pt x="15120" y="21600"/>
                </a:lnTo>
                <a:lnTo>
                  <a:pt x="19440" y="19440"/>
                </a:lnTo>
                <a:lnTo>
                  <a:pt x="21600" y="15120"/>
                </a:lnTo>
                <a:lnTo>
                  <a:pt x="21600" y="4320"/>
                </a:lnTo>
                <a:lnTo>
                  <a:pt x="19440" y="216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50"/>
          <p:cNvSpPr/>
          <p:nvPr/>
        </p:nvSpPr>
        <p:spPr>
          <a:xfrm>
            <a:off x="17415933" y="12255501"/>
            <a:ext cx="46548" cy="5081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0" y="6480"/>
                </a:lnTo>
                <a:lnTo>
                  <a:pt x="0" y="17280"/>
                </a:lnTo>
                <a:lnTo>
                  <a:pt x="2160" y="19440"/>
                </a:lnTo>
                <a:lnTo>
                  <a:pt x="6480" y="21600"/>
                </a:ln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432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50"/>
          <p:cNvSpPr/>
          <p:nvPr/>
        </p:nvSpPr>
        <p:spPr>
          <a:xfrm>
            <a:off x="17339733" y="12255501"/>
            <a:ext cx="38124" cy="5081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4320" y="4320"/>
                </a:lnTo>
                <a:lnTo>
                  <a:pt x="0" y="6480"/>
                </a:lnTo>
                <a:lnTo>
                  <a:pt x="0" y="17280"/>
                </a:lnTo>
                <a:lnTo>
                  <a:pt x="4320" y="19440"/>
                </a:lnTo>
                <a:lnTo>
                  <a:pt x="6480" y="21600"/>
                </a:ln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432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50"/>
          <p:cNvSpPr/>
          <p:nvPr/>
        </p:nvSpPr>
        <p:spPr>
          <a:xfrm>
            <a:off x="17500600" y="12255501"/>
            <a:ext cx="38124" cy="5081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2160" y="4320"/>
                </a:lnTo>
                <a:lnTo>
                  <a:pt x="0" y="6480"/>
                </a:lnTo>
                <a:lnTo>
                  <a:pt x="0" y="17280"/>
                </a:lnTo>
                <a:lnTo>
                  <a:pt x="4320" y="21600"/>
                </a:lnTo>
                <a:lnTo>
                  <a:pt x="15120" y="21600"/>
                </a:lnTo>
                <a:lnTo>
                  <a:pt x="19440" y="19440"/>
                </a:lnTo>
                <a:lnTo>
                  <a:pt x="21600" y="17280"/>
                </a:lnTo>
                <a:lnTo>
                  <a:pt x="21600" y="648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50"/>
          <p:cNvSpPr/>
          <p:nvPr/>
        </p:nvSpPr>
        <p:spPr>
          <a:xfrm>
            <a:off x="18292234" y="12145434"/>
            <a:ext cx="406404" cy="321732"/>
          </a:xfrm>
          <a:custGeom>
            <a:rect b="b" l="l" r="r" t="t"/>
            <a:pathLst>
              <a:path extrusionOk="0" h="21600" w="21600">
                <a:moveTo>
                  <a:pt x="19418" y="10937"/>
                </a:moveTo>
                <a:lnTo>
                  <a:pt x="19418" y="0"/>
                </a:lnTo>
                <a:lnTo>
                  <a:pt x="17236" y="0"/>
                </a:lnTo>
                <a:lnTo>
                  <a:pt x="17236" y="2734"/>
                </a:lnTo>
                <a:lnTo>
                  <a:pt x="4364" y="2734"/>
                </a:lnTo>
                <a:lnTo>
                  <a:pt x="4364" y="0"/>
                </a:lnTo>
                <a:lnTo>
                  <a:pt x="2182" y="0"/>
                </a:lnTo>
                <a:lnTo>
                  <a:pt x="2182" y="10937"/>
                </a:lnTo>
                <a:lnTo>
                  <a:pt x="0" y="12030"/>
                </a:lnTo>
                <a:lnTo>
                  <a:pt x="0" y="21600"/>
                </a:lnTo>
                <a:lnTo>
                  <a:pt x="2182" y="21600"/>
                </a:lnTo>
                <a:lnTo>
                  <a:pt x="2182" y="18866"/>
                </a:lnTo>
                <a:lnTo>
                  <a:pt x="19418" y="18866"/>
                </a:lnTo>
                <a:lnTo>
                  <a:pt x="19418" y="21600"/>
                </a:lnTo>
                <a:lnTo>
                  <a:pt x="21600" y="21600"/>
                </a:lnTo>
                <a:lnTo>
                  <a:pt x="21600" y="12030"/>
                </a:lnTo>
                <a:lnTo>
                  <a:pt x="19418" y="10937"/>
                </a:lnTo>
                <a:close/>
                <a:moveTo>
                  <a:pt x="17236" y="5195"/>
                </a:moveTo>
                <a:lnTo>
                  <a:pt x="17236" y="10390"/>
                </a:lnTo>
                <a:lnTo>
                  <a:pt x="12000" y="9296"/>
                </a:lnTo>
                <a:lnTo>
                  <a:pt x="12000" y="5195"/>
                </a:lnTo>
                <a:lnTo>
                  <a:pt x="17236" y="5195"/>
                </a:lnTo>
                <a:close/>
                <a:moveTo>
                  <a:pt x="4364" y="5195"/>
                </a:moveTo>
                <a:lnTo>
                  <a:pt x="9818" y="5195"/>
                </a:lnTo>
                <a:lnTo>
                  <a:pt x="9818" y="9296"/>
                </a:lnTo>
                <a:lnTo>
                  <a:pt x="6982" y="9843"/>
                </a:lnTo>
                <a:lnTo>
                  <a:pt x="4364" y="10390"/>
                </a:lnTo>
                <a:lnTo>
                  <a:pt x="4364" y="5195"/>
                </a:lnTo>
                <a:close/>
                <a:moveTo>
                  <a:pt x="2182" y="16132"/>
                </a:moveTo>
                <a:lnTo>
                  <a:pt x="2182" y="14765"/>
                </a:lnTo>
                <a:lnTo>
                  <a:pt x="19418" y="14765"/>
                </a:lnTo>
                <a:lnTo>
                  <a:pt x="19418" y="16132"/>
                </a:lnTo>
                <a:lnTo>
                  <a:pt x="2182" y="1613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50"/>
          <p:cNvSpPr/>
          <p:nvPr/>
        </p:nvSpPr>
        <p:spPr>
          <a:xfrm>
            <a:off x="22415503" y="11108266"/>
            <a:ext cx="198990" cy="406404"/>
          </a:xfrm>
          <a:custGeom>
            <a:rect b="b" l="l" r="r" t="t"/>
            <a:pathLst>
              <a:path extrusionOk="0" h="21600" w="21600">
                <a:moveTo>
                  <a:pt x="18514" y="0"/>
                </a:moveTo>
                <a:lnTo>
                  <a:pt x="16751" y="5455"/>
                </a:lnTo>
                <a:lnTo>
                  <a:pt x="13665" y="5455"/>
                </a:lnTo>
                <a:lnTo>
                  <a:pt x="14988" y="0"/>
                </a:lnTo>
                <a:lnTo>
                  <a:pt x="6612" y="0"/>
                </a:lnTo>
                <a:lnTo>
                  <a:pt x="7935" y="5455"/>
                </a:lnTo>
                <a:lnTo>
                  <a:pt x="4849" y="5455"/>
                </a:lnTo>
                <a:lnTo>
                  <a:pt x="3086" y="0"/>
                </a:lnTo>
                <a:lnTo>
                  <a:pt x="0" y="0"/>
                </a:lnTo>
                <a:lnTo>
                  <a:pt x="3527" y="18327"/>
                </a:lnTo>
                <a:lnTo>
                  <a:pt x="4408" y="19636"/>
                </a:lnTo>
                <a:lnTo>
                  <a:pt x="5731" y="20727"/>
                </a:lnTo>
                <a:lnTo>
                  <a:pt x="7935" y="21382"/>
                </a:lnTo>
                <a:lnTo>
                  <a:pt x="10580" y="21600"/>
                </a:lnTo>
                <a:lnTo>
                  <a:pt x="13665" y="21382"/>
                </a:lnTo>
                <a:lnTo>
                  <a:pt x="15869" y="20727"/>
                </a:lnTo>
                <a:lnTo>
                  <a:pt x="17192" y="19636"/>
                </a:lnTo>
                <a:lnTo>
                  <a:pt x="17633" y="18327"/>
                </a:lnTo>
                <a:lnTo>
                  <a:pt x="21600" y="0"/>
                </a:lnTo>
                <a:lnTo>
                  <a:pt x="18514" y="0"/>
                </a:lnTo>
                <a:close/>
                <a:moveTo>
                  <a:pt x="14988" y="17236"/>
                </a:moveTo>
                <a:lnTo>
                  <a:pt x="14106" y="18982"/>
                </a:lnTo>
                <a:lnTo>
                  <a:pt x="10580" y="19418"/>
                </a:lnTo>
                <a:lnTo>
                  <a:pt x="9257" y="19200"/>
                </a:lnTo>
                <a:lnTo>
                  <a:pt x="7494" y="18982"/>
                </a:lnTo>
                <a:lnTo>
                  <a:pt x="6612" y="17236"/>
                </a:lnTo>
                <a:lnTo>
                  <a:pt x="6612" y="13964"/>
                </a:lnTo>
                <a:lnTo>
                  <a:pt x="7053" y="13309"/>
                </a:lnTo>
                <a:lnTo>
                  <a:pt x="7494" y="12436"/>
                </a:lnTo>
                <a:lnTo>
                  <a:pt x="9257" y="12218"/>
                </a:lnTo>
                <a:lnTo>
                  <a:pt x="10580" y="12000"/>
                </a:lnTo>
                <a:lnTo>
                  <a:pt x="14106" y="12436"/>
                </a:lnTo>
                <a:lnTo>
                  <a:pt x="14547" y="13309"/>
                </a:lnTo>
                <a:lnTo>
                  <a:pt x="14988" y="13964"/>
                </a:lnTo>
                <a:lnTo>
                  <a:pt x="14988" y="1723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50"/>
          <p:cNvSpPr/>
          <p:nvPr/>
        </p:nvSpPr>
        <p:spPr>
          <a:xfrm>
            <a:off x="22203834" y="11082866"/>
            <a:ext cx="211680" cy="40640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208" y="436"/>
                </a:lnTo>
                <a:lnTo>
                  <a:pt x="6048" y="873"/>
                </a:lnTo>
                <a:lnTo>
                  <a:pt x="4320" y="1964"/>
                </a:lnTo>
                <a:lnTo>
                  <a:pt x="3888" y="3273"/>
                </a:lnTo>
                <a:lnTo>
                  <a:pt x="0" y="21600"/>
                </a:lnTo>
                <a:lnTo>
                  <a:pt x="3456" y="21600"/>
                </a:lnTo>
                <a:lnTo>
                  <a:pt x="5184" y="16145"/>
                </a:lnTo>
                <a:lnTo>
                  <a:pt x="8208" y="16145"/>
                </a:lnTo>
                <a:lnTo>
                  <a:pt x="6480" y="21600"/>
                </a:lnTo>
                <a:lnTo>
                  <a:pt x="15120" y="21600"/>
                </a:lnTo>
                <a:lnTo>
                  <a:pt x="13392" y="16145"/>
                </a:lnTo>
                <a:lnTo>
                  <a:pt x="16848" y="16145"/>
                </a:lnTo>
                <a:lnTo>
                  <a:pt x="18144" y="21600"/>
                </a:lnTo>
                <a:lnTo>
                  <a:pt x="21600" y="21600"/>
                </a:lnTo>
                <a:lnTo>
                  <a:pt x="17712" y="3273"/>
                </a:lnTo>
                <a:lnTo>
                  <a:pt x="17280" y="1964"/>
                </a:lnTo>
                <a:lnTo>
                  <a:pt x="15552" y="873"/>
                </a:lnTo>
                <a:lnTo>
                  <a:pt x="13392" y="436"/>
                </a:lnTo>
                <a:lnTo>
                  <a:pt x="10800" y="0"/>
                </a:lnTo>
                <a:close/>
                <a:moveTo>
                  <a:pt x="15120" y="7636"/>
                </a:moveTo>
                <a:lnTo>
                  <a:pt x="14688" y="8509"/>
                </a:lnTo>
                <a:lnTo>
                  <a:pt x="13824" y="9164"/>
                </a:lnTo>
                <a:lnTo>
                  <a:pt x="12528" y="9600"/>
                </a:lnTo>
                <a:lnTo>
                  <a:pt x="10800" y="9818"/>
                </a:lnTo>
                <a:lnTo>
                  <a:pt x="9072" y="9600"/>
                </a:lnTo>
                <a:lnTo>
                  <a:pt x="7776" y="9164"/>
                </a:lnTo>
                <a:lnTo>
                  <a:pt x="6912" y="8509"/>
                </a:lnTo>
                <a:lnTo>
                  <a:pt x="6480" y="7636"/>
                </a:lnTo>
                <a:lnTo>
                  <a:pt x="6480" y="4364"/>
                </a:lnTo>
                <a:lnTo>
                  <a:pt x="6912" y="3491"/>
                </a:lnTo>
                <a:lnTo>
                  <a:pt x="7776" y="2836"/>
                </a:lnTo>
                <a:lnTo>
                  <a:pt x="9072" y="2400"/>
                </a:lnTo>
                <a:lnTo>
                  <a:pt x="10800" y="2182"/>
                </a:lnTo>
                <a:lnTo>
                  <a:pt x="12528" y="2400"/>
                </a:lnTo>
                <a:lnTo>
                  <a:pt x="13824" y="2836"/>
                </a:lnTo>
                <a:lnTo>
                  <a:pt x="14688" y="3491"/>
                </a:lnTo>
                <a:lnTo>
                  <a:pt x="15120" y="4364"/>
                </a:lnTo>
                <a:lnTo>
                  <a:pt x="15120" y="763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50"/>
          <p:cNvSpPr/>
          <p:nvPr/>
        </p:nvSpPr>
        <p:spPr>
          <a:xfrm>
            <a:off x="19227800" y="11231034"/>
            <a:ext cx="101628" cy="110052"/>
          </a:xfrm>
          <a:custGeom>
            <a:rect b="b" l="l" r="r" t="t"/>
            <a:pathLst>
              <a:path extrusionOk="0" h="21600" w="21600">
                <a:moveTo>
                  <a:pt x="0" y="11172"/>
                </a:moveTo>
                <a:lnTo>
                  <a:pt x="0" y="16386"/>
                </a:lnTo>
                <a:lnTo>
                  <a:pt x="2592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2592" y="0"/>
                </a:lnTo>
                <a:lnTo>
                  <a:pt x="0" y="5214"/>
                </a:lnTo>
                <a:lnTo>
                  <a:pt x="0" y="1117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50"/>
          <p:cNvSpPr/>
          <p:nvPr/>
        </p:nvSpPr>
        <p:spPr>
          <a:xfrm>
            <a:off x="19253200" y="11108266"/>
            <a:ext cx="76194" cy="7619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15916" y="3600"/>
                </a:lnTo>
                <a:lnTo>
                  <a:pt x="4547" y="15600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50"/>
          <p:cNvSpPr/>
          <p:nvPr/>
        </p:nvSpPr>
        <p:spPr>
          <a:xfrm>
            <a:off x="19367502" y="11231034"/>
            <a:ext cx="122742" cy="110052"/>
          </a:xfrm>
          <a:custGeom>
            <a:rect b="b" l="l" r="r" t="t"/>
            <a:pathLst>
              <a:path extrusionOk="0" h="21600" w="21600">
                <a:moveTo>
                  <a:pt x="14152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1172"/>
                </a:lnTo>
                <a:lnTo>
                  <a:pt x="14152" y="11172"/>
                </a:lnTo>
                <a:lnTo>
                  <a:pt x="14152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50"/>
          <p:cNvSpPr/>
          <p:nvPr/>
        </p:nvSpPr>
        <p:spPr>
          <a:xfrm>
            <a:off x="19367502" y="11082866"/>
            <a:ext cx="84672" cy="101628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7958" y="0"/>
                </a:lnTo>
                <a:lnTo>
                  <a:pt x="0" y="259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50"/>
          <p:cNvSpPr/>
          <p:nvPr/>
        </p:nvSpPr>
        <p:spPr>
          <a:xfrm>
            <a:off x="19524133" y="11391901"/>
            <a:ext cx="88884" cy="7619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5684" y="17053"/>
                </a:lnTo>
                <a:lnTo>
                  <a:pt x="17053" y="5684"/>
                </a:ln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50"/>
          <p:cNvSpPr/>
          <p:nvPr/>
        </p:nvSpPr>
        <p:spPr>
          <a:xfrm>
            <a:off x="19253200" y="11391901"/>
            <a:ext cx="76194" cy="76194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4547" y="5684"/>
                </a:lnTo>
                <a:lnTo>
                  <a:pt x="15916" y="17053"/>
                </a:lnTo>
                <a:lnTo>
                  <a:pt x="216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50"/>
          <p:cNvSpPr/>
          <p:nvPr/>
        </p:nvSpPr>
        <p:spPr>
          <a:xfrm>
            <a:off x="19524133" y="11294533"/>
            <a:ext cx="114318" cy="46548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19008" y="21600"/>
                </a:lnTo>
                <a:lnTo>
                  <a:pt x="21600" y="10800"/>
                </a:ln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50"/>
          <p:cNvSpPr/>
          <p:nvPr/>
        </p:nvSpPr>
        <p:spPr>
          <a:xfrm>
            <a:off x="19367502" y="11391901"/>
            <a:ext cx="122742" cy="97362"/>
          </a:xfrm>
          <a:custGeom>
            <a:rect b="b" l="l" r="r" t="t"/>
            <a:pathLst>
              <a:path extrusionOk="0" h="21600" w="21600">
                <a:moveTo>
                  <a:pt x="0" y="19872"/>
                </a:moveTo>
                <a:lnTo>
                  <a:pt x="5214" y="21600"/>
                </a:lnTo>
                <a:lnTo>
                  <a:pt x="16386" y="21600"/>
                </a:lnTo>
                <a:lnTo>
                  <a:pt x="21600" y="19872"/>
                </a:lnTo>
                <a:lnTo>
                  <a:pt x="21600" y="0"/>
                </a:lnTo>
                <a:lnTo>
                  <a:pt x="0" y="0"/>
                </a:lnTo>
                <a:lnTo>
                  <a:pt x="0" y="1987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50"/>
          <p:cNvSpPr/>
          <p:nvPr/>
        </p:nvSpPr>
        <p:spPr>
          <a:xfrm>
            <a:off x="19464866" y="11095567"/>
            <a:ext cx="245538" cy="173556"/>
          </a:xfrm>
          <a:custGeom>
            <a:rect b="b" l="l" r="r" t="t"/>
            <a:pathLst>
              <a:path extrusionOk="0" h="21600" w="21600">
                <a:moveTo>
                  <a:pt x="21600" y="3014"/>
                </a:moveTo>
                <a:lnTo>
                  <a:pt x="20880" y="2512"/>
                </a:lnTo>
                <a:lnTo>
                  <a:pt x="20160" y="1507"/>
                </a:lnTo>
                <a:lnTo>
                  <a:pt x="18720" y="1507"/>
                </a:lnTo>
                <a:lnTo>
                  <a:pt x="14040" y="4521"/>
                </a:lnTo>
                <a:lnTo>
                  <a:pt x="8280" y="0"/>
                </a:lnTo>
                <a:lnTo>
                  <a:pt x="5400" y="1507"/>
                </a:lnTo>
                <a:lnTo>
                  <a:pt x="8280" y="4019"/>
                </a:lnTo>
                <a:lnTo>
                  <a:pt x="10800" y="6530"/>
                </a:lnTo>
                <a:lnTo>
                  <a:pt x="6840" y="9042"/>
                </a:lnTo>
                <a:lnTo>
                  <a:pt x="2880" y="7033"/>
                </a:lnTo>
                <a:lnTo>
                  <a:pt x="0" y="9042"/>
                </a:lnTo>
                <a:lnTo>
                  <a:pt x="7200" y="14065"/>
                </a:lnTo>
                <a:lnTo>
                  <a:pt x="11160" y="11553"/>
                </a:lnTo>
                <a:lnTo>
                  <a:pt x="8640" y="21600"/>
                </a:lnTo>
                <a:lnTo>
                  <a:pt x="11520" y="19088"/>
                </a:lnTo>
                <a:lnTo>
                  <a:pt x="15840" y="9042"/>
                </a:lnTo>
                <a:lnTo>
                  <a:pt x="20520" y="6028"/>
                </a:lnTo>
                <a:lnTo>
                  <a:pt x="20880" y="6028"/>
                </a:lnTo>
                <a:lnTo>
                  <a:pt x="21600" y="4521"/>
                </a:lnTo>
                <a:lnTo>
                  <a:pt x="21600" y="301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50"/>
          <p:cNvSpPr/>
          <p:nvPr/>
        </p:nvSpPr>
        <p:spPr>
          <a:xfrm>
            <a:off x="21192067" y="11082866"/>
            <a:ext cx="397926" cy="359856"/>
          </a:xfrm>
          <a:custGeom>
            <a:rect b="b" l="l" r="r" t="t"/>
            <a:pathLst>
              <a:path extrusionOk="0" h="21600" w="21600">
                <a:moveTo>
                  <a:pt x="9675" y="13655"/>
                </a:moveTo>
                <a:lnTo>
                  <a:pt x="11925" y="21600"/>
                </a:lnTo>
                <a:lnTo>
                  <a:pt x="13725" y="20855"/>
                </a:lnTo>
                <a:lnTo>
                  <a:pt x="11925" y="12910"/>
                </a:lnTo>
                <a:lnTo>
                  <a:pt x="13500" y="11421"/>
                </a:lnTo>
                <a:lnTo>
                  <a:pt x="14625" y="10924"/>
                </a:lnTo>
                <a:lnTo>
                  <a:pt x="15750" y="10179"/>
                </a:lnTo>
                <a:lnTo>
                  <a:pt x="17325" y="9931"/>
                </a:lnTo>
                <a:lnTo>
                  <a:pt x="18900" y="9931"/>
                </a:lnTo>
                <a:lnTo>
                  <a:pt x="20250" y="10179"/>
                </a:lnTo>
                <a:lnTo>
                  <a:pt x="21600" y="10924"/>
                </a:lnTo>
                <a:lnTo>
                  <a:pt x="20700" y="8690"/>
                </a:lnTo>
                <a:lnTo>
                  <a:pt x="19575" y="6455"/>
                </a:lnTo>
                <a:lnTo>
                  <a:pt x="18225" y="4966"/>
                </a:lnTo>
                <a:lnTo>
                  <a:pt x="16875" y="3724"/>
                </a:lnTo>
                <a:lnTo>
                  <a:pt x="14850" y="2731"/>
                </a:lnTo>
                <a:lnTo>
                  <a:pt x="13050" y="2234"/>
                </a:lnTo>
                <a:lnTo>
                  <a:pt x="11025" y="1986"/>
                </a:lnTo>
                <a:lnTo>
                  <a:pt x="8775" y="2234"/>
                </a:lnTo>
                <a:lnTo>
                  <a:pt x="8550" y="993"/>
                </a:lnTo>
                <a:lnTo>
                  <a:pt x="8100" y="0"/>
                </a:lnTo>
                <a:lnTo>
                  <a:pt x="7200" y="0"/>
                </a:lnTo>
                <a:lnTo>
                  <a:pt x="6975" y="497"/>
                </a:lnTo>
                <a:lnTo>
                  <a:pt x="6525" y="745"/>
                </a:lnTo>
                <a:lnTo>
                  <a:pt x="6300" y="1241"/>
                </a:lnTo>
                <a:lnTo>
                  <a:pt x="6300" y="1738"/>
                </a:lnTo>
                <a:lnTo>
                  <a:pt x="6975" y="2731"/>
                </a:lnTo>
                <a:lnTo>
                  <a:pt x="4950" y="3972"/>
                </a:lnTo>
                <a:lnTo>
                  <a:pt x="3375" y="5214"/>
                </a:lnTo>
                <a:lnTo>
                  <a:pt x="2250" y="7200"/>
                </a:lnTo>
                <a:lnTo>
                  <a:pt x="1125" y="8938"/>
                </a:lnTo>
                <a:lnTo>
                  <a:pt x="450" y="10924"/>
                </a:lnTo>
                <a:lnTo>
                  <a:pt x="0" y="12910"/>
                </a:lnTo>
                <a:lnTo>
                  <a:pt x="0" y="15393"/>
                </a:lnTo>
                <a:lnTo>
                  <a:pt x="225" y="17628"/>
                </a:lnTo>
                <a:lnTo>
                  <a:pt x="2475" y="15145"/>
                </a:lnTo>
                <a:lnTo>
                  <a:pt x="3600" y="14152"/>
                </a:lnTo>
                <a:lnTo>
                  <a:pt x="5175" y="13655"/>
                </a:lnTo>
                <a:lnTo>
                  <a:pt x="6300" y="13159"/>
                </a:lnTo>
                <a:lnTo>
                  <a:pt x="7425" y="13159"/>
                </a:lnTo>
                <a:lnTo>
                  <a:pt x="9675" y="1365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50"/>
          <p:cNvSpPr/>
          <p:nvPr/>
        </p:nvSpPr>
        <p:spPr>
          <a:xfrm>
            <a:off x="21255569" y="11430000"/>
            <a:ext cx="381024" cy="97362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17187" y="864"/>
                </a:lnTo>
                <a:lnTo>
                  <a:pt x="13006" y="3456"/>
                </a:lnTo>
                <a:lnTo>
                  <a:pt x="9290" y="5184"/>
                </a:lnTo>
                <a:lnTo>
                  <a:pt x="5806" y="8640"/>
                </a:lnTo>
                <a:lnTo>
                  <a:pt x="3252" y="12960"/>
                </a:lnTo>
                <a:lnTo>
                  <a:pt x="1626" y="16416"/>
                </a:lnTo>
                <a:lnTo>
                  <a:pt x="232" y="19008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50"/>
          <p:cNvSpPr/>
          <p:nvPr/>
        </p:nvSpPr>
        <p:spPr>
          <a:xfrm>
            <a:off x="20366569" y="11108266"/>
            <a:ext cx="160866" cy="97362"/>
          </a:xfrm>
          <a:custGeom>
            <a:rect b="b" l="l" r="r" t="t"/>
            <a:pathLst>
              <a:path extrusionOk="0" h="21600" w="21600">
                <a:moveTo>
                  <a:pt x="8100" y="21600"/>
                </a:moveTo>
                <a:lnTo>
                  <a:pt x="13500" y="21600"/>
                </a:lnTo>
                <a:lnTo>
                  <a:pt x="13500" y="8640"/>
                </a:lnTo>
                <a:lnTo>
                  <a:pt x="21600" y="8640"/>
                </a:lnTo>
                <a:lnTo>
                  <a:pt x="21600" y="0"/>
                </a:lnTo>
                <a:lnTo>
                  <a:pt x="0" y="0"/>
                </a:lnTo>
                <a:lnTo>
                  <a:pt x="0" y="8640"/>
                </a:lnTo>
                <a:lnTo>
                  <a:pt x="8100" y="8640"/>
                </a:lnTo>
                <a:lnTo>
                  <a:pt x="81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50"/>
          <p:cNvSpPr/>
          <p:nvPr/>
        </p:nvSpPr>
        <p:spPr>
          <a:xfrm>
            <a:off x="20328466" y="11231034"/>
            <a:ext cx="232848" cy="283608"/>
          </a:xfrm>
          <a:custGeom>
            <a:rect b="b" l="l" r="r" t="t"/>
            <a:pathLst>
              <a:path extrusionOk="0" h="21600" w="21600">
                <a:moveTo>
                  <a:pt x="17939" y="0"/>
                </a:moveTo>
                <a:lnTo>
                  <a:pt x="3295" y="0"/>
                </a:lnTo>
                <a:lnTo>
                  <a:pt x="2197" y="313"/>
                </a:lnTo>
                <a:lnTo>
                  <a:pt x="732" y="626"/>
                </a:lnTo>
                <a:lnTo>
                  <a:pt x="0" y="3130"/>
                </a:lnTo>
                <a:lnTo>
                  <a:pt x="0" y="16904"/>
                </a:lnTo>
                <a:lnTo>
                  <a:pt x="732" y="19409"/>
                </a:lnTo>
                <a:lnTo>
                  <a:pt x="2197" y="19722"/>
                </a:lnTo>
                <a:lnTo>
                  <a:pt x="3295" y="20035"/>
                </a:lnTo>
                <a:lnTo>
                  <a:pt x="3295" y="21600"/>
                </a:lnTo>
                <a:lnTo>
                  <a:pt x="6956" y="21600"/>
                </a:lnTo>
                <a:lnTo>
                  <a:pt x="6956" y="20035"/>
                </a:lnTo>
                <a:lnTo>
                  <a:pt x="14278" y="20035"/>
                </a:lnTo>
                <a:lnTo>
                  <a:pt x="14278" y="21600"/>
                </a:lnTo>
                <a:lnTo>
                  <a:pt x="17939" y="21600"/>
                </a:lnTo>
                <a:lnTo>
                  <a:pt x="17939" y="20035"/>
                </a:lnTo>
                <a:lnTo>
                  <a:pt x="19403" y="19722"/>
                </a:lnTo>
                <a:lnTo>
                  <a:pt x="20502" y="19409"/>
                </a:lnTo>
                <a:lnTo>
                  <a:pt x="21234" y="18157"/>
                </a:lnTo>
                <a:lnTo>
                  <a:pt x="21600" y="16904"/>
                </a:lnTo>
                <a:lnTo>
                  <a:pt x="21600" y="3130"/>
                </a:lnTo>
                <a:lnTo>
                  <a:pt x="21234" y="1878"/>
                </a:lnTo>
                <a:lnTo>
                  <a:pt x="20502" y="626"/>
                </a:lnTo>
                <a:lnTo>
                  <a:pt x="19403" y="313"/>
                </a:lnTo>
                <a:lnTo>
                  <a:pt x="17939" y="0"/>
                </a:lnTo>
                <a:close/>
                <a:moveTo>
                  <a:pt x="17939" y="6261"/>
                </a:moveTo>
                <a:lnTo>
                  <a:pt x="17939" y="9078"/>
                </a:lnTo>
                <a:lnTo>
                  <a:pt x="16108" y="9078"/>
                </a:lnTo>
                <a:lnTo>
                  <a:pt x="16108" y="6261"/>
                </a:lnTo>
                <a:lnTo>
                  <a:pt x="3295" y="6261"/>
                </a:lnTo>
                <a:lnTo>
                  <a:pt x="3295" y="4696"/>
                </a:lnTo>
                <a:lnTo>
                  <a:pt x="17939" y="4696"/>
                </a:lnTo>
                <a:lnTo>
                  <a:pt x="17939" y="6261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50"/>
          <p:cNvSpPr/>
          <p:nvPr/>
        </p:nvSpPr>
        <p:spPr>
          <a:xfrm>
            <a:off x="13411200" y="12048066"/>
            <a:ext cx="410616" cy="419094"/>
          </a:xfrm>
          <a:custGeom>
            <a:rect b="b" l="l" r="r" t="t"/>
            <a:pathLst>
              <a:path extrusionOk="0" h="21600" w="21600">
                <a:moveTo>
                  <a:pt x="21382" y="19889"/>
                </a:moveTo>
                <a:lnTo>
                  <a:pt x="12000" y="6202"/>
                </a:lnTo>
                <a:lnTo>
                  <a:pt x="14836" y="1069"/>
                </a:lnTo>
                <a:lnTo>
                  <a:pt x="13309" y="0"/>
                </a:lnTo>
                <a:lnTo>
                  <a:pt x="10909" y="3636"/>
                </a:lnTo>
                <a:lnTo>
                  <a:pt x="8509" y="0"/>
                </a:lnTo>
                <a:lnTo>
                  <a:pt x="6764" y="1069"/>
                </a:lnTo>
                <a:lnTo>
                  <a:pt x="9818" y="6202"/>
                </a:lnTo>
                <a:lnTo>
                  <a:pt x="436" y="19889"/>
                </a:lnTo>
                <a:lnTo>
                  <a:pt x="0" y="20531"/>
                </a:lnTo>
                <a:lnTo>
                  <a:pt x="0" y="20958"/>
                </a:lnTo>
                <a:lnTo>
                  <a:pt x="655" y="21172"/>
                </a:lnTo>
                <a:lnTo>
                  <a:pt x="1091" y="21600"/>
                </a:lnTo>
                <a:lnTo>
                  <a:pt x="7636" y="21600"/>
                </a:lnTo>
                <a:lnTo>
                  <a:pt x="7636" y="19461"/>
                </a:lnTo>
                <a:lnTo>
                  <a:pt x="7855" y="18178"/>
                </a:lnTo>
                <a:lnTo>
                  <a:pt x="9600" y="16467"/>
                </a:lnTo>
                <a:lnTo>
                  <a:pt x="10909" y="16253"/>
                </a:lnTo>
                <a:lnTo>
                  <a:pt x="12218" y="16467"/>
                </a:lnTo>
                <a:lnTo>
                  <a:pt x="13091" y="17323"/>
                </a:lnTo>
                <a:lnTo>
                  <a:pt x="13745" y="18178"/>
                </a:lnTo>
                <a:lnTo>
                  <a:pt x="13964" y="19461"/>
                </a:lnTo>
                <a:lnTo>
                  <a:pt x="13964" y="21600"/>
                </a:lnTo>
                <a:lnTo>
                  <a:pt x="20509" y="21600"/>
                </a:lnTo>
                <a:lnTo>
                  <a:pt x="21164" y="21172"/>
                </a:lnTo>
                <a:lnTo>
                  <a:pt x="21382" y="20958"/>
                </a:lnTo>
                <a:lnTo>
                  <a:pt x="21600" y="20531"/>
                </a:lnTo>
                <a:lnTo>
                  <a:pt x="21382" y="19889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50"/>
          <p:cNvSpPr/>
          <p:nvPr/>
        </p:nvSpPr>
        <p:spPr>
          <a:xfrm>
            <a:off x="20341169" y="12467167"/>
            <a:ext cx="186246" cy="38124"/>
          </a:xfrm>
          <a:custGeom>
            <a:rect b="b" l="l" r="r" t="t"/>
            <a:pathLst>
              <a:path extrusionOk="0" h="21600" w="21600">
                <a:moveTo>
                  <a:pt x="4418" y="21600"/>
                </a:moveTo>
                <a:lnTo>
                  <a:pt x="16691" y="21600"/>
                </a:lnTo>
                <a:lnTo>
                  <a:pt x="18655" y="17280"/>
                </a:lnTo>
                <a:lnTo>
                  <a:pt x="20127" y="15120"/>
                </a:lnTo>
                <a:lnTo>
                  <a:pt x="21109" y="6480"/>
                </a:lnTo>
                <a:lnTo>
                  <a:pt x="21600" y="0"/>
                </a:lnTo>
                <a:lnTo>
                  <a:pt x="0" y="0"/>
                </a:lnTo>
                <a:lnTo>
                  <a:pt x="491" y="6480"/>
                </a:lnTo>
                <a:lnTo>
                  <a:pt x="982" y="15120"/>
                </a:lnTo>
                <a:lnTo>
                  <a:pt x="2945" y="17280"/>
                </a:lnTo>
                <a:lnTo>
                  <a:pt x="4418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50"/>
          <p:cNvSpPr/>
          <p:nvPr/>
        </p:nvSpPr>
        <p:spPr>
          <a:xfrm>
            <a:off x="20341169" y="12319000"/>
            <a:ext cx="186300" cy="1227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82" name="Google Shape;1482;p50"/>
          <p:cNvSpPr/>
          <p:nvPr/>
        </p:nvSpPr>
        <p:spPr>
          <a:xfrm>
            <a:off x="20366569" y="12073466"/>
            <a:ext cx="135486" cy="232848"/>
          </a:xfrm>
          <a:custGeom>
            <a:rect b="b" l="l" r="r" t="t"/>
            <a:pathLst>
              <a:path extrusionOk="0" h="21600" w="21600">
                <a:moveTo>
                  <a:pt x="21600" y="1543"/>
                </a:moveTo>
                <a:lnTo>
                  <a:pt x="21600" y="771"/>
                </a:lnTo>
                <a:lnTo>
                  <a:pt x="20366" y="386"/>
                </a:lnTo>
                <a:lnTo>
                  <a:pt x="18514" y="0"/>
                </a:lnTo>
                <a:lnTo>
                  <a:pt x="17280" y="0"/>
                </a:lnTo>
                <a:lnTo>
                  <a:pt x="1851" y="4243"/>
                </a:lnTo>
                <a:lnTo>
                  <a:pt x="1234" y="4629"/>
                </a:lnTo>
                <a:lnTo>
                  <a:pt x="0" y="6171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543"/>
                </a:lnTo>
                <a:close/>
                <a:moveTo>
                  <a:pt x="12343" y="17743"/>
                </a:moveTo>
                <a:lnTo>
                  <a:pt x="6171" y="17743"/>
                </a:lnTo>
                <a:lnTo>
                  <a:pt x="6171" y="7714"/>
                </a:lnTo>
                <a:lnTo>
                  <a:pt x="12343" y="6557"/>
                </a:lnTo>
                <a:lnTo>
                  <a:pt x="12343" y="1774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50"/>
          <p:cNvSpPr/>
          <p:nvPr/>
        </p:nvSpPr>
        <p:spPr>
          <a:xfrm>
            <a:off x="21242867" y="12183533"/>
            <a:ext cx="71982" cy="122742"/>
          </a:xfrm>
          <a:custGeom>
            <a:rect b="b" l="l" r="r" t="t"/>
            <a:pathLst>
              <a:path extrusionOk="0" h="21600" w="21600">
                <a:moveTo>
                  <a:pt x="0" y="14152"/>
                </a:moveTo>
                <a:lnTo>
                  <a:pt x="2274" y="20110"/>
                </a:lnTo>
                <a:lnTo>
                  <a:pt x="6821" y="20855"/>
                </a:lnTo>
                <a:lnTo>
                  <a:pt x="10232" y="21600"/>
                </a:lnTo>
                <a:lnTo>
                  <a:pt x="19326" y="20110"/>
                </a:lnTo>
                <a:lnTo>
                  <a:pt x="21600" y="14152"/>
                </a:lnTo>
                <a:lnTo>
                  <a:pt x="20463" y="9683"/>
                </a:lnTo>
                <a:lnTo>
                  <a:pt x="15916" y="5214"/>
                </a:lnTo>
                <a:lnTo>
                  <a:pt x="10232" y="0"/>
                </a:lnTo>
                <a:lnTo>
                  <a:pt x="5684" y="5214"/>
                </a:lnTo>
                <a:lnTo>
                  <a:pt x="1137" y="9683"/>
                </a:lnTo>
                <a:lnTo>
                  <a:pt x="0" y="1415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50"/>
          <p:cNvSpPr/>
          <p:nvPr/>
        </p:nvSpPr>
        <p:spPr>
          <a:xfrm>
            <a:off x="21306369" y="12060767"/>
            <a:ext cx="232848" cy="71982"/>
          </a:xfrm>
          <a:custGeom>
            <a:rect b="b" l="l" r="r" t="t"/>
            <a:pathLst>
              <a:path extrusionOk="0" h="21600" w="21600">
                <a:moveTo>
                  <a:pt x="21600" y="11368"/>
                </a:moveTo>
                <a:lnTo>
                  <a:pt x="21600" y="0"/>
                </a:lnTo>
                <a:lnTo>
                  <a:pt x="4097" y="0"/>
                </a:lnTo>
                <a:lnTo>
                  <a:pt x="0" y="12505"/>
                </a:lnTo>
                <a:lnTo>
                  <a:pt x="2607" y="21600"/>
                </a:lnTo>
                <a:lnTo>
                  <a:pt x="5959" y="11368"/>
                </a:lnTo>
                <a:lnTo>
                  <a:pt x="21600" y="1136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50"/>
          <p:cNvSpPr/>
          <p:nvPr/>
        </p:nvSpPr>
        <p:spPr>
          <a:xfrm>
            <a:off x="21352933" y="12120034"/>
            <a:ext cx="211680" cy="321732"/>
          </a:xfrm>
          <a:custGeom>
            <a:rect b="b" l="l" r="r" t="t"/>
            <a:pathLst>
              <a:path extrusionOk="0" h="21600" w="21600">
                <a:moveTo>
                  <a:pt x="12960" y="2734"/>
                </a:moveTo>
                <a:lnTo>
                  <a:pt x="12960" y="0"/>
                </a:lnTo>
                <a:lnTo>
                  <a:pt x="8640" y="0"/>
                </a:lnTo>
                <a:lnTo>
                  <a:pt x="8640" y="2734"/>
                </a:lnTo>
                <a:lnTo>
                  <a:pt x="5616" y="3554"/>
                </a:lnTo>
                <a:lnTo>
                  <a:pt x="2592" y="4922"/>
                </a:lnTo>
                <a:lnTo>
                  <a:pt x="432" y="7109"/>
                </a:lnTo>
                <a:lnTo>
                  <a:pt x="0" y="7929"/>
                </a:lnTo>
                <a:lnTo>
                  <a:pt x="0" y="20780"/>
                </a:lnTo>
                <a:lnTo>
                  <a:pt x="1296" y="21600"/>
                </a:lnTo>
                <a:lnTo>
                  <a:pt x="20304" y="21600"/>
                </a:lnTo>
                <a:lnTo>
                  <a:pt x="20736" y="21053"/>
                </a:lnTo>
                <a:lnTo>
                  <a:pt x="21600" y="20780"/>
                </a:lnTo>
                <a:lnTo>
                  <a:pt x="21600" y="7929"/>
                </a:lnTo>
                <a:lnTo>
                  <a:pt x="20736" y="7109"/>
                </a:lnTo>
                <a:lnTo>
                  <a:pt x="18576" y="4922"/>
                </a:lnTo>
                <a:lnTo>
                  <a:pt x="15984" y="3554"/>
                </a:lnTo>
                <a:lnTo>
                  <a:pt x="12960" y="2734"/>
                </a:lnTo>
                <a:close/>
                <a:moveTo>
                  <a:pt x="17280" y="13397"/>
                </a:moveTo>
                <a:lnTo>
                  <a:pt x="4320" y="13397"/>
                </a:lnTo>
                <a:lnTo>
                  <a:pt x="4320" y="9296"/>
                </a:lnTo>
                <a:lnTo>
                  <a:pt x="17280" y="9296"/>
                </a:lnTo>
                <a:lnTo>
                  <a:pt x="17280" y="1339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50"/>
          <p:cNvSpPr/>
          <p:nvPr/>
        </p:nvSpPr>
        <p:spPr>
          <a:xfrm>
            <a:off x="17314333" y="11082866"/>
            <a:ext cx="249750" cy="101628"/>
          </a:xfrm>
          <a:custGeom>
            <a:rect b="b" l="l" r="r" t="t"/>
            <a:pathLst>
              <a:path extrusionOk="0" h="21600" w="21600">
                <a:moveTo>
                  <a:pt x="3295" y="15552"/>
                </a:moveTo>
                <a:lnTo>
                  <a:pt x="3295" y="12960"/>
                </a:lnTo>
                <a:lnTo>
                  <a:pt x="4393" y="11232"/>
                </a:lnTo>
                <a:lnTo>
                  <a:pt x="5125" y="8640"/>
                </a:lnTo>
                <a:lnTo>
                  <a:pt x="6956" y="8640"/>
                </a:lnTo>
                <a:lnTo>
                  <a:pt x="8786" y="12960"/>
                </a:lnTo>
                <a:lnTo>
                  <a:pt x="8786" y="21600"/>
                </a:lnTo>
                <a:lnTo>
                  <a:pt x="12447" y="21600"/>
                </a:lnTo>
                <a:lnTo>
                  <a:pt x="12447" y="12960"/>
                </a:lnTo>
                <a:lnTo>
                  <a:pt x="13546" y="11232"/>
                </a:lnTo>
                <a:lnTo>
                  <a:pt x="14278" y="8640"/>
                </a:lnTo>
                <a:lnTo>
                  <a:pt x="16108" y="8640"/>
                </a:lnTo>
                <a:lnTo>
                  <a:pt x="16841" y="11232"/>
                </a:lnTo>
                <a:lnTo>
                  <a:pt x="17939" y="12960"/>
                </a:lnTo>
                <a:lnTo>
                  <a:pt x="17939" y="21600"/>
                </a:lnTo>
                <a:lnTo>
                  <a:pt x="21600" y="21600"/>
                </a:lnTo>
                <a:lnTo>
                  <a:pt x="21600" y="2592"/>
                </a:lnTo>
                <a:lnTo>
                  <a:pt x="20868" y="1728"/>
                </a:lnTo>
                <a:lnTo>
                  <a:pt x="20502" y="0"/>
                </a:lnTo>
                <a:lnTo>
                  <a:pt x="732" y="0"/>
                </a:lnTo>
                <a:lnTo>
                  <a:pt x="366" y="1728"/>
                </a:lnTo>
                <a:lnTo>
                  <a:pt x="0" y="2592"/>
                </a:lnTo>
                <a:lnTo>
                  <a:pt x="0" y="21600"/>
                </a:lnTo>
                <a:lnTo>
                  <a:pt x="3295" y="21600"/>
                </a:lnTo>
                <a:lnTo>
                  <a:pt x="3295" y="1555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50"/>
          <p:cNvSpPr/>
          <p:nvPr/>
        </p:nvSpPr>
        <p:spPr>
          <a:xfrm>
            <a:off x="17314333" y="11231034"/>
            <a:ext cx="347112" cy="101628"/>
          </a:xfrm>
          <a:custGeom>
            <a:rect b="b" l="l" r="r" t="t"/>
            <a:pathLst>
              <a:path extrusionOk="0" h="21600" w="21600">
                <a:moveTo>
                  <a:pt x="2342" y="14688"/>
                </a:moveTo>
                <a:lnTo>
                  <a:pt x="2342" y="12960"/>
                </a:lnTo>
                <a:lnTo>
                  <a:pt x="3643" y="8640"/>
                </a:lnTo>
                <a:lnTo>
                  <a:pt x="4945" y="8640"/>
                </a:lnTo>
                <a:lnTo>
                  <a:pt x="5725" y="10368"/>
                </a:lnTo>
                <a:lnTo>
                  <a:pt x="6246" y="12960"/>
                </a:lnTo>
                <a:lnTo>
                  <a:pt x="6246" y="21600"/>
                </a:lnTo>
                <a:lnTo>
                  <a:pt x="8848" y="21600"/>
                </a:lnTo>
                <a:lnTo>
                  <a:pt x="8848" y="12960"/>
                </a:lnTo>
                <a:lnTo>
                  <a:pt x="10149" y="8640"/>
                </a:lnTo>
                <a:lnTo>
                  <a:pt x="11451" y="8640"/>
                </a:lnTo>
                <a:lnTo>
                  <a:pt x="12752" y="12960"/>
                </a:lnTo>
                <a:lnTo>
                  <a:pt x="12752" y="21600"/>
                </a:lnTo>
                <a:lnTo>
                  <a:pt x="15354" y="21600"/>
                </a:lnTo>
                <a:lnTo>
                  <a:pt x="15354" y="12960"/>
                </a:lnTo>
                <a:lnTo>
                  <a:pt x="15875" y="10368"/>
                </a:lnTo>
                <a:lnTo>
                  <a:pt x="16655" y="8640"/>
                </a:lnTo>
                <a:lnTo>
                  <a:pt x="17957" y="8640"/>
                </a:lnTo>
                <a:lnTo>
                  <a:pt x="19258" y="12960"/>
                </a:lnTo>
                <a:lnTo>
                  <a:pt x="19258" y="21600"/>
                </a:lnTo>
                <a:lnTo>
                  <a:pt x="21600" y="21600"/>
                </a:lnTo>
                <a:lnTo>
                  <a:pt x="21600" y="1728"/>
                </a:lnTo>
                <a:lnTo>
                  <a:pt x="21080" y="0"/>
                </a:lnTo>
                <a:lnTo>
                  <a:pt x="520" y="0"/>
                </a:lnTo>
                <a:lnTo>
                  <a:pt x="0" y="1728"/>
                </a:lnTo>
                <a:lnTo>
                  <a:pt x="0" y="21600"/>
                </a:lnTo>
                <a:lnTo>
                  <a:pt x="2342" y="21600"/>
                </a:lnTo>
                <a:lnTo>
                  <a:pt x="2342" y="1468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50"/>
          <p:cNvSpPr/>
          <p:nvPr/>
        </p:nvSpPr>
        <p:spPr>
          <a:xfrm>
            <a:off x="17314333" y="11366501"/>
            <a:ext cx="410616" cy="122742"/>
          </a:xfrm>
          <a:custGeom>
            <a:rect b="b" l="l" r="r" t="t"/>
            <a:pathLst>
              <a:path extrusionOk="0" h="21600" w="21600">
                <a:moveTo>
                  <a:pt x="20498" y="0"/>
                </a:moveTo>
                <a:lnTo>
                  <a:pt x="441" y="0"/>
                </a:lnTo>
                <a:lnTo>
                  <a:pt x="220" y="1440"/>
                </a:lnTo>
                <a:lnTo>
                  <a:pt x="0" y="2160"/>
                </a:lnTo>
                <a:lnTo>
                  <a:pt x="0" y="20160"/>
                </a:lnTo>
                <a:lnTo>
                  <a:pt x="441" y="21600"/>
                </a:lnTo>
                <a:lnTo>
                  <a:pt x="1984" y="21600"/>
                </a:lnTo>
                <a:lnTo>
                  <a:pt x="1984" y="14400"/>
                </a:lnTo>
                <a:lnTo>
                  <a:pt x="2645" y="12960"/>
                </a:lnTo>
                <a:lnTo>
                  <a:pt x="3086" y="10800"/>
                </a:lnTo>
                <a:lnTo>
                  <a:pt x="4188" y="10800"/>
                </a:lnTo>
                <a:lnTo>
                  <a:pt x="5290" y="14400"/>
                </a:lnTo>
                <a:lnTo>
                  <a:pt x="5290" y="21600"/>
                </a:lnTo>
                <a:lnTo>
                  <a:pt x="7494" y="21600"/>
                </a:lnTo>
                <a:lnTo>
                  <a:pt x="7494" y="14400"/>
                </a:lnTo>
                <a:lnTo>
                  <a:pt x="8155" y="12960"/>
                </a:lnTo>
                <a:lnTo>
                  <a:pt x="8596" y="10800"/>
                </a:lnTo>
                <a:lnTo>
                  <a:pt x="9698" y="10800"/>
                </a:lnTo>
                <a:lnTo>
                  <a:pt x="10139" y="12960"/>
                </a:lnTo>
                <a:lnTo>
                  <a:pt x="10800" y="14400"/>
                </a:lnTo>
                <a:lnTo>
                  <a:pt x="10800" y="21600"/>
                </a:lnTo>
                <a:lnTo>
                  <a:pt x="13004" y="21600"/>
                </a:lnTo>
                <a:lnTo>
                  <a:pt x="13004" y="14400"/>
                </a:lnTo>
                <a:lnTo>
                  <a:pt x="14106" y="10800"/>
                </a:lnTo>
                <a:lnTo>
                  <a:pt x="15208" y="10800"/>
                </a:lnTo>
                <a:lnTo>
                  <a:pt x="15649" y="12960"/>
                </a:lnTo>
                <a:lnTo>
                  <a:pt x="16310" y="14400"/>
                </a:lnTo>
                <a:lnTo>
                  <a:pt x="16310" y="21600"/>
                </a:lnTo>
                <a:lnTo>
                  <a:pt x="21159" y="21600"/>
                </a:lnTo>
                <a:lnTo>
                  <a:pt x="21600" y="20160"/>
                </a:lnTo>
                <a:lnTo>
                  <a:pt x="21600" y="2160"/>
                </a:lnTo>
                <a:lnTo>
                  <a:pt x="21380" y="1440"/>
                </a:lnTo>
                <a:lnTo>
                  <a:pt x="21159" y="0"/>
                </a:lnTo>
                <a:lnTo>
                  <a:pt x="20498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50"/>
          <p:cNvSpPr/>
          <p:nvPr/>
        </p:nvSpPr>
        <p:spPr>
          <a:xfrm>
            <a:off x="22415503" y="12035367"/>
            <a:ext cx="186246" cy="270918"/>
          </a:xfrm>
          <a:custGeom>
            <a:rect b="b" l="l" r="r" t="t"/>
            <a:pathLst>
              <a:path extrusionOk="0" h="21600" w="21600">
                <a:moveTo>
                  <a:pt x="21600" y="14175"/>
                </a:moveTo>
                <a:lnTo>
                  <a:pt x="21600" y="15863"/>
                </a:lnTo>
                <a:lnTo>
                  <a:pt x="21109" y="17213"/>
                </a:lnTo>
                <a:lnTo>
                  <a:pt x="19636" y="18225"/>
                </a:lnTo>
                <a:lnTo>
                  <a:pt x="18655" y="19575"/>
                </a:lnTo>
                <a:lnTo>
                  <a:pt x="16691" y="20588"/>
                </a:lnTo>
                <a:lnTo>
                  <a:pt x="15218" y="21263"/>
                </a:lnTo>
                <a:lnTo>
                  <a:pt x="13255" y="21600"/>
                </a:lnTo>
                <a:lnTo>
                  <a:pt x="8345" y="21600"/>
                </a:lnTo>
                <a:lnTo>
                  <a:pt x="6382" y="21263"/>
                </a:lnTo>
                <a:lnTo>
                  <a:pt x="4909" y="20588"/>
                </a:lnTo>
                <a:lnTo>
                  <a:pt x="2945" y="19575"/>
                </a:lnTo>
                <a:lnTo>
                  <a:pt x="1473" y="18225"/>
                </a:lnTo>
                <a:lnTo>
                  <a:pt x="491" y="17213"/>
                </a:lnTo>
                <a:lnTo>
                  <a:pt x="0" y="15863"/>
                </a:lnTo>
                <a:lnTo>
                  <a:pt x="0" y="14175"/>
                </a:lnTo>
                <a:lnTo>
                  <a:pt x="491" y="12488"/>
                </a:lnTo>
                <a:lnTo>
                  <a:pt x="1473" y="10125"/>
                </a:lnTo>
                <a:lnTo>
                  <a:pt x="5400" y="5400"/>
                </a:lnTo>
                <a:lnTo>
                  <a:pt x="10800" y="0"/>
                </a:lnTo>
                <a:lnTo>
                  <a:pt x="16200" y="5400"/>
                </a:lnTo>
                <a:lnTo>
                  <a:pt x="19636" y="10125"/>
                </a:lnTo>
                <a:lnTo>
                  <a:pt x="21109" y="12488"/>
                </a:lnTo>
                <a:lnTo>
                  <a:pt x="21600" y="1417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50"/>
          <p:cNvSpPr/>
          <p:nvPr/>
        </p:nvSpPr>
        <p:spPr>
          <a:xfrm>
            <a:off x="22254634" y="12319000"/>
            <a:ext cx="296352" cy="173556"/>
          </a:xfrm>
          <a:custGeom>
            <a:rect b="b" l="l" r="r" t="t"/>
            <a:pathLst>
              <a:path extrusionOk="0" h="21600" w="21600">
                <a:moveTo>
                  <a:pt x="20141" y="8100"/>
                </a:moveTo>
                <a:lnTo>
                  <a:pt x="7881" y="8100"/>
                </a:lnTo>
                <a:lnTo>
                  <a:pt x="8465" y="7560"/>
                </a:lnTo>
                <a:lnTo>
                  <a:pt x="8757" y="6480"/>
                </a:lnTo>
                <a:lnTo>
                  <a:pt x="8757" y="4320"/>
                </a:lnTo>
                <a:lnTo>
                  <a:pt x="8465" y="3240"/>
                </a:lnTo>
                <a:lnTo>
                  <a:pt x="7005" y="540"/>
                </a:lnTo>
                <a:lnTo>
                  <a:pt x="6130" y="0"/>
                </a:lnTo>
                <a:lnTo>
                  <a:pt x="5546" y="0"/>
                </a:lnTo>
                <a:lnTo>
                  <a:pt x="0" y="4320"/>
                </a:lnTo>
                <a:lnTo>
                  <a:pt x="0" y="21600"/>
                </a:lnTo>
                <a:lnTo>
                  <a:pt x="16638" y="21600"/>
                </a:lnTo>
                <a:lnTo>
                  <a:pt x="16930" y="20520"/>
                </a:lnTo>
                <a:lnTo>
                  <a:pt x="21308" y="12960"/>
                </a:lnTo>
                <a:lnTo>
                  <a:pt x="21600" y="11340"/>
                </a:lnTo>
                <a:lnTo>
                  <a:pt x="21600" y="9180"/>
                </a:lnTo>
                <a:lnTo>
                  <a:pt x="21016" y="8640"/>
                </a:lnTo>
                <a:lnTo>
                  <a:pt x="20141" y="81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50"/>
          <p:cNvSpPr/>
          <p:nvPr/>
        </p:nvSpPr>
        <p:spPr>
          <a:xfrm>
            <a:off x="22157267" y="12319000"/>
            <a:ext cx="71982" cy="186246"/>
          </a:xfrm>
          <a:custGeom>
            <a:rect b="b" l="l" r="r" t="t"/>
            <a:pathLst>
              <a:path extrusionOk="0" h="21600" w="21600">
                <a:moveTo>
                  <a:pt x="15916" y="0"/>
                </a:moveTo>
                <a:lnTo>
                  <a:pt x="2274" y="0"/>
                </a:lnTo>
                <a:lnTo>
                  <a:pt x="1137" y="480"/>
                </a:lnTo>
                <a:lnTo>
                  <a:pt x="0" y="1440"/>
                </a:lnTo>
                <a:lnTo>
                  <a:pt x="0" y="20160"/>
                </a:lnTo>
                <a:lnTo>
                  <a:pt x="1137" y="20640"/>
                </a:lnTo>
                <a:lnTo>
                  <a:pt x="2274" y="21600"/>
                </a:lnTo>
                <a:lnTo>
                  <a:pt x="19326" y="21600"/>
                </a:lnTo>
                <a:lnTo>
                  <a:pt x="20463" y="20640"/>
                </a:lnTo>
                <a:lnTo>
                  <a:pt x="21600" y="20160"/>
                </a:lnTo>
                <a:lnTo>
                  <a:pt x="21600" y="1440"/>
                </a:lnTo>
                <a:lnTo>
                  <a:pt x="20463" y="480"/>
                </a:lnTo>
                <a:lnTo>
                  <a:pt x="19326" y="0"/>
                </a:lnTo>
                <a:lnTo>
                  <a:pt x="15916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50"/>
          <p:cNvSpPr/>
          <p:nvPr/>
        </p:nvSpPr>
        <p:spPr>
          <a:xfrm>
            <a:off x="19291302" y="12208933"/>
            <a:ext cx="224400" cy="339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93" name="Google Shape;1493;p50"/>
          <p:cNvSpPr/>
          <p:nvPr/>
        </p:nvSpPr>
        <p:spPr>
          <a:xfrm>
            <a:off x="19291302" y="12060767"/>
            <a:ext cx="359856" cy="406404"/>
          </a:xfrm>
          <a:custGeom>
            <a:rect b="b" l="l" r="r" t="t"/>
            <a:pathLst>
              <a:path extrusionOk="0" h="21600" w="21600">
                <a:moveTo>
                  <a:pt x="19173" y="0"/>
                </a:moveTo>
                <a:lnTo>
                  <a:pt x="16746" y="0"/>
                </a:lnTo>
                <a:lnTo>
                  <a:pt x="15775" y="218"/>
                </a:lnTo>
                <a:lnTo>
                  <a:pt x="15047" y="655"/>
                </a:lnTo>
                <a:lnTo>
                  <a:pt x="14562" y="1309"/>
                </a:lnTo>
                <a:lnTo>
                  <a:pt x="14319" y="2182"/>
                </a:lnTo>
                <a:lnTo>
                  <a:pt x="14319" y="10691"/>
                </a:lnTo>
                <a:lnTo>
                  <a:pt x="0" y="10691"/>
                </a:lnTo>
                <a:lnTo>
                  <a:pt x="0" y="11782"/>
                </a:lnTo>
                <a:lnTo>
                  <a:pt x="485" y="12873"/>
                </a:lnTo>
                <a:lnTo>
                  <a:pt x="971" y="13745"/>
                </a:lnTo>
                <a:lnTo>
                  <a:pt x="1699" y="14618"/>
                </a:lnTo>
                <a:lnTo>
                  <a:pt x="2670" y="15273"/>
                </a:lnTo>
                <a:lnTo>
                  <a:pt x="3640" y="15709"/>
                </a:lnTo>
                <a:lnTo>
                  <a:pt x="4854" y="16145"/>
                </a:lnTo>
                <a:lnTo>
                  <a:pt x="10193" y="16145"/>
                </a:lnTo>
                <a:lnTo>
                  <a:pt x="9465" y="20509"/>
                </a:lnTo>
                <a:lnTo>
                  <a:pt x="9951" y="20727"/>
                </a:lnTo>
                <a:lnTo>
                  <a:pt x="9951" y="21164"/>
                </a:lnTo>
                <a:lnTo>
                  <a:pt x="10436" y="21600"/>
                </a:lnTo>
                <a:lnTo>
                  <a:pt x="20872" y="21600"/>
                </a:lnTo>
                <a:lnTo>
                  <a:pt x="21600" y="20945"/>
                </a:lnTo>
                <a:lnTo>
                  <a:pt x="21600" y="2182"/>
                </a:lnTo>
                <a:lnTo>
                  <a:pt x="21357" y="1309"/>
                </a:lnTo>
                <a:lnTo>
                  <a:pt x="20872" y="655"/>
                </a:lnTo>
                <a:lnTo>
                  <a:pt x="20144" y="218"/>
                </a:lnTo>
                <a:lnTo>
                  <a:pt x="19173" y="0"/>
                </a:lnTo>
                <a:close/>
                <a:moveTo>
                  <a:pt x="17960" y="2182"/>
                </a:moveTo>
                <a:lnTo>
                  <a:pt x="18445" y="2182"/>
                </a:lnTo>
                <a:lnTo>
                  <a:pt x="19173" y="2618"/>
                </a:lnTo>
                <a:lnTo>
                  <a:pt x="19658" y="3273"/>
                </a:lnTo>
                <a:lnTo>
                  <a:pt x="19658" y="4364"/>
                </a:lnTo>
                <a:lnTo>
                  <a:pt x="18445" y="5455"/>
                </a:lnTo>
                <a:lnTo>
                  <a:pt x="17474" y="5455"/>
                </a:lnTo>
                <a:lnTo>
                  <a:pt x="16261" y="4364"/>
                </a:lnTo>
                <a:lnTo>
                  <a:pt x="16261" y="3273"/>
                </a:lnTo>
                <a:lnTo>
                  <a:pt x="16746" y="2618"/>
                </a:lnTo>
                <a:lnTo>
                  <a:pt x="17474" y="2182"/>
                </a:lnTo>
                <a:lnTo>
                  <a:pt x="17960" y="218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p50"/>
          <p:cNvSpPr/>
          <p:nvPr/>
        </p:nvSpPr>
        <p:spPr>
          <a:xfrm>
            <a:off x="5596466" y="11082866"/>
            <a:ext cx="457218" cy="406404"/>
          </a:xfrm>
          <a:custGeom>
            <a:rect b="b" l="l" r="r" t="t"/>
            <a:pathLst>
              <a:path extrusionOk="0" h="21600" w="21600">
                <a:moveTo>
                  <a:pt x="20609" y="13091"/>
                </a:moveTo>
                <a:lnTo>
                  <a:pt x="18628" y="13091"/>
                </a:lnTo>
                <a:lnTo>
                  <a:pt x="18628" y="6982"/>
                </a:lnTo>
                <a:lnTo>
                  <a:pt x="18429" y="6764"/>
                </a:lnTo>
                <a:lnTo>
                  <a:pt x="18033" y="6545"/>
                </a:lnTo>
                <a:lnTo>
                  <a:pt x="12683" y="6545"/>
                </a:lnTo>
                <a:lnTo>
                  <a:pt x="12683" y="655"/>
                </a:lnTo>
                <a:lnTo>
                  <a:pt x="12484" y="436"/>
                </a:lnTo>
                <a:lnTo>
                  <a:pt x="12286" y="0"/>
                </a:lnTo>
                <a:lnTo>
                  <a:pt x="594" y="0"/>
                </a:lnTo>
                <a:lnTo>
                  <a:pt x="0" y="655"/>
                </a:lnTo>
                <a:lnTo>
                  <a:pt x="0" y="21164"/>
                </a:lnTo>
                <a:lnTo>
                  <a:pt x="198" y="21382"/>
                </a:lnTo>
                <a:lnTo>
                  <a:pt x="594" y="21600"/>
                </a:lnTo>
                <a:lnTo>
                  <a:pt x="5350" y="21600"/>
                </a:lnTo>
                <a:lnTo>
                  <a:pt x="5549" y="21382"/>
                </a:lnTo>
                <a:lnTo>
                  <a:pt x="5945" y="21164"/>
                </a:lnTo>
                <a:lnTo>
                  <a:pt x="5945" y="18982"/>
                </a:lnTo>
                <a:lnTo>
                  <a:pt x="6143" y="18545"/>
                </a:lnTo>
                <a:lnTo>
                  <a:pt x="6341" y="18327"/>
                </a:lnTo>
                <a:lnTo>
                  <a:pt x="6936" y="18982"/>
                </a:lnTo>
                <a:lnTo>
                  <a:pt x="6936" y="21164"/>
                </a:lnTo>
                <a:lnTo>
                  <a:pt x="7332" y="21600"/>
                </a:lnTo>
                <a:lnTo>
                  <a:pt x="12286" y="21600"/>
                </a:lnTo>
                <a:lnTo>
                  <a:pt x="12683" y="21164"/>
                </a:lnTo>
                <a:lnTo>
                  <a:pt x="12683" y="18982"/>
                </a:lnTo>
                <a:lnTo>
                  <a:pt x="12881" y="18545"/>
                </a:lnTo>
                <a:lnTo>
                  <a:pt x="13277" y="18327"/>
                </a:lnTo>
                <a:lnTo>
                  <a:pt x="13475" y="18545"/>
                </a:lnTo>
                <a:lnTo>
                  <a:pt x="13673" y="18982"/>
                </a:lnTo>
                <a:lnTo>
                  <a:pt x="13673" y="21164"/>
                </a:lnTo>
                <a:lnTo>
                  <a:pt x="13872" y="21382"/>
                </a:lnTo>
                <a:lnTo>
                  <a:pt x="14268" y="21600"/>
                </a:lnTo>
                <a:lnTo>
                  <a:pt x="21006" y="21600"/>
                </a:lnTo>
                <a:lnTo>
                  <a:pt x="21204" y="21382"/>
                </a:lnTo>
                <a:lnTo>
                  <a:pt x="21600" y="21164"/>
                </a:lnTo>
                <a:lnTo>
                  <a:pt x="21600" y="13527"/>
                </a:lnTo>
                <a:lnTo>
                  <a:pt x="21204" y="13309"/>
                </a:lnTo>
                <a:lnTo>
                  <a:pt x="21006" y="13091"/>
                </a:lnTo>
                <a:lnTo>
                  <a:pt x="20609" y="13091"/>
                </a:lnTo>
                <a:close/>
                <a:moveTo>
                  <a:pt x="16646" y="8727"/>
                </a:moveTo>
                <a:lnTo>
                  <a:pt x="16646" y="13091"/>
                </a:lnTo>
                <a:lnTo>
                  <a:pt x="15655" y="13091"/>
                </a:lnTo>
                <a:lnTo>
                  <a:pt x="15655" y="12436"/>
                </a:lnTo>
                <a:lnTo>
                  <a:pt x="15457" y="11345"/>
                </a:lnTo>
                <a:lnTo>
                  <a:pt x="14862" y="10473"/>
                </a:lnTo>
                <a:lnTo>
                  <a:pt x="14268" y="10036"/>
                </a:lnTo>
                <a:lnTo>
                  <a:pt x="13277" y="9818"/>
                </a:lnTo>
                <a:lnTo>
                  <a:pt x="12286" y="10036"/>
                </a:lnTo>
                <a:lnTo>
                  <a:pt x="11494" y="10473"/>
                </a:lnTo>
                <a:lnTo>
                  <a:pt x="11097" y="11345"/>
                </a:lnTo>
                <a:lnTo>
                  <a:pt x="10701" y="12436"/>
                </a:lnTo>
                <a:lnTo>
                  <a:pt x="10701" y="13091"/>
                </a:lnTo>
                <a:lnTo>
                  <a:pt x="8719" y="13091"/>
                </a:lnTo>
                <a:lnTo>
                  <a:pt x="8719" y="12436"/>
                </a:lnTo>
                <a:lnTo>
                  <a:pt x="8521" y="11345"/>
                </a:lnTo>
                <a:lnTo>
                  <a:pt x="8125" y="10473"/>
                </a:lnTo>
                <a:lnTo>
                  <a:pt x="7332" y="10036"/>
                </a:lnTo>
                <a:lnTo>
                  <a:pt x="6341" y="9818"/>
                </a:lnTo>
                <a:lnTo>
                  <a:pt x="5350" y="10036"/>
                </a:lnTo>
                <a:lnTo>
                  <a:pt x="4756" y="10473"/>
                </a:lnTo>
                <a:lnTo>
                  <a:pt x="4161" y="11345"/>
                </a:lnTo>
                <a:lnTo>
                  <a:pt x="3963" y="12436"/>
                </a:lnTo>
                <a:lnTo>
                  <a:pt x="3963" y="13091"/>
                </a:lnTo>
                <a:lnTo>
                  <a:pt x="1982" y="13091"/>
                </a:lnTo>
                <a:lnTo>
                  <a:pt x="1982" y="8727"/>
                </a:lnTo>
                <a:lnTo>
                  <a:pt x="5350" y="8727"/>
                </a:lnTo>
                <a:lnTo>
                  <a:pt x="5945" y="8073"/>
                </a:lnTo>
                <a:lnTo>
                  <a:pt x="5945" y="5891"/>
                </a:lnTo>
                <a:lnTo>
                  <a:pt x="6341" y="5455"/>
                </a:lnTo>
                <a:lnTo>
                  <a:pt x="6539" y="5673"/>
                </a:lnTo>
                <a:lnTo>
                  <a:pt x="6936" y="5891"/>
                </a:lnTo>
                <a:lnTo>
                  <a:pt x="6936" y="8073"/>
                </a:lnTo>
                <a:lnTo>
                  <a:pt x="7134" y="8509"/>
                </a:lnTo>
                <a:lnTo>
                  <a:pt x="7332" y="8727"/>
                </a:lnTo>
                <a:lnTo>
                  <a:pt x="16646" y="8727"/>
                </a:lnTo>
                <a:close/>
                <a:moveTo>
                  <a:pt x="1982" y="2182"/>
                </a:moveTo>
                <a:lnTo>
                  <a:pt x="10701" y="2182"/>
                </a:lnTo>
                <a:lnTo>
                  <a:pt x="10701" y="6545"/>
                </a:lnTo>
                <a:lnTo>
                  <a:pt x="8719" y="6545"/>
                </a:lnTo>
                <a:lnTo>
                  <a:pt x="8719" y="5891"/>
                </a:lnTo>
                <a:lnTo>
                  <a:pt x="8521" y="5018"/>
                </a:lnTo>
                <a:lnTo>
                  <a:pt x="8125" y="4145"/>
                </a:lnTo>
                <a:lnTo>
                  <a:pt x="7332" y="3491"/>
                </a:lnTo>
                <a:lnTo>
                  <a:pt x="6341" y="3273"/>
                </a:lnTo>
                <a:lnTo>
                  <a:pt x="5350" y="3491"/>
                </a:lnTo>
                <a:lnTo>
                  <a:pt x="4756" y="4145"/>
                </a:lnTo>
                <a:lnTo>
                  <a:pt x="4161" y="5018"/>
                </a:lnTo>
                <a:lnTo>
                  <a:pt x="3963" y="5891"/>
                </a:lnTo>
                <a:lnTo>
                  <a:pt x="3963" y="6545"/>
                </a:lnTo>
                <a:lnTo>
                  <a:pt x="1982" y="6545"/>
                </a:lnTo>
                <a:lnTo>
                  <a:pt x="1982" y="2182"/>
                </a:lnTo>
                <a:close/>
                <a:moveTo>
                  <a:pt x="19618" y="19418"/>
                </a:moveTo>
                <a:lnTo>
                  <a:pt x="15655" y="19418"/>
                </a:lnTo>
                <a:lnTo>
                  <a:pt x="15655" y="18982"/>
                </a:lnTo>
                <a:lnTo>
                  <a:pt x="15457" y="17891"/>
                </a:lnTo>
                <a:lnTo>
                  <a:pt x="14862" y="17018"/>
                </a:lnTo>
                <a:lnTo>
                  <a:pt x="14268" y="16582"/>
                </a:lnTo>
                <a:lnTo>
                  <a:pt x="13277" y="16145"/>
                </a:lnTo>
                <a:lnTo>
                  <a:pt x="12286" y="16582"/>
                </a:lnTo>
                <a:lnTo>
                  <a:pt x="11494" y="17018"/>
                </a:lnTo>
                <a:lnTo>
                  <a:pt x="11097" y="17891"/>
                </a:lnTo>
                <a:lnTo>
                  <a:pt x="10701" y="18982"/>
                </a:lnTo>
                <a:lnTo>
                  <a:pt x="10701" y="19418"/>
                </a:lnTo>
                <a:lnTo>
                  <a:pt x="8719" y="19418"/>
                </a:lnTo>
                <a:lnTo>
                  <a:pt x="8719" y="18982"/>
                </a:lnTo>
                <a:lnTo>
                  <a:pt x="8521" y="17891"/>
                </a:lnTo>
                <a:lnTo>
                  <a:pt x="8125" y="17018"/>
                </a:lnTo>
                <a:lnTo>
                  <a:pt x="7332" y="16582"/>
                </a:lnTo>
                <a:lnTo>
                  <a:pt x="6341" y="16145"/>
                </a:lnTo>
                <a:lnTo>
                  <a:pt x="5350" y="16582"/>
                </a:lnTo>
                <a:lnTo>
                  <a:pt x="4756" y="17018"/>
                </a:lnTo>
                <a:lnTo>
                  <a:pt x="4161" y="17891"/>
                </a:lnTo>
                <a:lnTo>
                  <a:pt x="3963" y="18982"/>
                </a:lnTo>
                <a:lnTo>
                  <a:pt x="3963" y="19418"/>
                </a:lnTo>
                <a:lnTo>
                  <a:pt x="1982" y="19418"/>
                </a:lnTo>
                <a:lnTo>
                  <a:pt x="1982" y="15055"/>
                </a:lnTo>
                <a:lnTo>
                  <a:pt x="5350" y="15055"/>
                </a:lnTo>
                <a:lnTo>
                  <a:pt x="5549" y="14836"/>
                </a:lnTo>
                <a:lnTo>
                  <a:pt x="5945" y="14618"/>
                </a:lnTo>
                <a:lnTo>
                  <a:pt x="5945" y="12436"/>
                </a:lnTo>
                <a:lnTo>
                  <a:pt x="6341" y="12000"/>
                </a:lnTo>
                <a:lnTo>
                  <a:pt x="6539" y="12218"/>
                </a:lnTo>
                <a:lnTo>
                  <a:pt x="6936" y="12436"/>
                </a:lnTo>
                <a:lnTo>
                  <a:pt x="6936" y="14618"/>
                </a:lnTo>
                <a:lnTo>
                  <a:pt x="7332" y="15055"/>
                </a:lnTo>
                <a:lnTo>
                  <a:pt x="12286" y="15055"/>
                </a:lnTo>
                <a:lnTo>
                  <a:pt x="12683" y="14618"/>
                </a:lnTo>
                <a:lnTo>
                  <a:pt x="12683" y="12436"/>
                </a:lnTo>
                <a:lnTo>
                  <a:pt x="12881" y="12218"/>
                </a:lnTo>
                <a:lnTo>
                  <a:pt x="13277" y="12000"/>
                </a:lnTo>
                <a:lnTo>
                  <a:pt x="13673" y="12436"/>
                </a:lnTo>
                <a:lnTo>
                  <a:pt x="13673" y="14618"/>
                </a:lnTo>
                <a:lnTo>
                  <a:pt x="13872" y="14836"/>
                </a:lnTo>
                <a:lnTo>
                  <a:pt x="14268" y="15055"/>
                </a:lnTo>
                <a:lnTo>
                  <a:pt x="19618" y="15055"/>
                </a:lnTo>
                <a:lnTo>
                  <a:pt x="19618" y="1941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5" name="Google Shape;1495;p50"/>
          <p:cNvGrpSpPr/>
          <p:nvPr/>
        </p:nvGrpSpPr>
        <p:grpSpPr>
          <a:xfrm>
            <a:off x="10447866" y="12035366"/>
            <a:ext cx="431799" cy="469904"/>
            <a:chOff x="0" y="-1"/>
            <a:chExt cx="431799" cy="469904"/>
          </a:xfrm>
        </p:grpSpPr>
        <p:sp>
          <p:nvSpPr>
            <p:cNvPr id="1496" name="Google Shape;1496;p50"/>
            <p:cNvSpPr/>
            <p:nvPr/>
          </p:nvSpPr>
          <p:spPr>
            <a:xfrm>
              <a:off x="246741" y="-1"/>
              <a:ext cx="185058" cy="259686"/>
            </a:xfrm>
            <a:custGeom>
              <a:rect b="b" l="l" r="r" t="t"/>
              <a:pathLst>
                <a:path extrusionOk="0" h="21600" w="21600">
                  <a:moveTo>
                    <a:pt x="11040" y="21600"/>
                  </a:moveTo>
                  <a:lnTo>
                    <a:pt x="12960" y="21600"/>
                  </a:lnTo>
                  <a:lnTo>
                    <a:pt x="14880" y="21257"/>
                  </a:lnTo>
                  <a:lnTo>
                    <a:pt x="16800" y="20229"/>
                  </a:lnTo>
                  <a:lnTo>
                    <a:pt x="18720" y="19543"/>
                  </a:lnTo>
                  <a:lnTo>
                    <a:pt x="21600" y="15429"/>
                  </a:lnTo>
                  <a:lnTo>
                    <a:pt x="21600" y="14057"/>
                  </a:lnTo>
                  <a:lnTo>
                    <a:pt x="20640" y="12343"/>
                  </a:lnTo>
                  <a:lnTo>
                    <a:pt x="20160" y="10629"/>
                  </a:lnTo>
                  <a:lnTo>
                    <a:pt x="17280" y="6857"/>
                  </a:lnTo>
                  <a:lnTo>
                    <a:pt x="13920" y="3086"/>
                  </a:lnTo>
                  <a:lnTo>
                    <a:pt x="11040" y="0"/>
                  </a:lnTo>
                  <a:lnTo>
                    <a:pt x="4800" y="6171"/>
                  </a:lnTo>
                  <a:lnTo>
                    <a:pt x="1440" y="10629"/>
                  </a:lnTo>
                  <a:lnTo>
                    <a:pt x="960" y="12343"/>
                  </a:lnTo>
                  <a:lnTo>
                    <a:pt x="0" y="14057"/>
                  </a:lnTo>
                  <a:lnTo>
                    <a:pt x="0" y="15429"/>
                  </a:lnTo>
                  <a:lnTo>
                    <a:pt x="2880" y="19543"/>
                  </a:lnTo>
                  <a:lnTo>
                    <a:pt x="4800" y="20229"/>
                  </a:lnTo>
                  <a:lnTo>
                    <a:pt x="6720" y="21257"/>
                  </a:lnTo>
                  <a:lnTo>
                    <a:pt x="8640" y="21600"/>
                  </a:lnTo>
                  <a:lnTo>
                    <a:pt x="11040" y="21600"/>
                  </a:lnTo>
                  <a:close/>
                  <a:moveTo>
                    <a:pt x="11040" y="5829"/>
                  </a:moveTo>
                  <a:lnTo>
                    <a:pt x="14880" y="10629"/>
                  </a:lnTo>
                  <a:lnTo>
                    <a:pt x="16320" y="12686"/>
                  </a:lnTo>
                  <a:lnTo>
                    <a:pt x="16800" y="14057"/>
                  </a:lnTo>
                  <a:lnTo>
                    <a:pt x="16320" y="15429"/>
                  </a:lnTo>
                  <a:lnTo>
                    <a:pt x="14880" y="16800"/>
                  </a:lnTo>
                  <a:lnTo>
                    <a:pt x="12960" y="17829"/>
                  </a:lnTo>
                  <a:lnTo>
                    <a:pt x="11040" y="18171"/>
                  </a:lnTo>
                  <a:lnTo>
                    <a:pt x="8640" y="17829"/>
                  </a:lnTo>
                  <a:lnTo>
                    <a:pt x="6720" y="16800"/>
                  </a:lnTo>
                  <a:lnTo>
                    <a:pt x="5280" y="15429"/>
                  </a:lnTo>
                  <a:lnTo>
                    <a:pt x="4800" y="14057"/>
                  </a:lnTo>
                  <a:lnTo>
                    <a:pt x="5280" y="12686"/>
                  </a:lnTo>
                  <a:lnTo>
                    <a:pt x="6720" y="10629"/>
                  </a:lnTo>
                  <a:lnTo>
                    <a:pt x="11040" y="5829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1497;p50"/>
            <p:cNvSpPr/>
            <p:nvPr/>
          </p:nvSpPr>
          <p:spPr>
            <a:xfrm>
              <a:off x="0" y="247315"/>
              <a:ext cx="431784" cy="222588"/>
            </a:xfrm>
            <a:custGeom>
              <a:rect b="b" l="l" r="r" t="t"/>
              <a:pathLst>
                <a:path extrusionOk="0" h="21600" w="21600">
                  <a:moveTo>
                    <a:pt x="20562" y="7855"/>
                  </a:moveTo>
                  <a:lnTo>
                    <a:pt x="12877" y="7855"/>
                  </a:lnTo>
                  <a:lnTo>
                    <a:pt x="13085" y="7462"/>
                  </a:lnTo>
                  <a:lnTo>
                    <a:pt x="13292" y="6284"/>
                  </a:lnTo>
                  <a:lnTo>
                    <a:pt x="13292" y="5105"/>
                  </a:lnTo>
                  <a:lnTo>
                    <a:pt x="12254" y="1178"/>
                  </a:lnTo>
                  <a:lnTo>
                    <a:pt x="11838" y="0"/>
                  </a:lnTo>
                  <a:lnTo>
                    <a:pt x="11008" y="0"/>
                  </a:lnTo>
                  <a:lnTo>
                    <a:pt x="6231" y="3535"/>
                  </a:lnTo>
                  <a:lnTo>
                    <a:pt x="5608" y="2356"/>
                  </a:lnTo>
                  <a:lnTo>
                    <a:pt x="5192" y="1964"/>
                  </a:lnTo>
                  <a:lnTo>
                    <a:pt x="623" y="1964"/>
                  </a:lnTo>
                  <a:lnTo>
                    <a:pt x="208" y="2356"/>
                  </a:lnTo>
                  <a:lnTo>
                    <a:pt x="0" y="3142"/>
                  </a:lnTo>
                  <a:lnTo>
                    <a:pt x="0" y="20422"/>
                  </a:lnTo>
                  <a:lnTo>
                    <a:pt x="623" y="21600"/>
                  </a:lnTo>
                  <a:lnTo>
                    <a:pt x="5608" y="21600"/>
                  </a:lnTo>
                  <a:lnTo>
                    <a:pt x="5815" y="20815"/>
                  </a:lnTo>
                  <a:lnTo>
                    <a:pt x="6231" y="20422"/>
                  </a:lnTo>
                  <a:lnTo>
                    <a:pt x="6231" y="19636"/>
                  </a:lnTo>
                  <a:lnTo>
                    <a:pt x="17862" y="19636"/>
                  </a:lnTo>
                  <a:lnTo>
                    <a:pt x="18277" y="18458"/>
                  </a:lnTo>
                  <a:lnTo>
                    <a:pt x="21185" y="10604"/>
                  </a:lnTo>
                  <a:lnTo>
                    <a:pt x="21600" y="9818"/>
                  </a:lnTo>
                  <a:lnTo>
                    <a:pt x="21600" y="8640"/>
                  </a:lnTo>
                  <a:lnTo>
                    <a:pt x="20977" y="8247"/>
                  </a:lnTo>
                  <a:lnTo>
                    <a:pt x="20562" y="7855"/>
                  </a:lnTo>
                  <a:close/>
                  <a:moveTo>
                    <a:pt x="2077" y="17673"/>
                  </a:moveTo>
                  <a:lnTo>
                    <a:pt x="2077" y="5891"/>
                  </a:lnTo>
                  <a:lnTo>
                    <a:pt x="4154" y="5891"/>
                  </a:lnTo>
                  <a:lnTo>
                    <a:pt x="4154" y="17673"/>
                  </a:lnTo>
                  <a:lnTo>
                    <a:pt x="2077" y="17673"/>
                  </a:lnTo>
                  <a:close/>
                  <a:moveTo>
                    <a:pt x="17031" y="15709"/>
                  </a:moveTo>
                  <a:lnTo>
                    <a:pt x="6231" y="15709"/>
                  </a:lnTo>
                  <a:lnTo>
                    <a:pt x="6231" y="7462"/>
                  </a:lnTo>
                  <a:lnTo>
                    <a:pt x="10800" y="4320"/>
                  </a:lnTo>
                  <a:lnTo>
                    <a:pt x="11008" y="5498"/>
                  </a:lnTo>
                  <a:lnTo>
                    <a:pt x="9554" y="8247"/>
                  </a:lnTo>
                  <a:lnTo>
                    <a:pt x="9346" y="9425"/>
                  </a:lnTo>
                  <a:lnTo>
                    <a:pt x="9346" y="10604"/>
                  </a:lnTo>
                  <a:lnTo>
                    <a:pt x="9762" y="11389"/>
                  </a:lnTo>
                  <a:lnTo>
                    <a:pt x="10177" y="11782"/>
                  </a:lnTo>
                  <a:lnTo>
                    <a:pt x="18485" y="11782"/>
                  </a:lnTo>
                  <a:lnTo>
                    <a:pt x="17031" y="15709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8" name="Google Shape;1498;p50"/>
          <p:cNvSpPr/>
          <p:nvPr/>
        </p:nvSpPr>
        <p:spPr>
          <a:xfrm>
            <a:off x="8644466" y="12094634"/>
            <a:ext cx="186246" cy="410616"/>
          </a:xfrm>
          <a:custGeom>
            <a:rect b="b" l="l" r="r" t="t"/>
            <a:pathLst>
              <a:path extrusionOk="0" h="21600" w="21600">
                <a:moveTo>
                  <a:pt x="19636" y="11782"/>
                </a:moveTo>
                <a:lnTo>
                  <a:pt x="19636" y="1091"/>
                </a:lnTo>
                <a:lnTo>
                  <a:pt x="18655" y="436"/>
                </a:lnTo>
                <a:lnTo>
                  <a:pt x="18164" y="218"/>
                </a:lnTo>
                <a:lnTo>
                  <a:pt x="17182" y="0"/>
                </a:lnTo>
                <a:lnTo>
                  <a:pt x="15709" y="218"/>
                </a:lnTo>
                <a:lnTo>
                  <a:pt x="3436" y="3491"/>
                </a:lnTo>
                <a:lnTo>
                  <a:pt x="2945" y="3709"/>
                </a:lnTo>
                <a:lnTo>
                  <a:pt x="2455" y="4364"/>
                </a:lnTo>
                <a:lnTo>
                  <a:pt x="2455" y="11782"/>
                </a:lnTo>
                <a:lnTo>
                  <a:pt x="0" y="11782"/>
                </a:lnTo>
                <a:lnTo>
                  <a:pt x="0" y="19418"/>
                </a:lnTo>
                <a:lnTo>
                  <a:pt x="491" y="20073"/>
                </a:lnTo>
                <a:lnTo>
                  <a:pt x="1473" y="20945"/>
                </a:lnTo>
                <a:lnTo>
                  <a:pt x="2945" y="21164"/>
                </a:lnTo>
                <a:lnTo>
                  <a:pt x="4909" y="21600"/>
                </a:lnTo>
                <a:lnTo>
                  <a:pt x="17182" y="21600"/>
                </a:lnTo>
                <a:lnTo>
                  <a:pt x="18655" y="21164"/>
                </a:lnTo>
                <a:lnTo>
                  <a:pt x="20618" y="20945"/>
                </a:lnTo>
                <a:lnTo>
                  <a:pt x="21109" y="20073"/>
                </a:lnTo>
                <a:lnTo>
                  <a:pt x="21600" y="19418"/>
                </a:lnTo>
                <a:lnTo>
                  <a:pt x="21600" y="11782"/>
                </a:lnTo>
                <a:lnTo>
                  <a:pt x="19636" y="11782"/>
                </a:lnTo>
                <a:close/>
                <a:moveTo>
                  <a:pt x="4909" y="13964"/>
                </a:moveTo>
                <a:lnTo>
                  <a:pt x="17182" y="13964"/>
                </a:lnTo>
                <a:lnTo>
                  <a:pt x="17182" y="16145"/>
                </a:lnTo>
                <a:lnTo>
                  <a:pt x="4909" y="16145"/>
                </a:lnTo>
                <a:lnTo>
                  <a:pt x="4909" y="13964"/>
                </a:lnTo>
                <a:close/>
                <a:moveTo>
                  <a:pt x="7364" y="4800"/>
                </a:moveTo>
                <a:lnTo>
                  <a:pt x="14727" y="2836"/>
                </a:lnTo>
                <a:lnTo>
                  <a:pt x="14727" y="11782"/>
                </a:lnTo>
                <a:lnTo>
                  <a:pt x="7364" y="11782"/>
                </a:lnTo>
                <a:lnTo>
                  <a:pt x="7364" y="4800"/>
                </a:lnTo>
                <a:close/>
                <a:moveTo>
                  <a:pt x="4909" y="19418"/>
                </a:moveTo>
                <a:lnTo>
                  <a:pt x="4909" y="18327"/>
                </a:lnTo>
                <a:lnTo>
                  <a:pt x="17182" y="18327"/>
                </a:lnTo>
                <a:lnTo>
                  <a:pt x="17182" y="19418"/>
                </a:lnTo>
                <a:lnTo>
                  <a:pt x="4909" y="1941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9" name="Google Shape;1499;p50"/>
          <p:cNvGrpSpPr/>
          <p:nvPr/>
        </p:nvGrpSpPr>
        <p:grpSpPr>
          <a:xfrm>
            <a:off x="9533465" y="12060766"/>
            <a:ext cx="334437" cy="381024"/>
            <a:chOff x="-1" y="-1"/>
            <a:chExt cx="334437" cy="381024"/>
          </a:xfrm>
        </p:grpSpPr>
        <p:sp>
          <p:nvSpPr>
            <p:cNvPr id="1500" name="Google Shape;1500;p50"/>
            <p:cNvSpPr/>
            <p:nvPr/>
          </p:nvSpPr>
          <p:spPr>
            <a:xfrm>
              <a:off x="-1" y="122902"/>
              <a:ext cx="86724" cy="122904"/>
            </a:xfrm>
            <a:custGeom>
              <a:rect b="b" l="l" r="r" t="t"/>
              <a:pathLst>
                <a:path extrusionOk="0" h="21600" w="21600">
                  <a:moveTo>
                    <a:pt x="0" y="14152"/>
                  </a:moveTo>
                  <a:lnTo>
                    <a:pt x="1080" y="17131"/>
                  </a:lnTo>
                  <a:lnTo>
                    <a:pt x="3240" y="20110"/>
                  </a:lnTo>
                  <a:lnTo>
                    <a:pt x="6480" y="20855"/>
                  </a:lnTo>
                  <a:lnTo>
                    <a:pt x="10800" y="21600"/>
                  </a:lnTo>
                  <a:lnTo>
                    <a:pt x="15120" y="20855"/>
                  </a:lnTo>
                  <a:lnTo>
                    <a:pt x="18360" y="20110"/>
                  </a:lnTo>
                  <a:lnTo>
                    <a:pt x="20520" y="17131"/>
                  </a:lnTo>
                  <a:lnTo>
                    <a:pt x="21600" y="14152"/>
                  </a:lnTo>
                  <a:lnTo>
                    <a:pt x="20520" y="9683"/>
                  </a:lnTo>
                  <a:lnTo>
                    <a:pt x="16200" y="5214"/>
                  </a:lnTo>
                  <a:lnTo>
                    <a:pt x="10800" y="0"/>
                  </a:lnTo>
                  <a:lnTo>
                    <a:pt x="5400" y="5214"/>
                  </a:lnTo>
                  <a:lnTo>
                    <a:pt x="1080" y="9683"/>
                  </a:lnTo>
                  <a:lnTo>
                    <a:pt x="0" y="14152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1" name="Google Shape;1501;p50"/>
            <p:cNvSpPr/>
            <p:nvPr/>
          </p:nvSpPr>
          <p:spPr>
            <a:xfrm>
              <a:off x="74318" y="-1"/>
              <a:ext cx="260118" cy="381024"/>
            </a:xfrm>
            <a:custGeom>
              <a:rect b="b" l="l" r="r" t="t"/>
              <a:pathLst>
                <a:path extrusionOk="0" h="21600" w="21600">
                  <a:moveTo>
                    <a:pt x="14743" y="5745"/>
                  </a:moveTo>
                  <a:lnTo>
                    <a:pt x="14743" y="2298"/>
                  </a:lnTo>
                  <a:lnTo>
                    <a:pt x="19886" y="2298"/>
                  </a:lnTo>
                  <a:lnTo>
                    <a:pt x="19886" y="0"/>
                  </a:lnTo>
                  <a:lnTo>
                    <a:pt x="3771" y="0"/>
                  </a:lnTo>
                  <a:lnTo>
                    <a:pt x="0" y="2528"/>
                  </a:lnTo>
                  <a:lnTo>
                    <a:pt x="2743" y="4366"/>
                  </a:lnTo>
                  <a:lnTo>
                    <a:pt x="5486" y="2298"/>
                  </a:lnTo>
                  <a:lnTo>
                    <a:pt x="11314" y="2298"/>
                  </a:lnTo>
                  <a:lnTo>
                    <a:pt x="11314" y="5745"/>
                  </a:lnTo>
                  <a:lnTo>
                    <a:pt x="8914" y="6434"/>
                  </a:lnTo>
                  <a:lnTo>
                    <a:pt x="6857" y="7583"/>
                  </a:lnTo>
                  <a:lnTo>
                    <a:pt x="5143" y="9421"/>
                  </a:lnTo>
                  <a:lnTo>
                    <a:pt x="4800" y="10111"/>
                  </a:lnTo>
                  <a:lnTo>
                    <a:pt x="4800" y="20911"/>
                  </a:lnTo>
                  <a:lnTo>
                    <a:pt x="5143" y="21140"/>
                  </a:lnTo>
                  <a:lnTo>
                    <a:pt x="5486" y="21600"/>
                  </a:lnTo>
                  <a:lnTo>
                    <a:pt x="20914" y="21600"/>
                  </a:lnTo>
                  <a:lnTo>
                    <a:pt x="21257" y="21140"/>
                  </a:lnTo>
                  <a:lnTo>
                    <a:pt x="21600" y="20911"/>
                  </a:lnTo>
                  <a:lnTo>
                    <a:pt x="21600" y="10111"/>
                  </a:lnTo>
                  <a:lnTo>
                    <a:pt x="21257" y="9421"/>
                  </a:lnTo>
                  <a:lnTo>
                    <a:pt x="19543" y="7583"/>
                  </a:lnTo>
                  <a:lnTo>
                    <a:pt x="17486" y="6434"/>
                  </a:lnTo>
                  <a:lnTo>
                    <a:pt x="14743" y="5745"/>
                  </a:lnTo>
                  <a:close/>
                  <a:moveTo>
                    <a:pt x="18171" y="19302"/>
                  </a:moveTo>
                  <a:lnTo>
                    <a:pt x="8229" y="19302"/>
                  </a:lnTo>
                  <a:lnTo>
                    <a:pt x="8229" y="11260"/>
                  </a:lnTo>
                  <a:lnTo>
                    <a:pt x="8571" y="9881"/>
                  </a:lnTo>
                  <a:lnTo>
                    <a:pt x="10971" y="8272"/>
                  </a:lnTo>
                  <a:lnTo>
                    <a:pt x="13029" y="8043"/>
                  </a:lnTo>
                  <a:lnTo>
                    <a:pt x="15429" y="8272"/>
                  </a:lnTo>
                  <a:lnTo>
                    <a:pt x="17829" y="9881"/>
                  </a:lnTo>
                  <a:lnTo>
                    <a:pt x="18171" y="11260"/>
                  </a:lnTo>
                  <a:lnTo>
                    <a:pt x="18171" y="19302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2" name="Google Shape;1502;p50"/>
          <p:cNvSpPr/>
          <p:nvPr/>
        </p:nvSpPr>
        <p:spPr>
          <a:xfrm>
            <a:off x="10562167" y="6167968"/>
            <a:ext cx="296352" cy="224370"/>
          </a:xfrm>
          <a:custGeom>
            <a:rect b="b" l="l" r="r" t="t"/>
            <a:pathLst>
              <a:path extrusionOk="0" h="21600" w="21600">
                <a:moveTo>
                  <a:pt x="2043" y="21600"/>
                </a:moveTo>
                <a:lnTo>
                  <a:pt x="6422" y="21600"/>
                </a:lnTo>
                <a:lnTo>
                  <a:pt x="3503" y="17600"/>
                </a:lnTo>
                <a:lnTo>
                  <a:pt x="12843" y="4800"/>
                </a:lnTo>
                <a:lnTo>
                  <a:pt x="17805" y="12000"/>
                </a:lnTo>
                <a:lnTo>
                  <a:pt x="10800" y="21600"/>
                </a:lnTo>
                <a:lnTo>
                  <a:pt x="15178" y="21600"/>
                </a:lnTo>
                <a:lnTo>
                  <a:pt x="21600" y="12800"/>
                </a:lnTo>
                <a:lnTo>
                  <a:pt x="21600" y="10800"/>
                </a:lnTo>
                <a:lnTo>
                  <a:pt x="13719" y="0"/>
                </a:lnTo>
                <a:lnTo>
                  <a:pt x="12259" y="0"/>
                </a:lnTo>
                <a:lnTo>
                  <a:pt x="11676" y="400"/>
                </a:lnTo>
                <a:lnTo>
                  <a:pt x="292" y="16400"/>
                </a:lnTo>
                <a:lnTo>
                  <a:pt x="0" y="16800"/>
                </a:lnTo>
                <a:lnTo>
                  <a:pt x="0" y="18800"/>
                </a:lnTo>
                <a:lnTo>
                  <a:pt x="2043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50"/>
          <p:cNvSpPr/>
          <p:nvPr/>
        </p:nvSpPr>
        <p:spPr>
          <a:xfrm>
            <a:off x="10511367" y="6417733"/>
            <a:ext cx="368280" cy="245538"/>
          </a:xfrm>
          <a:custGeom>
            <a:rect b="b" l="l" r="r" t="t"/>
            <a:pathLst>
              <a:path extrusionOk="0" h="21600" w="21600">
                <a:moveTo>
                  <a:pt x="20387" y="0"/>
                </a:moveTo>
                <a:lnTo>
                  <a:pt x="485" y="0"/>
                </a:lnTo>
                <a:lnTo>
                  <a:pt x="243" y="732"/>
                </a:lnTo>
                <a:lnTo>
                  <a:pt x="0" y="1098"/>
                </a:lnTo>
                <a:lnTo>
                  <a:pt x="0" y="20868"/>
                </a:lnTo>
                <a:lnTo>
                  <a:pt x="485" y="21600"/>
                </a:lnTo>
                <a:lnTo>
                  <a:pt x="20872" y="21600"/>
                </a:lnTo>
                <a:lnTo>
                  <a:pt x="21115" y="21234"/>
                </a:lnTo>
                <a:lnTo>
                  <a:pt x="21600" y="20868"/>
                </a:lnTo>
                <a:lnTo>
                  <a:pt x="21600" y="1098"/>
                </a:lnTo>
                <a:lnTo>
                  <a:pt x="21115" y="732"/>
                </a:lnTo>
                <a:lnTo>
                  <a:pt x="20872" y="0"/>
                </a:lnTo>
                <a:lnTo>
                  <a:pt x="20387" y="0"/>
                </a:lnTo>
                <a:close/>
                <a:moveTo>
                  <a:pt x="19173" y="18305"/>
                </a:moveTo>
                <a:lnTo>
                  <a:pt x="2427" y="18305"/>
                </a:lnTo>
                <a:lnTo>
                  <a:pt x="2427" y="3661"/>
                </a:lnTo>
                <a:lnTo>
                  <a:pt x="19173" y="3661"/>
                </a:lnTo>
                <a:lnTo>
                  <a:pt x="19173" y="1830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50"/>
          <p:cNvSpPr/>
          <p:nvPr/>
        </p:nvSpPr>
        <p:spPr>
          <a:xfrm>
            <a:off x="10634133" y="6477000"/>
            <a:ext cx="122742" cy="122742"/>
          </a:xfrm>
          <a:custGeom>
            <a:rect b="b" l="l" r="r" t="t"/>
            <a:pathLst>
              <a:path extrusionOk="0" h="21600" w="21600">
                <a:moveTo>
                  <a:pt x="6703" y="21600"/>
                </a:moveTo>
                <a:lnTo>
                  <a:pt x="14152" y="21600"/>
                </a:lnTo>
                <a:lnTo>
                  <a:pt x="14152" y="14400"/>
                </a:lnTo>
                <a:lnTo>
                  <a:pt x="21600" y="14400"/>
                </a:lnTo>
                <a:lnTo>
                  <a:pt x="21600" y="7200"/>
                </a:lnTo>
                <a:lnTo>
                  <a:pt x="14152" y="7200"/>
                </a:lnTo>
                <a:lnTo>
                  <a:pt x="14152" y="0"/>
                </a:lnTo>
                <a:lnTo>
                  <a:pt x="6703" y="0"/>
                </a:lnTo>
                <a:lnTo>
                  <a:pt x="6703" y="7200"/>
                </a:lnTo>
                <a:lnTo>
                  <a:pt x="0" y="7200"/>
                </a:lnTo>
                <a:lnTo>
                  <a:pt x="0" y="14400"/>
                </a:lnTo>
                <a:lnTo>
                  <a:pt x="6703" y="14400"/>
                </a:lnTo>
                <a:lnTo>
                  <a:pt x="6703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50"/>
          <p:cNvSpPr/>
          <p:nvPr/>
        </p:nvSpPr>
        <p:spPr>
          <a:xfrm>
            <a:off x="10672234" y="6290733"/>
            <a:ext cx="59292" cy="63504"/>
          </a:xfrm>
          <a:custGeom>
            <a:rect b="b" l="l" r="r" t="t"/>
            <a:pathLst>
              <a:path extrusionOk="0" h="21600" w="21600">
                <a:moveTo>
                  <a:pt x="11520" y="0"/>
                </a:moveTo>
                <a:lnTo>
                  <a:pt x="7200" y="0"/>
                </a:lnTo>
                <a:lnTo>
                  <a:pt x="0" y="7714"/>
                </a:lnTo>
                <a:lnTo>
                  <a:pt x="0" y="15429"/>
                </a:lnTo>
                <a:lnTo>
                  <a:pt x="4320" y="18514"/>
                </a:lnTo>
                <a:lnTo>
                  <a:pt x="7200" y="21600"/>
                </a:lnTo>
                <a:lnTo>
                  <a:pt x="14400" y="21600"/>
                </a:lnTo>
                <a:lnTo>
                  <a:pt x="18720" y="18514"/>
                </a:lnTo>
                <a:lnTo>
                  <a:pt x="21600" y="15429"/>
                </a:lnTo>
                <a:lnTo>
                  <a:pt x="21600" y="7714"/>
                </a:lnTo>
                <a:lnTo>
                  <a:pt x="18720" y="3086"/>
                </a:lnTo>
                <a:lnTo>
                  <a:pt x="14400" y="0"/>
                </a:lnTo>
                <a:lnTo>
                  <a:pt x="1152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50"/>
          <p:cNvSpPr/>
          <p:nvPr/>
        </p:nvSpPr>
        <p:spPr>
          <a:xfrm>
            <a:off x="8509000" y="6231466"/>
            <a:ext cx="482598" cy="368280"/>
          </a:xfrm>
          <a:custGeom>
            <a:rect b="b" l="l" r="r" t="t"/>
            <a:pathLst>
              <a:path extrusionOk="0" h="21600" w="21600">
                <a:moveTo>
                  <a:pt x="19769" y="0"/>
                </a:moveTo>
                <a:lnTo>
                  <a:pt x="8969" y="0"/>
                </a:lnTo>
                <a:lnTo>
                  <a:pt x="7505" y="485"/>
                </a:lnTo>
                <a:lnTo>
                  <a:pt x="7139" y="2427"/>
                </a:lnTo>
                <a:lnTo>
                  <a:pt x="7139" y="3640"/>
                </a:lnTo>
                <a:lnTo>
                  <a:pt x="8969" y="3640"/>
                </a:lnTo>
                <a:lnTo>
                  <a:pt x="8969" y="2427"/>
                </a:lnTo>
                <a:lnTo>
                  <a:pt x="19769" y="2427"/>
                </a:lnTo>
                <a:lnTo>
                  <a:pt x="19769" y="4854"/>
                </a:lnTo>
                <a:lnTo>
                  <a:pt x="13546" y="4854"/>
                </a:lnTo>
                <a:lnTo>
                  <a:pt x="13546" y="7038"/>
                </a:lnTo>
                <a:lnTo>
                  <a:pt x="19769" y="7038"/>
                </a:lnTo>
                <a:lnTo>
                  <a:pt x="19769" y="14319"/>
                </a:lnTo>
                <a:lnTo>
                  <a:pt x="8969" y="14319"/>
                </a:lnTo>
                <a:lnTo>
                  <a:pt x="8969" y="13106"/>
                </a:lnTo>
                <a:lnTo>
                  <a:pt x="7139" y="13106"/>
                </a:lnTo>
                <a:lnTo>
                  <a:pt x="7139" y="14319"/>
                </a:lnTo>
                <a:lnTo>
                  <a:pt x="7322" y="15290"/>
                </a:lnTo>
                <a:lnTo>
                  <a:pt x="7505" y="16018"/>
                </a:lnTo>
                <a:lnTo>
                  <a:pt x="8237" y="16503"/>
                </a:lnTo>
                <a:lnTo>
                  <a:pt x="8969" y="16746"/>
                </a:lnTo>
                <a:lnTo>
                  <a:pt x="14827" y="16746"/>
                </a:lnTo>
                <a:lnTo>
                  <a:pt x="14095" y="18445"/>
                </a:lnTo>
                <a:lnTo>
                  <a:pt x="13729" y="18930"/>
                </a:lnTo>
                <a:lnTo>
                  <a:pt x="13180" y="19173"/>
                </a:lnTo>
                <a:lnTo>
                  <a:pt x="7505" y="19173"/>
                </a:lnTo>
                <a:lnTo>
                  <a:pt x="5308" y="16018"/>
                </a:lnTo>
                <a:lnTo>
                  <a:pt x="5308" y="10193"/>
                </a:lnTo>
                <a:lnTo>
                  <a:pt x="7505" y="7038"/>
                </a:lnTo>
                <a:lnTo>
                  <a:pt x="10800" y="7038"/>
                </a:lnTo>
                <a:lnTo>
                  <a:pt x="10800" y="8980"/>
                </a:lnTo>
                <a:lnTo>
                  <a:pt x="10434" y="9222"/>
                </a:lnTo>
                <a:lnTo>
                  <a:pt x="10251" y="9465"/>
                </a:lnTo>
                <a:lnTo>
                  <a:pt x="8054" y="9465"/>
                </a:lnTo>
                <a:lnTo>
                  <a:pt x="8054" y="11892"/>
                </a:lnTo>
                <a:lnTo>
                  <a:pt x="9885" y="11892"/>
                </a:lnTo>
                <a:lnTo>
                  <a:pt x="10983" y="11649"/>
                </a:lnTo>
                <a:lnTo>
                  <a:pt x="12264" y="9951"/>
                </a:lnTo>
                <a:lnTo>
                  <a:pt x="12631" y="8252"/>
                </a:lnTo>
                <a:lnTo>
                  <a:pt x="12631" y="5339"/>
                </a:lnTo>
                <a:lnTo>
                  <a:pt x="12264" y="5097"/>
                </a:lnTo>
                <a:lnTo>
                  <a:pt x="12081" y="4854"/>
                </a:lnTo>
                <a:lnTo>
                  <a:pt x="6773" y="4854"/>
                </a:lnTo>
                <a:lnTo>
                  <a:pt x="6407" y="5097"/>
                </a:lnTo>
                <a:lnTo>
                  <a:pt x="4942" y="7524"/>
                </a:lnTo>
                <a:lnTo>
                  <a:pt x="4393" y="7038"/>
                </a:lnTo>
                <a:lnTo>
                  <a:pt x="366" y="7038"/>
                </a:lnTo>
                <a:lnTo>
                  <a:pt x="183" y="7524"/>
                </a:lnTo>
                <a:lnTo>
                  <a:pt x="0" y="7766"/>
                </a:lnTo>
                <a:lnTo>
                  <a:pt x="0" y="18445"/>
                </a:lnTo>
                <a:lnTo>
                  <a:pt x="183" y="18930"/>
                </a:lnTo>
                <a:lnTo>
                  <a:pt x="366" y="19173"/>
                </a:lnTo>
                <a:lnTo>
                  <a:pt x="4393" y="19173"/>
                </a:lnTo>
                <a:lnTo>
                  <a:pt x="4942" y="18930"/>
                </a:lnTo>
                <a:lnTo>
                  <a:pt x="6407" y="21115"/>
                </a:lnTo>
                <a:lnTo>
                  <a:pt x="6773" y="21600"/>
                </a:lnTo>
                <a:lnTo>
                  <a:pt x="13912" y="21600"/>
                </a:lnTo>
                <a:lnTo>
                  <a:pt x="14644" y="20872"/>
                </a:lnTo>
                <a:lnTo>
                  <a:pt x="15193" y="20387"/>
                </a:lnTo>
                <a:lnTo>
                  <a:pt x="15742" y="19416"/>
                </a:lnTo>
                <a:lnTo>
                  <a:pt x="16658" y="16746"/>
                </a:lnTo>
                <a:lnTo>
                  <a:pt x="19769" y="16746"/>
                </a:lnTo>
                <a:lnTo>
                  <a:pt x="20502" y="16503"/>
                </a:lnTo>
                <a:lnTo>
                  <a:pt x="21051" y="16018"/>
                </a:lnTo>
                <a:lnTo>
                  <a:pt x="21417" y="15290"/>
                </a:lnTo>
                <a:lnTo>
                  <a:pt x="21600" y="14319"/>
                </a:lnTo>
                <a:lnTo>
                  <a:pt x="21600" y="2427"/>
                </a:lnTo>
                <a:lnTo>
                  <a:pt x="21417" y="1456"/>
                </a:lnTo>
                <a:lnTo>
                  <a:pt x="21051" y="485"/>
                </a:lnTo>
                <a:lnTo>
                  <a:pt x="20502" y="243"/>
                </a:lnTo>
                <a:lnTo>
                  <a:pt x="19769" y="0"/>
                </a:lnTo>
                <a:close/>
                <a:moveTo>
                  <a:pt x="3478" y="16746"/>
                </a:moveTo>
                <a:lnTo>
                  <a:pt x="1647" y="16746"/>
                </a:lnTo>
                <a:lnTo>
                  <a:pt x="1647" y="9465"/>
                </a:lnTo>
                <a:lnTo>
                  <a:pt x="3478" y="9465"/>
                </a:lnTo>
                <a:lnTo>
                  <a:pt x="3478" y="1674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50"/>
          <p:cNvSpPr/>
          <p:nvPr/>
        </p:nvSpPr>
        <p:spPr>
          <a:xfrm>
            <a:off x="9757834" y="6379635"/>
            <a:ext cx="84672" cy="71982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9440" y="19440"/>
                </a:lnTo>
                <a:lnTo>
                  <a:pt x="21600" y="10800"/>
                </a:lnTo>
                <a:lnTo>
                  <a:pt x="20520" y="7560"/>
                </a:lnTo>
                <a:lnTo>
                  <a:pt x="19440" y="3240"/>
                </a:lnTo>
                <a:lnTo>
                  <a:pt x="15120" y="2160"/>
                </a:lnTo>
                <a:lnTo>
                  <a:pt x="10800" y="0"/>
                </a:lnTo>
                <a:lnTo>
                  <a:pt x="7560" y="2160"/>
                </a:lnTo>
                <a:lnTo>
                  <a:pt x="3240" y="3240"/>
                </a:lnTo>
                <a:lnTo>
                  <a:pt x="2160" y="7560"/>
                </a:lnTo>
                <a:lnTo>
                  <a:pt x="0" y="10800"/>
                </a:lnTo>
                <a:lnTo>
                  <a:pt x="2160" y="15120"/>
                </a:lnTo>
                <a:lnTo>
                  <a:pt x="3240" y="19440"/>
                </a:lnTo>
                <a:lnTo>
                  <a:pt x="7560" y="2052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50"/>
          <p:cNvSpPr/>
          <p:nvPr/>
        </p:nvSpPr>
        <p:spPr>
          <a:xfrm>
            <a:off x="9474200" y="6193368"/>
            <a:ext cx="495288" cy="406404"/>
          </a:xfrm>
          <a:custGeom>
            <a:rect b="b" l="l" r="r" t="t"/>
            <a:pathLst>
              <a:path extrusionOk="0" h="21600" w="21600">
                <a:moveTo>
                  <a:pt x="20692" y="5455"/>
                </a:moveTo>
                <a:lnTo>
                  <a:pt x="19240" y="5455"/>
                </a:lnTo>
                <a:lnTo>
                  <a:pt x="16881" y="436"/>
                </a:lnTo>
                <a:lnTo>
                  <a:pt x="16699" y="218"/>
                </a:lnTo>
                <a:lnTo>
                  <a:pt x="16336" y="0"/>
                </a:lnTo>
                <a:lnTo>
                  <a:pt x="15973" y="0"/>
                </a:lnTo>
                <a:lnTo>
                  <a:pt x="15792" y="218"/>
                </a:lnTo>
                <a:lnTo>
                  <a:pt x="9620" y="5455"/>
                </a:lnTo>
                <a:lnTo>
                  <a:pt x="12524" y="5455"/>
                </a:lnTo>
                <a:lnTo>
                  <a:pt x="15973" y="2618"/>
                </a:lnTo>
                <a:lnTo>
                  <a:pt x="17244" y="5455"/>
                </a:lnTo>
                <a:lnTo>
                  <a:pt x="13432" y="5455"/>
                </a:lnTo>
                <a:lnTo>
                  <a:pt x="13432" y="7636"/>
                </a:lnTo>
                <a:lnTo>
                  <a:pt x="19785" y="7636"/>
                </a:lnTo>
                <a:lnTo>
                  <a:pt x="19785" y="16145"/>
                </a:lnTo>
                <a:lnTo>
                  <a:pt x="9076" y="16145"/>
                </a:lnTo>
                <a:lnTo>
                  <a:pt x="9076" y="13964"/>
                </a:lnTo>
                <a:lnTo>
                  <a:pt x="7261" y="13964"/>
                </a:lnTo>
                <a:lnTo>
                  <a:pt x="7261" y="17673"/>
                </a:lnTo>
                <a:lnTo>
                  <a:pt x="7442" y="18109"/>
                </a:lnTo>
                <a:lnTo>
                  <a:pt x="7624" y="18327"/>
                </a:lnTo>
                <a:lnTo>
                  <a:pt x="14339" y="18327"/>
                </a:lnTo>
                <a:lnTo>
                  <a:pt x="14158" y="18764"/>
                </a:lnTo>
                <a:lnTo>
                  <a:pt x="13795" y="19200"/>
                </a:lnTo>
                <a:lnTo>
                  <a:pt x="13250" y="19418"/>
                </a:lnTo>
                <a:lnTo>
                  <a:pt x="7624" y="19418"/>
                </a:lnTo>
                <a:lnTo>
                  <a:pt x="5445" y="16582"/>
                </a:lnTo>
                <a:lnTo>
                  <a:pt x="5445" y="11345"/>
                </a:lnTo>
                <a:lnTo>
                  <a:pt x="7624" y="8509"/>
                </a:lnTo>
                <a:lnTo>
                  <a:pt x="10891" y="8509"/>
                </a:lnTo>
                <a:lnTo>
                  <a:pt x="10891" y="10255"/>
                </a:lnTo>
                <a:lnTo>
                  <a:pt x="10528" y="10473"/>
                </a:lnTo>
                <a:lnTo>
                  <a:pt x="10346" y="10691"/>
                </a:lnTo>
                <a:lnTo>
                  <a:pt x="8168" y="10691"/>
                </a:lnTo>
                <a:lnTo>
                  <a:pt x="8168" y="12873"/>
                </a:lnTo>
                <a:lnTo>
                  <a:pt x="9983" y="12873"/>
                </a:lnTo>
                <a:lnTo>
                  <a:pt x="11072" y="12655"/>
                </a:lnTo>
                <a:lnTo>
                  <a:pt x="11617" y="11782"/>
                </a:lnTo>
                <a:lnTo>
                  <a:pt x="12343" y="11127"/>
                </a:lnTo>
                <a:lnTo>
                  <a:pt x="12524" y="9600"/>
                </a:lnTo>
                <a:lnTo>
                  <a:pt x="12524" y="6982"/>
                </a:lnTo>
                <a:lnTo>
                  <a:pt x="12161" y="6545"/>
                </a:lnTo>
                <a:lnTo>
                  <a:pt x="6716" y="6545"/>
                </a:lnTo>
                <a:lnTo>
                  <a:pt x="6534" y="6764"/>
                </a:lnTo>
                <a:lnTo>
                  <a:pt x="4901" y="8945"/>
                </a:lnTo>
                <a:lnTo>
                  <a:pt x="4538" y="8509"/>
                </a:lnTo>
                <a:lnTo>
                  <a:pt x="545" y="8509"/>
                </a:lnTo>
                <a:lnTo>
                  <a:pt x="363" y="8945"/>
                </a:lnTo>
                <a:lnTo>
                  <a:pt x="0" y="9164"/>
                </a:lnTo>
                <a:lnTo>
                  <a:pt x="0" y="18764"/>
                </a:lnTo>
                <a:lnTo>
                  <a:pt x="545" y="19418"/>
                </a:lnTo>
                <a:lnTo>
                  <a:pt x="4538" y="19418"/>
                </a:lnTo>
                <a:lnTo>
                  <a:pt x="4901" y="19200"/>
                </a:lnTo>
                <a:lnTo>
                  <a:pt x="6534" y="21164"/>
                </a:lnTo>
                <a:lnTo>
                  <a:pt x="6716" y="21600"/>
                </a:lnTo>
                <a:lnTo>
                  <a:pt x="13976" y="21600"/>
                </a:lnTo>
                <a:lnTo>
                  <a:pt x="14521" y="20945"/>
                </a:lnTo>
                <a:lnTo>
                  <a:pt x="15247" y="20509"/>
                </a:lnTo>
                <a:lnTo>
                  <a:pt x="15792" y="19636"/>
                </a:lnTo>
                <a:lnTo>
                  <a:pt x="16155" y="18327"/>
                </a:lnTo>
                <a:lnTo>
                  <a:pt x="21055" y="18327"/>
                </a:lnTo>
                <a:lnTo>
                  <a:pt x="21600" y="17673"/>
                </a:lnTo>
                <a:lnTo>
                  <a:pt x="21600" y="5891"/>
                </a:lnTo>
                <a:lnTo>
                  <a:pt x="21237" y="5673"/>
                </a:lnTo>
                <a:lnTo>
                  <a:pt x="21055" y="5455"/>
                </a:lnTo>
                <a:lnTo>
                  <a:pt x="20692" y="5455"/>
                </a:lnTo>
                <a:close/>
                <a:moveTo>
                  <a:pt x="3630" y="17236"/>
                </a:moveTo>
                <a:lnTo>
                  <a:pt x="1815" y="17236"/>
                </a:lnTo>
                <a:lnTo>
                  <a:pt x="1815" y="10691"/>
                </a:lnTo>
                <a:lnTo>
                  <a:pt x="3630" y="10691"/>
                </a:lnTo>
                <a:lnTo>
                  <a:pt x="3630" y="1723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50"/>
          <p:cNvSpPr/>
          <p:nvPr/>
        </p:nvSpPr>
        <p:spPr>
          <a:xfrm>
            <a:off x="7793567" y="6231466"/>
            <a:ext cx="122742" cy="207414"/>
          </a:xfrm>
          <a:custGeom>
            <a:rect b="b" l="l" r="r" t="t"/>
            <a:pathLst>
              <a:path extrusionOk="0" h="21600" w="21600">
                <a:moveTo>
                  <a:pt x="7448" y="0"/>
                </a:moveTo>
                <a:lnTo>
                  <a:pt x="7448" y="2204"/>
                </a:lnTo>
                <a:lnTo>
                  <a:pt x="4469" y="2645"/>
                </a:lnTo>
                <a:lnTo>
                  <a:pt x="1490" y="4408"/>
                </a:lnTo>
                <a:lnTo>
                  <a:pt x="745" y="5731"/>
                </a:lnTo>
                <a:lnTo>
                  <a:pt x="0" y="7494"/>
                </a:lnTo>
                <a:lnTo>
                  <a:pt x="745" y="9698"/>
                </a:lnTo>
                <a:lnTo>
                  <a:pt x="2979" y="11461"/>
                </a:lnTo>
                <a:lnTo>
                  <a:pt x="5214" y="12343"/>
                </a:lnTo>
                <a:lnTo>
                  <a:pt x="8938" y="12784"/>
                </a:lnTo>
                <a:lnTo>
                  <a:pt x="12662" y="12784"/>
                </a:lnTo>
                <a:lnTo>
                  <a:pt x="13407" y="13665"/>
                </a:lnTo>
                <a:lnTo>
                  <a:pt x="14897" y="14106"/>
                </a:lnTo>
                <a:lnTo>
                  <a:pt x="13407" y="14547"/>
                </a:lnTo>
                <a:lnTo>
                  <a:pt x="12662" y="14988"/>
                </a:lnTo>
                <a:lnTo>
                  <a:pt x="7448" y="14988"/>
                </a:lnTo>
                <a:lnTo>
                  <a:pt x="7448" y="21600"/>
                </a:lnTo>
                <a:lnTo>
                  <a:pt x="14897" y="21600"/>
                </a:lnTo>
                <a:lnTo>
                  <a:pt x="14897" y="19396"/>
                </a:lnTo>
                <a:lnTo>
                  <a:pt x="17131" y="18955"/>
                </a:lnTo>
                <a:lnTo>
                  <a:pt x="20110" y="17192"/>
                </a:lnTo>
                <a:lnTo>
                  <a:pt x="20855" y="15869"/>
                </a:lnTo>
                <a:lnTo>
                  <a:pt x="21600" y="14106"/>
                </a:lnTo>
                <a:lnTo>
                  <a:pt x="20855" y="11902"/>
                </a:lnTo>
                <a:lnTo>
                  <a:pt x="19366" y="10139"/>
                </a:lnTo>
                <a:lnTo>
                  <a:pt x="16386" y="9257"/>
                </a:lnTo>
                <a:lnTo>
                  <a:pt x="12662" y="8816"/>
                </a:lnTo>
                <a:lnTo>
                  <a:pt x="8938" y="8816"/>
                </a:lnTo>
                <a:lnTo>
                  <a:pt x="8193" y="7935"/>
                </a:lnTo>
                <a:lnTo>
                  <a:pt x="7448" y="7494"/>
                </a:lnTo>
                <a:lnTo>
                  <a:pt x="8938" y="6612"/>
                </a:lnTo>
                <a:lnTo>
                  <a:pt x="21600" y="6612"/>
                </a:lnTo>
                <a:lnTo>
                  <a:pt x="21600" y="2204"/>
                </a:lnTo>
                <a:lnTo>
                  <a:pt x="14897" y="2204"/>
                </a:lnTo>
                <a:lnTo>
                  <a:pt x="14897" y="0"/>
                </a:lnTo>
                <a:lnTo>
                  <a:pt x="7448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50"/>
          <p:cNvSpPr/>
          <p:nvPr/>
        </p:nvSpPr>
        <p:spPr>
          <a:xfrm>
            <a:off x="7535333" y="6379635"/>
            <a:ext cx="419094" cy="283608"/>
          </a:xfrm>
          <a:custGeom>
            <a:rect b="b" l="l" r="r" t="t"/>
            <a:pathLst>
              <a:path extrusionOk="0" h="21600" w="21600">
                <a:moveTo>
                  <a:pt x="19503" y="12522"/>
                </a:moveTo>
                <a:lnTo>
                  <a:pt x="19503" y="13148"/>
                </a:lnTo>
                <a:lnTo>
                  <a:pt x="19293" y="13774"/>
                </a:lnTo>
                <a:lnTo>
                  <a:pt x="19083" y="14087"/>
                </a:lnTo>
                <a:lnTo>
                  <a:pt x="13421" y="14087"/>
                </a:lnTo>
                <a:lnTo>
                  <a:pt x="13421" y="17217"/>
                </a:lnTo>
                <a:lnTo>
                  <a:pt x="17616" y="17217"/>
                </a:lnTo>
                <a:lnTo>
                  <a:pt x="17616" y="17843"/>
                </a:lnTo>
                <a:lnTo>
                  <a:pt x="17196" y="18157"/>
                </a:lnTo>
                <a:lnTo>
                  <a:pt x="16986" y="18783"/>
                </a:lnTo>
                <a:lnTo>
                  <a:pt x="8808" y="18783"/>
                </a:lnTo>
                <a:lnTo>
                  <a:pt x="6082" y="14713"/>
                </a:lnTo>
                <a:lnTo>
                  <a:pt x="6082" y="7200"/>
                </a:lnTo>
                <a:lnTo>
                  <a:pt x="8808" y="3130"/>
                </a:lnTo>
                <a:lnTo>
                  <a:pt x="12373" y="3130"/>
                </a:lnTo>
                <a:lnTo>
                  <a:pt x="12373" y="5635"/>
                </a:lnTo>
                <a:lnTo>
                  <a:pt x="12163" y="5948"/>
                </a:lnTo>
                <a:lnTo>
                  <a:pt x="11744" y="6261"/>
                </a:lnTo>
                <a:lnTo>
                  <a:pt x="9227" y="6261"/>
                </a:lnTo>
                <a:lnTo>
                  <a:pt x="9227" y="9391"/>
                </a:lnTo>
                <a:lnTo>
                  <a:pt x="11324" y="9391"/>
                </a:lnTo>
                <a:lnTo>
                  <a:pt x="12583" y="9078"/>
                </a:lnTo>
                <a:lnTo>
                  <a:pt x="14260" y="6574"/>
                </a:lnTo>
                <a:lnTo>
                  <a:pt x="14470" y="4696"/>
                </a:lnTo>
                <a:lnTo>
                  <a:pt x="14470" y="939"/>
                </a:lnTo>
                <a:lnTo>
                  <a:pt x="13841" y="0"/>
                </a:lnTo>
                <a:lnTo>
                  <a:pt x="7759" y="0"/>
                </a:lnTo>
                <a:lnTo>
                  <a:pt x="7550" y="626"/>
                </a:lnTo>
                <a:lnTo>
                  <a:pt x="5662" y="3757"/>
                </a:lnTo>
                <a:lnTo>
                  <a:pt x="5033" y="3130"/>
                </a:lnTo>
                <a:lnTo>
                  <a:pt x="419" y="3130"/>
                </a:lnTo>
                <a:lnTo>
                  <a:pt x="210" y="3757"/>
                </a:lnTo>
                <a:lnTo>
                  <a:pt x="0" y="4070"/>
                </a:lnTo>
                <a:lnTo>
                  <a:pt x="0" y="17843"/>
                </a:lnTo>
                <a:lnTo>
                  <a:pt x="210" y="18157"/>
                </a:lnTo>
                <a:lnTo>
                  <a:pt x="419" y="18783"/>
                </a:lnTo>
                <a:lnTo>
                  <a:pt x="5033" y="18783"/>
                </a:lnTo>
                <a:lnTo>
                  <a:pt x="5662" y="18157"/>
                </a:lnTo>
                <a:lnTo>
                  <a:pt x="7550" y="21287"/>
                </a:lnTo>
                <a:lnTo>
                  <a:pt x="7759" y="21600"/>
                </a:lnTo>
                <a:lnTo>
                  <a:pt x="16567" y="21600"/>
                </a:lnTo>
                <a:lnTo>
                  <a:pt x="17825" y="21287"/>
                </a:lnTo>
                <a:lnTo>
                  <a:pt x="18664" y="20348"/>
                </a:lnTo>
                <a:lnTo>
                  <a:pt x="19293" y="19096"/>
                </a:lnTo>
                <a:lnTo>
                  <a:pt x="19503" y="17217"/>
                </a:lnTo>
                <a:lnTo>
                  <a:pt x="19503" y="16591"/>
                </a:lnTo>
                <a:lnTo>
                  <a:pt x="20342" y="16278"/>
                </a:lnTo>
                <a:lnTo>
                  <a:pt x="21181" y="15026"/>
                </a:lnTo>
                <a:lnTo>
                  <a:pt x="21390" y="14087"/>
                </a:lnTo>
                <a:lnTo>
                  <a:pt x="21600" y="12522"/>
                </a:lnTo>
                <a:lnTo>
                  <a:pt x="21600" y="10957"/>
                </a:lnTo>
                <a:lnTo>
                  <a:pt x="19503" y="10957"/>
                </a:lnTo>
                <a:lnTo>
                  <a:pt x="19503" y="12522"/>
                </a:lnTo>
                <a:close/>
                <a:moveTo>
                  <a:pt x="3984" y="15652"/>
                </a:moveTo>
                <a:lnTo>
                  <a:pt x="2097" y="15652"/>
                </a:lnTo>
                <a:lnTo>
                  <a:pt x="2097" y="6261"/>
                </a:lnTo>
                <a:lnTo>
                  <a:pt x="3984" y="6261"/>
                </a:lnTo>
                <a:lnTo>
                  <a:pt x="3984" y="1565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50"/>
          <p:cNvSpPr/>
          <p:nvPr/>
        </p:nvSpPr>
        <p:spPr>
          <a:xfrm>
            <a:off x="7696200" y="6167968"/>
            <a:ext cx="321732" cy="334422"/>
          </a:xfrm>
          <a:custGeom>
            <a:rect b="b" l="l" r="r" t="t"/>
            <a:pathLst>
              <a:path extrusionOk="0" h="21600" w="21600">
                <a:moveTo>
                  <a:pt x="10937" y="0"/>
                </a:moveTo>
                <a:lnTo>
                  <a:pt x="8749" y="273"/>
                </a:lnTo>
                <a:lnTo>
                  <a:pt x="6835" y="1094"/>
                </a:lnTo>
                <a:lnTo>
                  <a:pt x="4648" y="1641"/>
                </a:lnTo>
                <a:lnTo>
                  <a:pt x="3008" y="3008"/>
                </a:lnTo>
                <a:lnTo>
                  <a:pt x="1641" y="4648"/>
                </a:lnTo>
                <a:lnTo>
                  <a:pt x="1094" y="6835"/>
                </a:lnTo>
                <a:lnTo>
                  <a:pt x="273" y="8749"/>
                </a:lnTo>
                <a:lnTo>
                  <a:pt x="0" y="10937"/>
                </a:lnTo>
                <a:lnTo>
                  <a:pt x="0" y="12030"/>
                </a:lnTo>
                <a:lnTo>
                  <a:pt x="2734" y="12030"/>
                </a:lnTo>
                <a:lnTo>
                  <a:pt x="2734" y="9023"/>
                </a:lnTo>
                <a:lnTo>
                  <a:pt x="3554" y="7656"/>
                </a:lnTo>
                <a:lnTo>
                  <a:pt x="4101" y="6562"/>
                </a:lnTo>
                <a:lnTo>
                  <a:pt x="5195" y="5195"/>
                </a:lnTo>
                <a:lnTo>
                  <a:pt x="6562" y="4101"/>
                </a:lnTo>
                <a:lnTo>
                  <a:pt x="7929" y="3281"/>
                </a:lnTo>
                <a:lnTo>
                  <a:pt x="9296" y="2734"/>
                </a:lnTo>
                <a:lnTo>
                  <a:pt x="12577" y="2734"/>
                </a:lnTo>
                <a:lnTo>
                  <a:pt x="13944" y="3281"/>
                </a:lnTo>
                <a:lnTo>
                  <a:pt x="15311" y="4101"/>
                </a:lnTo>
                <a:lnTo>
                  <a:pt x="16678" y="5195"/>
                </a:lnTo>
                <a:lnTo>
                  <a:pt x="17499" y="6562"/>
                </a:lnTo>
                <a:lnTo>
                  <a:pt x="18319" y="7656"/>
                </a:lnTo>
                <a:lnTo>
                  <a:pt x="18866" y="9023"/>
                </a:lnTo>
                <a:lnTo>
                  <a:pt x="18866" y="12577"/>
                </a:lnTo>
                <a:lnTo>
                  <a:pt x="18319" y="13944"/>
                </a:lnTo>
                <a:lnTo>
                  <a:pt x="16678" y="16678"/>
                </a:lnTo>
                <a:lnTo>
                  <a:pt x="13944" y="18319"/>
                </a:lnTo>
                <a:lnTo>
                  <a:pt x="12577" y="18866"/>
                </a:lnTo>
                <a:lnTo>
                  <a:pt x="9570" y="18866"/>
                </a:lnTo>
                <a:lnTo>
                  <a:pt x="9570" y="21600"/>
                </a:lnTo>
                <a:lnTo>
                  <a:pt x="10937" y="21600"/>
                </a:lnTo>
                <a:lnTo>
                  <a:pt x="12851" y="21327"/>
                </a:lnTo>
                <a:lnTo>
                  <a:pt x="14765" y="20506"/>
                </a:lnTo>
                <a:lnTo>
                  <a:pt x="16952" y="19959"/>
                </a:lnTo>
                <a:lnTo>
                  <a:pt x="18592" y="18592"/>
                </a:lnTo>
                <a:lnTo>
                  <a:pt x="19959" y="16952"/>
                </a:lnTo>
                <a:lnTo>
                  <a:pt x="20506" y="14765"/>
                </a:lnTo>
                <a:lnTo>
                  <a:pt x="21327" y="12851"/>
                </a:lnTo>
                <a:lnTo>
                  <a:pt x="21600" y="10937"/>
                </a:lnTo>
                <a:lnTo>
                  <a:pt x="21327" y="8749"/>
                </a:lnTo>
                <a:lnTo>
                  <a:pt x="20506" y="6835"/>
                </a:lnTo>
                <a:lnTo>
                  <a:pt x="19959" y="4648"/>
                </a:lnTo>
                <a:lnTo>
                  <a:pt x="18592" y="3008"/>
                </a:lnTo>
                <a:lnTo>
                  <a:pt x="16952" y="1641"/>
                </a:lnTo>
                <a:lnTo>
                  <a:pt x="14765" y="1094"/>
                </a:lnTo>
                <a:lnTo>
                  <a:pt x="12851" y="273"/>
                </a:lnTo>
                <a:lnTo>
                  <a:pt x="10937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2" name="Google Shape;1512;p50"/>
          <p:cNvGrpSpPr/>
          <p:nvPr/>
        </p:nvGrpSpPr>
        <p:grpSpPr>
          <a:xfrm>
            <a:off x="6557434" y="6167968"/>
            <a:ext cx="482580" cy="495288"/>
            <a:chOff x="0" y="0"/>
            <a:chExt cx="482580" cy="495288"/>
          </a:xfrm>
        </p:grpSpPr>
        <p:sp>
          <p:nvSpPr>
            <p:cNvPr id="1513" name="Google Shape;1513;p50"/>
            <p:cNvSpPr/>
            <p:nvPr/>
          </p:nvSpPr>
          <p:spPr>
            <a:xfrm>
              <a:off x="0" y="0"/>
              <a:ext cx="284634" cy="495288"/>
            </a:xfrm>
            <a:custGeom>
              <a:rect b="b" l="l" r="r" t="t"/>
              <a:pathLst>
                <a:path extrusionOk="0" h="21600" w="21600">
                  <a:moveTo>
                    <a:pt x="20035" y="4759"/>
                  </a:moveTo>
                  <a:lnTo>
                    <a:pt x="20035" y="549"/>
                  </a:lnTo>
                  <a:lnTo>
                    <a:pt x="19409" y="183"/>
                  </a:lnTo>
                  <a:lnTo>
                    <a:pt x="18783" y="0"/>
                  </a:lnTo>
                  <a:lnTo>
                    <a:pt x="18157" y="0"/>
                  </a:lnTo>
                  <a:lnTo>
                    <a:pt x="13774" y="915"/>
                  </a:lnTo>
                  <a:lnTo>
                    <a:pt x="11583" y="0"/>
                  </a:lnTo>
                  <a:lnTo>
                    <a:pt x="10017" y="0"/>
                  </a:lnTo>
                  <a:lnTo>
                    <a:pt x="7826" y="915"/>
                  </a:lnTo>
                  <a:lnTo>
                    <a:pt x="3443" y="0"/>
                  </a:lnTo>
                  <a:lnTo>
                    <a:pt x="2817" y="0"/>
                  </a:lnTo>
                  <a:lnTo>
                    <a:pt x="2191" y="183"/>
                  </a:lnTo>
                  <a:lnTo>
                    <a:pt x="1565" y="549"/>
                  </a:lnTo>
                  <a:lnTo>
                    <a:pt x="1565" y="4759"/>
                  </a:lnTo>
                  <a:lnTo>
                    <a:pt x="313" y="5492"/>
                  </a:lnTo>
                  <a:lnTo>
                    <a:pt x="0" y="6407"/>
                  </a:lnTo>
                  <a:lnTo>
                    <a:pt x="0" y="19953"/>
                  </a:lnTo>
                  <a:lnTo>
                    <a:pt x="313" y="20502"/>
                  </a:lnTo>
                  <a:lnTo>
                    <a:pt x="626" y="21234"/>
                  </a:lnTo>
                  <a:lnTo>
                    <a:pt x="3130" y="21600"/>
                  </a:lnTo>
                  <a:lnTo>
                    <a:pt x="18470" y="21600"/>
                  </a:lnTo>
                  <a:lnTo>
                    <a:pt x="20974" y="21234"/>
                  </a:lnTo>
                  <a:lnTo>
                    <a:pt x="21287" y="20502"/>
                  </a:lnTo>
                  <a:lnTo>
                    <a:pt x="21600" y="19953"/>
                  </a:lnTo>
                  <a:lnTo>
                    <a:pt x="21600" y="6407"/>
                  </a:lnTo>
                  <a:lnTo>
                    <a:pt x="21287" y="5492"/>
                  </a:lnTo>
                  <a:lnTo>
                    <a:pt x="20035" y="4759"/>
                  </a:lnTo>
                  <a:close/>
                  <a:moveTo>
                    <a:pt x="7200" y="2746"/>
                  </a:moveTo>
                  <a:lnTo>
                    <a:pt x="8452" y="2746"/>
                  </a:lnTo>
                  <a:lnTo>
                    <a:pt x="10643" y="1831"/>
                  </a:lnTo>
                  <a:lnTo>
                    <a:pt x="13148" y="2746"/>
                  </a:lnTo>
                  <a:lnTo>
                    <a:pt x="14400" y="2746"/>
                  </a:lnTo>
                  <a:lnTo>
                    <a:pt x="16904" y="2197"/>
                  </a:lnTo>
                  <a:lnTo>
                    <a:pt x="16904" y="4576"/>
                  </a:lnTo>
                  <a:lnTo>
                    <a:pt x="4696" y="4576"/>
                  </a:lnTo>
                  <a:lnTo>
                    <a:pt x="4696" y="2197"/>
                  </a:lnTo>
                  <a:lnTo>
                    <a:pt x="7200" y="2746"/>
                  </a:lnTo>
                  <a:close/>
                  <a:moveTo>
                    <a:pt x="18470" y="19953"/>
                  </a:moveTo>
                  <a:lnTo>
                    <a:pt x="3130" y="19953"/>
                  </a:lnTo>
                  <a:lnTo>
                    <a:pt x="3130" y="6407"/>
                  </a:lnTo>
                  <a:lnTo>
                    <a:pt x="18470" y="6407"/>
                  </a:lnTo>
                  <a:lnTo>
                    <a:pt x="18470" y="19953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50"/>
            <p:cNvSpPr/>
            <p:nvPr/>
          </p:nvSpPr>
          <p:spPr>
            <a:xfrm>
              <a:off x="61876" y="173354"/>
              <a:ext cx="160800" cy="74400"/>
            </a:xfrm>
            <a:prstGeom prst="rect">
              <a:avLst/>
            </a:pr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1515" name="Google Shape;1515;p50"/>
            <p:cNvSpPr/>
            <p:nvPr/>
          </p:nvSpPr>
          <p:spPr>
            <a:xfrm>
              <a:off x="61876" y="272414"/>
              <a:ext cx="37152" cy="37152"/>
            </a:xfrm>
            <a:custGeom>
              <a:rect b="b" l="l" r="r" t="t"/>
              <a:pathLst>
                <a:path extrusionOk="0" h="21600" w="21600">
                  <a:moveTo>
                    <a:pt x="10800" y="21600"/>
                  </a:moveTo>
                  <a:lnTo>
                    <a:pt x="15120" y="21600"/>
                  </a:lnTo>
                  <a:lnTo>
                    <a:pt x="17280" y="19440"/>
                  </a:lnTo>
                  <a:lnTo>
                    <a:pt x="21600" y="17280"/>
                  </a:lnTo>
                  <a:lnTo>
                    <a:pt x="21600" y="6480"/>
                  </a:lnTo>
                  <a:lnTo>
                    <a:pt x="15120" y="0"/>
                  </a:lnTo>
                  <a:lnTo>
                    <a:pt x="4320" y="0"/>
                  </a:lnTo>
                  <a:lnTo>
                    <a:pt x="2160" y="2160"/>
                  </a:lnTo>
                  <a:lnTo>
                    <a:pt x="0" y="6480"/>
                  </a:lnTo>
                  <a:lnTo>
                    <a:pt x="0" y="17280"/>
                  </a:lnTo>
                  <a:lnTo>
                    <a:pt x="4320" y="2160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50"/>
            <p:cNvSpPr/>
            <p:nvPr/>
          </p:nvSpPr>
          <p:spPr>
            <a:xfrm>
              <a:off x="173240" y="272414"/>
              <a:ext cx="49518" cy="37152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lnTo>
                    <a:pt x="6480" y="0"/>
                  </a:lnTo>
                  <a:lnTo>
                    <a:pt x="0" y="6480"/>
                  </a:lnTo>
                  <a:lnTo>
                    <a:pt x="0" y="17280"/>
                  </a:lnTo>
                  <a:lnTo>
                    <a:pt x="4320" y="19440"/>
                  </a:lnTo>
                  <a:lnTo>
                    <a:pt x="6480" y="21600"/>
                  </a:lnTo>
                  <a:lnTo>
                    <a:pt x="17280" y="21600"/>
                  </a:lnTo>
                  <a:lnTo>
                    <a:pt x="21600" y="17280"/>
                  </a:lnTo>
                  <a:lnTo>
                    <a:pt x="21600" y="6480"/>
                  </a:lnTo>
                  <a:lnTo>
                    <a:pt x="19440" y="2160"/>
                  </a:lnTo>
                  <a:lnTo>
                    <a:pt x="17280" y="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50"/>
            <p:cNvSpPr/>
            <p:nvPr/>
          </p:nvSpPr>
          <p:spPr>
            <a:xfrm>
              <a:off x="123742" y="272414"/>
              <a:ext cx="37152" cy="37152"/>
            </a:xfrm>
            <a:custGeom>
              <a:rect b="b" l="l" r="r" t="t"/>
              <a:pathLst>
                <a:path extrusionOk="0" h="21600" w="21600">
                  <a:moveTo>
                    <a:pt x="9600" y="0"/>
                  </a:moveTo>
                  <a:lnTo>
                    <a:pt x="4800" y="0"/>
                  </a:lnTo>
                  <a:lnTo>
                    <a:pt x="2400" y="2160"/>
                  </a:lnTo>
                  <a:lnTo>
                    <a:pt x="0" y="6480"/>
                  </a:lnTo>
                  <a:lnTo>
                    <a:pt x="0" y="17280"/>
                  </a:lnTo>
                  <a:lnTo>
                    <a:pt x="4800" y="21600"/>
                  </a:lnTo>
                  <a:lnTo>
                    <a:pt x="16800" y="21600"/>
                  </a:lnTo>
                  <a:lnTo>
                    <a:pt x="21600" y="17280"/>
                  </a:lnTo>
                  <a:lnTo>
                    <a:pt x="21600" y="6480"/>
                  </a:lnTo>
                  <a:lnTo>
                    <a:pt x="19200" y="2160"/>
                  </a:lnTo>
                  <a:lnTo>
                    <a:pt x="16800" y="0"/>
                  </a:lnTo>
                  <a:lnTo>
                    <a:pt x="9600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50"/>
            <p:cNvSpPr/>
            <p:nvPr/>
          </p:nvSpPr>
          <p:spPr>
            <a:xfrm>
              <a:off x="61876" y="334329"/>
              <a:ext cx="37152" cy="37152"/>
            </a:xfrm>
            <a:custGeom>
              <a:rect b="b" l="l" r="r" t="t"/>
              <a:pathLst>
                <a:path extrusionOk="0" h="21600" w="21600">
                  <a:moveTo>
                    <a:pt x="10800" y="21600"/>
                  </a:moveTo>
                  <a:lnTo>
                    <a:pt x="15120" y="21600"/>
                  </a:lnTo>
                  <a:lnTo>
                    <a:pt x="21600" y="15120"/>
                  </a:lnTo>
                  <a:lnTo>
                    <a:pt x="21600" y="4320"/>
                  </a:lnTo>
                  <a:lnTo>
                    <a:pt x="17280" y="2160"/>
                  </a:lnTo>
                  <a:lnTo>
                    <a:pt x="15120" y="0"/>
                  </a:lnTo>
                  <a:lnTo>
                    <a:pt x="4320" y="0"/>
                  </a:lnTo>
                  <a:lnTo>
                    <a:pt x="0" y="4320"/>
                  </a:lnTo>
                  <a:lnTo>
                    <a:pt x="0" y="15120"/>
                  </a:lnTo>
                  <a:lnTo>
                    <a:pt x="2160" y="19440"/>
                  </a:lnTo>
                  <a:lnTo>
                    <a:pt x="4320" y="2160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50"/>
            <p:cNvSpPr/>
            <p:nvPr/>
          </p:nvSpPr>
          <p:spPr>
            <a:xfrm>
              <a:off x="173240" y="334329"/>
              <a:ext cx="49518" cy="37152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lnTo>
                    <a:pt x="6480" y="0"/>
                  </a:lnTo>
                  <a:lnTo>
                    <a:pt x="4320" y="2160"/>
                  </a:lnTo>
                  <a:lnTo>
                    <a:pt x="0" y="4320"/>
                  </a:lnTo>
                  <a:lnTo>
                    <a:pt x="0" y="15120"/>
                  </a:lnTo>
                  <a:lnTo>
                    <a:pt x="6480" y="21600"/>
                  </a:lnTo>
                  <a:lnTo>
                    <a:pt x="17280" y="21600"/>
                  </a:lnTo>
                  <a:lnTo>
                    <a:pt x="19440" y="19440"/>
                  </a:lnTo>
                  <a:lnTo>
                    <a:pt x="21600" y="15120"/>
                  </a:lnTo>
                  <a:lnTo>
                    <a:pt x="21600" y="4320"/>
                  </a:lnTo>
                  <a:lnTo>
                    <a:pt x="17280" y="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50"/>
            <p:cNvSpPr/>
            <p:nvPr/>
          </p:nvSpPr>
          <p:spPr>
            <a:xfrm>
              <a:off x="123742" y="334329"/>
              <a:ext cx="37152" cy="37152"/>
            </a:xfrm>
            <a:custGeom>
              <a:rect b="b" l="l" r="r" t="t"/>
              <a:pathLst>
                <a:path extrusionOk="0" h="21600" w="21600">
                  <a:moveTo>
                    <a:pt x="9600" y="0"/>
                  </a:moveTo>
                  <a:lnTo>
                    <a:pt x="4800" y="0"/>
                  </a:lnTo>
                  <a:lnTo>
                    <a:pt x="0" y="4320"/>
                  </a:lnTo>
                  <a:lnTo>
                    <a:pt x="0" y="15120"/>
                  </a:lnTo>
                  <a:lnTo>
                    <a:pt x="2400" y="19440"/>
                  </a:lnTo>
                  <a:lnTo>
                    <a:pt x="4800" y="21600"/>
                  </a:lnTo>
                  <a:lnTo>
                    <a:pt x="16800" y="21600"/>
                  </a:lnTo>
                  <a:lnTo>
                    <a:pt x="19200" y="19440"/>
                  </a:lnTo>
                  <a:lnTo>
                    <a:pt x="21600" y="15120"/>
                  </a:lnTo>
                  <a:lnTo>
                    <a:pt x="21600" y="4320"/>
                  </a:lnTo>
                  <a:lnTo>
                    <a:pt x="16800" y="0"/>
                  </a:lnTo>
                  <a:lnTo>
                    <a:pt x="9600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50"/>
            <p:cNvSpPr/>
            <p:nvPr/>
          </p:nvSpPr>
          <p:spPr>
            <a:xfrm>
              <a:off x="61876" y="396238"/>
              <a:ext cx="37152" cy="37152"/>
            </a:xfrm>
            <a:custGeom>
              <a:rect b="b" l="l" r="r" t="t"/>
              <a:pathLst>
                <a:path extrusionOk="0" h="21600" w="21600">
                  <a:moveTo>
                    <a:pt x="10800" y="21600"/>
                  </a:moveTo>
                  <a:lnTo>
                    <a:pt x="15120" y="21600"/>
                  </a:lnTo>
                  <a:lnTo>
                    <a:pt x="17280" y="17280"/>
                  </a:lnTo>
                  <a:lnTo>
                    <a:pt x="21600" y="15120"/>
                  </a:lnTo>
                  <a:lnTo>
                    <a:pt x="21600" y="4320"/>
                  </a:lnTo>
                  <a:lnTo>
                    <a:pt x="17280" y="2160"/>
                  </a:lnTo>
                  <a:lnTo>
                    <a:pt x="15120" y="0"/>
                  </a:lnTo>
                  <a:lnTo>
                    <a:pt x="4320" y="0"/>
                  </a:lnTo>
                  <a:lnTo>
                    <a:pt x="0" y="4320"/>
                  </a:lnTo>
                  <a:lnTo>
                    <a:pt x="0" y="15120"/>
                  </a:lnTo>
                  <a:lnTo>
                    <a:pt x="2160" y="17280"/>
                  </a:lnTo>
                  <a:lnTo>
                    <a:pt x="4320" y="2160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50"/>
            <p:cNvSpPr/>
            <p:nvPr/>
          </p:nvSpPr>
          <p:spPr>
            <a:xfrm>
              <a:off x="173240" y="396238"/>
              <a:ext cx="49518" cy="37152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lnTo>
                    <a:pt x="6480" y="0"/>
                  </a:lnTo>
                  <a:lnTo>
                    <a:pt x="4320" y="2160"/>
                  </a:lnTo>
                  <a:lnTo>
                    <a:pt x="0" y="4320"/>
                  </a:lnTo>
                  <a:lnTo>
                    <a:pt x="0" y="15120"/>
                  </a:lnTo>
                  <a:lnTo>
                    <a:pt x="4320" y="17280"/>
                  </a:lnTo>
                  <a:lnTo>
                    <a:pt x="6480" y="21600"/>
                  </a:lnTo>
                  <a:lnTo>
                    <a:pt x="17280" y="21600"/>
                  </a:lnTo>
                  <a:lnTo>
                    <a:pt x="19440" y="17280"/>
                  </a:lnTo>
                  <a:lnTo>
                    <a:pt x="21600" y="15120"/>
                  </a:lnTo>
                  <a:lnTo>
                    <a:pt x="21600" y="4320"/>
                  </a:lnTo>
                  <a:lnTo>
                    <a:pt x="17280" y="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1523;p50"/>
            <p:cNvSpPr/>
            <p:nvPr/>
          </p:nvSpPr>
          <p:spPr>
            <a:xfrm>
              <a:off x="123742" y="396238"/>
              <a:ext cx="37152" cy="37152"/>
            </a:xfrm>
            <a:custGeom>
              <a:rect b="b" l="l" r="r" t="t"/>
              <a:pathLst>
                <a:path extrusionOk="0" h="21600" w="21600">
                  <a:moveTo>
                    <a:pt x="9600" y="0"/>
                  </a:moveTo>
                  <a:lnTo>
                    <a:pt x="4800" y="0"/>
                  </a:lnTo>
                  <a:lnTo>
                    <a:pt x="0" y="4320"/>
                  </a:lnTo>
                  <a:lnTo>
                    <a:pt x="0" y="15120"/>
                  </a:lnTo>
                  <a:lnTo>
                    <a:pt x="2400" y="17280"/>
                  </a:lnTo>
                  <a:lnTo>
                    <a:pt x="4800" y="21600"/>
                  </a:lnTo>
                  <a:lnTo>
                    <a:pt x="16800" y="21600"/>
                  </a:lnTo>
                  <a:lnTo>
                    <a:pt x="19200" y="17280"/>
                  </a:lnTo>
                  <a:lnTo>
                    <a:pt x="21600" y="15120"/>
                  </a:lnTo>
                  <a:lnTo>
                    <a:pt x="21600" y="4320"/>
                  </a:lnTo>
                  <a:lnTo>
                    <a:pt x="16800" y="0"/>
                  </a:lnTo>
                  <a:lnTo>
                    <a:pt x="9600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1524;p50"/>
            <p:cNvSpPr/>
            <p:nvPr/>
          </p:nvSpPr>
          <p:spPr>
            <a:xfrm>
              <a:off x="296982" y="173354"/>
              <a:ext cx="185598" cy="235278"/>
            </a:xfrm>
            <a:custGeom>
              <a:rect b="b" l="l" r="r" t="t"/>
              <a:pathLst>
                <a:path extrusionOk="0" h="21600" w="21600">
                  <a:moveTo>
                    <a:pt x="19145" y="0"/>
                  </a:moveTo>
                  <a:lnTo>
                    <a:pt x="982" y="0"/>
                  </a:lnTo>
                  <a:lnTo>
                    <a:pt x="0" y="732"/>
                  </a:lnTo>
                  <a:lnTo>
                    <a:pt x="0" y="20502"/>
                  </a:lnTo>
                  <a:lnTo>
                    <a:pt x="491" y="20868"/>
                  </a:lnTo>
                  <a:lnTo>
                    <a:pt x="982" y="21600"/>
                  </a:lnTo>
                  <a:lnTo>
                    <a:pt x="20618" y="21600"/>
                  </a:lnTo>
                  <a:lnTo>
                    <a:pt x="21109" y="20868"/>
                  </a:lnTo>
                  <a:lnTo>
                    <a:pt x="21600" y="20502"/>
                  </a:lnTo>
                  <a:lnTo>
                    <a:pt x="21600" y="732"/>
                  </a:lnTo>
                  <a:lnTo>
                    <a:pt x="20618" y="0"/>
                  </a:lnTo>
                  <a:lnTo>
                    <a:pt x="19145" y="0"/>
                  </a:lnTo>
                  <a:close/>
                  <a:moveTo>
                    <a:pt x="4909" y="3295"/>
                  </a:moveTo>
                  <a:lnTo>
                    <a:pt x="7364" y="3295"/>
                  </a:lnTo>
                  <a:lnTo>
                    <a:pt x="7364" y="17939"/>
                  </a:lnTo>
                  <a:lnTo>
                    <a:pt x="4909" y="17939"/>
                  </a:lnTo>
                  <a:lnTo>
                    <a:pt x="4909" y="3295"/>
                  </a:lnTo>
                  <a:close/>
                  <a:moveTo>
                    <a:pt x="16691" y="17939"/>
                  </a:moveTo>
                  <a:lnTo>
                    <a:pt x="12273" y="17939"/>
                  </a:lnTo>
                  <a:lnTo>
                    <a:pt x="12273" y="3295"/>
                  </a:lnTo>
                  <a:lnTo>
                    <a:pt x="16691" y="3295"/>
                  </a:lnTo>
                  <a:lnTo>
                    <a:pt x="16691" y="17939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5" name="Google Shape;1525;p50"/>
          <p:cNvSpPr/>
          <p:nvPr/>
        </p:nvSpPr>
        <p:spPr>
          <a:xfrm>
            <a:off x="9499600" y="8157634"/>
            <a:ext cx="444528" cy="406404"/>
          </a:xfrm>
          <a:custGeom>
            <a:rect b="b" l="l" r="r" t="t"/>
            <a:pathLst>
              <a:path extrusionOk="0" h="21600" w="21600">
                <a:moveTo>
                  <a:pt x="19618" y="0"/>
                </a:moveTo>
                <a:lnTo>
                  <a:pt x="1982" y="0"/>
                </a:lnTo>
                <a:lnTo>
                  <a:pt x="1189" y="436"/>
                </a:lnTo>
                <a:lnTo>
                  <a:pt x="594" y="655"/>
                </a:lnTo>
                <a:lnTo>
                  <a:pt x="198" y="1309"/>
                </a:lnTo>
                <a:lnTo>
                  <a:pt x="0" y="2182"/>
                </a:lnTo>
                <a:lnTo>
                  <a:pt x="0" y="19418"/>
                </a:lnTo>
                <a:lnTo>
                  <a:pt x="198" y="20291"/>
                </a:lnTo>
                <a:lnTo>
                  <a:pt x="594" y="20945"/>
                </a:lnTo>
                <a:lnTo>
                  <a:pt x="1189" y="21382"/>
                </a:lnTo>
                <a:lnTo>
                  <a:pt x="1982" y="21600"/>
                </a:lnTo>
                <a:lnTo>
                  <a:pt x="19618" y="21600"/>
                </a:lnTo>
                <a:lnTo>
                  <a:pt x="20411" y="21382"/>
                </a:lnTo>
                <a:lnTo>
                  <a:pt x="21006" y="20945"/>
                </a:lnTo>
                <a:lnTo>
                  <a:pt x="21402" y="20291"/>
                </a:lnTo>
                <a:lnTo>
                  <a:pt x="21600" y="19418"/>
                </a:lnTo>
                <a:lnTo>
                  <a:pt x="21600" y="2182"/>
                </a:lnTo>
                <a:lnTo>
                  <a:pt x="21402" y="1309"/>
                </a:lnTo>
                <a:lnTo>
                  <a:pt x="21006" y="655"/>
                </a:lnTo>
                <a:lnTo>
                  <a:pt x="20411" y="436"/>
                </a:lnTo>
                <a:lnTo>
                  <a:pt x="19618" y="0"/>
                </a:lnTo>
                <a:close/>
                <a:moveTo>
                  <a:pt x="19618" y="4364"/>
                </a:moveTo>
                <a:lnTo>
                  <a:pt x="11692" y="4364"/>
                </a:lnTo>
                <a:lnTo>
                  <a:pt x="11692" y="2182"/>
                </a:lnTo>
                <a:lnTo>
                  <a:pt x="19618" y="2182"/>
                </a:lnTo>
                <a:lnTo>
                  <a:pt x="19618" y="4364"/>
                </a:lnTo>
                <a:close/>
                <a:moveTo>
                  <a:pt x="6936" y="4364"/>
                </a:moveTo>
                <a:lnTo>
                  <a:pt x="6936" y="2182"/>
                </a:lnTo>
                <a:lnTo>
                  <a:pt x="9908" y="2182"/>
                </a:lnTo>
                <a:lnTo>
                  <a:pt x="9908" y="4364"/>
                </a:lnTo>
                <a:lnTo>
                  <a:pt x="6936" y="4364"/>
                </a:lnTo>
                <a:close/>
                <a:moveTo>
                  <a:pt x="4954" y="2182"/>
                </a:moveTo>
                <a:lnTo>
                  <a:pt x="4954" y="4364"/>
                </a:lnTo>
                <a:lnTo>
                  <a:pt x="1982" y="4364"/>
                </a:lnTo>
                <a:lnTo>
                  <a:pt x="1982" y="2182"/>
                </a:lnTo>
                <a:lnTo>
                  <a:pt x="4954" y="2182"/>
                </a:lnTo>
                <a:close/>
                <a:moveTo>
                  <a:pt x="1982" y="19418"/>
                </a:moveTo>
                <a:lnTo>
                  <a:pt x="1982" y="6545"/>
                </a:lnTo>
                <a:lnTo>
                  <a:pt x="19618" y="6545"/>
                </a:lnTo>
                <a:lnTo>
                  <a:pt x="19618" y="19418"/>
                </a:lnTo>
                <a:lnTo>
                  <a:pt x="1982" y="194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50"/>
          <p:cNvSpPr/>
          <p:nvPr/>
        </p:nvSpPr>
        <p:spPr>
          <a:xfrm>
            <a:off x="10473266" y="8157634"/>
            <a:ext cx="444528" cy="406404"/>
          </a:xfrm>
          <a:custGeom>
            <a:rect b="b" l="l" r="r" t="t"/>
            <a:pathLst>
              <a:path extrusionOk="0" h="21600" w="21600">
                <a:moveTo>
                  <a:pt x="19618" y="0"/>
                </a:moveTo>
                <a:lnTo>
                  <a:pt x="1982" y="0"/>
                </a:lnTo>
                <a:lnTo>
                  <a:pt x="1189" y="436"/>
                </a:lnTo>
                <a:lnTo>
                  <a:pt x="594" y="655"/>
                </a:lnTo>
                <a:lnTo>
                  <a:pt x="198" y="1309"/>
                </a:lnTo>
                <a:lnTo>
                  <a:pt x="0" y="2182"/>
                </a:lnTo>
                <a:lnTo>
                  <a:pt x="0" y="19418"/>
                </a:lnTo>
                <a:lnTo>
                  <a:pt x="198" y="20291"/>
                </a:lnTo>
                <a:lnTo>
                  <a:pt x="594" y="20945"/>
                </a:lnTo>
                <a:lnTo>
                  <a:pt x="1189" y="21382"/>
                </a:lnTo>
                <a:lnTo>
                  <a:pt x="1982" y="21600"/>
                </a:lnTo>
                <a:lnTo>
                  <a:pt x="19618" y="21600"/>
                </a:lnTo>
                <a:lnTo>
                  <a:pt x="20213" y="21382"/>
                </a:lnTo>
                <a:lnTo>
                  <a:pt x="21006" y="20945"/>
                </a:lnTo>
                <a:lnTo>
                  <a:pt x="21204" y="20291"/>
                </a:lnTo>
                <a:lnTo>
                  <a:pt x="21600" y="19418"/>
                </a:lnTo>
                <a:lnTo>
                  <a:pt x="21600" y="2182"/>
                </a:lnTo>
                <a:lnTo>
                  <a:pt x="21204" y="1309"/>
                </a:lnTo>
                <a:lnTo>
                  <a:pt x="21006" y="655"/>
                </a:lnTo>
                <a:lnTo>
                  <a:pt x="20213" y="436"/>
                </a:lnTo>
                <a:lnTo>
                  <a:pt x="19618" y="0"/>
                </a:lnTo>
                <a:close/>
                <a:moveTo>
                  <a:pt x="19618" y="4364"/>
                </a:moveTo>
                <a:lnTo>
                  <a:pt x="11692" y="4364"/>
                </a:lnTo>
                <a:lnTo>
                  <a:pt x="11692" y="2182"/>
                </a:lnTo>
                <a:lnTo>
                  <a:pt x="19618" y="2182"/>
                </a:lnTo>
                <a:lnTo>
                  <a:pt x="19618" y="4364"/>
                </a:lnTo>
                <a:close/>
                <a:moveTo>
                  <a:pt x="6936" y="4364"/>
                </a:moveTo>
                <a:lnTo>
                  <a:pt x="6936" y="2182"/>
                </a:lnTo>
                <a:lnTo>
                  <a:pt x="9710" y="2182"/>
                </a:lnTo>
                <a:lnTo>
                  <a:pt x="9710" y="4364"/>
                </a:lnTo>
                <a:lnTo>
                  <a:pt x="6936" y="4364"/>
                </a:lnTo>
                <a:close/>
                <a:moveTo>
                  <a:pt x="4954" y="2182"/>
                </a:moveTo>
                <a:lnTo>
                  <a:pt x="4954" y="4364"/>
                </a:lnTo>
                <a:lnTo>
                  <a:pt x="1982" y="4364"/>
                </a:lnTo>
                <a:lnTo>
                  <a:pt x="1982" y="2182"/>
                </a:lnTo>
                <a:lnTo>
                  <a:pt x="4954" y="2182"/>
                </a:lnTo>
                <a:close/>
                <a:moveTo>
                  <a:pt x="1982" y="19418"/>
                </a:moveTo>
                <a:lnTo>
                  <a:pt x="1982" y="6545"/>
                </a:lnTo>
                <a:lnTo>
                  <a:pt x="19618" y="6545"/>
                </a:lnTo>
                <a:lnTo>
                  <a:pt x="19618" y="19418"/>
                </a:lnTo>
                <a:lnTo>
                  <a:pt x="1982" y="194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50"/>
          <p:cNvSpPr/>
          <p:nvPr/>
        </p:nvSpPr>
        <p:spPr>
          <a:xfrm>
            <a:off x="10723034" y="8428568"/>
            <a:ext cx="975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28" name="Google Shape;1528;p50"/>
          <p:cNvSpPr/>
          <p:nvPr/>
        </p:nvSpPr>
        <p:spPr>
          <a:xfrm>
            <a:off x="10583333" y="8331200"/>
            <a:ext cx="101628" cy="148176"/>
          </a:xfrm>
          <a:custGeom>
            <a:rect b="b" l="l" r="r" t="t"/>
            <a:pathLst>
              <a:path extrusionOk="0" h="21600" w="21600">
                <a:moveTo>
                  <a:pt x="0" y="4086"/>
                </a:moveTo>
                <a:lnTo>
                  <a:pt x="9138" y="10508"/>
                </a:lnTo>
                <a:lnTo>
                  <a:pt x="0" y="17514"/>
                </a:lnTo>
                <a:lnTo>
                  <a:pt x="5815" y="21600"/>
                </a:lnTo>
                <a:lnTo>
                  <a:pt x="21600" y="10508"/>
                </a:lnTo>
                <a:lnTo>
                  <a:pt x="5815" y="0"/>
                </a:lnTo>
                <a:lnTo>
                  <a:pt x="0" y="408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50"/>
          <p:cNvSpPr/>
          <p:nvPr/>
        </p:nvSpPr>
        <p:spPr>
          <a:xfrm>
            <a:off x="5681133" y="8280400"/>
            <a:ext cx="88884" cy="84672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1080" y="14040"/>
                </a:lnTo>
                <a:lnTo>
                  <a:pt x="2160" y="18360"/>
                </a:lnTo>
                <a:lnTo>
                  <a:pt x="6480" y="19440"/>
                </a:lnTo>
                <a:lnTo>
                  <a:pt x="10800" y="21600"/>
                </a:lnTo>
                <a:lnTo>
                  <a:pt x="14040" y="19440"/>
                </a:lnTo>
                <a:lnTo>
                  <a:pt x="18360" y="18360"/>
                </a:lnTo>
                <a:lnTo>
                  <a:pt x="19440" y="14040"/>
                </a:lnTo>
                <a:lnTo>
                  <a:pt x="21600" y="10800"/>
                </a:lnTo>
                <a:lnTo>
                  <a:pt x="19440" y="6480"/>
                </a:lnTo>
                <a:lnTo>
                  <a:pt x="18360" y="2160"/>
                </a:lnTo>
                <a:lnTo>
                  <a:pt x="14040" y="1080"/>
                </a:lnTo>
                <a:lnTo>
                  <a:pt x="10800" y="0"/>
                </a:lnTo>
                <a:lnTo>
                  <a:pt x="2160" y="2160"/>
                </a:lnTo>
                <a:lnTo>
                  <a:pt x="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50"/>
          <p:cNvSpPr/>
          <p:nvPr/>
        </p:nvSpPr>
        <p:spPr>
          <a:xfrm>
            <a:off x="5782733" y="8280400"/>
            <a:ext cx="84672" cy="84672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19440" y="2160"/>
                </a:lnTo>
                <a:lnTo>
                  <a:pt x="10800" y="0"/>
                </a:lnTo>
                <a:lnTo>
                  <a:pt x="7560" y="1080"/>
                </a:lnTo>
                <a:lnTo>
                  <a:pt x="3240" y="2160"/>
                </a:lnTo>
                <a:lnTo>
                  <a:pt x="2160" y="6480"/>
                </a:lnTo>
                <a:lnTo>
                  <a:pt x="0" y="10800"/>
                </a:lnTo>
                <a:lnTo>
                  <a:pt x="2160" y="14040"/>
                </a:lnTo>
                <a:lnTo>
                  <a:pt x="3240" y="18360"/>
                </a:lnTo>
                <a:lnTo>
                  <a:pt x="7560" y="19440"/>
                </a:lnTo>
                <a:lnTo>
                  <a:pt x="10800" y="21600"/>
                </a:lnTo>
                <a:lnTo>
                  <a:pt x="15120" y="19440"/>
                </a:lnTo>
                <a:lnTo>
                  <a:pt x="19440" y="18360"/>
                </a:lnTo>
                <a:lnTo>
                  <a:pt x="20520" y="1404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50"/>
          <p:cNvSpPr/>
          <p:nvPr/>
        </p:nvSpPr>
        <p:spPr>
          <a:xfrm>
            <a:off x="5621866" y="8216901"/>
            <a:ext cx="406404" cy="211680"/>
          </a:xfrm>
          <a:custGeom>
            <a:rect b="b" l="l" r="r" t="t"/>
            <a:pathLst>
              <a:path extrusionOk="0" h="21600" w="21600">
                <a:moveTo>
                  <a:pt x="19418" y="0"/>
                </a:moveTo>
                <a:lnTo>
                  <a:pt x="2182" y="0"/>
                </a:lnTo>
                <a:lnTo>
                  <a:pt x="1309" y="441"/>
                </a:lnTo>
                <a:lnTo>
                  <a:pt x="436" y="1322"/>
                </a:lnTo>
                <a:lnTo>
                  <a:pt x="218" y="2645"/>
                </a:lnTo>
                <a:lnTo>
                  <a:pt x="0" y="4408"/>
                </a:lnTo>
                <a:lnTo>
                  <a:pt x="0" y="17633"/>
                </a:lnTo>
                <a:lnTo>
                  <a:pt x="218" y="18955"/>
                </a:lnTo>
                <a:lnTo>
                  <a:pt x="436" y="20718"/>
                </a:lnTo>
                <a:lnTo>
                  <a:pt x="2182" y="21600"/>
                </a:lnTo>
                <a:lnTo>
                  <a:pt x="10691" y="21600"/>
                </a:lnTo>
                <a:lnTo>
                  <a:pt x="10691" y="17633"/>
                </a:lnTo>
                <a:lnTo>
                  <a:pt x="2182" y="17633"/>
                </a:lnTo>
                <a:lnTo>
                  <a:pt x="2182" y="4408"/>
                </a:lnTo>
                <a:lnTo>
                  <a:pt x="19418" y="4408"/>
                </a:lnTo>
                <a:lnTo>
                  <a:pt x="19418" y="15429"/>
                </a:lnTo>
                <a:lnTo>
                  <a:pt x="21600" y="15429"/>
                </a:lnTo>
                <a:lnTo>
                  <a:pt x="21600" y="4408"/>
                </a:lnTo>
                <a:lnTo>
                  <a:pt x="21164" y="2645"/>
                </a:lnTo>
                <a:lnTo>
                  <a:pt x="20945" y="1322"/>
                </a:lnTo>
                <a:lnTo>
                  <a:pt x="20291" y="441"/>
                </a:lnTo>
                <a:lnTo>
                  <a:pt x="19418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50"/>
          <p:cNvSpPr/>
          <p:nvPr/>
        </p:nvSpPr>
        <p:spPr>
          <a:xfrm>
            <a:off x="5829301" y="8390466"/>
            <a:ext cx="186246" cy="135486"/>
          </a:xfrm>
          <a:custGeom>
            <a:rect b="b" l="l" r="r" t="t"/>
            <a:pathLst>
              <a:path extrusionOk="0" h="21600" w="21600">
                <a:moveTo>
                  <a:pt x="8345" y="13500"/>
                </a:moveTo>
                <a:lnTo>
                  <a:pt x="3436" y="6750"/>
                </a:lnTo>
                <a:lnTo>
                  <a:pt x="0" y="11475"/>
                </a:lnTo>
                <a:lnTo>
                  <a:pt x="6382" y="20925"/>
                </a:lnTo>
                <a:lnTo>
                  <a:pt x="7364" y="21600"/>
                </a:lnTo>
                <a:lnTo>
                  <a:pt x="9818" y="21600"/>
                </a:lnTo>
                <a:lnTo>
                  <a:pt x="10309" y="20925"/>
                </a:lnTo>
                <a:lnTo>
                  <a:pt x="21600" y="4725"/>
                </a:lnTo>
                <a:lnTo>
                  <a:pt x="18164" y="0"/>
                </a:lnTo>
                <a:lnTo>
                  <a:pt x="8345" y="135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50"/>
          <p:cNvSpPr/>
          <p:nvPr/>
        </p:nvSpPr>
        <p:spPr>
          <a:xfrm>
            <a:off x="6659034" y="8280400"/>
            <a:ext cx="71982" cy="84672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1137" y="14040"/>
                </a:lnTo>
                <a:lnTo>
                  <a:pt x="2274" y="18360"/>
                </a:lnTo>
                <a:lnTo>
                  <a:pt x="6821" y="19440"/>
                </a:lnTo>
                <a:lnTo>
                  <a:pt x="10232" y="21600"/>
                </a:lnTo>
                <a:lnTo>
                  <a:pt x="14779" y="19440"/>
                </a:lnTo>
                <a:lnTo>
                  <a:pt x="19326" y="18360"/>
                </a:lnTo>
                <a:lnTo>
                  <a:pt x="20463" y="14040"/>
                </a:lnTo>
                <a:lnTo>
                  <a:pt x="21600" y="10800"/>
                </a:lnTo>
                <a:lnTo>
                  <a:pt x="19326" y="2160"/>
                </a:lnTo>
                <a:lnTo>
                  <a:pt x="10232" y="0"/>
                </a:lnTo>
                <a:lnTo>
                  <a:pt x="6821" y="1080"/>
                </a:lnTo>
                <a:lnTo>
                  <a:pt x="2274" y="2160"/>
                </a:lnTo>
                <a:lnTo>
                  <a:pt x="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50"/>
          <p:cNvSpPr/>
          <p:nvPr/>
        </p:nvSpPr>
        <p:spPr>
          <a:xfrm>
            <a:off x="6756400" y="8280400"/>
            <a:ext cx="88884" cy="84672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1080"/>
                </a:lnTo>
                <a:lnTo>
                  <a:pt x="3240" y="2160"/>
                </a:lnTo>
                <a:lnTo>
                  <a:pt x="2160" y="6480"/>
                </a:lnTo>
                <a:lnTo>
                  <a:pt x="0" y="10800"/>
                </a:lnTo>
                <a:lnTo>
                  <a:pt x="2160" y="14040"/>
                </a:lnTo>
                <a:lnTo>
                  <a:pt x="3240" y="18360"/>
                </a:lnTo>
                <a:lnTo>
                  <a:pt x="6480" y="19440"/>
                </a:lnTo>
                <a:lnTo>
                  <a:pt x="10800" y="21600"/>
                </a:lnTo>
                <a:lnTo>
                  <a:pt x="15120" y="19440"/>
                </a:lnTo>
                <a:lnTo>
                  <a:pt x="19440" y="18360"/>
                </a:lnTo>
                <a:lnTo>
                  <a:pt x="20520" y="14040"/>
                </a:lnTo>
                <a:lnTo>
                  <a:pt x="21600" y="10800"/>
                </a:lnTo>
                <a:lnTo>
                  <a:pt x="19440" y="2160"/>
                </a:lnTo>
                <a:lnTo>
                  <a:pt x="108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50"/>
          <p:cNvSpPr/>
          <p:nvPr/>
        </p:nvSpPr>
        <p:spPr>
          <a:xfrm>
            <a:off x="6595533" y="8216901"/>
            <a:ext cx="406404" cy="211680"/>
          </a:xfrm>
          <a:custGeom>
            <a:rect b="b" l="l" r="r" t="t"/>
            <a:pathLst>
              <a:path extrusionOk="0" h="21600" w="21600">
                <a:moveTo>
                  <a:pt x="19616" y="0"/>
                </a:moveTo>
                <a:lnTo>
                  <a:pt x="2204" y="0"/>
                </a:lnTo>
                <a:lnTo>
                  <a:pt x="1322" y="441"/>
                </a:lnTo>
                <a:lnTo>
                  <a:pt x="441" y="1322"/>
                </a:lnTo>
                <a:lnTo>
                  <a:pt x="220" y="2645"/>
                </a:lnTo>
                <a:lnTo>
                  <a:pt x="0" y="4408"/>
                </a:lnTo>
                <a:lnTo>
                  <a:pt x="0" y="17633"/>
                </a:lnTo>
                <a:lnTo>
                  <a:pt x="220" y="18955"/>
                </a:lnTo>
                <a:lnTo>
                  <a:pt x="441" y="20718"/>
                </a:lnTo>
                <a:lnTo>
                  <a:pt x="2204" y="21600"/>
                </a:lnTo>
                <a:lnTo>
                  <a:pt x="11902" y="21600"/>
                </a:lnTo>
                <a:lnTo>
                  <a:pt x="11902" y="17633"/>
                </a:lnTo>
                <a:lnTo>
                  <a:pt x="2204" y="17633"/>
                </a:lnTo>
                <a:lnTo>
                  <a:pt x="2204" y="4408"/>
                </a:lnTo>
                <a:lnTo>
                  <a:pt x="19616" y="4408"/>
                </a:lnTo>
                <a:lnTo>
                  <a:pt x="19616" y="15429"/>
                </a:lnTo>
                <a:lnTo>
                  <a:pt x="21600" y="15429"/>
                </a:lnTo>
                <a:lnTo>
                  <a:pt x="21600" y="4408"/>
                </a:lnTo>
                <a:lnTo>
                  <a:pt x="21380" y="2645"/>
                </a:lnTo>
                <a:lnTo>
                  <a:pt x="21159" y="1322"/>
                </a:lnTo>
                <a:lnTo>
                  <a:pt x="20278" y="441"/>
                </a:lnTo>
                <a:lnTo>
                  <a:pt x="19616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50"/>
          <p:cNvSpPr/>
          <p:nvPr/>
        </p:nvSpPr>
        <p:spPr>
          <a:xfrm>
            <a:off x="6845301" y="8390466"/>
            <a:ext cx="148176" cy="148176"/>
          </a:xfrm>
          <a:custGeom>
            <a:rect b="b" l="l" r="r" t="t"/>
            <a:pathLst>
              <a:path extrusionOk="0" h="21600" w="21600">
                <a:moveTo>
                  <a:pt x="17280" y="0"/>
                </a:moveTo>
                <a:lnTo>
                  <a:pt x="11109" y="6171"/>
                </a:lnTo>
                <a:lnTo>
                  <a:pt x="4937" y="0"/>
                </a:lnTo>
                <a:lnTo>
                  <a:pt x="0" y="4320"/>
                </a:lnTo>
                <a:lnTo>
                  <a:pt x="6171" y="10491"/>
                </a:lnTo>
                <a:lnTo>
                  <a:pt x="0" y="16663"/>
                </a:lnTo>
                <a:lnTo>
                  <a:pt x="4937" y="21600"/>
                </a:lnTo>
                <a:lnTo>
                  <a:pt x="11109" y="15429"/>
                </a:lnTo>
                <a:lnTo>
                  <a:pt x="17280" y="21600"/>
                </a:lnTo>
                <a:lnTo>
                  <a:pt x="21600" y="16663"/>
                </a:lnTo>
                <a:lnTo>
                  <a:pt x="15429" y="10491"/>
                </a:lnTo>
                <a:lnTo>
                  <a:pt x="21600" y="4320"/>
                </a:lnTo>
                <a:lnTo>
                  <a:pt x="1728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50"/>
          <p:cNvSpPr/>
          <p:nvPr/>
        </p:nvSpPr>
        <p:spPr>
          <a:xfrm>
            <a:off x="7632701" y="8280400"/>
            <a:ext cx="76194" cy="84672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2160" y="14040"/>
                </a:lnTo>
                <a:lnTo>
                  <a:pt x="3240" y="18360"/>
                </a:lnTo>
                <a:lnTo>
                  <a:pt x="7560" y="19440"/>
                </a:lnTo>
                <a:lnTo>
                  <a:pt x="10800" y="21600"/>
                </a:lnTo>
                <a:lnTo>
                  <a:pt x="15120" y="19440"/>
                </a:lnTo>
                <a:lnTo>
                  <a:pt x="19440" y="18360"/>
                </a:lnTo>
                <a:lnTo>
                  <a:pt x="20520" y="14040"/>
                </a:lnTo>
                <a:lnTo>
                  <a:pt x="21600" y="10800"/>
                </a:lnTo>
                <a:lnTo>
                  <a:pt x="19440" y="2160"/>
                </a:lnTo>
                <a:lnTo>
                  <a:pt x="10800" y="0"/>
                </a:lnTo>
                <a:lnTo>
                  <a:pt x="7560" y="1080"/>
                </a:lnTo>
                <a:lnTo>
                  <a:pt x="3240" y="2160"/>
                </a:lnTo>
                <a:lnTo>
                  <a:pt x="2160" y="6480"/>
                </a:lnTo>
                <a:lnTo>
                  <a:pt x="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50"/>
          <p:cNvSpPr/>
          <p:nvPr/>
        </p:nvSpPr>
        <p:spPr>
          <a:xfrm>
            <a:off x="7573434" y="8216901"/>
            <a:ext cx="406404" cy="211680"/>
          </a:xfrm>
          <a:custGeom>
            <a:rect b="b" l="l" r="r" t="t"/>
            <a:pathLst>
              <a:path extrusionOk="0" h="21600" w="21600">
                <a:moveTo>
                  <a:pt x="19396" y="0"/>
                </a:moveTo>
                <a:lnTo>
                  <a:pt x="1984" y="0"/>
                </a:lnTo>
                <a:lnTo>
                  <a:pt x="1322" y="441"/>
                </a:lnTo>
                <a:lnTo>
                  <a:pt x="441" y="1322"/>
                </a:lnTo>
                <a:lnTo>
                  <a:pt x="220" y="2645"/>
                </a:lnTo>
                <a:lnTo>
                  <a:pt x="0" y="4408"/>
                </a:lnTo>
                <a:lnTo>
                  <a:pt x="0" y="17633"/>
                </a:lnTo>
                <a:lnTo>
                  <a:pt x="220" y="18955"/>
                </a:lnTo>
                <a:lnTo>
                  <a:pt x="441" y="20718"/>
                </a:lnTo>
                <a:lnTo>
                  <a:pt x="1322" y="21159"/>
                </a:lnTo>
                <a:lnTo>
                  <a:pt x="1984" y="21600"/>
                </a:lnTo>
                <a:lnTo>
                  <a:pt x="11902" y="21600"/>
                </a:lnTo>
                <a:lnTo>
                  <a:pt x="11902" y="17633"/>
                </a:lnTo>
                <a:lnTo>
                  <a:pt x="1984" y="17633"/>
                </a:lnTo>
                <a:lnTo>
                  <a:pt x="1984" y="4408"/>
                </a:lnTo>
                <a:lnTo>
                  <a:pt x="19396" y="4408"/>
                </a:lnTo>
                <a:lnTo>
                  <a:pt x="19396" y="8816"/>
                </a:lnTo>
                <a:lnTo>
                  <a:pt x="21600" y="8816"/>
                </a:lnTo>
                <a:lnTo>
                  <a:pt x="21600" y="4408"/>
                </a:lnTo>
                <a:lnTo>
                  <a:pt x="21380" y="2645"/>
                </a:lnTo>
                <a:lnTo>
                  <a:pt x="21159" y="1322"/>
                </a:lnTo>
                <a:lnTo>
                  <a:pt x="20278" y="441"/>
                </a:lnTo>
                <a:lnTo>
                  <a:pt x="19396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50"/>
          <p:cNvSpPr/>
          <p:nvPr/>
        </p:nvSpPr>
        <p:spPr>
          <a:xfrm>
            <a:off x="7831666" y="8343901"/>
            <a:ext cx="148176" cy="207414"/>
          </a:xfrm>
          <a:custGeom>
            <a:rect b="b" l="l" r="r" t="t"/>
            <a:pathLst>
              <a:path extrusionOk="0" h="21600" w="21600">
                <a:moveTo>
                  <a:pt x="18424" y="6171"/>
                </a:moveTo>
                <a:lnTo>
                  <a:pt x="18424" y="5290"/>
                </a:lnTo>
                <a:lnTo>
                  <a:pt x="17788" y="3086"/>
                </a:lnTo>
                <a:lnTo>
                  <a:pt x="16518" y="1322"/>
                </a:lnTo>
                <a:lnTo>
                  <a:pt x="13976" y="441"/>
                </a:lnTo>
                <a:lnTo>
                  <a:pt x="10800" y="0"/>
                </a:lnTo>
                <a:lnTo>
                  <a:pt x="7624" y="441"/>
                </a:lnTo>
                <a:lnTo>
                  <a:pt x="5082" y="1322"/>
                </a:lnTo>
                <a:lnTo>
                  <a:pt x="3812" y="3086"/>
                </a:lnTo>
                <a:lnTo>
                  <a:pt x="3176" y="5290"/>
                </a:lnTo>
                <a:lnTo>
                  <a:pt x="3176" y="6171"/>
                </a:lnTo>
                <a:lnTo>
                  <a:pt x="1271" y="6171"/>
                </a:lnTo>
                <a:lnTo>
                  <a:pt x="635" y="7053"/>
                </a:lnTo>
                <a:lnTo>
                  <a:pt x="0" y="7494"/>
                </a:lnTo>
                <a:lnTo>
                  <a:pt x="0" y="20718"/>
                </a:lnTo>
                <a:lnTo>
                  <a:pt x="1271" y="21600"/>
                </a:lnTo>
                <a:lnTo>
                  <a:pt x="20329" y="21600"/>
                </a:lnTo>
                <a:lnTo>
                  <a:pt x="21600" y="20718"/>
                </a:lnTo>
                <a:lnTo>
                  <a:pt x="21600" y="7494"/>
                </a:lnTo>
                <a:lnTo>
                  <a:pt x="20965" y="7053"/>
                </a:lnTo>
                <a:lnTo>
                  <a:pt x="20329" y="6171"/>
                </a:lnTo>
                <a:lnTo>
                  <a:pt x="18424" y="6171"/>
                </a:lnTo>
                <a:close/>
                <a:moveTo>
                  <a:pt x="9529" y="5290"/>
                </a:moveTo>
                <a:lnTo>
                  <a:pt x="10800" y="4408"/>
                </a:lnTo>
                <a:lnTo>
                  <a:pt x="12071" y="5290"/>
                </a:lnTo>
                <a:lnTo>
                  <a:pt x="12071" y="6171"/>
                </a:lnTo>
                <a:lnTo>
                  <a:pt x="9529" y="6171"/>
                </a:lnTo>
                <a:lnTo>
                  <a:pt x="9529" y="5290"/>
                </a:lnTo>
                <a:close/>
                <a:moveTo>
                  <a:pt x="15247" y="17192"/>
                </a:moveTo>
                <a:lnTo>
                  <a:pt x="6353" y="17192"/>
                </a:lnTo>
                <a:lnTo>
                  <a:pt x="6353" y="10580"/>
                </a:lnTo>
                <a:lnTo>
                  <a:pt x="15247" y="10580"/>
                </a:lnTo>
                <a:lnTo>
                  <a:pt x="15247" y="1719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50"/>
          <p:cNvSpPr/>
          <p:nvPr/>
        </p:nvSpPr>
        <p:spPr>
          <a:xfrm>
            <a:off x="7734301" y="8280400"/>
            <a:ext cx="84672" cy="84672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1080"/>
                </a:lnTo>
                <a:lnTo>
                  <a:pt x="3240" y="2160"/>
                </a:lnTo>
                <a:lnTo>
                  <a:pt x="1080" y="6480"/>
                </a:lnTo>
                <a:lnTo>
                  <a:pt x="0" y="10800"/>
                </a:lnTo>
                <a:lnTo>
                  <a:pt x="1080" y="14040"/>
                </a:lnTo>
                <a:lnTo>
                  <a:pt x="3240" y="18360"/>
                </a:lnTo>
                <a:lnTo>
                  <a:pt x="6480" y="19440"/>
                </a:lnTo>
                <a:lnTo>
                  <a:pt x="10800" y="21600"/>
                </a:lnTo>
                <a:lnTo>
                  <a:pt x="15120" y="19440"/>
                </a:lnTo>
                <a:lnTo>
                  <a:pt x="18360" y="18360"/>
                </a:lnTo>
                <a:lnTo>
                  <a:pt x="20520" y="14040"/>
                </a:lnTo>
                <a:lnTo>
                  <a:pt x="21600" y="10800"/>
                </a:lnTo>
                <a:lnTo>
                  <a:pt x="20520" y="6480"/>
                </a:lnTo>
                <a:lnTo>
                  <a:pt x="18360" y="2160"/>
                </a:lnTo>
                <a:lnTo>
                  <a:pt x="15120" y="1080"/>
                </a:lnTo>
                <a:lnTo>
                  <a:pt x="108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50"/>
          <p:cNvSpPr/>
          <p:nvPr/>
        </p:nvSpPr>
        <p:spPr>
          <a:xfrm>
            <a:off x="8585200" y="8331200"/>
            <a:ext cx="321732" cy="232848"/>
          </a:xfrm>
          <a:custGeom>
            <a:rect b="b" l="l" r="r" t="t"/>
            <a:pathLst>
              <a:path extrusionOk="0" h="21600" w="21600">
                <a:moveTo>
                  <a:pt x="20233" y="0"/>
                </a:moveTo>
                <a:lnTo>
                  <a:pt x="820" y="0"/>
                </a:lnTo>
                <a:lnTo>
                  <a:pt x="547" y="366"/>
                </a:lnTo>
                <a:lnTo>
                  <a:pt x="0" y="732"/>
                </a:lnTo>
                <a:lnTo>
                  <a:pt x="0" y="14278"/>
                </a:lnTo>
                <a:lnTo>
                  <a:pt x="2734" y="14278"/>
                </a:lnTo>
                <a:lnTo>
                  <a:pt x="2734" y="3661"/>
                </a:lnTo>
                <a:lnTo>
                  <a:pt x="4101" y="3661"/>
                </a:lnTo>
                <a:lnTo>
                  <a:pt x="4101" y="15376"/>
                </a:lnTo>
                <a:lnTo>
                  <a:pt x="4375" y="15742"/>
                </a:lnTo>
                <a:lnTo>
                  <a:pt x="4922" y="16108"/>
                </a:lnTo>
                <a:lnTo>
                  <a:pt x="6835" y="16108"/>
                </a:lnTo>
                <a:lnTo>
                  <a:pt x="6835" y="21600"/>
                </a:lnTo>
                <a:lnTo>
                  <a:pt x="9570" y="21600"/>
                </a:lnTo>
                <a:lnTo>
                  <a:pt x="9570" y="16108"/>
                </a:lnTo>
                <a:lnTo>
                  <a:pt x="12304" y="16108"/>
                </a:lnTo>
                <a:lnTo>
                  <a:pt x="12304" y="21600"/>
                </a:lnTo>
                <a:lnTo>
                  <a:pt x="15038" y="21600"/>
                </a:lnTo>
                <a:lnTo>
                  <a:pt x="15038" y="16108"/>
                </a:lnTo>
                <a:lnTo>
                  <a:pt x="16952" y="16108"/>
                </a:lnTo>
                <a:lnTo>
                  <a:pt x="17499" y="15376"/>
                </a:lnTo>
                <a:lnTo>
                  <a:pt x="17499" y="3661"/>
                </a:lnTo>
                <a:lnTo>
                  <a:pt x="18866" y="3661"/>
                </a:lnTo>
                <a:lnTo>
                  <a:pt x="18866" y="14278"/>
                </a:lnTo>
                <a:lnTo>
                  <a:pt x="21600" y="14278"/>
                </a:lnTo>
                <a:lnTo>
                  <a:pt x="21600" y="732"/>
                </a:lnTo>
                <a:lnTo>
                  <a:pt x="21053" y="0"/>
                </a:lnTo>
                <a:lnTo>
                  <a:pt x="20233" y="0"/>
                </a:lnTo>
                <a:close/>
                <a:moveTo>
                  <a:pt x="15038" y="12447"/>
                </a:moveTo>
                <a:lnTo>
                  <a:pt x="6835" y="12447"/>
                </a:lnTo>
                <a:lnTo>
                  <a:pt x="6835" y="3661"/>
                </a:lnTo>
                <a:lnTo>
                  <a:pt x="15038" y="3661"/>
                </a:lnTo>
                <a:lnTo>
                  <a:pt x="15038" y="1244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50"/>
          <p:cNvSpPr/>
          <p:nvPr/>
        </p:nvSpPr>
        <p:spPr>
          <a:xfrm>
            <a:off x="8636000" y="8170333"/>
            <a:ext cx="232848" cy="135486"/>
          </a:xfrm>
          <a:custGeom>
            <a:rect b="b" l="l" r="r" t="t"/>
            <a:pathLst>
              <a:path extrusionOk="0" h="21600" w="21600">
                <a:moveTo>
                  <a:pt x="1516" y="18327"/>
                </a:moveTo>
                <a:lnTo>
                  <a:pt x="1516" y="19636"/>
                </a:lnTo>
                <a:lnTo>
                  <a:pt x="1895" y="20945"/>
                </a:lnTo>
                <a:lnTo>
                  <a:pt x="2653" y="21600"/>
                </a:lnTo>
                <a:lnTo>
                  <a:pt x="19326" y="21600"/>
                </a:lnTo>
                <a:lnTo>
                  <a:pt x="19705" y="20945"/>
                </a:lnTo>
                <a:lnTo>
                  <a:pt x="20084" y="19636"/>
                </a:lnTo>
                <a:lnTo>
                  <a:pt x="20084" y="18327"/>
                </a:lnTo>
                <a:lnTo>
                  <a:pt x="19705" y="13745"/>
                </a:lnTo>
                <a:lnTo>
                  <a:pt x="18947" y="9164"/>
                </a:lnTo>
                <a:lnTo>
                  <a:pt x="21600" y="4582"/>
                </a:lnTo>
                <a:lnTo>
                  <a:pt x="18947" y="0"/>
                </a:lnTo>
                <a:lnTo>
                  <a:pt x="15916" y="4582"/>
                </a:lnTo>
                <a:lnTo>
                  <a:pt x="13642" y="2618"/>
                </a:lnTo>
                <a:lnTo>
                  <a:pt x="10989" y="1964"/>
                </a:lnTo>
                <a:lnTo>
                  <a:pt x="7958" y="2618"/>
                </a:lnTo>
                <a:lnTo>
                  <a:pt x="5684" y="4582"/>
                </a:lnTo>
                <a:lnTo>
                  <a:pt x="3032" y="0"/>
                </a:lnTo>
                <a:lnTo>
                  <a:pt x="0" y="4582"/>
                </a:lnTo>
                <a:lnTo>
                  <a:pt x="3032" y="9164"/>
                </a:lnTo>
                <a:lnTo>
                  <a:pt x="1895" y="13745"/>
                </a:lnTo>
                <a:lnTo>
                  <a:pt x="1516" y="18327"/>
                </a:lnTo>
                <a:close/>
                <a:moveTo>
                  <a:pt x="10989" y="8509"/>
                </a:moveTo>
                <a:lnTo>
                  <a:pt x="12884" y="9164"/>
                </a:lnTo>
                <a:lnTo>
                  <a:pt x="14021" y="10473"/>
                </a:lnTo>
                <a:lnTo>
                  <a:pt x="15537" y="12436"/>
                </a:lnTo>
                <a:lnTo>
                  <a:pt x="15916" y="15055"/>
                </a:lnTo>
                <a:lnTo>
                  <a:pt x="5684" y="15055"/>
                </a:lnTo>
                <a:lnTo>
                  <a:pt x="6063" y="12436"/>
                </a:lnTo>
                <a:lnTo>
                  <a:pt x="7579" y="10473"/>
                </a:lnTo>
                <a:lnTo>
                  <a:pt x="9095" y="9164"/>
                </a:lnTo>
                <a:lnTo>
                  <a:pt x="10989" y="850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43" name="Google Shape;1543;p50"/>
          <p:cNvGrpSpPr/>
          <p:nvPr/>
        </p:nvGrpSpPr>
        <p:grpSpPr>
          <a:xfrm>
            <a:off x="1680633" y="7192434"/>
            <a:ext cx="482598" cy="397926"/>
            <a:chOff x="-1" y="0"/>
            <a:chExt cx="482598" cy="397926"/>
          </a:xfrm>
        </p:grpSpPr>
        <p:sp>
          <p:nvSpPr>
            <p:cNvPr id="1544" name="Google Shape;1544;p50"/>
            <p:cNvSpPr/>
            <p:nvPr/>
          </p:nvSpPr>
          <p:spPr>
            <a:xfrm>
              <a:off x="-1" y="0"/>
              <a:ext cx="482598" cy="397926"/>
            </a:xfrm>
            <a:custGeom>
              <a:rect b="b" l="l" r="r" t="t"/>
              <a:pathLst>
                <a:path extrusionOk="0" h="21600" w="21600">
                  <a:moveTo>
                    <a:pt x="21051" y="3086"/>
                  </a:moveTo>
                  <a:lnTo>
                    <a:pt x="10983" y="0"/>
                  </a:lnTo>
                  <a:lnTo>
                    <a:pt x="10617" y="0"/>
                  </a:lnTo>
                  <a:lnTo>
                    <a:pt x="732" y="3086"/>
                  </a:lnTo>
                  <a:lnTo>
                    <a:pt x="183" y="3747"/>
                  </a:lnTo>
                  <a:lnTo>
                    <a:pt x="0" y="4188"/>
                  </a:lnTo>
                  <a:lnTo>
                    <a:pt x="0" y="7053"/>
                  </a:lnTo>
                  <a:lnTo>
                    <a:pt x="366" y="7494"/>
                  </a:lnTo>
                  <a:lnTo>
                    <a:pt x="915" y="7494"/>
                  </a:lnTo>
                  <a:lnTo>
                    <a:pt x="915" y="21600"/>
                  </a:lnTo>
                  <a:lnTo>
                    <a:pt x="2746" y="21600"/>
                  </a:lnTo>
                  <a:lnTo>
                    <a:pt x="2746" y="7494"/>
                  </a:lnTo>
                  <a:lnTo>
                    <a:pt x="19037" y="7494"/>
                  </a:lnTo>
                  <a:lnTo>
                    <a:pt x="19037" y="21600"/>
                  </a:lnTo>
                  <a:lnTo>
                    <a:pt x="20685" y="21600"/>
                  </a:lnTo>
                  <a:lnTo>
                    <a:pt x="20685" y="7494"/>
                  </a:lnTo>
                  <a:lnTo>
                    <a:pt x="21234" y="7494"/>
                  </a:lnTo>
                  <a:lnTo>
                    <a:pt x="21600" y="7053"/>
                  </a:lnTo>
                  <a:lnTo>
                    <a:pt x="21600" y="4188"/>
                  </a:lnTo>
                  <a:lnTo>
                    <a:pt x="21417" y="3747"/>
                  </a:lnTo>
                  <a:lnTo>
                    <a:pt x="21051" y="3086"/>
                  </a:lnTo>
                  <a:close/>
                  <a:moveTo>
                    <a:pt x="1831" y="5069"/>
                  </a:moveTo>
                  <a:lnTo>
                    <a:pt x="10800" y="2204"/>
                  </a:lnTo>
                  <a:lnTo>
                    <a:pt x="19953" y="5069"/>
                  </a:lnTo>
                  <a:lnTo>
                    <a:pt x="19953" y="5290"/>
                  </a:lnTo>
                  <a:lnTo>
                    <a:pt x="1831" y="5290"/>
                  </a:lnTo>
                  <a:lnTo>
                    <a:pt x="1831" y="5069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1545;p50"/>
            <p:cNvSpPr/>
            <p:nvPr/>
          </p:nvSpPr>
          <p:spPr>
            <a:xfrm>
              <a:off x="98994" y="161660"/>
              <a:ext cx="284634" cy="236250"/>
            </a:xfrm>
            <a:custGeom>
              <a:rect b="b" l="l" r="r" t="t"/>
              <a:pathLst>
                <a:path extrusionOk="0" h="21600" w="21600">
                  <a:moveTo>
                    <a:pt x="20035" y="9153"/>
                  </a:moveTo>
                  <a:lnTo>
                    <a:pt x="16904" y="9153"/>
                  </a:lnTo>
                  <a:lnTo>
                    <a:pt x="16904" y="1098"/>
                  </a:lnTo>
                  <a:lnTo>
                    <a:pt x="16591" y="366"/>
                  </a:lnTo>
                  <a:lnTo>
                    <a:pt x="15965" y="0"/>
                  </a:lnTo>
                  <a:lnTo>
                    <a:pt x="5322" y="0"/>
                  </a:lnTo>
                  <a:lnTo>
                    <a:pt x="4383" y="1098"/>
                  </a:lnTo>
                  <a:lnTo>
                    <a:pt x="4383" y="9153"/>
                  </a:lnTo>
                  <a:lnTo>
                    <a:pt x="626" y="9153"/>
                  </a:lnTo>
                  <a:lnTo>
                    <a:pt x="0" y="9885"/>
                  </a:lnTo>
                  <a:lnTo>
                    <a:pt x="0" y="20868"/>
                  </a:lnTo>
                  <a:lnTo>
                    <a:pt x="626" y="21600"/>
                  </a:lnTo>
                  <a:lnTo>
                    <a:pt x="20661" y="21600"/>
                  </a:lnTo>
                  <a:lnTo>
                    <a:pt x="20974" y="21234"/>
                  </a:lnTo>
                  <a:lnTo>
                    <a:pt x="21600" y="20868"/>
                  </a:lnTo>
                  <a:lnTo>
                    <a:pt x="21600" y="9885"/>
                  </a:lnTo>
                  <a:lnTo>
                    <a:pt x="20974" y="9519"/>
                  </a:lnTo>
                  <a:lnTo>
                    <a:pt x="20661" y="9153"/>
                  </a:lnTo>
                  <a:lnTo>
                    <a:pt x="20035" y="9153"/>
                  </a:lnTo>
                  <a:close/>
                  <a:moveTo>
                    <a:pt x="7513" y="3661"/>
                  </a:moveTo>
                  <a:lnTo>
                    <a:pt x="9078" y="3661"/>
                  </a:lnTo>
                  <a:lnTo>
                    <a:pt x="9078" y="7322"/>
                  </a:lnTo>
                  <a:lnTo>
                    <a:pt x="12209" y="7322"/>
                  </a:lnTo>
                  <a:lnTo>
                    <a:pt x="12209" y="3661"/>
                  </a:lnTo>
                  <a:lnTo>
                    <a:pt x="13774" y="3661"/>
                  </a:lnTo>
                  <a:lnTo>
                    <a:pt x="13774" y="9153"/>
                  </a:lnTo>
                  <a:lnTo>
                    <a:pt x="7513" y="9153"/>
                  </a:lnTo>
                  <a:lnTo>
                    <a:pt x="7513" y="3661"/>
                  </a:lnTo>
                  <a:close/>
                  <a:moveTo>
                    <a:pt x="3130" y="12814"/>
                  </a:moveTo>
                  <a:lnTo>
                    <a:pt x="4383" y="12814"/>
                  </a:lnTo>
                  <a:lnTo>
                    <a:pt x="4383" y="16108"/>
                  </a:lnTo>
                  <a:lnTo>
                    <a:pt x="7513" y="16108"/>
                  </a:lnTo>
                  <a:lnTo>
                    <a:pt x="7513" y="12814"/>
                  </a:lnTo>
                  <a:lnTo>
                    <a:pt x="9078" y="12814"/>
                  </a:lnTo>
                  <a:lnTo>
                    <a:pt x="9078" y="17939"/>
                  </a:lnTo>
                  <a:lnTo>
                    <a:pt x="3130" y="17939"/>
                  </a:lnTo>
                  <a:lnTo>
                    <a:pt x="3130" y="12814"/>
                  </a:lnTo>
                  <a:close/>
                  <a:moveTo>
                    <a:pt x="18470" y="17939"/>
                  </a:moveTo>
                  <a:lnTo>
                    <a:pt x="12209" y="17939"/>
                  </a:lnTo>
                  <a:lnTo>
                    <a:pt x="12209" y="12814"/>
                  </a:lnTo>
                  <a:lnTo>
                    <a:pt x="13774" y="12814"/>
                  </a:lnTo>
                  <a:lnTo>
                    <a:pt x="13774" y="16108"/>
                  </a:lnTo>
                  <a:lnTo>
                    <a:pt x="16904" y="16108"/>
                  </a:lnTo>
                  <a:lnTo>
                    <a:pt x="16904" y="12814"/>
                  </a:lnTo>
                  <a:lnTo>
                    <a:pt x="18470" y="12814"/>
                  </a:lnTo>
                  <a:lnTo>
                    <a:pt x="18470" y="17939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6" name="Google Shape;1546;p50"/>
          <p:cNvSpPr/>
          <p:nvPr/>
        </p:nvSpPr>
        <p:spPr>
          <a:xfrm>
            <a:off x="3670301" y="7192434"/>
            <a:ext cx="406404" cy="397926"/>
          </a:xfrm>
          <a:custGeom>
            <a:rect b="b" l="l" r="r" t="t"/>
            <a:pathLst>
              <a:path extrusionOk="0" h="21600" w="21600">
                <a:moveTo>
                  <a:pt x="21600" y="7494"/>
                </a:moveTo>
                <a:lnTo>
                  <a:pt x="21600" y="7053"/>
                </a:lnTo>
                <a:lnTo>
                  <a:pt x="21382" y="7053"/>
                </a:lnTo>
                <a:lnTo>
                  <a:pt x="17018" y="441"/>
                </a:lnTo>
                <a:lnTo>
                  <a:pt x="16800" y="0"/>
                </a:lnTo>
                <a:lnTo>
                  <a:pt x="5018" y="0"/>
                </a:lnTo>
                <a:lnTo>
                  <a:pt x="4582" y="441"/>
                </a:lnTo>
                <a:lnTo>
                  <a:pt x="436" y="7053"/>
                </a:lnTo>
                <a:lnTo>
                  <a:pt x="0" y="7053"/>
                </a:lnTo>
                <a:lnTo>
                  <a:pt x="0" y="21159"/>
                </a:lnTo>
                <a:lnTo>
                  <a:pt x="436" y="21380"/>
                </a:lnTo>
                <a:lnTo>
                  <a:pt x="655" y="21600"/>
                </a:lnTo>
                <a:lnTo>
                  <a:pt x="21164" y="21600"/>
                </a:lnTo>
                <a:lnTo>
                  <a:pt x="21600" y="21159"/>
                </a:lnTo>
                <a:lnTo>
                  <a:pt x="21600" y="7494"/>
                </a:lnTo>
                <a:close/>
                <a:moveTo>
                  <a:pt x="18764" y="6392"/>
                </a:moveTo>
                <a:lnTo>
                  <a:pt x="12000" y="6392"/>
                </a:lnTo>
                <a:lnTo>
                  <a:pt x="12000" y="2204"/>
                </a:lnTo>
                <a:lnTo>
                  <a:pt x="15709" y="2204"/>
                </a:lnTo>
                <a:lnTo>
                  <a:pt x="18764" y="6392"/>
                </a:lnTo>
                <a:close/>
                <a:moveTo>
                  <a:pt x="6109" y="2204"/>
                </a:moveTo>
                <a:lnTo>
                  <a:pt x="9818" y="2204"/>
                </a:lnTo>
                <a:lnTo>
                  <a:pt x="9818" y="6392"/>
                </a:lnTo>
                <a:lnTo>
                  <a:pt x="3055" y="6392"/>
                </a:lnTo>
                <a:lnTo>
                  <a:pt x="6109" y="2204"/>
                </a:lnTo>
                <a:close/>
                <a:moveTo>
                  <a:pt x="19418" y="19396"/>
                </a:moveTo>
                <a:lnTo>
                  <a:pt x="2182" y="19396"/>
                </a:lnTo>
                <a:lnTo>
                  <a:pt x="2182" y="8596"/>
                </a:lnTo>
                <a:lnTo>
                  <a:pt x="19418" y="8596"/>
                </a:lnTo>
                <a:lnTo>
                  <a:pt x="19418" y="1939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50"/>
          <p:cNvSpPr/>
          <p:nvPr/>
        </p:nvSpPr>
        <p:spPr>
          <a:xfrm>
            <a:off x="2781300" y="7145866"/>
            <a:ext cx="355590" cy="330210"/>
          </a:xfrm>
          <a:custGeom>
            <a:rect b="b" l="l" r="r" t="t"/>
            <a:pathLst>
              <a:path extrusionOk="0" h="21600" w="21600">
                <a:moveTo>
                  <a:pt x="19173" y="0"/>
                </a:moveTo>
                <a:lnTo>
                  <a:pt x="2427" y="0"/>
                </a:lnTo>
                <a:lnTo>
                  <a:pt x="1699" y="273"/>
                </a:lnTo>
                <a:lnTo>
                  <a:pt x="728" y="547"/>
                </a:lnTo>
                <a:lnTo>
                  <a:pt x="485" y="1641"/>
                </a:lnTo>
                <a:lnTo>
                  <a:pt x="0" y="2734"/>
                </a:lnTo>
                <a:lnTo>
                  <a:pt x="0" y="14765"/>
                </a:lnTo>
                <a:lnTo>
                  <a:pt x="2427" y="14765"/>
                </a:lnTo>
                <a:lnTo>
                  <a:pt x="2427" y="2734"/>
                </a:lnTo>
                <a:lnTo>
                  <a:pt x="6067" y="2734"/>
                </a:lnTo>
                <a:lnTo>
                  <a:pt x="6067" y="10663"/>
                </a:lnTo>
                <a:lnTo>
                  <a:pt x="6310" y="11484"/>
                </a:lnTo>
                <a:lnTo>
                  <a:pt x="6796" y="12030"/>
                </a:lnTo>
                <a:lnTo>
                  <a:pt x="7524" y="12030"/>
                </a:lnTo>
                <a:lnTo>
                  <a:pt x="8252" y="11757"/>
                </a:lnTo>
                <a:lnTo>
                  <a:pt x="10921" y="8749"/>
                </a:lnTo>
                <a:lnTo>
                  <a:pt x="13834" y="12030"/>
                </a:lnTo>
                <a:lnTo>
                  <a:pt x="15047" y="12030"/>
                </a:lnTo>
                <a:lnTo>
                  <a:pt x="15290" y="11484"/>
                </a:lnTo>
                <a:lnTo>
                  <a:pt x="15775" y="10663"/>
                </a:lnTo>
                <a:lnTo>
                  <a:pt x="15775" y="2734"/>
                </a:lnTo>
                <a:lnTo>
                  <a:pt x="19173" y="2734"/>
                </a:lnTo>
                <a:lnTo>
                  <a:pt x="19173" y="18866"/>
                </a:lnTo>
                <a:lnTo>
                  <a:pt x="10921" y="18866"/>
                </a:lnTo>
                <a:lnTo>
                  <a:pt x="10921" y="21600"/>
                </a:lnTo>
                <a:lnTo>
                  <a:pt x="19173" y="21600"/>
                </a:lnTo>
                <a:lnTo>
                  <a:pt x="20144" y="21053"/>
                </a:lnTo>
                <a:lnTo>
                  <a:pt x="21115" y="20780"/>
                </a:lnTo>
                <a:lnTo>
                  <a:pt x="21357" y="19959"/>
                </a:lnTo>
                <a:lnTo>
                  <a:pt x="21600" y="18866"/>
                </a:lnTo>
                <a:lnTo>
                  <a:pt x="21600" y="2734"/>
                </a:lnTo>
                <a:lnTo>
                  <a:pt x="21115" y="547"/>
                </a:lnTo>
                <a:lnTo>
                  <a:pt x="19173" y="0"/>
                </a:lnTo>
                <a:close/>
                <a:moveTo>
                  <a:pt x="13348" y="7382"/>
                </a:moveTo>
                <a:lnTo>
                  <a:pt x="11649" y="5742"/>
                </a:lnTo>
                <a:lnTo>
                  <a:pt x="11407" y="5468"/>
                </a:lnTo>
                <a:lnTo>
                  <a:pt x="10193" y="5468"/>
                </a:lnTo>
                <a:lnTo>
                  <a:pt x="8494" y="7382"/>
                </a:lnTo>
                <a:lnTo>
                  <a:pt x="8494" y="2734"/>
                </a:lnTo>
                <a:lnTo>
                  <a:pt x="13348" y="2734"/>
                </a:lnTo>
                <a:lnTo>
                  <a:pt x="13348" y="738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50"/>
          <p:cNvSpPr/>
          <p:nvPr/>
        </p:nvSpPr>
        <p:spPr>
          <a:xfrm>
            <a:off x="2658533" y="7416800"/>
            <a:ext cx="419094" cy="220158"/>
          </a:xfrm>
          <a:custGeom>
            <a:rect b="b" l="l" r="r" t="t"/>
            <a:pathLst>
              <a:path extrusionOk="0" h="21600" w="21600">
                <a:moveTo>
                  <a:pt x="20551" y="8000"/>
                </a:moveTo>
                <a:lnTo>
                  <a:pt x="12792" y="8000"/>
                </a:lnTo>
                <a:lnTo>
                  <a:pt x="13212" y="7200"/>
                </a:lnTo>
                <a:lnTo>
                  <a:pt x="13421" y="6400"/>
                </a:lnTo>
                <a:lnTo>
                  <a:pt x="13421" y="4800"/>
                </a:lnTo>
                <a:lnTo>
                  <a:pt x="12373" y="800"/>
                </a:lnTo>
                <a:lnTo>
                  <a:pt x="11953" y="0"/>
                </a:lnTo>
                <a:lnTo>
                  <a:pt x="11115" y="0"/>
                </a:lnTo>
                <a:lnTo>
                  <a:pt x="6082" y="3600"/>
                </a:lnTo>
                <a:lnTo>
                  <a:pt x="5662" y="2400"/>
                </a:lnTo>
                <a:lnTo>
                  <a:pt x="5033" y="2000"/>
                </a:lnTo>
                <a:lnTo>
                  <a:pt x="419" y="2000"/>
                </a:lnTo>
                <a:lnTo>
                  <a:pt x="0" y="2800"/>
                </a:lnTo>
                <a:lnTo>
                  <a:pt x="0" y="20800"/>
                </a:lnTo>
                <a:lnTo>
                  <a:pt x="419" y="21600"/>
                </a:lnTo>
                <a:lnTo>
                  <a:pt x="5662" y="21600"/>
                </a:lnTo>
                <a:lnTo>
                  <a:pt x="6082" y="20800"/>
                </a:lnTo>
                <a:lnTo>
                  <a:pt x="6082" y="19600"/>
                </a:lnTo>
                <a:lnTo>
                  <a:pt x="18035" y="19600"/>
                </a:lnTo>
                <a:lnTo>
                  <a:pt x="18245" y="18800"/>
                </a:lnTo>
                <a:lnTo>
                  <a:pt x="21390" y="10800"/>
                </a:lnTo>
                <a:lnTo>
                  <a:pt x="21600" y="10000"/>
                </a:lnTo>
                <a:lnTo>
                  <a:pt x="21600" y="8800"/>
                </a:lnTo>
                <a:lnTo>
                  <a:pt x="21181" y="8400"/>
                </a:lnTo>
                <a:lnTo>
                  <a:pt x="20551" y="8000"/>
                </a:lnTo>
                <a:close/>
                <a:moveTo>
                  <a:pt x="2097" y="17600"/>
                </a:moveTo>
                <a:lnTo>
                  <a:pt x="2097" y="6000"/>
                </a:lnTo>
                <a:lnTo>
                  <a:pt x="4194" y="6000"/>
                </a:lnTo>
                <a:lnTo>
                  <a:pt x="4194" y="17600"/>
                </a:lnTo>
                <a:lnTo>
                  <a:pt x="2097" y="17600"/>
                </a:lnTo>
                <a:close/>
                <a:moveTo>
                  <a:pt x="16986" y="15600"/>
                </a:moveTo>
                <a:lnTo>
                  <a:pt x="6082" y="15600"/>
                </a:lnTo>
                <a:lnTo>
                  <a:pt x="6082" y="7200"/>
                </a:lnTo>
                <a:lnTo>
                  <a:pt x="10905" y="4400"/>
                </a:lnTo>
                <a:lnTo>
                  <a:pt x="11115" y="5200"/>
                </a:lnTo>
                <a:lnTo>
                  <a:pt x="9227" y="8800"/>
                </a:lnTo>
                <a:lnTo>
                  <a:pt x="9227" y="11600"/>
                </a:lnTo>
                <a:lnTo>
                  <a:pt x="18664" y="11600"/>
                </a:lnTo>
                <a:lnTo>
                  <a:pt x="16986" y="15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50"/>
          <p:cNvSpPr/>
          <p:nvPr/>
        </p:nvSpPr>
        <p:spPr>
          <a:xfrm>
            <a:off x="4610101" y="7145866"/>
            <a:ext cx="406404" cy="406404"/>
          </a:xfrm>
          <a:custGeom>
            <a:rect b="b" l="l" r="r" t="t"/>
            <a:pathLst>
              <a:path extrusionOk="0" h="21600" w="21600">
                <a:moveTo>
                  <a:pt x="2182" y="8596"/>
                </a:moveTo>
                <a:lnTo>
                  <a:pt x="19418" y="8596"/>
                </a:lnTo>
                <a:lnTo>
                  <a:pt x="19418" y="15208"/>
                </a:lnTo>
                <a:lnTo>
                  <a:pt x="21600" y="15208"/>
                </a:lnTo>
                <a:lnTo>
                  <a:pt x="21600" y="7053"/>
                </a:lnTo>
                <a:lnTo>
                  <a:pt x="21382" y="7053"/>
                </a:lnTo>
                <a:lnTo>
                  <a:pt x="17018" y="441"/>
                </a:lnTo>
                <a:lnTo>
                  <a:pt x="16800" y="0"/>
                </a:lnTo>
                <a:lnTo>
                  <a:pt x="5018" y="0"/>
                </a:lnTo>
                <a:lnTo>
                  <a:pt x="4582" y="441"/>
                </a:lnTo>
                <a:lnTo>
                  <a:pt x="436" y="7053"/>
                </a:lnTo>
                <a:lnTo>
                  <a:pt x="0" y="7053"/>
                </a:lnTo>
                <a:lnTo>
                  <a:pt x="0" y="21159"/>
                </a:lnTo>
                <a:lnTo>
                  <a:pt x="436" y="21380"/>
                </a:lnTo>
                <a:lnTo>
                  <a:pt x="655" y="21600"/>
                </a:lnTo>
                <a:lnTo>
                  <a:pt x="15055" y="21600"/>
                </a:lnTo>
                <a:lnTo>
                  <a:pt x="15055" y="19616"/>
                </a:lnTo>
                <a:lnTo>
                  <a:pt x="2182" y="19616"/>
                </a:lnTo>
                <a:lnTo>
                  <a:pt x="2182" y="8596"/>
                </a:lnTo>
                <a:close/>
                <a:moveTo>
                  <a:pt x="18545" y="6392"/>
                </a:moveTo>
                <a:lnTo>
                  <a:pt x="12000" y="6392"/>
                </a:lnTo>
                <a:lnTo>
                  <a:pt x="12000" y="2204"/>
                </a:lnTo>
                <a:lnTo>
                  <a:pt x="15709" y="2204"/>
                </a:lnTo>
                <a:lnTo>
                  <a:pt x="18545" y="6392"/>
                </a:lnTo>
                <a:close/>
                <a:moveTo>
                  <a:pt x="6109" y="2204"/>
                </a:moveTo>
                <a:lnTo>
                  <a:pt x="9818" y="2204"/>
                </a:lnTo>
                <a:lnTo>
                  <a:pt x="9818" y="6392"/>
                </a:lnTo>
                <a:lnTo>
                  <a:pt x="3055" y="6392"/>
                </a:lnTo>
                <a:lnTo>
                  <a:pt x="6109" y="220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50"/>
          <p:cNvSpPr/>
          <p:nvPr/>
        </p:nvSpPr>
        <p:spPr>
          <a:xfrm>
            <a:off x="4927599" y="7476066"/>
            <a:ext cx="160866" cy="160866"/>
          </a:xfrm>
          <a:custGeom>
            <a:rect b="b" l="l" r="r" t="t"/>
            <a:pathLst>
              <a:path extrusionOk="0" h="21600" w="21600">
                <a:moveTo>
                  <a:pt x="21600" y="7754"/>
                </a:moveTo>
                <a:lnTo>
                  <a:pt x="13500" y="7754"/>
                </a:lnTo>
                <a:lnTo>
                  <a:pt x="13500" y="0"/>
                </a:lnTo>
                <a:lnTo>
                  <a:pt x="8100" y="0"/>
                </a:lnTo>
                <a:lnTo>
                  <a:pt x="8100" y="7754"/>
                </a:lnTo>
                <a:lnTo>
                  <a:pt x="0" y="7754"/>
                </a:lnTo>
                <a:lnTo>
                  <a:pt x="0" y="13292"/>
                </a:lnTo>
                <a:lnTo>
                  <a:pt x="8100" y="13292"/>
                </a:lnTo>
                <a:lnTo>
                  <a:pt x="8100" y="21600"/>
                </a:lnTo>
                <a:lnTo>
                  <a:pt x="13500" y="21600"/>
                </a:lnTo>
                <a:lnTo>
                  <a:pt x="13500" y="13292"/>
                </a:lnTo>
                <a:lnTo>
                  <a:pt x="21600" y="13292"/>
                </a:lnTo>
                <a:lnTo>
                  <a:pt x="21600" y="775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50"/>
          <p:cNvSpPr/>
          <p:nvPr/>
        </p:nvSpPr>
        <p:spPr>
          <a:xfrm>
            <a:off x="5583768" y="7145866"/>
            <a:ext cx="406404" cy="406404"/>
          </a:xfrm>
          <a:custGeom>
            <a:rect b="b" l="l" r="r" t="t"/>
            <a:pathLst>
              <a:path extrusionOk="0" h="21600" w="21600">
                <a:moveTo>
                  <a:pt x="2182" y="8596"/>
                </a:moveTo>
                <a:lnTo>
                  <a:pt x="19418" y="8596"/>
                </a:lnTo>
                <a:lnTo>
                  <a:pt x="19418" y="18514"/>
                </a:lnTo>
                <a:lnTo>
                  <a:pt x="21600" y="18514"/>
                </a:lnTo>
                <a:lnTo>
                  <a:pt x="21600" y="7053"/>
                </a:lnTo>
                <a:lnTo>
                  <a:pt x="21382" y="7053"/>
                </a:lnTo>
                <a:lnTo>
                  <a:pt x="17018" y="441"/>
                </a:lnTo>
                <a:lnTo>
                  <a:pt x="16800" y="0"/>
                </a:lnTo>
                <a:lnTo>
                  <a:pt x="4800" y="0"/>
                </a:lnTo>
                <a:lnTo>
                  <a:pt x="4582" y="441"/>
                </a:lnTo>
                <a:lnTo>
                  <a:pt x="218" y="7053"/>
                </a:lnTo>
                <a:lnTo>
                  <a:pt x="0" y="7053"/>
                </a:lnTo>
                <a:lnTo>
                  <a:pt x="0" y="21159"/>
                </a:lnTo>
                <a:lnTo>
                  <a:pt x="218" y="21380"/>
                </a:lnTo>
                <a:lnTo>
                  <a:pt x="655" y="21600"/>
                </a:lnTo>
                <a:lnTo>
                  <a:pt x="16145" y="21600"/>
                </a:lnTo>
                <a:lnTo>
                  <a:pt x="16145" y="19616"/>
                </a:lnTo>
                <a:lnTo>
                  <a:pt x="2182" y="19616"/>
                </a:lnTo>
                <a:lnTo>
                  <a:pt x="2182" y="8596"/>
                </a:lnTo>
                <a:close/>
                <a:moveTo>
                  <a:pt x="18545" y="6392"/>
                </a:moveTo>
                <a:lnTo>
                  <a:pt x="11782" y="6392"/>
                </a:lnTo>
                <a:lnTo>
                  <a:pt x="11782" y="2204"/>
                </a:lnTo>
                <a:lnTo>
                  <a:pt x="15709" y="2204"/>
                </a:lnTo>
                <a:lnTo>
                  <a:pt x="18545" y="6392"/>
                </a:lnTo>
                <a:close/>
                <a:moveTo>
                  <a:pt x="5891" y="2204"/>
                </a:moveTo>
                <a:lnTo>
                  <a:pt x="9818" y="2204"/>
                </a:lnTo>
                <a:lnTo>
                  <a:pt x="9818" y="6392"/>
                </a:lnTo>
                <a:lnTo>
                  <a:pt x="3055" y="6392"/>
                </a:lnTo>
                <a:lnTo>
                  <a:pt x="5891" y="220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50"/>
          <p:cNvSpPr/>
          <p:nvPr/>
        </p:nvSpPr>
        <p:spPr>
          <a:xfrm>
            <a:off x="5930901" y="7526866"/>
            <a:ext cx="122700" cy="507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53" name="Google Shape;1553;p50"/>
          <p:cNvSpPr/>
          <p:nvPr/>
        </p:nvSpPr>
        <p:spPr>
          <a:xfrm>
            <a:off x="6557434" y="7145866"/>
            <a:ext cx="410616" cy="406404"/>
          </a:xfrm>
          <a:custGeom>
            <a:rect b="b" l="l" r="r" t="t"/>
            <a:pathLst>
              <a:path extrusionOk="0" h="21600" w="21600">
                <a:moveTo>
                  <a:pt x="2182" y="8596"/>
                </a:moveTo>
                <a:lnTo>
                  <a:pt x="19418" y="8596"/>
                </a:lnTo>
                <a:lnTo>
                  <a:pt x="19418" y="16310"/>
                </a:lnTo>
                <a:lnTo>
                  <a:pt x="21600" y="16310"/>
                </a:lnTo>
                <a:lnTo>
                  <a:pt x="21600" y="7053"/>
                </a:lnTo>
                <a:lnTo>
                  <a:pt x="21164" y="7053"/>
                </a:lnTo>
                <a:lnTo>
                  <a:pt x="17018" y="441"/>
                </a:lnTo>
                <a:lnTo>
                  <a:pt x="16582" y="0"/>
                </a:lnTo>
                <a:lnTo>
                  <a:pt x="4800" y="0"/>
                </a:lnTo>
                <a:lnTo>
                  <a:pt x="4582" y="441"/>
                </a:lnTo>
                <a:lnTo>
                  <a:pt x="218" y="7053"/>
                </a:lnTo>
                <a:lnTo>
                  <a:pt x="0" y="7053"/>
                </a:lnTo>
                <a:lnTo>
                  <a:pt x="0" y="21159"/>
                </a:lnTo>
                <a:lnTo>
                  <a:pt x="436" y="21600"/>
                </a:lnTo>
                <a:lnTo>
                  <a:pt x="13964" y="21600"/>
                </a:lnTo>
                <a:lnTo>
                  <a:pt x="13964" y="19616"/>
                </a:lnTo>
                <a:lnTo>
                  <a:pt x="2182" y="19616"/>
                </a:lnTo>
                <a:lnTo>
                  <a:pt x="2182" y="8596"/>
                </a:lnTo>
                <a:close/>
                <a:moveTo>
                  <a:pt x="18545" y="6392"/>
                </a:moveTo>
                <a:lnTo>
                  <a:pt x="11782" y="6392"/>
                </a:lnTo>
                <a:lnTo>
                  <a:pt x="11782" y="2204"/>
                </a:lnTo>
                <a:lnTo>
                  <a:pt x="15491" y="2204"/>
                </a:lnTo>
                <a:lnTo>
                  <a:pt x="18545" y="6392"/>
                </a:lnTo>
                <a:close/>
                <a:moveTo>
                  <a:pt x="5891" y="2204"/>
                </a:moveTo>
                <a:lnTo>
                  <a:pt x="9600" y="2204"/>
                </a:lnTo>
                <a:lnTo>
                  <a:pt x="9600" y="6392"/>
                </a:lnTo>
                <a:lnTo>
                  <a:pt x="3055" y="6392"/>
                </a:lnTo>
                <a:lnTo>
                  <a:pt x="5891" y="220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50"/>
          <p:cNvSpPr/>
          <p:nvPr/>
        </p:nvSpPr>
        <p:spPr>
          <a:xfrm>
            <a:off x="6845301" y="7476066"/>
            <a:ext cx="194724" cy="148176"/>
          </a:xfrm>
          <a:custGeom>
            <a:rect b="b" l="l" r="r" t="t"/>
            <a:pathLst>
              <a:path extrusionOk="0" h="21600" w="21600">
                <a:moveTo>
                  <a:pt x="18383" y="0"/>
                </a:moveTo>
                <a:lnTo>
                  <a:pt x="8732" y="12600"/>
                </a:lnTo>
                <a:lnTo>
                  <a:pt x="3677" y="6000"/>
                </a:lnTo>
                <a:lnTo>
                  <a:pt x="0" y="10200"/>
                </a:lnTo>
                <a:lnTo>
                  <a:pt x="8732" y="21600"/>
                </a:lnTo>
                <a:lnTo>
                  <a:pt x="21600" y="4200"/>
                </a:lnTo>
                <a:lnTo>
                  <a:pt x="18383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50"/>
          <p:cNvSpPr/>
          <p:nvPr/>
        </p:nvSpPr>
        <p:spPr>
          <a:xfrm>
            <a:off x="7857066" y="7192434"/>
            <a:ext cx="122742" cy="114318"/>
          </a:xfrm>
          <a:custGeom>
            <a:rect b="b" l="l" r="r" t="t"/>
            <a:pathLst>
              <a:path extrusionOk="0" h="21600" w="21600">
                <a:moveTo>
                  <a:pt x="21600" y="10428"/>
                </a:moveTo>
                <a:lnTo>
                  <a:pt x="20855" y="5959"/>
                </a:lnTo>
                <a:lnTo>
                  <a:pt x="17876" y="3724"/>
                </a:lnTo>
                <a:lnTo>
                  <a:pt x="15641" y="745"/>
                </a:lnTo>
                <a:lnTo>
                  <a:pt x="10428" y="0"/>
                </a:lnTo>
                <a:lnTo>
                  <a:pt x="5959" y="745"/>
                </a:lnTo>
                <a:lnTo>
                  <a:pt x="3724" y="3724"/>
                </a:lnTo>
                <a:lnTo>
                  <a:pt x="745" y="5959"/>
                </a:lnTo>
                <a:lnTo>
                  <a:pt x="0" y="10428"/>
                </a:lnTo>
                <a:lnTo>
                  <a:pt x="745" y="15641"/>
                </a:lnTo>
                <a:lnTo>
                  <a:pt x="3724" y="17876"/>
                </a:lnTo>
                <a:lnTo>
                  <a:pt x="5959" y="20855"/>
                </a:lnTo>
                <a:lnTo>
                  <a:pt x="10428" y="21600"/>
                </a:lnTo>
                <a:lnTo>
                  <a:pt x="15641" y="20855"/>
                </a:lnTo>
                <a:lnTo>
                  <a:pt x="17876" y="17876"/>
                </a:lnTo>
                <a:lnTo>
                  <a:pt x="20855" y="15641"/>
                </a:lnTo>
                <a:lnTo>
                  <a:pt x="21600" y="10428"/>
                </a:lnTo>
                <a:close/>
                <a:moveTo>
                  <a:pt x="10428" y="14152"/>
                </a:moveTo>
                <a:lnTo>
                  <a:pt x="8938" y="14152"/>
                </a:lnTo>
                <a:lnTo>
                  <a:pt x="7448" y="12662"/>
                </a:lnTo>
                <a:lnTo>
                  <a:pt x="7448" y="8938"/>
                </a:lnTo>
                <a:lnTo>
                  <a:pt x="8938" y="7448"/>
                </a:lnTo>
                <a:lnTo>
                  <a:pt x="12662" y="7448"/>
                </a:lnTo>
                <a:lnTo>
                  <a:pt x="14152" y="8938"/>
                </a:lnTo>
                <a:lnTo>
                  <a:pt x="14152" y="12662"/>
                </a:lnTo>
                <a:lnTo>
                  <a:pt x="12662" y="14152"/>
                </a:lnTo>
                <a:lnTo>
                  <a:pt x="10428" y="1415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50"/>
          <p:cNvSpPr/>
          <p:nvPr/>
        </p:nvSpPr>
        <p:spPr>
          <a:xfrm>
            <a:off x="7818967" y="7306733"/>
            <a:ext cx="198990" cy="283662"/>
          </a:xfrm>
          <a:custGeom>
            <a:rect b="b" l="l" r="r" t="t"/>
            <a:pathLst>
              <a:path extrusionOk="0" h="21600" w="21600">
                <a:moveTo>
                  <a:pt x="10580" y="0"/>
                </a:moveTo>
                <a:lnTo>
                  <a:pt x="8816" y="0"/>
                </a:lnTo>
                <a:lnTo>
                  <a:pt x="6612" y="939"/>
                </a:lnTo>
                <a:lnTo>
                  <a:pt x="4849" y="1252"/>
                </a:lnTo>
                <a:lnTo>
                  <a:pt x="1763" y="3443"/>
                </a:lnTo>
                <a:lnTo>
                  <a:pt x="882" y="4696"/>
                </a:lnTo>
                <a:lnTo>
                  <a:pt x="0" y="6261"/>
                </a:lnTo>
                <a:lnTo>
                  <a:pt x="0" y="13148"/>
                </a:lnTo>
                <a:lnTo>
                  <a:pt x="441" y="13461"/>
                </a:lnTo>
                <a:lnTo>
                  <a:pt x="882" y="14087"/>
                </a:lnTo>
                <a:lnTo>
                  <a:pt x="4408" y="14087"/>
                </a:lnTo>
                <a:lnTo>
                  <a:pt x="4408" y="20974"/>
                </a:lnTo>
                <a:lnTo>
                  <a:pt x="5290" y="21600"/>
                </a:lnTo>
                <a:lnTo>
                  <a:pt x="16310" y="21600"/>
                </a:lnTo>
                <a:lnTo>
                  <a:pt x="17192" y="20974"/>
                </a:lnTo>
                <a:lnTo>
                  <a:pt x="17192" y="14087"/>
                </a:lnTo>
                <a:lnTo>
                  <a:pt x="20718" y="14087"/>
                </a:lnTo>
                <a:lnTo>
                  <a:pt x="21159" y="13461"/>
                </a:lnTo>
                <a:lnTo>
                  <a:pt x="21600" y="13148"/>
                </a:lnTo>
                <a:lnTo>
                  <a:pt x="21600" y="6261"/>
                </a:lnTo>
                <a:lnTo>
                  <a:pt x="20718" y="4696"/>
                </a:lnTo>
                <a:lnTo>
                  <a:pt x="19837" y="3443"/>
                </a:lnTo>
                <a:lnTo>
                  <a:pt x="16751" y="1252"/>
                </a:lnTo>
                <a:lnTo>
                  <a:pt x="14988" y="939"/>
                </a:lnTo>
                <a:lnTo>
                  <a:pt x="12784" y="0"/>
                </a:lnTo>
                <a:lnTo>
                  <a:pt x="10580" y="0"/>
                </a:lnTo>
                <a:close/>
                <a:moveTo>
                  <a:pt x="17192" y="10957"/>
                </a:moveTo>
                <a:lnTo>
                  <a:pt x="14106" y="10957"/>
                </a:lnTo>
                <a:lnTo>
                  <a:pt x="13665" y="11270"/>
                </a:lnTo>
                <a:lnTo>
                  <a:pt x="12784" y="11583"/>
                </a:lnTo>
                <a:lnTo>
                  <a:pt x="12784" y="18470"/>
                </a:lnTo>
                <a:lnTo>
                  <a:pt x="8816" y="18470"/>
                </a:lnTo>
                <a:lnTo>
                  <a:pt x="8816" y="11583"/>
                </a:lnTo>
                <a:lnTo>
                  <a:pt x="7935" y="11270"/>
                </a:lnTo>
                <a:lnTo>
                  <a:pt x="7494" y="10957"/>
                </a:lnTo>
                <a:lnTo>
                  <a:pt x="4408" y="10957"/>
                </a:lnTo>
                <a:lnTo>
                  <a:pt x="4408" y="7826"/>
                </a:lnTo>
                <a:lnTo>
                  <a:pt x="4849" y="5948"/>
                </a:lnTo>
                <a:lnTo>
                  <a:pt x="6612" y="4696"/>
                </a:lnTo>
                <a:lnTo>
                  <a:pt x="7935" y="3443"/>
                </a:lnTo>
                <a:lnTo>
                  <a:pt x="10580" y="3130"/>
                </a:lnTo>
                <a:lnTo>
                  <a:pt x="13665" y="3443"/>
                </a:lnTo>
                <a:lnTo>
                  <a:pt x="14988" y="4696"/>
                </a:lnTo>
                <a:lnTo>
                  <a:pt x="16751" y="5948"/>
                </a:lnTo>
                <a:lnTo>
                  <a:pt x="17192" y="7826"/>
                </a:lnTo>
                <a:lnTo>
                  <a:pt x="17192" y="1095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50"/>
          <p:cNvSpPr/>
          <p:nvPr/>
        </p:nvSpPr>
        <p:spPr>
          <a:xfrm>
            <a:off x="7535333" y="7306733"/>
            <a:ext cx="135486" cy="169344"/>
          </a:xfrm>
          <a:custGeom>
            <a:rect b="b" l="l" r="r" t="t"/>
            <a:pathLst>
              <a:path extrusionOk="0" h="21600" w="21600">
                <a:moveTo>
                  <a:pt x="18424" y="21600"/>
                </a:moveTo>
                <a:lnTo>
                  <a:pt x="20329" y="21600"/>
                </a:lnTo>
                <a:lnTo>
                  <a:pt x="20965" y="20520"/>
                </a:lnTo>
                <a:lnTo>
                  <a:pt x="21600" y="19980"/>
                </a:lnTo>
                <a:lnTo>
                  <a:pt x="21600" y="1620"/>
                </a:lnTo>
                <a:lnTo>
                  <a:pt x="20965" y="540"/>
                </a:lnTo>
                <a:lnTo>
                  <a:pt x="20329" y="0"/>
                </a:lnTo>
                <a:lnTo>
                  <a:pt x="1271" y="0"/>
                </a:lnTo>
                <a:lnTo>
                  <a:pt x="635" y="540"/>
                </a:lnTo>
                <a:lnTo>
                  <a:pt x="0" y="1620"/>
                </a:lnTo>
                <a:lnTo>
                  <a:pt x="0" y="19980"/>
                </a:lnTo>
                <a:lnTo>
                  <a:pt x="635" y="20520"/>
                </a:lnTo>
                <a:lnTo>
                  <a:pt x="1271" y="21600"/>
                </a:lnTo>
                <a:lnTo>
                  <a:pt x="18424" y="21600"/>
                </a:lnTo>
                <a:close/>
                <a:moveTo>
                  <a:pt x="6353" y="5400"/>
                </a:moveTo>
                <a:lnTo>
                  <a:pt x="15247" y="5400"/>
                </a:lnTo>
                <a:lnTo>
                  <a:pt x="15247" y="16200"/>
                </a:lnTo>
                <a:lnTo>
                  <a:pt x="6353" y="16200"/>
                </a:lnTo>
                <a:lnTo>
                  <a:pt x="6353" y="54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50"/>
          <p:cNvSpPr/>
          <p:nvPr/>
        </p:nvSpPr>
        <p:spPr>
          <a:xfrm>
            <a:off x="7696200" y="7514168"/>
            <a:ext cx="71982" cy="7619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1137"/>
                </a:lnTo>
                <a:lnTo>
                  <a:pt x="3240" y="2274"/>
                </a:lnTo>
                <a:lnTo>
                  <a:pt x="1080" y="6821"/>
                </a:lnTo>
                <a:lnTo>
                  <a:pt x="0" y="10232"/>
                </a:lnTo>
                <a:lnTo>
                  <a:pt x="1080" y="14779"/>
                </a:lnTo>
                <a:lnTo>
                  <a:pt x="3240" y="19326"/>
                </a:lnTo>
                <a:lnTo>
                  <a:pt x="6480" y="20463"/>
                </a:lnTo>
                <a:lnTo>
                  <a:pt x="10800" y="21600"/>
                </a:lnTo>
                <a:lnTo>
                  <a:pt x="15120" y="20463"/>
                </a:lnTo>
                <a:lnTo>
                  <a:pt x="18360" y="19326"/>
                </a:lnTo>
                <a:lnTo>
                  <a:pt x="20520" y="14779"/>
                </a:lnTo>
                <a:lnTo>
                  <a:pt x="21600" y="10232"/>
                </a:lnTo>
                <a:lnTo>
                  <a:pt x="20520" y="6821"/>
                </a:lnTo>
                <a:lnTo>
                  <a:pt x="18360" y="2274"/>
                </a:lnTo>
                <a:lnTo>
                  <a:pt x="15120" y="1137"/>
                </a:lnTo>
                <a:lnTo>
                  <a:pt x="108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50"/>
          <p:cNvSpPr/>
          <p:nvPr/>
        </p:nvSpPr>
        <p:spPr>
          <a:xfrm>
            <a:off x="7548034" y="7243234"/>
            <a:ext cx="245538" cy="283608"/>
          </a:xfrm>
          <a:custGeom>
            <a:rect b="b" l="l" r="r" t="t"/>
            <a:pathLst>
              <a:path extrusionOk="0" h="21600" w="21600">
                <a:moveTo>
                  <a:pt x="14278" y="1565"/>
                </a:moveTo>
                <a:lnTo>
                  <a:pt x="12447" y="18783"/>
                </a:lnTo>
                <a:lnTo>
                  <a:pt x="0" y="18783"/>
                </a:lnTo>
                <a:lnTo>
                  <a:pt x="0" y="21600"/>
                </a:lnTo>
                <a:lnTo>
                  <a:pt x="11349" y="21600"/>
                </a:lnTo>
                <a:lnTo>
                  <a:pt x="11715" y="20661"/>
                </a:lnTo>
                <a:lnTo>
                  <a:pt x="12814" y="19409"/>
                </a:lnTo>
                <a:lnTo>
                  <a:pt x="14278" y="19096"/>
                </a:lnTo>
                <a:lnTo>
                  <a:pt x="16108" y="18783"/>
                </a:lnTo>
                <a:lnTo>
                  <a:pt x="17939" y="3130"/>
                </a:lnTo>
                <a:lnTo>
                  <a:pt x="21600" y="3130"/>
                </a:lnTo>
                <a:lnTo>
                  <a:pt x="21600" y="0"/>
                </a:lnTo>
                <a:lnTo>
                  <a:pt x="16108" y="0"/>
                </a:lnTo>
                <a:lnTo>
                  <a:pt x="14644" y="626"/>
                </a:lnTo>
                <a:lnTo>
                  <a:pt x="14278" y="156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50"/>
          <p:cNvSpPr/>
          <p:nvPr/>
        </p:nvSpPr>
        <p:spPr>
          <a:xfrm>
            <a:off x="4732866" y="4487333"/>
            <a:ext cx="232848" cy="127008"/>
          </a:xfrm>
          <a:custGeom>
            <a:rect b="b" l="l" r="r" t="t"/>
            <a:pathLst>
              <a:path extrusionOk="0" h="21600" w="21600">
                <a:moveTo>
                  <a:pt x="19769" y="0"/>
                </a:moveTo>
                <a:lnTo>
                  <a:pt x="732" y="0"/>
                </a:lnTo>
                <a:lnTo>
                  <a:pt x="0" y="1490"/>
                </a:lnTo>
                <a:lnTo>
                  <a:pt x="0" y="3724"/>
                </a:lnTo>
                <a:lnTo>
                  <a:pt x="732" y="11172"/>
                </a:lnTo>
                <a:lnTo>
                  <a:pt x="3295" y="16386"/>
                </a:lnTo>
                <a:lnTo>
                  <a:pt x="5125" y="17876"/>
                </a:lnTo>
                <a:lnTo>
                  <a:pt x="6590" y="20110"/>
                </a:lnTo>
                <a:lnTo>
                  <a:pt x="8420" y="21600"/>
                </a:lnTo>
                <a:lnTo>
                  <a:pt x="13180" y="21600"/>
                </a:lnTo>
                <a:lnTo>
                  <a:pt x="15010" y="20110"/>
                </a:lnTo>
                <a:lnTo>
                  <a:pt x="16841" y="17876"/>
                </a:lnTo>
                <a:lnTo>
                  <a:pt x="18671" y="16386"/>
                </a:lnTo>
                <a:lnTo>
                  <a:pt x="19769" y="13407"/>
                </a:lnTo>
                <a:lnTo>
                  <a:pt x="20868" y="11172"/>
                </a:lnTo>
                <a:lnTo>
                  <a:pt x="21600" y="3724"/>
                </a:lnTo>
                <a:lnTo>
                  <a:pt x="21600" y="1490"/>
                </a:lnTo>
                <a:lnTo>
                  <a:pt x="20868" y="0"/>
                </a:lnTo>
                <a:lnTo>
                  <a:pt x="19769" y="0"/>
                </a:lnTo>
                <a:close/>
                <a:moveTo>
                  <a:pt x="10983" y="14897"/>
                </a:moveTo>
                <a:lnTo>
                  <a:pt x="8420" y="13407"/>
                </a:lnTo>
                <a:lnTo>
                  <a:pt x="6590" y="12662"/>
                </a:lnTo>
                <a:lnTo>
                  <a:pt x="5492" y="9683"/>
                </a:lnTo>
                <a:lnTo>
                  <a:pt x="4027" y="7448"/>
                </a:lnTo>
                <a:lnTo>
                  <a:pt x="17573" y="7448"/>
                </a:lnTo>
                <a:lnTo>
                  <a:pt x="16108" y="9683"/>
                </a:lnTo>
                <a:lnTo>
                  <a:pt x="15010" y="12662"/>
                </a:lnTo>
                <a:lnTo>
                  <a:pt x="13180" y="13407"/>
                </a:lnTo>
                <a:lnTo>
                  <a:pt x="10983" y="1489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50"/>
          <p:cNvSpPr/>
          <p:nvPr/>
        </p:nvSpPr>
        <p:spPr>
          <a:xfrm>
            <a:off x="4643968" y="4267200"/>
            <a:ext cx="410616" cy="406404"/>
          </a:xfrm>
          <a:custGeom>
            <a:rect b="b" l="l" r="r" t="t"/>
            <a:pathLst>
              <a:path extrusionOk="0" h="21600" w="21600">
                <a:moveTo>
                  <a:pt x="10909" y="0"/>
                </a:moveTo>
                <a:lnTo>
                  <a:pt x="8727" y="220"/>
                </a:lnTo>
                <a:lnTo>
                  <a:pt x="6545" y="661"/>
                </a:lnTo>
                <a:lnTo>
                  <a:pt x="4800" y="1763"/>
                </a:lnTo>
                <a:lnTo>
                  <a:pt x="3273" y="3086"/>
                </a:lnTo>
                <a:lnTo>
                  <a:pt x="1964" y="4849"/>
                </a:lnTo>
                <a:lnTo>
                  <a:pt x="873" y="6392"/>
                </a:lnTo>
                <a:lnTo>
                  <a:pt x="218" y="8596"/>
                </a:lnTo>
                <a:lnTo>
                  <a:pt x="0" y="10800"/>
                </a:lnTo>
                <a:lnTo>
                  <a:pt x="218" y="13004"/>
                </a:lnTo>
                <a:lnTo>
                  <a:pt x="873" y="15208"/>
                </a:lnTo>
                <a:lnTo>
                  <a:pt x="1964" y="16751"/>
                </a:lnTo>
                <a:lnTo>
                  <a:pt x="3273" y="18294"/>
                </a:lnTo>
                <a:lnTo>
                  <a:pt x="4800" y="19837"/>
                </a:lnTo>
                <a:lnTo>
                  <a:pt x="6545" y="20939"/>
                </a:lnTo>
                <a:lnTo>
                  <a:pt x="8727" y="21380"/>
                </a:lnTo>
                <a:lnTo>
                  <a:pt x="10909" y="21600"/>
                </a:lnTo>
                <a:lnTo>
                  <a:pt x="12873" y="21380"/>
                </a:lnTo>
                <a:lnTo>
                  <a:pt x="15055" y="20939"/>
                </a:lnTo>
                <a:lnTo>
                  <a:pt x="16800" y="19837"/>
                </a:lnTo>
                <a:lnTo>
                  <a:pt x="18327" y="18294"/>
                </a:lnTo>
                <a:lnTo>
                  <a:pt x="19636" y="16751"/>
                </a:lnTo>
                <a:lnTo>
                  <a:pt x="20727" y="15208"/>
                </a:lnTo>
                <a:lnTo>
                  <a:pt x="21382" y="13004"/>
                </a:lnTo>
                <a:lnTo>
                  <a:pt x="21600" y="10800"/>
                </a:lnTo>
                <a:lnTo>
                  <a:pt x="21382" y="8596"/>
                </a:lnTo>
                <a:lnTo>
                  <a:pt x="20727" y="6392"/>
                </a:lnTo>
                <a:lnTo>
                  <a:pt x="19636" y="4849"/>
                </a:lnTo>
                <a:lnTo>
                  <a:pt x="18327" y="3086"/>
                </a:lnTo>
                <a:lnTo>
                  <a:pt x="16800" y="1763"/>
                </a:lnTo>
                <a:lnTo>
                  <a:pt x="15055" y="661"/>
                </a:lnTo>
                <a:lnTo>
                  <a:pt x="12873" y="220"/>
                </a:lnTo>
                <a:lnTo>
                  <a:pt x="10909" y="0"/>
                </a:lnTo>
                <a:close/>
                <a:moveTo>
                  <a:pt x="10909" y="19396"/>
                </a:moveTo>
                <a:lnTo>
                  <a:pt x="9164" y="19176"/>
                </a:lnTo>
                <a:lnTo>
                  <a:pt x="7636" y="18735"/>
                </a:lnTo>
                <a:lnTo>
                  <a:pt x="5891" y="18073"/>
                </a:lnTo>
                <a:lnTo>
                  <a:pt x="4582" y="16971"/>
                </a:lnTo>
                <a:lnTo>
                  <a:pt x="3491" y="15649"/>
                </a:lnTo>
                <a:lnTo>
                  <a:pt x="3055" y="14106"/>
                </a:lnTo>
                <a:lnTo>
                  <a:pt x="2400" y="12343"/>
                </a:lnTo>
                <a:lnTo>
                  <a:pt x="2182" y="10800"/>
                </a:lnTo>
                <a:lnTo>
                  <a:pt x="2400" y="9257"/>
                </a:lnTo>
                <a:lnTo>
                  <a:pt x="3055" y="7494"/>
                </a:lnTo>
                <a:lnTo>
                  <a:pt x="3491" y="5951"/>
                </a:lnTo>
                <a:lnTo>
                  <a:pt x="4582" y="4629"/>
                </a:lnTo>
                <a:lnTo>
                  <a:pt x="5891" y="3527"/>
                </a:lnTo>
                <a:lnTo>
                  <a:pt x="7636" y="2865"/>
                </a:lnTo>
                <a:lnTo>
                  <a:pt x="9164" y="2424"/>
                </a:lnTo>
                <a:lnTo>
                  <a:pt x="10909" y="1984"/>
                </a:lnTo>
                <a:lnTo>
                  <a:pt x="13964" y="2865"/>
                </a:lnTo>
                <a:lnTo>
                  <a:pt x="15709" y="3527"/>
                </a:lnTo>
                <a:lnTo>
                  <a:pt x="17018" y="4629"/>
                </a:lnTo>
                <a:lnTo>
                  <a:pt x="18109" y="5951"/>
                </a:lnTo>
                <a:lnTo>
                  <a:pt x="18545" y="7494"/>
                </a:lnTo>
                <a:lnTo>
                  <a:pt x="19200" y="9257"/>
                </a:lnTo>
                <a:lnTo>
                  <a:pt x="19418" y="10800"/>
                </a:lnTo>
                <a:lnTo>
                  <a:pt x="19200" y="12343"/>
                </a:lnTo>
                <a:lnTo>
                  <a:pt x="18545" y="14106"/>
                </a:lnTo>
                <a:lnTo>
                  <a:pt x="18109" y="15649"/>
                </a:lnTo>
                <a:lnTo>
                  <a:pt x="17018" y="16971"/>
                </a:lnTo>
                <a:lnTo>
                  <a:pt x="15709" y="18073"/>
                </a:lnTo>
                <a:lnTo>
                  <a:pt x="13964" y="18735"/>
                </a:lnTo>
                <a:lnTo>
                  <a:pt x="12436" y="19176"/>
                </a:lnTo>
                <a:lnTo>
                  <a:pt x="10909" y="1939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50"/>
          <p:cNvSpPr/>
          <p:nvPr/>
        </p:nvSpPr>
        <p:spPr>
          <a:xfrm>
            <a:off x="4766733" y="4364568"/>
            <a:ext cx="38100" cy="888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63" name="Google Shape;1563;p50"/>
          <p:cNvSpPr/>
          <p:nvPr/>
        </p:nvSpPr>
        <p:spPr>
          <a:xfrm>
            <a:off x="4893733" y="4364568"/>
            <a:ext cx="33900" cy="888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64" name="Google Shape;1564;p50"/>
          <p:cNvSpPr/>
          <p:nvPr/>
        </p:nvSpPr>
        <p:spPr>
          <a:xfrm>
            <a:off x="5731933" y="4389968"/>
            <a:ext cx="63504" cy="63504"/>
          </a:xfrm>
          <a:custGeom>
            <a:rect b="b" l="l" r="r" t="t"/>
            <a:pathLst>
              <a:path extrusionOk="0" h="21600" w="21600">
                <a:moveTo>
                  <a:pt x="11435" y="21600"/>
                </a:moveTo>
                <a:lnTo>
                  <a:pt x="19059" y="19059"/>
                </a:lnTo>
                <a:lnTo>
                  <a:pt x="20329" y="16518"/>
                </a:lnTo>
                <a:lnTo>
                  <a:pt x="21600" y="11435"/>
                </a:lnTo>
                <a:lnTo>
                  <a:pt x="20329" y="6353"/>
                </a:lnTo>
                <a:lnTo>
                  <a:pt x="19059" y="3812"/>
                </a:lnTo>
                <a:lnTo>
                  <a:pt x="15247" y="1271"/>
                </a:lnTo>
                <a:lnTo>
                  <a:pt x="11435" y="0"/>
                </a:lnTo>
                <a:lnTo>
                  <a:pt x="6353" y="1271"/>
                </a:lnTo>
                <a:lnTo>
                  <a:pt x="2541" y="3812"/>
                </a:lnTo>
                <a:lnTo>
                  <a:pt x="1271" y="6353"/>
                </a:lnTo>
                <a:lnTo>
                  <a:pt x="0" y="11435"/>
                </a:lnTo>
                <a:lnTo>
                  <a:pt x="1271" y="16518"/>
                </a:lnTo>
                <a:lnTo>
                  <a:pt x="2541" y="19059"/>
                </a:lnTo>
                <a:lnTo>
                  <a:pt x="6353" y="20329"/>
                </a:lnTo>
                <a:lnTo>
                  <a:pt x="11435" y="21600"/>
                </a:lnTo>
                <a:close/>
                <a:moveTo>
                  <a:pt x="11435" y="10165"/>
                </a:moveTo>
                <a:lnTo>
                  <a:pt x="12706" y="11435"/>
                </a:lnTo>
                <a:lnTo>
                  <a:pt x="12706" y="12706"/>
                </a:lnTo>
                <a:lnTo>
                  <a:pt x="8894" y="12706"/>
                </a:lnTo>
                <a:lnTo>
                  <a:pt x="8894" y="11435"/>
                </a:lnTo>
                <a:lnTo>
                  <a:pt x="11435" y="1016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50"/>
          <p:cNvSpPr/>
          <p:nvPr/>
        </p:nvSpPr>
        <p:spPr>
          <a:xfrm>
            <a:off x="5621866" y="4267200"/>
            <a:ext cx="406404" cy="406404"/>
          </a:xfrm>
          <a:custGeom>
            <a:rect b="b" l="l" r="r" t="t"/>
            <a:pathLst>
              <a:path extrusionOk="0" h="21600" w="21600">
                <a:moveTo>
                  <a:pt x="10691" y="0"/>
                </a:moveTo>
                <a:lnTo>
                  <a:pt x="8509" y="220"/>
                </a:lnTo>
                <a:lnTo>
                  <a:pt x="6545" y="661"/>
                </a:lnTo>
                <a:lnTo>
                  <a:pt x="4800" y="1763"/>
                </a:lnTo>
                <a:lnTo>
                  <a:pt x="3273" y="3086"/>
                </a:lnTo>
                <a:lnTo>
                  <a:pt x="1964" y="4849"/>
                </a:lnTo>
                <a:lnTo>
                  <a:pt x="873" y="6392"/>
                </a:lnTo>
                <a:lnTo>
                  <a:pt x="218" y="8596"/>
                </a:lnTo>
                <a:lnTo>
                  <a:pt x="0" y="10800"/>
                </a:lnTo>
                <a:lnTo>
                  <a:pt x="218" y="13004"/>
                </a:lnTo>
                <a:lnTo>
                  <a:pt x="873" y="15208"/>
                </a:lnTo>
                <a:lnTo>
                  <a:pt x="1964" y="16751"/>
                </a:lnTo>
                <a:lnTo>
                  <a:pt x="3273" y="18294"/>
                </a:lnTo>
                <a:lnTo>
                  <a:pt x="4800" y="19837"/>
                </a:lnTo>
                <a:lnTo>
                  <a:pt x="6545" y="20939"/>
                </a:lnTo>
                <a:lnTo>
                  <a:pt x="8509" y="21380"/>
                </a:lnTo>
                <a:lnTo>
                  <a:pt x="10691" y="21600"/>
                </a:lnTo>
                <a:lnTo>
                  <a:pt x="12873" y="21380"/>
                </a:lnTo>
                <a:lnTo>
                  <a:pt x="15055" y="20939"/>
                </a:lnTo>
                <a:lnTo>
                  <a:pt x="16582" y="19837"/>
                </a:lnTo>
                <a:lnTo>
                  <a:pt x="18327" y="18294"/>
                </a:lnTo>
                <a:lnTo>
                  <a:pt x="19636" y="16751"/>
                </a:lnTo>
                <a:lnTo>
                  <a:pt x="20727" y="15208"/>
                </a:lnTo>
                <a:lnTo>
                  <a:pt x="21600" y="10800"/>
                </a:lnTo>
                <a:lnTo>
                  <a:pt x="20727" y="6392"/>
                </a:lnTo>
                <a:lnTo>
                  <a:pt x="19636" y="4849"/>
                </a:lnTo>
                <a:lnTo>
                  <a:pt x="18327" y="3086"/>
                </a:lnTo>
                <a:lnTo>
                  <a:pt x="16582" y="1763"/>
                </a:lnTo>
                <a:lnTo>
                  <a:pt x="15055" y="661"/>
                </a:lnTo>
                <a:lnTo>
                  <a:pt x="12873" y="220"/>
                </a:lnTo>
                <a:lnTo>
                  <a:pt x="10691" y="0"/>
                </a:lnTo>
                <a:close/>
                <a:moveTo>
                  <a:pt x="10691" y="19396"/>
                </a:moveTo>
                <a:lnTo>
                  <a:pt x="9164" y="19176"/>
                </a:lnTo>
                <a:lnTo>
                  <a:pt x="7636" y="18735"/>
                </a:lnTo>
                <a:lnTo>
                  <a:pt x="5891" y="18073"/>
                </a:lnTo>
                <a:lnTo>
                  <a:pt x="4582" y="16971"/>
                </a:lnTo>
                <a:lnTo>
                  <a:pt x="3491" y="15649"/>
                </a:lnTo>
                <a:lnTo>
                  <a:pt x="3055" y="14106"/>
                </a:lnTo>
                <a:lnTo>
                  <a:pt x="2400" y="12343"/>
                </a:lnTo>
                <a:lnTo>
                  <a:pt x="2182" y="10800"/>
                </a:lnTo>
                <a:lnTo>
                  <a:pt x="2400" y="9257"/>
                </a:lnTo>
                <a:lnTo>
                  <a:pt x="3055" y="7494"/>
                </a:lnTo>
                <a:lnTo>
                  <a:pt x="3491" y="5951"/>
                </a:lnTo>
                <a:lnTo>
                  <a:pt x="4582" y="4629"/>
                </a:lnTo>
                <a:lnTo>
                  <a:pt x="5891" y="3527"/>
                </a:lnTo>
                <a:lnTo>
                  <a:pt x="7636" y="2865"/>
                </a:lnTo>
                <a:lnTo>
                  <a:pt x="10691" y="1984"/>
                </a:lnTo>
                <a:lnTo>
                  <a:pt x="12436" y="2424"/>
                </a:lnTo>
                <a:lnTo>
                  <a:pt x="13964" y="2865"/>
                </a:lnTo>
                <a:lnTo>
                  <a:pt x="15709" y="3527"/>
                </a:lnTo>
                <a:lnTo>
                  <a:pt x="17018" y="4629"/>
                </a:lnTo>
                <a:lnTo>
                  <a:pt x="18109" y="5951"/>
                </a:lnTo>
                <a:lnTo>
                  <a:pt x="18545" y="7494"/>
                </a:lnTo>
                <a:lnTo>
                  <a:pt x="19200" y="9257"/>
                </a:lnTo>
                <a:lnTo>
                  <a:pt x="19418" y="10800"/>
                </a:lnTo>
                <a:lnTo>
                  <a:pt x="19200" y="12343"/>
                </a:lnTo>
                <a:lnTo>
                  <a:pt x="18545" y="14106"/>
                </a:lnTo>
                <a:lnTo>
                  <a:pt x="18109" y="15649"/>
                </a:lnTo>
                <a:lnTo>
                  <a:pt x="17018" y="16971"/>
                </a:lnTo>
                <a:lnTo>
                  <a:pt x="15709" y="18073"/>
                </a:lnTo>
                <a:lnTo>
                  <a:pt x="13964" y="18735"/>
                </a:lnTo>
                <a:lnTo>
                  <a:pt x="12436" y="19176"/>
                </a:lnTo>
                <a:lnTo>
                  <a:pt x="10691" y="1939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50"/>
          <p:cNvSpPr/>
          <p:nvPr/>
        </p:nvSpPr>
        <p:spPr>
          <a:xfrm>
            <a:off x="5731933" y="4512733"/>
            <a:ext cx="186246" cy="76194"/>
          </a:xfrm>
          <a:custGeom>
            <a:rect b="b" l="l" r="r" t="t"/>
            <a:pathLst>
              <a:path extrusionOk="0" h="21600" w="21600">
                <a:moveTo>
                  <a:pt x="10570" y="10165"/>
                </a:moveTo>
                <a:lnTo>
                  <a:pt x="8272" y="10165"/>
                </a:lnTo>
                <a:lnTo>
                  <a:pt x="6894" y="6353"/>
                </a:lnTo>
                <a:lnTo>
                  <a:pt x="5055" y="3812"/>
                </a:lnTo>
                <a:lnTo>
                  <a:pt x="3217" y="0"/>
                </a:lnTo>
                <a:lnTo>
                  <a:pt x="0" y="6353"/>
                </a:lnTo>
                <a:lnTo>
                  <a:pt x="2298" y="12706"/>
                </a:lnTo>
                <a:lnTo>
                  <a:pt x="4596" y="17788"/>
                </a:lnTo>
                <a:lnTo>
                  <a:pt x="7353" y="20329"/>
                </a:lnTo>
                <a:lnTo>
                  <a:pt x="10570" y="21600"/>
                </a:lnTo>
                <a:lnTo>
                  <a:pt x="14247" y="20329"/>
                </a:lnTo>
                <a:lnTo>
                  <a:pt x="17004" y="17788"/>
                </a:lnTo>
                <a:lnTo>
                  <a:pt x="19302" y="12706"/>
                </a:lnTo>
                <a:lnTo>
                  <a:pt x="21600" y="6353"/>
                </a:lnTo>
                <a:lnTo>
                  <a:pt x="17923" y="0"/>
                </a:lnTo>
                <a:lnTo>
                  <a:pt x="16545" y="3812"/>
                </a:lnTo>
                <a:lnTo>
                  <a:pt x="14706" y="6353"/>
                </a:lnTo>
                <a:lnTo>
                  <a:pt x="12868" y="10165"/>
                </a:lnTo>
                <a:lnTo>
                  <a:pt x="10570" y="1016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50"/>
          <p:cNvSpPr/>
          <p:nvPr/>
        </p:nvSpPr>
        <p:spPr>
          <a:xfrm>
            <a:off x="5842000" y="4402666"/>
            <a:ext cx="88800" cy="507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68" name="Google Shape;1568;p50"/>
          <p:cNvSpPr/>
          <p:nvPr/>
        </p:nvSpPr>
        <p:spPr>
          <a:xfrm>
            <a:off x="9525000" y="4267200"/>
            <a:ext cx="406404" cy="406404"/>
          </a:xfrm>
          <a:custGeom>
            <a:rect b="b" l="l" r="r" t="t"/>
            <a:pathLst>
              <a:path extrusionOk="0" h="21600" w="21600">
                <a:moveTo>
                  <a:pt x="10909" y="0"/>
                </a:moveTo>
                <a:lnTo>
                  <a:pt x="8727" y="220"/>
                </a:lnTo>
                <a:lnTo>
                  <a:pt x="6545" y="661"/>
                </a:lnTo>
                <a:lnTo>
                  <a:pt x="4800" y="1763"/>
                </a:lnTo>
                <a:lnTo>
                  <a:pt x="3273" y="3086"/>
                </a:lnTo>
                <a:lnTo>
                  <a:pt x="1964" y="4849"/>
                </a:lnTo>
                <a:lnTo>
                  <a:pt x="873" y="6392"/>
                </a:lnTo>
                <a:lnTo>
                  <a:pt x="218" y="8596"/>
                </a:lnTo>
                <a:lnTo>
                  <a:pt x="0" y="10800"/>
                </a:lnTo>
                <a:lnTo>
                  <a:pt x="218" y="13004"/>
                </a:lnTo>
                <a:lnTo>
                  <a:pt x="873" y="15208"/>
                </a:lnTo>
                <a:lnTo>
                  <a:pt x="1964" y="16751"/>
                </a:lnTo>
                <a:lnTo>
                  <a:pt x="3273" y="18294"/>
                </a:lnTo>
                <a:lnTo>
                  <a:pt x="4800" y="19837"/>
                </a:lnTo>
                <a:lnTo>
                  <a:pt x="6545" y="20939"/>
                </a:lnTo>
                <a:lnTo>
                  <a:pt x="8727" y="21380"/>
                </a:lnTo>
                <a:lnTo>
                  <a:pt x="10909" y="21600"/>
                </a:lnTo>
                <a:lnTo>
                  <a:pt x="12873" y="21380"/>
                </a:lnTo>
                <a:lnTo>
                  <a:pt x="15055" y="20939"/>
                </a:lnTo>
                <a:lnTo>
                  <a:pt x="16800" y="19837"/>
                </a:lnTo>
                <a:lnTo>
                  <a:pt x="18327" y="18294"/>
                </a:lnTo>
                <a:lnTo>
                  <a:pt x="19636" y="16751"/>
                </a:lnTo>
                <a:lnTo>
                  <a:pt x="20727" y="15208"/>
                </a:lnTo>
                <a:lnTo>
                  <a:pt x="21382" y="13004"/>
                </a:lnTo>
                <a:lnTo>
                  <a:pt x="21600" y="10800"/>
                </a:lnTo>
                <a:lnTo>
                  <a:pt x="21382" y="8596"/>
                </a:lnTo>
                <a:lnTo>
                  <a:pt x="20727" y="6392"/>
                </a:lnTo>
                <a:lnTo>
                  <a:pt x="19636" y="4849"/>
                </a:lnTo>
                <a:lnTo>
                  <a:pt x="18327" y="3086"/>
                </a:lnTo>
                <a:lnTo>
                  <a:pt x="16800" y="1763"/>
                </a:lnTo>
                <a:lnTo>
                  <a:pt x="15055" y="661"/>
                </a:lnTo>
                <a:lnTo>
                  <a:pt x="12873" y="220"/>
                </a:lnTo>
                <a:lnTo>
                  <a:pt x="10909" y="0"/>
                </a:lnTo>
                <a:close/>
                <a:moveTo>
                  <a:pt x="10909" y="19396"/>
                </a:moveTo>
                <a:lnTo>
                  <a:pt x="9164" y="19176"/>
                </a:lnTo>
                <a:lnTo>
                  <a:pt x="7636" y="18735"/>
                </a:lnTo>
                <a:lnTo>
                  <a:pt x="5891" y="18073"/>
                </a:lnTo>
                <a:lnTo>
                  <a:pt x="4582" y="16971"/>
                </a:lnTo>
                <a:lnTo>
                  <a:pt x="3491" y="15649"/>
                </a:lnTo>
                <a:lnTo>
                  <a:pt x="3055" y="14106"/>
                </a:lnTo>
                <a:lnTo>
                  <a:pt x="2400" y="12343"/>
                </a:lnTo>
                <a:lnTo>
                  <a:pt x="2182" y="10800"/>
                </a:lnTo>
                <a:lnTo>
                  <a:pt x="2400" y="9257"/>
                </a:lnTo>
                <a:lnTo>
                  <a:pt x="3055" y="7494"/>
                </a:lnTo>
                <a:lnTo>
                  <a:pt x="3491" y="5951"/>
                </a:lnTo>
                <a:lnTo>
                  <a:pt x="4582" y="4629"/>
                </a:lnTo>
                <a:lnTo>
                  <a:pt x="5891" y="3527"/>
                </a:lnTo>
                <a:lnTo>
                  <a:pt x="7636" y="2865"/>
                </a:lnTo>
                <a:lnTo>
                  <a:pt x="9164" y="2424"/>
                </a:lnTo>
                <a:lnTo>
                  <a:pt x="10909" y="1984"/>
                </a:lnTo>
                <a:lnTo>
                  <a:pt x="13964" y="2865"/>
                </a:lnTo>
                <a:lnTo>
                  <a:pt x="15709" y="3527"/>
                </a:lnTo>
                <a:lnTo>
                  <a:pt x="17018" y="4629"/>
                </a:lnTo>
                <a:lnTo>
                  <a:pt x="18109" y="5951"/>
                </a:lnTo>
                <a:lnTo>
                  <a:pt x="18545" y="7494"/>
                </a:lnTo>
                <a:lnTo>
                  <a:pt x="19200" y="9257"/>
                </a:lnTo>
                <a:lnTo>
                  <a:pt x="19418" y="10800"/>
                </a:lnTo>
                <a:lnTo>
                  <a:pt x="19200" y="12343"/>
                </a:lnTo>
                <a:lnTo>
                  <a:pt x="18545" y="14106"/>
                </a:lnTo>
                <a:lnTo>
                  <a:pt x="18109" y="15649"/>
                </a:lnTo>
                <a:lnTo>
                  <a:pt x="17018" y="16971"/>
                </a:lnTo>
                <a:lnTo>
                  <a:pt x="15709" y="18073"/>
                </a:lnTo>
                <a:lnTo>
                  <a:pt x="13964" y="18735"/>
                </a:lnTo>
                <a:lnTo>
                  <a:pt x="12436" y="19176"/>
                </a:lnTo>
                <a:lnTo>
                  <a:pt x="10909" y="1939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50"/>
          <p:cNvSpPr/>
          <p:nvPr/>
        </p:nvSpPr>
        <p:spPr>
          <a:xfrm>
            <a:off x="9647767" y="4364568"/>
            <a:ext cx="33900" cy="63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70" name="Google Shape;1570;p50"/>
          <p:cNvSpPr/>
          <p:nvPr/>
        </p:nvSpPr>
        <p:spPr>
          <a:xfrm>
            <a:off x="9757834" y="4364568"/>
            <a:ext cx="50700" cy="63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71" name="Google Shape;1571;p50"/>
          <p:cNvSpPr/>
          <p:nvPr/>
        </p:nvSpPr>
        <p:spPr>
          <a:xfrm>
            <a:off x="9609666" y="4487333"/>
            <a:ext cx="232848" cy="88884"/>
          </a:xfrm>
          <a:custGeom>
            <a:rect b="b" l="l" r="r" t="t"/>
            <a:pathLst>
              <a:path extrusionOk="0" h="21600" w="21600">
                <a:moveTo>
                  <a:pt x="17053" y="0"/>
                </a:moveTo>
                <a:lnTo>
                  <a:pt x="10989" y="8836"/>
                </a:lnTo>
                <a:lnTo>
                  <a:pt x="4547" y="0"/>
                </a:lnTo>
                <a:lnTo>
                  <a:pt x="0" y="11782"/>
                </a:lnTo>
                <a:lnTo>
                  <a:pt x="3032" y="18655"/>
                </a:lnTo>
                <a:lnTo>
                  <a:pt x="5684" y="11782"/>
                </a:lnTo>
                <a:lnTo>
                  <a:pt x="10989" y="21600"/>
                </a:lnTo>
                <a:lnTo>
                  <a:pt x="15916" y="11782"/>
                </a:lnTo>
                <a:lnTo>
                  <a:pt x="18568" y="18655"/>
                </a:lnTo>
                <a:lnTo>
                  <a:pt x="21600" y="11782"/>
                </a:lnTo>
                <a:lnTo>
                  <a:pt x="17053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50"/>
          <p:cNvSpPr/>
          <p:nvPr/>
        </p:nvSpPr>
        <p:spPr>
          <a:xfrm>
            <a:off x="6595533" y="4267200"/>
            <a:ext cx="406404" cy="40640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596" y="220"/>
                </a:lnTo>
                <a:lnTo>
                  <a:pt x="6392" y="661"/>
                </a:lnTo>
                <a:lnTo>
                  <a:pt x="4849" y="1763"/>
                </a:lnTo>
                <a:lnTo>
                  <a:pt x="3306" y="3086"/>
                </a:lnTo>
                <a:lnTo>
                  <a:pt x="1763" y="4849"/>
                </a:lnTo>
                <a:lnTo>
                  <a:pt x="882" y="6392"/>
                </a:lnTo>
                <a:lnTo>
                  <a:pt x="220" y="8596"/>
                </a:lnTo>
                <a:lnTo>
                  <a:pt x="0" y="10800"/>
                </a:lnTo>
                <a:lnTo>
                  <a:pt x="220" y="13004"/>
                </a:lnTo>
                <a:lnTo>
                  <a:pt x="882" y="15208"/>
                </a:lnTo>
                <a:lnTo>
                  <a:pt x="1763" y="16751"/>
                </a:lnTo>
                <a:lnTo>
                  <a:pt x="4849" y="19837"/>
                </a:lnTo>
                <a:lnTo>
                  <a:pt x="6392" y="20939"/>
                </a:lnTo>
                <a:lnTo>
                  <a:pt x="8596" y="21380"/>
                </a:lnTo>
                <a:lnTo>
                  <a:pt x="10800" y="21600"/>
                </a:lnTo>
                <a:lnTo>
                  <a:pt x="13004" y="21380"/>
                </a:lnTo>
                <a:lnTo>
                  <a:pt x="15208" y="20939"/>
                </a:lnTo>
                <a:lnTo>
                  <a:pt x="16751" y="19837"/>
                </a:lnTo>
                <a:lnTo>
                  <a:pt x="18514" y="18294"/>
                </a:lnTo>
                <a:lnTo>
                  <a:pt x="19837" y="16751"/>
                </a:lnTo>
                <a:lnTo>
                  <a:pt x="20939" y="15208"/>
                </a:lnTo>
                <a:lnTo>
                  <a:pt x="21380" y="13004"/>
                </a:lnTo>
                <a:lnTo>
                  <a:pt x="21600" y="10800"/>
                </a:lnTo>
                <a:lnTo>
                  <a:pt x="21380" y="8596"/>
                </a:lnTo>
                <a:lnTo>
                  <a:pt x="20939" y="6392"/>
                </a:lnTo>
                <a:lnTo>
                  <a:pt x="19837" y="4849"/>
                </a:lnTo>
                <a:lnTo>
                  <a:pt x="18514" y="3086"/>
                </a:lnTo>
                <a:lnTo>
                  <a:pt x="16751" y="1763"/>
                </a:lnTo>
                <a:lnTo>
                  <a:pt x="15208" y="661"/>
                </a:lnTo>
                <a:lnTo>
                  <a:pt x="13004" y="220"/>
                </a:lnTo>
                <a:lnTo>
                  <a:pt x="10800" y="0"/>
                </a:lnTo>
                <a:close/>
                <a:moveTo>
                  <a:pt x="10800" y="19396"/>
                </a:moveTo>
                <a:lnTo>
                  <a:pt x="9257" y="19176"/>
                </a:lnTo>
                <a:lnTo>
                  <a:pt x="7494" y="18735"/>
                </a:lnTo>
                <a:lnTo>
                  <a:pt x="5951" y="18073"/>
                </a:lnTo>
                <a:lnTo>
                  <a:pt x="4629" y="16971"/>
                </a:lnTo>
                <a:lnTo>
                  <a:pt x="3527" y="15649"/>
                </a:lnTo>
                <a:lnTo>
                  <a:pt x="2865" y="14106"/>
                </a:lnTo>
                <a:lnTo>
                  <a:pt x="2424" y="12343"/>
                </a:lnTo>
                <a:lnTo>
                  <a:pt x="2204" y="10800"/>
                </a:lnTo>
                <a:lnTo>
                  <a:pt x="2424" y="9257"/>
                </a:lnTo>
                <a:lnTo>
                  <a:pt x="2865" y="7494"/>
                </a:lnTo>
                <a:lnTo>
                  <a:pt x="3527" y="5951"/>
                </a:lnTo>
                <a:lnTo>
                  <a:pt x="4629" y="4629"/>
                </a:lnTo>
                <a:lnTo>
                  <a:pt x="5951" y="3527"/>
                </a:lnTo>
                <a:lnTo>
                  <a:pt x="7494" y="2865"/>
                </a:lnTo>
                <a:lnTo>
                  <a:pt x="9257" y="2424"/>
                </a:lnTo>
                <a:lnTo>
                  <a:pt x="10800" y="1984"/>
                </a:lnTo>
                <a:lnTo>
                  <a:pt x="12563" y="2424"/>
                </a:lnTo>
                <a:lnTo>
                  <a:pt x="14106" y="2865"/>
                </a:lnTo>
                <a:lnTo>
                  <a:pt x="15649" y="3527"/>
                </a:lnTo>
                <a:lnTo>
                  <a:pt x="17192" y="4629"/>
                </a:lnTo>
                <a:lnTo>
                  <a:pt x="18073" y="5951"/>
                </a:lnTo>
                <a:lnTo>
                  <a:pt x="18735" y="7494"/>
                </a:lnTo>
                <a:lnTo>
                  <a:pt x="19176" y="9257"/>
                </a:lnTo>
                <a:lnTo>
                  <a:pt x="19616" y="10800"/>
                </a:lnTo>
                <a:lnTo>
                  <a:pt x="19176" y="12343"/>
                </a:lnTo>
                <a:lnTo>
                  <a:pt x="18735" y="14106"/>
                </a:lnTo>
                <a:lnTo>
                  <a:pt x="18073" y="15649"/>
                </a:lnTo>
                <a:lnTo>
                  <a:pt x="17192" y="16971"/>
                </a:lnTo>
                <a:lnTo>
                  <a:pt x="15649" y="18073"/>
                </a:lnTo>
                <a:lnTo>
                  <a:pt x="14106" y="18735"/>
                </a:lnTo>
                <a:lnTo>
                  <a:pt x="12563" y="19176"/>
                </a:lnTo>
                <a:lnTo>
                  <a:pt x="10800" y="1939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50"/>
          <p:cNvSpPr/>
          <p:nvPr/>
        </p:nvSpPr>
        <p:spPr>
          <a:xfrm>
            <a:off x="6718301" y="4525434"/>
            <a:ext cx="160800" cy="507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74" name="Google Shape;1574;p50"/>
          <p:cNvSpPr/>
          <p:nvPr/>
        </p:nvSpPr>
        <p:spPr>
          <a:xfrm>
            <a:off x="6718301" y="4389968"/>
            <a:ext cx="38100" cy="63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75" name="Google Shape;1575;p50"/>
          <p:cNvSpPr/>
          <p:nvPr/>
        </p:nvSpPr>
        <p:spPr>
          <a:xfrm>
            <a:off x="6845301" y="4389968"/>
            <a:ext cx="33900" cy="63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76" name="Google Shape;1576;p50"/>
          <p:cNvSpPr/>
          <p:nvPr/>
        </p:nvSpPr>
        <p:spPr>
          <a:xfrm>
            <a:off x="8758767" y="4364568"/>
            <a:ext cx="84672" cy="148176"/>
          </a:xfrm>
          <a:custGeom>
            <a:rect b="b" l="l" r="r" t="t"/>
            <a:pathLst>
              <a:path extrusionOk="0" h="21600" w="21600">
                <a:moveTo>
                  <a:pt x="14400" y="0"/>
                </a:moveTo>
                <a:lnTo>
                  <a:pt x="8229" y="0"/>
                </a:lnTo>
                <a:lnTo>
                  <a:pt x="8229" y="2469"/>
                </a:lnTo>
                <a:lnTo>
                  <a:pt x="5143" y="3086"/>
                </a:lnTo>
                <a:lnTo>
                  <a:pt x="3086" y="3703"/>
                </a:lnTo>
                <a:lnTo>
                  <a:pt x="2057" y="5554"/>
                </a:lnTo>
                <a:lnTo>
                  <a:pt x="0" y="8023"/>
                </a:lnTo>
                <a:lnTo>
                  <a:pt x="2057" y="9874"/>
                </a:lnTo>
                <a:lnTo>
                  <a:pt x="3086" y="11726"/>
                </a:lnTo>
                <a:lnTo>
                  <a:pt x="5143" y="12343"/>
                </a:lnTo>
                <a:lnTo>
                  <a:pt x="9257" y="12960"/>
                </a:lnTo>
                <a:lnTo>
                  <a:pt x="14400" y="12960"/>
                </a:lnTo>
                <a:lnTo>
                  <a:pt x="14400" y="14811"/>
                </a:lnTo>
                <a:lnTo>
                  <a:pt x="13371" y="15429"/>
                </a:lnTo>
                <a:lnTo>
                  <a:pt x="0" y="15429"/>
                </a:lnTo>
                <a:lnTo>
                  <a:pt x="0" y="19131"/>
                </a:lnTo>
                <a:lnTo>
                  <a:pt x="8229" y="19131"/>
                </a:lnTo>
                <a:lnTo>
                  <a:pt x="8229" y="21600"/>
                </a:lnTo>
                <a:lnTo>
                  <a:pt x="14400" y="21600"/>
                </a:lnTo>
                <a:lnTo>
                  <a:pt x="14400" y="19131"/>
                </a:lnTo>
                <a:lnTo>
                  <a:pt x="18514" y="18514"/>
                </a:lnTo>
                <a:lnTo>
                  <a:pt x="19543" y="17897"/>
                </a:lnTo>
                <a:lnTo>
                  <a:pt x="21600" y="16046"/>
                </a:lnTo>
                <a:lnTo>
                  <a:pt x="21600" y="13577"/>
                </a:lnTo>
                <a:lnTo>
                  <a:pt x="19543" y="9874"/>
                </a:lnTo>
                <a:lnTo>
                  <a:pt x="13371" y="8640"/>
                </a:lnTo>
                <a:lnTo>
                  <a:pt x="8229" y="8640"/>
                </a:lnTo>
                <a:lnTo>
                  <a:pt x="8229" y="6789"/>
                </a:lnTo>
                <a:lnTo>
                  <a:pt x="9257" y="6171"/>
                </a:lnTo>
                <a:lnTo>
                  <a:pt x="21600" y="6171"/>
                </a:lnTo>
                <a:lnTo>
                  <a:pt x="21600" y="2469"/>
                </a:lnTo>
                <a:lnTo>
                  <a:pt x="14400" y="2469"/>
                </a:lnTo>
                <a:lnTo>
                  <a:pt x="144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50"/>
          <p:cNvSpPr/>
          <p:nvPr/>
        </p:nvSpPr>
        <p:spPr>
          <a:xfrm>
            <a:off x="8644466" y="4364568"/>
            <a:ext cx="88884" cy="148176"/>
          </a:xfrm>
          <a:custGeom>
            <a:rect b="b" l="l" r="r" t="t"/>
            <a:pathLst>
              <a:path extrusionOk="0" h="21600" w="21600">
                <a:moveTo>
                  <a:pt x="21600" y="13577"/>
                </a:moveTo>
                <a:lnTo>
                  <a:pt x="19543" y="9874"/>
                </a:lnTo>
                <a:lnTo>
                  <a:pt x="16457" y="9257"/>
                </a:lnTo>
                <a:lnTo>
                  <a:pt x="12343" y="8640"/>
                </a:lnTo>
                <a:lnTo>
                  <a:pt x="7200" y="8640"/>
                </a:lnTo>
                <a:lnTo>
                  <a:pt x="7200" y="6789"/>
                </a:lnTo>
                <a:lnTo>
                  <a:pt x="9257" y="6171"/>
                </a:lnTo>
                <a:lnTo>
                  <a:pt x="21600" y="6171"/>
                </a:lnTo>
                <a:lnTo>
                  <a:pt x="21600" y="2469"/>
                </a:lnTo>
                <a:lnTo>
                  <a:pt x="14400" y="2469"/>
                </a:lnTo>
                <a:lnTo>
                  <a:pt x="14400" y="0"/>
                </a:lnTo>
                <a:lnTo>
                  <a:pt x="7200" y="0"/>
                </a:lnTo>
                <a:lnTo>
                  <a:pt x="7200" y="2469"/>
                </a:lnTo>
                <a:lnTo>
                  <a:pt x="4114" y="3086"/>
                </a:lnTo>
                <a:lnTo>
                  <a:pt x="0" y="5554"/>
                </a:lnTo>
                <a:lnTo>
                  <a:pt x="0" y="8023"/>
                </a:lnTo>
                <a:lnTo>
                  <a:pt x="1029" y="9874"/>
                </a:lnTo>
                <a:lnTo>
                  <a:pt x="3086" y="11726"/>
                </a:lnTo>
                <a:lnTo>
                  <a:pt x="5143" y="12343"/>
                </a:lnTo>
                <a:lnTo>
                  <a:pt x="9257" y="12960"/>
                </a:lnTo>
                <a:lnTo>
                  <a:pt x="14400" y="12960"/>
                </a:lnTo>
                <a:lnTo>
                  <a:pt x="14400" y="14811"/>
                </a:lnTo>
                <a:lnTo>
                  <a:pt x="12343" y="15429"/>
                </a:lnTo>
                <a:lnTo>
                  <a:pt x="0" y="15429"/>
                </a:lnTo>
                <a:lnTo>
                  <a:pt x="0" y="19131"/>
                </a:lnTo>
                <a:lnTo>
                  <a:pt x="7200" y="19131"/>
                </a:lnTo>
                <a:lnTo>
                  <a:pt x="7200" y="21600"/>
                </a:lnTo>
                <a:lnTo>
                  <a:pt x="14400" y="21600"/>
                </a:lnTo>
                <a:lnTo>
                  <a:pt x="14400" y="19131"/>
                </a:lnTo>
                <a:lnTo>
                  <a:pt x="16457" y="18514"/>
                </a:lnTo>
                <a:lnTo>
                  <a:pt x="19543" y="17897"/>
                </a:lnTo>
                <a:lnTo>
                  <a:pt x="20571" y="16046"/>
                </a:lnTo>
                <a:lnTo>
                  <a:pt x="21600" y="1357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50"/>
          <p:cNvSpPr/>
          <p:nvPr/>
        </p:nvSpPr>
        <p:spPr>
          <a:xfrm>
            <a:off x="8547101" y="4267200"/>
            <a:ext cx="406404" cy="406404"/>
          </a:xfrm>
          <a:custGeom>
            <a:rect b="b" l="l" r="r" t="t"/>
            <a:pathLst>
              <a:path extrusionOk="0" h="21600" w="21600">
                <a:moveTo>
                  <a:pt x="10909" y="0"/>
                </a:moveTo>
                <a:lnTo>
                  <a:pt x="8727" y="220"/>
                </a:lnTo>
                <a:lnTo>
                  <a:pt x="6545" y="661"/>
                </a:lnTo>
                <a:lnTo>
                  <a:pt x="5018" y="1763"/>
                </a:lnTo>
                <a:lnTo>
                  <a:pt x="3273" y="3086"/>
                </a:lnTo>
                <a:lnTo>
                  <a:pt x="1964" y="4849"/>
                </a:lnTo>
                <a:lnTo>
                  <a:pt x="873" y="6392"/>
                </a:lnTo>
                <a:lnTo>
                  <a:pt x="0" y="10800"/>
                </a:lnTo>
                <a:lnTo>
                  <a:pt x="873" y="15208"/>
                </a:lnTo>
                <a:lnTo>
                  <a:pt x="1964" y="16751"/>
                </a:lnTo>
                <a:lnTo>
                  <a:pt x="3273" y="18294"/>
                </a:lnTo>
                <a:lnTo>
                  <a:pt x="5018" y="19837"/>
                </a:lnTo>
                <a:lnTo>
                  <a:pt x="6545" y="20939"/>
                </a:lnTo>
                <a:lnTo>
                  <a:pt x="8727" y="21380"/>
                </a:lnTo>
                <a:lnTo>
                  <a:pt x="10909" y="21600"/>
                </a:lnTo>
                <a:lnTo>
                  <a:pt x="13091" y="21380"/>
                </a:lnTo>
                <a:lnTo>
                  <a:pt x="15055" y="20939"/>
                </a:lnTo>
                <a:lnTo>
                  <a:pt x="16800" y="19837"/>
                </a:lnTo>
                <a:lnTo>
                  <a:pt x="18327" y="18294"/>
                </a:lnTo>
                <a:lnTo>
                  <a:pt x="19636" y="16751"/>
                </a:lnTo>
                <a:lnTo>
                  <a:pt x="20727" y="15208"/>
                </a:lnTo>
                <a:lnTo>
                  <a:pt x="21382" y="13004"/>
                </a:lnTo>
                <a:lnTo>
                  <a:pt x="21600" y="10800"/>
                </a:lnTo>
                <a:lnTo>
                  <a:pt x="21382" y="8596"/>
                </a:lnTo>
                <a:lnTo>
                  <a:pt x="20727" y="6392"/>
                </a:lnTo>
                <a:lnTo>
                  <a:pt x="19636" y="4849"/>
                </a:lnTo>
                <a:lnTo>
                  <a:pt x="18327" y="3086"/>
                </a:lnTo>
                <a:lnTo>
                  <a:pt x="16800" y="1763"/>
                </a:lnTo>
                <a:lnTo>
                  <a:pt x="15055" y="661"/>
                </a:lnTo>
                <a:lnTo>
                  <a:pt x="13091" y="220"/>
                </a:lnTo>
                <a:lnTo>
                  <a:pt x="10909" y="0"/>
                </a:lnTo>
                <a:close/>
                <a:moveTo>
                  <a:pt x="10909" y="19396"/>
                </a:moveTo>
                <a:lnTo>
                  <a:pt x="9164" y="19176"/>
                </a:lnTo>
                <a:lnTo>
                  <a:pt x="7636" y="18735"/>
                </a:lnTo>
                <a:lnTo>
                  <a:pt x="6109" y="18073"/>
                </a:lnTo>
                <a:lnTo>
                  <a:pt x="4582" y="16971"/>
                </a:lnTo>
                <a:lnTo>
                  <a:pt x="3491" y="15649"/>
                </a:lnTo>
                <a:lnTo>
                  <a:pt x="3055" y="14106"/>
                </a:lnTo>
                <a:lnTo>
                  <a:pt x="2618" y="12343"/>
                </a:lnTo>
                <a:lnTo>
                  <a:pt x="2182" y="10800"/>
                </a:lnTo>
                <a:lnTo>
                  <a:pt x="2618" y="9257"/>
                </a:lnTo>
                <a:lnTo>
                  <a:pt x="3055" y="7494"/>
                </a:lnTo>
                <a:lnTo>
                  <a:pt x="3491" y="5951"/>
                </a:lnTo>
                <a:lnTo>
                  <a:pt x="4582" y="4629"/>
                </a:lnTo>
                <a:lnTo>
                  <a:pt x="6109" y="3527"/>
                </a:lnTo>
                <a:lnTo>
                  <a:pt x="7636" y="2865"/>
                </a:lnTo>
                <a:lnTo>
                  <a:pt x="9164" y="2424"/>
                </a:lnTo>
                <a:lnTo>
                  <a:pt x="10909" y="1984"/>
                </a:lnTo>
                <a:lnTo>
                  <a:pt x="12436" y="2424"/>
                </a:lnTo>
                <a:lnTo>
                  <a:pt x="14182" y="2865"/>
                </a:lnTo>
                <a:lnTo>
                  <a:pt x="15709" y="3527"/>
                </a:lnTo>
                <a:lnTo>
                  <a:pt x="17018" y="4629"/>
                </a:lnTo>
                <a:lnTo>
                  <a:pt x="18109" y="5951"/>
                </a:lnTo>
                <a:lnTo>
                  <a:pt x="18545" y="7494"/>
                </a:lnTo>
                <a:lnTo>
                  <a:pt x="19200" y="9257"/>
                </a:lnTo>
                <a:lnTo>
                  <a:pt x="19418" y="10800"/>
                </a:lnTo>
                <a:lnTo>
                  <a:pt x="19200" y="12343"/>
                </a:lnTo>
                <a:lnTo>
                  <a:pt x="18545" y="14106"/>
                </a:lnTo>
                <a:lnTo>
                  <a:pt x="18109" y="15649"/>
                </a:lnTo>
                <a:lnTo>
                  <a:pt x="17018" y="16971"/>
                </a:lnTo>
                <a:lnTo>
                  <a:pt x="15709" y="18073"/>
                </a:lnTo>
                <a:lnTo>
                  <a:pt x="14182" y="18735"/>
                </a:lnTo>
                <a:lnTo>
                  <a:pt x="12436" y="19176"/>
                </a:lnTo>
                <a:lnTo>
                  <a:pt x="10909" y="1939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50"/>
          <p:cNvSpPr/>
          <p:nvPr/>
        </p:nvSpPr>
        <p:spPr>
          <a:xfrm>
            <a:off x="8707967" y="4525434"/>
            <a:ext cx="84600" cy="507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80" name="Google Shape;1580;p50"/>
          <p:cNvSpPr/>
          <p:nvPr/>
        </p:nvSpPr>
        <p:spPr>
          <a:xfrm>
            <a:off x="7573434" y="4267200"/>
            <a:ext cx="406404" cy="40640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596" y="220"/>
                </a:lnTo>
                <a:lnTo>
                  <a:pt x="6392" y="661"/>
                </a:lnTo>
                <a:lnTo>
                  <a:pt x="4849" y="1763"/>
                </a:lnTo>
                <a:lnTo>
                  <a:pt x="3086" y="3086"/>
                </a:lnTo>
                <a:lnTo>
                  <a:pt x="1763" y="4849"/>
                </a:lnTo>
                <a:lnTo>
                  <a:pt x="661" y="6392"/>
                </a:lnTo>
                <a:lnTo>
                  <a:pt x="220" y="8596"/>
                </a:lnTo>
                <a:lnTo>
                  <a:pt x="0" y="10800"/>
                </a:lnTo>
                <a:lnTo>
                  <a:pt x="220" y="13004"/>
                </a:lnTo>
                <a:lnTo>
                  <a:pt x="661" y="15208"/>
                </a:lnTo>
                <a:lnTo>
                  <a:pt x="1763" y="16751"/>
                </a:lnTo>
                <a:lnTo>
                  <a:pt x="3086" y="18294"/>
                </a:lnTo>
                <a:lnTo>
                  <a:pt x="4849" y="19837"/>
                </a:lnTo>
                <a:lnTo>
                  <a:pt x="6392" y="20939"/>
                </a:lnTo>
                <a:lnTo>
                  <a:pt x="8596" y="21380"/>
                </a:lnTo>
                <a:lnTo>
                  <a:pt x="10800" y="21600"/>
                </a:lnTo>
                <a:lnTo>
                  <a:pt x="13004" y="21380"/>
                </a:lnTo>
                <a:lnTo>
                  <a:pt x="15208" y="20939"/>
                </a:lnTo>
                <a:lnTo>
                  <a:pt x="16751" y="19837"/>
                </a:lnTo>
                <a:lnTo>
                  <a:pt x="19837" y="16751"/>
                </a:lnTo>
                <a:lnTo>
                  <a:pt x="20939" y="15208"/>
                </a:lnTo>
                <a:lnTo>
                  <a:pt x="21380" y="13004"/>
                </a:lnTo>
                <a:lnTo>
                  <a:pt x="21600" y="10800"/>
                </a:lnTo>
                <a:lnTo>
                  <a:pt x="21380" y="8596"/>
                </a:lnTo>
                <a:lnTo>
                  <a:pt x="20939" y="6392"/>
                </a:lnTo>
                <a:lnTo>
                  <a:pt x="19837" y="4849"/>
                </a:lnTo>
                <a:lnTo>
                  <a:pt x="18294" y="3086"/>
                </a:lnTo>
                <a:lnTo>
                  <a:pt x="16751" y="1763"/>
                </a:lnTo>
                <a:lnTo>
                  <a:pt x="15208" y="661"/>
                </a:lnTo>
                <a:lnTo>
                  <a:pt x="13004" y="220"/>
                </a:lnTo>
                <a:lnTo>
                  <a:pt x="10800" y="0"/>
                </a:lnTo>
                <a:close/>
                <a:moveTo>
                  <a:pt x="17412" y="14106"/>
                </a:moveTo>
                <a:lnTo>
                  <a:pt x="16751" y="14106"/>
                </a:lnTo>
                <a:lnTo>
                  <a:pt x="16531" y="13665"/>
                </a:lnTo>
                <a:lnTo>
                  <a:pt x="16310" y="13445"/>
                </a:lnTo>
                <a:lnTo>
                  <a:pt x="16310" y="12343"/>
                </a:lnTo>
                <a:lnTo>
                  <a:pt x="16751" y="11902"/>
                </a:lnTo>
                <a:lnTo>
                  <a:pt x="17853" y="11902"/>
                </a:lnTo>
                <a:lnTo>
                  <a:pt x="18294" y="12343"/>
                </a:lnTo>
                <a:lnTo>
                  <a:pt x="18294" y="13445"/>
                </a:lnTo>
                <a:lnTo>
                  <a:pt x="18073" y="13665"/>
                </a:lnTo>
                <a:lnTo>
                  <a:pt x="17853" y="14106"/>
                </a:lnTo>
                <a:lnTo>
                  <a:pt x="17412" y="14106"/>
                </a:lnTo>
                <a:close/>
                <a:moveTo>
                  <a:pt x="3086" y="13004"/>
                </a:moveTo>
                <a:lnTo>
                  <a:pt x="3086" y="12343"/>
                </a:lnTo>
                <a:lnTo>
                  <a:pt x="3527" y="12122"/>
                </a:lnTo>
                <a:lnTo>
                  <a:pt x="3747" y="11902"/>
                </a:lnTo>
                <a:lnTo>
                  <a:pt x="4849" y="11902"/>
                </a:lnTo>
                <a:lnTo>
                  <a:pt x="5290" y="12343"/>
                </a:lnTo>
                <a:lnTo>
                  <a:pt x="5290" y="13445"/>
                </a:lnTo>
                <a:lnTo>
                  <a:pt x="5069" y="13665"/>
                </a:lnTo>
                <a:lnTo>
                  <a:pt x="4849" y="14106"/>
                </a:lnTo>
                <a:lnTo>
                  <a:pt x="3747" y="14106"/>
                </a:lnTo>
                <a:lnTo>
                  <a:pt x="3527" y="13665"/>
                </a:lnTo>
                <a:lnTo>
                  <a:pt x="3086" y="13445"/>
                </a:lnTo>
                <a:lnTo>
                  <a:pt x="3086" y="13004"/>
                </a:lnTo>
                <a:close/>
                <a:moveTo>
                  <a:pt x="10800" y="19396"/>
                </a:moveTo>
                <a:lnTo>
                  <a:pt x="8816" y="19176"/>
                </a:lnTo>
                <a:lnTo>
                  <a:pt x="7053" y="18735"/>
                </a:lnTo>
                <a:lnTo>
                  <a:pt x="5290" y="17633"/>
                </a:lnTo>
                <a:lnTo>
                  <a:pt x="3967" y="16310"/>
                </a:lnTo>
                <a:lnTo>
                  <a:pt x="4188" y="16310"/>
                </a:lnTo>
                <a:lnTo>
                  <a:pt x="5731" y="15869"/>
                </a:lnTo>
                <a:lnTo>
                  <a:pt x="7273" y="14327"/>
                </a:lnTo>
                <a:lnTo>
                  <a:pt x="7494" y="13004"/>
                </a:lnTo>
                <a:lnTo>
                  <a:pt x="7273" y="11682"/>
                </a:lnTo>
                <a:lnTo>
                  <a:pt x="6392" y="10800"/>
                </a:lnTo>
                <a:lnTo>
                  <a:pt x="5731" y="9918"/>
                </a:lnTo>
                <a:lnTo>
                  <a:pt x="4188" y="9698"/>
                </a:lnTo>
                <a:lnTo>
                  <a:pt x="3086" y="9918"/>
                </a:lnTo>
                <a:lnTo>
                  <a:pt x="1984" y="10580"/>
                </a:lnTo>
                <a:lnTo>
                  <a:pt x="2424" y="8816"/>
                </a:lnTo>
                <a:lnTo>
                  <a:pt x="2865" y="7273"/>
                </a:lnTo>
                <a:lnTo>
                  <a:pt x="3747" y="5951"/>
                </a:lnTo>
                <a:lnTo>
                  <a:pt x="4849" y="4629"/>
                </a:lnTo>
                <a:lnTo>
                  <a:pt x="5951" y="3527"/>
                </a:lnTo>
                <a:lnTo>
                  <a:pt x="7494" y="2645"/>
                </a:lnTo>
                <a:lnTo>
                  <a:pt x="9257" y="2424"/>
                </a:lnTo>
                <a:lnTo>
                  <a:pt x="10800" y="1984"/>
                </a:lnTo>
                <a:lnTo>
                  <a:pt x="12343" y="2424"/>
                </a:lnTo>
                <a:lnTo>
                  <a:pt x="14106" y="2645"/>
                </a:lnTo>
                <a:lnTo>
                  <a:pt x="15649" y="3527"/>
                </a:lnTo>
                <a:lnTo>
                  <a:pt x="16751" y="4629"/>
                </a:lnTo>
                <a:lnTo>
                  <a:pt x="17853" y="5951"/>
                </a:lnTo>
                <a:lnTo>
                  <a:pt x="18735" y="7273"/>
                </a:lnTo>
                <a:lnTo>
                  <a:pt x="19176" y="8816"/>
                </a:lnTo>
                <a:lnTo>
                  <a:pt x="19396" y="10580"/>
                </a:lnTo>
                <a:lnTo>
                  <a:pt x="18294" y="9918"/>
                </a:lnTo>
                <a:lnTo>
                  <a:pt x="17412" y="9698"/>
                </a:lnTo>
                <a:lnTo>
                  <a:pt x="15869" y="9918"/>
                </a:lnTo>
                <a:lnTo>
                  <a:pt x="15208" y="10800"/>
                </a:lnTo>
                <a:lnTo>
                  <a:pt x="14327" y="11682"/>
                </a:lnTo>
                <a:lnTo>
                  <a:pt x="14106" y="13004"/>
                </a:lnTo>
                <a:lnTo>
                  <a:pt x="14327" y="14327"/>
                </a:lnTo>
                <a:lnTo>
                  <a:pt x="15869" y="15869"/>
                </a:lnTo>
                <a:lnTo>
                  <a:pt x="17412" y="16310"/>
                </a:lnTo>
                <a:lnTo>
                  <a:pt x="17633" y="16310"/>
                </a:lnTo>
                <a:lnTo>
                  <a:pt x="16310" y="17633"/>
                </a:lnTo>
                <a:lnTo>
                  <a:pt x="14547" y="18735"/>
                </a:lnTo>
                <a:lnTo>
                  <a:pt x="12784" y="19176"/>
                </a:lnTo>
                <a:lnTo>
                  <a:pt x="10800" y="1939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50"/>
          <p:cNvSpPr/>
          <p:nvPr/>
        </p:nvSpPr>
        <p:spPr>
          <a:xfrm>
            <a:off x="7670800" y="4389968"/>
            <a:ext cx="846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82" name="Google Shape;1582;p50"/>
          <p:cNvSpPr/>
          <p:nvPr/>
        </p:nvSpPr>
        <p:spPr>
          <a:xfrm>
            <a:off x="7793567" y="4389968"/>
            <a:ext cx="888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83" name="Google Shape;1583;p50"/>
          <p:cNvSpPr/>
          <p:nvPr/>
        </p:nvSpPr>
        <p:spPr>
          <a:xfrm>
            <a:off x="7734301" y="4550834"/>
            <a:ext cx="846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grpSp>
        <p:nvGrpSpPr>
          <p:cNvPr id="1584" name="Google Shape;1584;p50"/>
          <p:cNvGrpSpPr/>
          <p:nvPr/>
        </p:nvGrpSpPr>
        <p:grpSpPr>
          <a:xfrm>
            <a:off x="1706033" y="1329265"/>
            <a:ext cx="444490" cy="444563"/>
            <a:chOff x="-1" y="-1"/>
            <a:chExt cx="444490" cy="444563"/>
          </a:xfrm>
        </p:grpSpPr>
        <p:sp>
          <p:nvSpPr>
            <p:cNvPr id="1585" name="Google Shape;1585;p50"/>
            <p:cNvSpPr/>
            <p:nvPr/>
          </p:nvSpPr>
          <p:spPr>
            <a:xfrm>
              <a:off x="123470" y="160509"/>
              <a:ext cx="197532" cy="123498"/>
            </a:xfrm>
            <a:custGeom>
              <a:rect b="b" l="l" r="r" t="t"/>
              <a:pathLst>
                <a:path extrusionOk="0" h="21600" w="21600">
                  <a:moveTo>
                    <a:pt x="3967" y="1008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3224" y="0"/>
                  </a:lnTo>
                  <a:lnTo>
                    <a:pt x="7053" y="16560"/>
                  </a:lnTo>
                  <a:lnTo>
                    <a:pt x="3967" y="1008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6" name="Google Shape;1586;p50"/>
            <p:cNvSpPr/>
            <p:nvPr/>
          </p:nvSpPr>
          <p:spPr>
            <a:xfrm>
              <a:off x="61737" y="135815"/>
              <a:ext cx="382752" cy="222264"/>
            </a:xfrm>
            <a:custGeom>
              <a:rect b="b" l="l" r="r" t="t"/>
              <a:pathLst>
                <a:path extrusionOk="0" h="21600" w="21600">
                  <a:moveTo>
                    <a:pt x="2323" y="18000"/>
                  </a:moveTo>
                  <a:lnTo>
                    <a:pt x="2323" y="0"/>
                  </a:lnTo>
                  <a:lnTo>
                    <a:pt x="0" y="0"/>
                  </a:lnTo>
                  <a:lnTo>
                    <a:pt x="0" y="18000"/>
                  </a:lnTo>
                  <a:lnTo>
                    <a:pt x="232" y="19200"/>
                  </a:lnTo>
                  <a:lnTo>
                    <a:pt x="465" y="20800"/>
                  </a:lnTo>
                  <a:lnTo>
                    <a:pt x="2323" y="21600"/>
                  </a:lnTo>
                  <a:lnTo>
                    <a:pt x="21600" y="21600"/>
                  </a:lnTo>
                  <a:lnTo>
                    <a:pt x="21600" y="18000"/>
                  </a:lnTo>
                  <a:lnTo>
                    <a:pt x="2323" y="1800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7" name="Google Shape;1587;p50"/>
            <p:cNvSpPr/>
            <p:nvPr/>
          </p:nvSpPr>
          <p:spPr>
            <a:xfrm>
              <a:off x="-1" y="74083"/>
              <a:ext cx="382752" cy="222264"/>
            </a:xfrm>
            <a:custGeom>
              <a:rect b="b" l="l" r="r" t="t"/>
              <a:pathLst>
                <a:path extrusionOk="0" h="21600" w="21600">
                  <a:moveTo>
                    <a:pt x="19302" y="21600"/>
                  </a:moveTo>
                  <a:lnTo>
                    <a:pt x="21600" y="21600"/>
                  </a:lnTo>
                  <a:lnTo>
                    <a:pt x="21600" y="3927"/>
                  </a:lnTo>
                  <a:lnTo>
                    <a:pt x="21140" y="2749"/>
                  </a:lnTo>
                  <a:lnTo>
                    <a:pt x="20911" y="1178"/>
                  </a:lnTo>
                  <a:lnTo>
                    <a:pt x="19991" y="785"/>
                  </a:lnTo>
                  <a:lnTo>
                    <a:pt x="19302" y="0"/>
                  </a:lnTo>
                  <a:lnTo>
                    <a:pt x="0" y="0"/>
                  </a:lnTo>
                  <a:lnTo>
                    <a:pt x="0" y="3927"/>
                  </a:lnTo>
                  <a:lnTo>
                    <a:pt x="19302" y="3927"/>
                  </a:lnTo>
                  <a:lnTo>
                    <a:pt x="19302" y="2160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8" name="Google Shape;1588;p50"/>
            <p:cNvSpPr/>
            <p:nvPr/>
          </p:nvSpPr>
          <p:spPr>
            <a:xfrm>
              <a:off x="61737" y="-1"/>
              <a:ext cx="36900" cy="49500"/>
            </a:xfrm>
            <a:prstGeom prst="rect">
              <a:avLst/>
            </a:pr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1589" name="Google Shape;1589;p50"/>
            <p:cNvSpPr/>
            <p:nvPr/>
          </p:nvSpPr>
          <p:spPr>
            <a:xfrm>
              <a:off x="345717" y="382762"/>
              <a:ext cx="36900" cy="61800"/>
            </a:xfrm>
            <a:prstGeom prst="rect">
              <a:avLst/>
            </a:pr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</p:grpSp>
      <p:sp>
        <p:nvSpPr>
          <p:cNvPr id="1590" name="Google Shape;1590;p50"/>
          <p:cNvSpPr/>
          <p:nvPr/>
        </p:nvSpPr>
        <p:spPr>
          <a:xfrm>
            <a:off x="2658533" y="1341967"/>
            <a:ext cx="478386" cy="381024"/>
          </a:xfrm>
          <a:custGeom>
            <a:rect b="b" l="l" r="r" t="t"/>
            <a:pathLst>
              <a:path extrusionOk="0" h="21600" w="21600">
                <a:moveTo>
                  <a:pt x="21600" y="5110"/>
                </a:moveTo>
                <a:lnTo>
                  <a:pt x="21234" y="4877"/>
                </a:lnTo>
                <a:lnTo>
                  <a:pt x="20685" y="4413"/>
                </a:lnTo>
                <a:lnTo>
                  <a:pt x="11166" y="4413"/>
                </a:lnTo>
                <a:lnTo>
                  <a:pt x="8786" y="465"/>
                </a:lnTo>
                <a:lnTo>
                  <a:pt x="8603" y="0"/>
                </a:lnTo>
                <a:lnTo>
                  <a:pt x="4027" y="0"/>
                </a:lnTo>
                <a:lnTo>
                  <a:pt x="3844" y="232"/>
                </a:lnTo>
                <a:lnTo>
                  <a:pt x="183" y="5806"/>
                </a:lnTo>
                <a:lnTo>
                  <a:pt x="0" y="6735"/>
                </a:lnTo>
                <a:lnTo>
                  <a:pt x="0" y="7432"/>
                </a:lnTo>
                <a:lnTo>
                  <a:pt x="366" y="7665"/>
                </a:lnTo>
                <a:lnTo>
                  <a:pt x="915" y="7897"/>
                </a:lnTo>
                <a:lnTo>
                  <a:pt x="4393" y="7897"/>
                </a:lnTo>
                <a:lnTo>
                  <a:pt x="4393" y="12542"/>
                </a:lnTo>
                <a:lnTo>
                  <a:pt x="4759" y="13006"/>
                </a:lnTo>
                <a:lnTo>
                  <a:pt x="8237" y="21135"/>
                </a:lnTo>
                <a:lnTo>
                  <a:pt x="8969" y="21600"/>
                </a:lnTo>
                <a:lnTo>
                  <a:pt x="17207" y="21600"/>
                </a:lnTo>
                <a:lnTo>
                  <a:pt x="17573" y="21368"/>
                </a:lnTo>
                <a:lnTo>
                  <a:pt x="17939" y="20903"/>
                </a:lnTo>
                <a:lnTo>
                  <a:pt x="17939" y="20206"/>
                </a:lnTo>
                <a:lnTo>
                  <a:pt x="17573" y="19742"/>
                </a:lnTo>
                <a:lnTo>
                  <a:pt x="13912" y="16026"/>
                </a:lnTo>
                <a:lnTo>
                  <a:pt x="21417" y="6503"/>
                </a:lnTo>
                <a:lnTo>
                  <a:pt x="21600" y="5806"/>
                </a:lnTo>
                <a:lnTo>
                  <a:pt x="21600" y="5110"/>
                </a:lnTo>
                <a:close/>
                <a:moveTo>
                  <a:pt x="9702" y="5574"/>
                </a:moveTo>
                <a:lnTo>
                  <a:pt x="6224" y="9523"/>
                </a:lnTo>
                <a:lnTo>
                  <a:pt x="6224" y="2090"/>
                </a:lnTo>
                <a:lnTo>
                  <a:pt x="7688" y="2090"/>
                </a:lnTo>
                <a:lnTo>
                  <a:pt x="9702" y="5574"/>
                </a:lnTo>
                <a:close/>
                <a:moveTo>
                  <a:pt x="2746" y="5574"/>
                </a:moveTo>
                <a:lnTo>
                  <a:pt x="4393" y="2787"/>
                </a:lnTo>
                <a:lnTo>
                  <a:pt x="4393" y="5574"/>
                </a:lnTo>
                <a:lnTo>
                  <a:pt x="2746" y="5574"/>
                </a:lnTo>
                <a:close/>
                <a:moveTo>
                  <a:pt x="14644" y="19277"/>
                </a:moveTo>
                <a:lnTo>
                  <a:pt x="11166" y="19277"/>
                </a:lnTo>
                <a:lnTo>
                  <a:pt x="12631" y="17419"/>
                </a:lnTo>
                <a:lnTo>
                  <a:pt x="14644" y="19277"/>
                </a:lnTo>
                <a:close/>
                <a:moveTo>
                  <a:pt x="9153" y="18581"/>
                </a:moveTo>
                <a:lnTo>
                  <a:pt x="6590" y="12774"/>
                </a:lnTo>
                <a:lnTo>
                  <a:pt x="11166" y="6735"/>
                </a:lnTo>
                <a:lnTo>
                  <a:pt x="18488" y="6735"/>
                </a:lnTo>
                <a:lnTo>
                  <a:pt x="9153" y="1858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50"/>
          <p:cNvSpPr/>
          <p:nvPr/>
        </p:nvSpPr>
        <p:spPr>
          <a:xfrm>
            <a:off x="3695701" y="1464733"/>
            <a:ext cx="342900" cy="309042"/>
          </a:xfrm>
          <a:custGeom>
            <a:rect b="b" l="l" r="r" t="t"/>
            <a:pathLst>
              <a:path extrusionOk="0" h="21600" w="21600">
                <a:moveTo>
                  <a:pt x="20314" y="0"/>
                </a:moveTo>
                <a:lnTo>
                  <a:pt x="14143" y="0"/>
                </a:lnTo>
                <a:lnTo>
                  <a:pt x="14143" y="2919"/>
                </a:lnTo>
                <a:lnTo>
                  <a:pt x="19029" y="2919"/>
                </a:lnTo>
                <a:lnTo>
                  <a:pt x="19029" y="15762"/>
                </a:lnTo>
                <a:lnTo>
                  <a:pt x="16714" y="15762"/>
                </a:lnTo>
                <a:lnTo>
                  <a:pt x="16714" y="18681"/>
                </a:lnTo>
                <a:lnTo>
                  <a:pt x="2571" y="18681"/>
                </a:lnTo>
                <a:lnTo>
                  <a:pt x="2571" y="2919"/>
                </a:lnTo>
                <a:lnTo>
                  <a:pt x="6429" y="2919"/>
                </a:lnTo>
                <a:lnTo>
                  <a:pt x="6429" y="0"/>
                </a:lnTo>
                <a:lnTo>
                  <a:pt x="771" y="0"/>
                </a:lnTo>
                <a:lnTo>
                  <a:pt x="0" y="876"/>
                </a:lnTo>
                <a:lnTo>
                  <a:pt x="0" y="21016"/>
                </a:lnTo>
                <a:lnTo>
                  <a:pt x="514" y="21308"/>
                </a:lnTo>
                <a:lnTo>
                  <a:pt x="771" y="21600"/>
                </a:lnTo>
                <a:lnTo>
                  <a:pt x="18514" y="21600"/>
                </a:lnTo>
                <a:lnTo>
                  <a:pt x="21600" y="18097"/>
                </a:lnTo>
                <a:lnTo>
                  <a:pt x="21600" y="876"/>
                </a:lnTo>
                <a:lnTo>
                  <a:pt x="21343" y="292"/>
                </a:lnTo>
                <a:lnTo>
                  <a:pt x="21086" y="0"/>
                </a:lnTo>
                <a:lnTo>
                  <a:pt x="20314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50"/>
          <p:cNvSpPr/>
          <p:nvPr/>
        </p:nvSpPr>
        <p:spPr>
          <a:xfrm>
            <a:off x="3767666" y="1549399"/>
            <a:ext cx="1863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93" name="Google Shape;1593;p50"/>
          <p:cNvSpPr/>
          <p:nvPr/>
        </p:nvSpPr>
        <p:spPr>
          <a:xfrm>
            <a:off x="3767666" y="1625599"/>
            <a:ext cx="186300" cy="339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94" name="Google Shape;1594;p50"/>
          <p:cNvSpPr/>
          <p:nvPr/>
        </p:nvSpPr>
        <p:spPr>
          <a:xfrm>
            <a:off x="3793066" y="1329266"/>
            <a:ext cx="122742" cy="194724"/>
          </a:xfrm>
          <a:custGeom>
            <a:rect b="b" l="l" r="r" t="t"/>
            <a:pathLst>
              <a:path extrusionOk="0" h="21600" w="21600">
                <a:moveTo>
                  <a:pt x="7200" y="12343"/>
                </a:moveTo>
                <a:lnTo>
                  <a:pt x="7200" y="20278"/>
                </a:lnTo>
                <a:lnTo>
                  <a:pt x="7920" y="21159"/>
                </a:lnTo>
                <a:lnTo>
                  <a:pt x="8640" y="21600"/>
                </a:lnTo>
                <a:lnTo>
                  <a:pt x="12240" y="21600"/>
                </a:lnTo>
                <a:lnTo>
                  <a:pt x="13680" y="21159"/>
                </a:lnTo>
                <a:lnTo>
                  <a:pt x="14400" y="20278"/>
                </a:lnTo>
                <a:lnTo>
                  <a:pt x="14400" y="12343"/>
                </a:lnTo>
                <a:lnTo>
                  <a:pt x="16560" y="11902"/>
                </a:lnTo>
                <a:lnTo>
                  <a:pt x="19440" y="10139"/>
                </a:lnTo>
                <a:lnTo>
                  <a:pt x="20160" y="8376"/>
                </a:lnTo>
                <a:lnTo>
                  <a:pt x="21600" y="6171"/>
                </a:lnTo>
                <a:lnTo>
                  <a:pt x="20160" y="3527"/>
                </a:lnTo>
                <a:lnTo>
                  <a:pt x="15120" y="441"/>
                </a:lnTo>
                <a:lnTo>
                  <a:pt x="10800" y="0"/>
                </a:lnTo>
                <a:lnTo>
                  <a:pt x="6480" y="441"/>
                </a:lnTo>
                <a:lnTo>
                  <a:pt x="3600" y="2204"/>
                </a:lnTo>
                <a:lnTo>
                  <a:pt x="720" y="3527"/>
                </a:lnTo>
                <a:lnTo>
                  <a:pt x="0" y="6171"/>
                </a:lnTo>
                <a:lnTo>
                  <a:pt x="720" y="8376"/>
                </a:lnTo>
                <a:lnTo>
                  <a:pt x="2160" y="10139"/>
                </a:lnTo>
                <a:lnTo>
                  <a:pt x="4320" y="11902"/>
                </a:lnTo>
                <a:lnTo>
                  <a:pt x="7200" y="1234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p50"/>
          <p:cNvSpPr/>
          <p:nvPr/>
        </p:nvSpPr>
        <p:spPr>
          <a:xfrm>
            <a:off x="4669368" y="1329266"/>
            <a:ext cx="359856" cy="444528"/>
          </a:xfrm>
          <a:custGeom>
            <a:rect b="b" l="l" r="r" t="t"/>
            <a:pathLst>
              <a:path extrusionOk="0" h="21600" w="21600">
                <a:moveTo>
                  <a:pt x="19173" y="4800"/>
                </a:moveTo>
                <a:lnTo>
                  <a:pt x="14319" y="4800"/>
                </a:lnTo>
                <a:lnTo>
                  <a:pt x="14319" y="1800"/>
                </a:lnTo>
                <a:lnTo>
                  <a:pt x="14076" y="1200"/>
                </a:lnTo>
                <a:lnTo>
                  <a:pt x="13834" y="400"/>
                </a:lnTo>
                <a:lnTo>
                  <a:pt x="12863" y="200"/>
                </a:lnTo>
                <a:lnTo>
                  <a:pt x="12135" y="0"/>
                </a:lnTo>
                <a:lnTo>
                  <a:pt x="8494" y="0"/>
                </a:lnTo>
                <a:lnTo>
                  <a:pt x="6553" y="400"/>
                </a:lnTo>
                <a:lnTo>
                  <a:pt x="6310" y="1200"/>
                </a:lnTo>
                <a:lnTo>
                  <a:pt x="6067" y="1800"/>
                </a:lnTo>
                <a:lnTo>
                  <a:pt x="6067" y="4800"/>
                </a:lnTo>
                <a:lnTo>
                  <a:pt x="6553" y="6400"/>
                </a:lnTo>
                <a:lnTo>
                  <a:pt x="8494" y="6800"/>
                </a:lnTo>
                <a:lnTo>
                  <a:pt x="19173" y="6800"/>
                </a:lnTo>
                <a:lnTo>
                  <a:pt x="19173" y="13800"/>
                </a:lnTo>
                <a:lnTo>
                  <a:pt x="728" y="13800"/>
                </a:lnTo>
                <a:lnTo>
                  <a:pt x="243" y="14000"/>
                </a:lnTo>
                <a:lnTo>
                  <a:pt x="0" y="14200"/>
                </a:lnTo>
                <a:lnTo>
                  <a:pt x="0" y="21200"/>
                </a:lnTo>
                <a:lnTo>
                  <a:pt x="243" y="21400"/>
                </a:lnTo>
                <a:lnTo>
                  <a:pt x="728" y="21600"/>
                </a:lnTo>
                <a:lnTo>
                  <a:pt x="21115" y="21600"/>
                </a:lnTo>
                <a:lnTo>
                  <a:pt x="21600" y="21200"/>
                </a:lnTo>
                <a:lnTo>
                  <a:pt x="21600" y="6800"/>
                </a:lnTo>
                <a:lnTo>
                  <a:pt x="21357" y="6000"/>
                </a:lnTo>
                <a:lnTo>
                  <a:pt x="21115" y="5400"/>
                </a:lnTo>
                <a:lnTo>
                  <a:pt x="20144" y="5200"/>
                </a:lnTo>
                <a:lnTo>
                  <a:pt x="19173" y="4800"/>
                </a:lnTo>
                <a:close/>
                <a:moveTo>
                  <a:pt x="8494" y="4800"/>
                </a:moveTo>
                <a:lnTo>
                  <a:pt x="8494" y="1800"/>
                </a:lnTo>
                <a:lnTo>
                  <a:pt x="12135" y="1800"/>
                </a:lnTo>
                <a:lnTo>
                  <a:pt x="12135" y="4800"/>
                </a:lnTo>
                <a:lnTo>
                  <a:pt x="8494" y="4800"/>
                </a:lnTo>
                <a:close/>
                <a:moveTo>
                  <a:pt x="19173" y="19600"/>
                </a:moveTo>
                <a:lnTo>
                  <a:pt x="2427" y="19600"/>
                </a:lnTo>
                <a:lnTo>
                  <a:pt x="2427" y="15800"/>
                </a:lnTo>
                <a:lnTo>
                  <a:pt x="19173" y="15800"/>
                </a:lnTo>
                <a:lnTo>
                  <a:pt x="19173" y="19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50"/>
          <p:cNvSpPr/>
          <p:nvPr/>
        </p:nvSpPr>
        <p:spPr>
          <a:xfrm>
            <a:off x="4855634" y="1659466"/>
            <a:ext cx="38124" cy="50814"/>
          </a:xfrm>
          <a:custGeom>
            <a:rect b="b" l="l" r="r" t="t"/>
            <a:pathLst>
              <a:path extrusionOk="0" h="21600" w="21600">
                <a:moveTo>
                  <a:pt x="12000" y="21600"/>
                </a:moveTo>
                <a:lnTo>
                  <a:pt x="1680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200" y="4320"/>
                </a:lnTo>
                <a:lnTo>
                  <a:pt x="16800" y="0"/>
                </a:lnTo>
                <a:lnTo>
                  <a:pt x="4800" y="0"/>
                </a:lnTo>
                <a:lnTo>
                  <a:pt x="2400" y="4320"/>
                </a:lnTo>
                <a:lnTo>
                  <a:pt x="0" y="6480"/>
                </a:lnTo>
                <a:lnTo>
                  <a:pt x="0" y="17280"/>
                </a:lnTo>
                <a:lnTo>
                  <a:pt x="4800" y="21600"/>
                </a:lnTo>
                <a:lnTo>
                  <a:pt x="120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50"/>
          <p:cNvSpPr/>
          <p:nvPr/>
        </p:nvSpPr>
        <p:spPr>
          <a:xfrm>
            <a:off x="4927599" y="1659466"/>
            <a:ext cx="38124" cy="5081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4320"/>
                </a:lnTo>
                <a:lnTo>
                  <a:pt x="17280" y="0"/>
                </a:lnTo>
                <a:lnTo>
                  <a:pt x="6480" y="0"/>
                </a:lnTo>
                <a:lnTo>
                  <a:pt x="4320" y="4320"/>
                </a:lnTo>
                <a:lnTo>
                  <a:pt x="0" y="6480"/>
                </a:lnTo>
                <a:lnTo>
                  <a:pt x="0" y="17280"/>
                </a:lnTo>
                <a:lnTo>
                  <a:pt x="4320" y="19440"/>
                </a:lnTo>
                <a:lnTo>
                  <a:pt x="648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50"/>
          <p:cNvSpPr/>
          <p:nvPr/>
        </p:nvSpPr>
        <p:spPr>
          <a:xfrm>
            <a:off x="4804834" y="1498599"/>
            <a:ext cx="50700" cy="888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99" name="Google Shape;1599;p50"/>
          <p:cNvSpPr/>
          <p:nvPr/>
        </p:nvSpPr>
        <p:spPr>
          <a:xfrm>
            <a:off x="4868333" y="1490133"/>
            <a:ext cx="71982" cy="84672"/>
          </a:xfrm>
          <a:custGeom>
            <a:rect b="b" l="l" r="r" t="t"/>
            <a:pathLst>
              <a:path extrusionOk="0" h="21600" w="21600">
                <a:moveTo>
                  <a:pt x="12150" y="0"/>
                </a:moveTo>
                <a:lnTo>
                  <a:pt x="0" y="3086"/>
                </a:lnTo>
                <a:lnTo>
                  <a:pt x="9450" y="21600"/>
                </a:lnTo>
                <a:lnTo>
                  <a:pt x="21600" y="19543"/>
                </a:lnTo>
                <a:lnTo>
                  <a:pt x="1215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50"/>
          <p:cNvSpPr/>
          <p:nvPr/>
        </p:nvSpPr>
        <p:spPr>
          <a:xfrm>
            <a:off x="4720168" y="1490133"/>
            <a:ext cx="71982" cy="84672"/>
          </a:xfrm>
          <a:custGeom>
            <a:rect b="b" l="l" r="r" t="t"/>
            <a:pathLst>
              <a:path extrusionOk="0" h="21600" w="21600">
                <a:moveTo>
                  <a:pt x="21600" y="3086"/>
                </a:moveTo>
                <a:lnTo>
                  <a:pt x="8100" y="0"/>
                </a:lnTo>
                <a:lnTo>
                  <a:pt x="0" y="19543"/>
                </a:lnTo>
                <a:lnTo>
                  <a:pt x="10800" y="21600"/>
                </a:lnTo>
                <a:lnTo>
                  <a:pt x="21600" y="308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50"/>
          <p:cNvSpPr/>
          <p:nvPr/>
        </p:nvSpPr>
        <p:spPr>
          <a:xfrm>
            <a:off x="10498666" y="1341967"/>
            <a:ext cx="406404" cy="406404"/>
          </a:xfrm>
          <a:custGeom>
            <a:rect b="b" l="l" r="r" t="t"/>
            <a:pathLst>
              <a:path extrusionOk="0" h="21600" w="21600">
                <a:moveTo>
                  <a:pt x="10691" y="0"/>
                </a:moveTo>
                <a:lnTo>
                  <a:pt x="8509" y="220"/>
                </a:lnTo>
                <a:lnTo>
                  <a:pt x="6545" y="661"/>
                </a:lnTo>
                <a:lnTo>
                  <a:pt x="4800" y="1763"/>
                </a:lnTo>
                <a:lnTo>
                  <a:pt x="3273" y="3086"/>
                </a:lnTo>
                <a:lnTo>
                  <a:pt x="1964" y="4849"/>
                </a:lnTo>
                <a:lnTo>
                  <a:pt x="873" y="6392"/>
                </a:lnTo>
                <a:lnTo>
                  <a:pt x="218" y="8596"/>
                </a:lnTo>
                <a:lnTo>
                  <a:pt x="0" y="10800"/>
                </a:lnTo>
                <a:lnTo>
                  <a:pt x="218" y="13004"/>
                </a:lnTo>
                <a:lnTo>
                  <a:pt x="873" y="15208"/>
                </a:lnTo>
                <a:lnTo>
                  <a:pt x="1964" y="16751"/>
                </a:lnTo>
                <a:lnTo>
                  <a:pt x="3273" y="18294"/>
                </a:lnTo>
                <a:lnTo>
                  <a:pt x="4800" y="19837"/>
                </a:lnTo>
                <a:lnTo>
                  <a:pt x="6545" y="20718"/>
                </a:lnTo>
                <a:lnTo>
                  <a:pt x="8509" y="21380"/>
                </a:lnTo>
                <a:lnTo>
                  <a:pt x="10691" y="21600"/>
                </a:lnTo>
                <a:lnTo>
                  <a:pt x="12873" y="21380"/>
                </a:lnTo>
                <a:lnTo>
                  <a:pt x="15055" y="20718"/>
                </a:lnTo>
                <a:lnTo>
                  <a:pt x="16582" y="19837"/>
                </a:lnTo>
                <a:lnTo>
                  <a:pt x="18327" y="18294"/>
                </a:lnTo>
                <a:lnTo>
                  <a:pt x="19636" y="16751"/>
                </a:lnTo>
                <a:lnTo>
                  <a:pt x="20727" y="15208"/>
                </a:lnTo>
                <a:lnTo>
                  <a:pt x="21600" y="10800"/>
                </a:lnTo>
                <a:lnTo>
                  <a:pt x="20727" y="6392"/>
                </a:lnTo>
                <a:lnTo>
                  <a:pt x="19636" y="4849"/>
                </a:lnTo>
                <a:lnTo>
                  <a:pt x="18327" y="3086"/>
                </a:lnTo>
                <a:lnTo>
                  <a:pt x="16582" y="1763"/>
                </a:lnTo>
                <a:lnTo>
                  <a:pt x="15055" y="661"/>
                </a:lnTo>
                <a:lnTo>
                  <a:pt x="12873" y="220"/>
                </a:lnTo>
                <a:lnTo>
                  <a:pt x="10691" y="0"/>
                </a:lnTo>
                <a:close/>
                <a:moveTo>
                  <a:pt x="18327" y="6392"/>
                </a:moveTo>
                <a:lnTo>
                  <a:pt x="10255" y="6392"/>
                </a:lnTo>
                <a:lnTo>
                  <a:pt x="12655" y="2424"/>
                </a:lnTo>
                <a:lnTo>
                  <a:pt x="14182" y="2865"/>
                </a:lnTo>
                <a:lnTo>
                  <a:pt x="15927" y="3747"/>
                </a:lnTo>
                <a:lnTo>
                  <a:pt x="17236" y="5069"/>
                </a:lnTo>
                <a:lnTo>
                  <a:pt x="18327" y="6392"/>
                </a:lnTo>
                <a:close/>
                <a:moveTo>
                  <a:pt x="13964" y="10800"/>
                </a:moveTo>
                <a:lnTo>
                  <a:pt x="12655" y="13004"/>
                </a:lnTo>
                <a:lnTo>
                  <a:pt x="8945" y="13004"/>
                </a:lnTo>
                <a:lnTo>
                  <a:pt x="7636" y="10800"/>
                </a:lnTo>
                <a:lnTo>
                  <a:pt x="8945" y="8596"/>
                </a:lnTo>
                <a:lnTo>
                  <a:pt x="12655" y="8596"/>
                </a:lnTo>
                <a:lnTo>
                  <a:pt x="13964" y="10800"/>
                </a:lnTo>
                <a:close/>
                <a:moveTo>
                  <a:pt x="10255" y="1984"/>
                </a:moveTo>
                <a:lnTo>
                  <a:pt x="6545" y="8596"/>
                </a:lnTo>
                <a:lnTo>
                  <a:pt x="4364" y="5069"/>
                </a:lnTo>
                <a:lnTo>
                  <a:pt x="6982" y="2865"/>
                </a:lnTo>
                <a:lnTo>
                  <a:pt x="8291" y="2424"/>
                </a:lnTo>
                <a:lnTo>
                  <a:pt x="10255" y="1984"/>
                </a:lnTo>
                <a:close/>
                <a:moveTo>
                  <a:pt x="3055" y="7053"/>
                </a:moveTo>
                <a:lnTo>
                  <a:pt x="6545" y="13004"/>
                </a:lnTo>
                <a:lnTo>
                  <a:pt x="2400" y="13004"/>
                </a:lnTo>
                <a:lnTo>
                  <a:pt x="2182" y="10800"/>
                </a:lnTo>
                <a:lnTo>
                  <a:pt x="2400" y="8816"/>
                </a:lnTo>
                <a:lnTo>
                  <a:pt x="3055" y="7053"/>
                </a:lnTo>
                <a:close/>
                <a:moveTo>
                  <a:pt x="3273" y="15208"/>
                </a:moveTo>
                <a:lnTo>
                  <a:pt x="11345" y="15208"/>
                </a:lnTo>
                <a:lnTo>
                  <a:pt x="8945" y="19176"/>
                </a:lnTo>
                <a:lnTo>
                  <a:pt x="7200" y="18735"/>
                </a:lnTo>
                <a:lnTo>
                  <a:pt x="5673" y="17853"/>
                </a:lnTo>
                <a:lnTo>
                  <a:pt x="4364" y="16531"/>
                </a:lnTo>
                <a:lnTo>
                  <a:pt x="3273" y="15208"/>
                </a:lnTo>
                <a:close/>
                <a:moveTo>
                  <a:pt x="11345" y="19396"/>
                </a:moveTo>
                <a:lnTo>
                  <a:pt x="15055" y="13004"/>
                </a:lnTo>
                <a:lnTo>
                  <a:pt x="17236" y="16531"/>
                </a:lnTo>
                <a:lnTo>
                  <a:pt x="14618" y="18735"/>
                </a:lnTo>
                <a:lnTo>
                  <a:pt x="13091" y="19176"/>
                </a:lnTo>
                <a:lnTo>
                  <a:pt x="11345" y="19396"/>
                </a:lnTo>
                <a:close/>
                <a:moveTo>
                  <a:pt x="18545" y="14547"/>
                </a:moveTo>
                <a:lnTo>
                  <a:pt x="15055" y="8596"/>
                </a:lnTo>
                <a:lnTo>
                  <a:pt x="19200" y="8596"/>
                </a:lnTo>
                <a:lnTo>
                  <a:pt x="19418" y="10800"/>
                </a:lnTo>
                <a:lnTo>
                  <a:pt x="19200" y="12563"/>
                </a:lnTo>
                <a:lnTo>
                  <a:pt x="18545" y="1454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50"/>
          <p:cNvSpPr/>
          <p:nvPr/>
        </p:nvSpPr>
        <p:spPr>
          <a:xfrm>
            <a:off x="7607301" y="1375834"/>
            <a:ext cx="321732" cy="334422"/>
          </a:xfrm>
          <a:custGeom>
            <a:rect b="b" l="l" r="r" t="t"/>
            <a:pathLst>
              <a:path extrusionOk="0" h="21600" w="21600">
                <a:moveTo>
                  <a:pt x="17772" y="12304"/>
                </a:moveTo>
                <a:lnTo>
                  <a:pt x="21600" y="12304"/>
                </a:lnTo>
                <a:lnTo>
                  <a:pt x="21600" y="9570"/>
                </a:lnTo>
                <a:lnTo>
                  <a:pt x="17772" y="9570"/>
                </a:lnTo>
                <a:lnTo>
                  <a:pt x="16952" y="7656"/>
                </a:lnTo>
                <a:lnTo>
                  <a:pt x="14218" y="4922"/>
                </a:lnTo>
                <a:lnTo>
                  <a:pt x="12304" y="4101"/>
                </a:lnTo>
                <a:lnTo>
                  <a:pt x="12304" y="0"/>
                </a:lnTo>
                <a:lnTo>
                  <a:pt x="9570" y="0"/>
                </a:lnTo>
                <a:lnTo>
                  <a:pt x="9570" y="4101"/>
                </a:lnTo>
                <a:lnTo>
                  <a:pt x="7656" y="4922"/>
                </a:lnTo>
                <a:lnTo>
                  <a:pt x="4922" y="7656"/>
                </a:lnTo>
                <a:lnTo>
                  <a:pt x="4101" y="9570"/>
                </a:lnTo>
                <a:lnTo>
                  <a:pt x="0" y="9570"/>
                </a:lnTo>
                <a:lnTo>
                  <a:pt x="0" y="12304"/>
                </a:lnTo>
                <a:lnTo>
                  <a:pt x="4101" y="12304"/>
                </a:lnTo>
                <a:lnTo>
                  <a:pt x="4922" y="14218"/>
                </a:lnTo>
                <a:lnTo>
                  <a:pt x="7656" y="16952"/>
                </a:lnTo>
                <a:lnTo>
                  <a:pt x="9570" y="17772"/>
                </a:lnTo>
                <a:lnTo>
                  <a:pt x="9570" y="21600"/>
                </a:lnTo>
                <a:lnTo>
                  <a:pt x="12304" y="21600"/>
                </a:lnTo>
                <a:lnTo>
                  <a:pt x="12304" y="17772"/>
                </a:lnTo>
                <a:lnTo>
                  <a:pt x="14218" y="16952"/>
                </a:lnTo>
                <a:lnTo>
                  <a:pt x="16952" y="14218"/>
                </a:lnTo>
                <a:lnTo>
                  <a:pt x="17772" y="12304"/>
                </a:lnTo>
                <a:close/>
                <a:moveTo>
                  <a:pt x="10937" y="15038"/>
                </a:moveTo>
                <a:lnTo>
                  <a:pt x="9296" y="14491"/>
                </a:lnTo>
                <a:lnTo>
                  <a:pt x="8203" y="13671"/>
                </a:lnTo>
                <a:lnTo>
                  <a:pt x="7109" y="12577"/>
                </a:lnTo>
                <a:lnTo>
                  <a:pt x="6835" y="10937"/>
                </a:lnTo>
                <a:lnTo>
                  <a:pt x="7109" y="9296"/>
                </a:lnTo>
                <a:lnTo>
                  <a:pt x="9296" y="7109"/>
                </a:lnTo>
                <a:lnTo>
                  <a:pt x="10937" y="6835"/>
                </a:lnTo>
                <a:lnTo>
                  <a:pt x="12577" y="7109"/>
                </a:lnTo>
                <a:lnTo>
                  <a:pt x="14765" y="9296"/>
                </a:lnTo>
                <a:lnTo>
                  <a:pt x="15038" y="10937"/>
                </a:lnTo>
                <a:lnTo>
                  <a:pt x="14765" y="12577"/>
                </a:lnTo>
                <a:lnTo>
                  <a:pt x="13671" y="13671"/>
                </a:lnTo>
                <a:lnTo>
                  <a:pt x="12577" y="14491"/>
                </a:lnTo>
                <a:lnTo>
                  <a:pt x="10937" y="1503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p50"/>
          <p:cNvSpPr/>
          <p:nvPr/>
        </p:nvSpPr>
        <p:spPr>
          <a:xfrm>
            <a:off x="7857066" y="1625599"/>
            <a:ext cx="122742" cy="122742"/>
          </a:xfrm>
          <a:custGeom>
            <a:rect b="b" l="l" r="r" t="t"/>
            <a:pathLst>
              <a:path extrusionOk="0" h="21600" w="21600">
                <a:moveTo>
                  <a:pt x="14152" y="14152"/>
                </a:moveTo>
                <a:lnTo>
                  <a:pt x="0" y="14152"/>
                </a:lnTo>
                <a:lnTo>
                  <a:pt x="0" y="21600"/>
                </a:lnTo>
                <a:lnTo>
                  <a:pt x="14152" y="21600"/>
                </a:lnTo>
                <a:lnTo>
                  <a:pt x="20110" y="20110"/>
                </a:lnTo>
                <a:lnTo>
                  <a:pt x="21600" y="14152"/>
                </a:lnTo>
                <a:lnTo>
                  <a:pt x="21600" y="0"/>
                </a:lnTo>
                <a:lnTo>
                  <a:pt x="14152" y="0"/>
                </a:lnTo>
                <a:lnTo>
                  <a:pt x="14152" y="1415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50"/>
          <p:cNvSpPr/>
          <p:nvPr/>
        </p:nvSpPr>
        <p:spPr>
          <a:xfrm>
            <a:off x="7857066" y="1341967"/>
            <a:ext cx="122742" cy="122742"/>
          </a:xfrm>
          <a:custGeom>
            <a:rect b="b" l="l" r="r" t="t"/>
            <a:pathLst>
              <a:path extrusionOk="0" h="21600" w="21600">
                <a:moveTo>
                  <a:pt x="14152" y="0"/>
                </a:moveTo>
                <a:lnTo>
                  <a:pt x="0" y="0"/>
                </a:lnTo>
                <a:lnTo>
                  <a:pt x="0" y="6703"/>
                </a:lnTo>
                <a:lnTo>
                  <a:pt x="14152" y="6703"/>
                </a:lnTo>
                <a:lnTo>
                  <a:pt x="14152" y="21600"/>
                </a:lnTo>
                <a:lnTo>
                  <a:pt x="21600" y="21600"/>
                </a:lnTo>
                <a:lnTo>
                  <a:pt x="21600" y="6703"/>
                </a:lnTo>
                <a:lnTo>
                  <a:pt x="20855" y="4469"/>
                </a:lnTo>
                <a:lnTo>
                  <a:pt x="20110" y="1490"/>
                </a:lnTo>
                <a:lnTo>
                  <a:pt x="14152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p50"/>
          <p:cNvSpPr/>
          <p:nvPr/>
        </p:nvSpPr>
        <p:spPr>
          <a:xfrm>
            <a:off x="7573434" y="1341967"/>
            <a:ext cx="122742" cy="122742"/>
          </a:xfrm>
          <a:custGeom>
            <a:rect b="b" l="l" r="r" t="t"/>
            <a:pathLst>
              <a:path extrusionOk="0" h="21600" w="21600">
                <a:moveTo>
                  <a:pt x="6703" y="6703"/>
                </a:moveTo>
                <a:lnTo>
                  <a:pt x="21600" y="6703"/>
                </a:lnTo>
                <a:lnTo>
                  <a:pt x="21600" y="0"/>
                </a:lnTo>
                <a:lnTo>
                  <a:pt x="6703" y="0"/>
                </a:lnTo>
                <a:lnTo>
                  <a:pt x="4469" y="745"/>
                </a:lnTo>
                <a:lnTo>
                  <a:pt x="1490" y="1490"/>
                </a:lnTo>
                <a:lnTo>
                  <a:pt x="745" y="4469"/>
                </a:lnTo>
                <a:lnTo>
                  <a:pt x="0" y="6703"/>
                </a:lnTo>
                <a:lnTo>
                  <a:pt x="0" y="21600"/>
                </a:lnTo>
                <a:lnTo>
                  <a:pt x="6703" y="21600"/>
                </a:lnTo>
                <a:lnTo>
                  <a:pt x="6703" y="670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50"/>
          <p:cNvSpPr/>
          <p:nvPr/>
        </p:nvSpPr>
        <p:spPr>
          <a:xfrm>
            <a:off x="7573434" y="1625599"/>
            <a:ext cx="122742" cy="122742"/>
          </a:xfrm>
          <a:custGeom>
            <a:rect b="b" l="l" r="r" t="t"/>
            <a:pathLst>
              <a:path extrusionOk="0" h="21600" w="21600">
                <a:moveTo>
                  <a:pt x="6703" y="0"/>
                </a:moveTo>
                <a:lnTo>
                  <a:pt x="0" y="0"/>
                </a:lnTo>
                <a:lnTo>
                  <a:pt x="0" y="14152"/>
                </a:lnTo>
                <a:lnTo>
                  <a:pt x="1490" y="20110"/>
                </a:lnTo>
                <a:lnTo>
                  <a:pt x="4469" y="20855"/>
                </a:lnTo>
                <a:lnTo>
                  <a:pt x="6703" y="21600"/>
                </a:lnTo>
                <a:lnTo>
                  <a:pt x="21600" y="21600"/>
                </a:lnTo>
                <a:lnTo>
                  <a:pt x="21600" y="14152"/>
                </a:lnTo>
                <a:lnTo>
                  <a:pt x="6703" y="14152"/>
                </a:lnTo>
                <a:lnTo>
                  <a:pt x="6703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07" name="Google Shape;1607;p50"/>
          <p:cNvGrpSpPr/>
          <p:nvPr/>
        </p:nvGrpSpPr>
        <p:grpSpPr>
          <a:xfrm>
            <a:off x="5621865" y="1363132"/>
            <a:ext cx="406404" cy="359856"/>
            <a:chOff x="-1" y="-1"/>
            <a:chExt cx="406404" cy="359856"/>
          </a:xfrm>
        </p:grpSpPr>
        <p:sp>
          <p:nvSpPr>
            <p:cNvPr id="1608" name="Google Shape;1608;p50"/>
            <p:cNvSpPr/>
            <p:nvPr/>
          </p:nvSpPr>
          <p:spPr>
            <a:xfrm>
              <a:off x="98520" y="99261"/>
              <a:ext cx="209358" cy="198504"/>
            </a:xfrm>
            <a:custGeom>
              <a:rect b="b" l="l" r="r" t="t"/>
              <a:pathLst>
                <a:path extrusionOk="0" h="21600" w="21600">
                  <a:moveTo>
                    <a:pt x="10580" y="0"/>
                  </a:moveTo>
                  <a:lnTo>
                    <a:pt x="8376" y="0"/>
                  </a:lnTo>
                  <a:lnTo>
                    <a:pt x="6171" y="1322"/>
                  </a:lnTo>
                  <a:lnTo>
                    <a:pt x="4849" y="1763"/>
                  </a:lnTo>
                  <a:lnTo>
                    <a:pt x="3086" y="3527"/>
                  </a:lnTo>
                  <a:lnTo>
                    <a:pt x="1322" y="4849"/>
                  </a:lnTo>
                  <a:lnTo>
                    <a:pt x="882" y="6612"/>
                  </a:lnTo>
                  <a:lnTo>
                    <a:pt x="0" y="8816"/>
                  </a:lnTo>
                  <a:lnTo>
                    <a:pt x="0" y="13224"/>
                  </a:lnTo>
                  <a:lnTo>
                    <a:pt x="882" y="15429"/>
                  </a:lnTo>
                  <a:lnTo>
                    <a:pt x="1322" y="16751"/>
                  </a:lnTo>
                  <a:lnTo>
                    <a:pt x="4849" y="20278"/>
                  </a:lnTo>
                  <a:lnTo>
                    <a:pt x="6171" y="20718"/>
                  </a:lnTo>
                  <a:lnTo>
                    <a:pt x="8376" y="21600"/>
                  </a:lnTo>
                  <a:lnTo>
                    <a:pt x="12784" y="21600"/>
                  </a:lnTo>
                  <a:lnTo>
                    <a:pt x="14988" y="20718"/>
                  </a:lnTo>
                  <a:lnTo>
                    <a:pt x="16751" y="20278"/>
                  </a:lnTo>
                  <a:lnTo>
                    <a:pt x="18514" y="18514"/>
                  </a:lnTo>
                  <a:lnTo>
                    <a:pt x="19837" y="16751"/>
                  </a:lnTo>
                  <a:lnTo>
                    <a:pt x="20718" y="15429"/>
                  </a:lnTo>
                  <a:lnTo>
                    <a:pt x="21600" y="13224"/>
                  </a:lnTo>
                  <a:lnTo>
                    <a:pt x="21600" y="8816"/>
                  </a:lnTo>
                  <a:lnTo>
                    <a:pt x="20718" y="6612"/>
                  </a:lnTo>
                  <a:lnTo>
                    <a:pt x="19837" y="4849"/>
                  </a:lnTo>
                  <a:lnTo>
                    <a:pt x="16751" y="1763"/>
                  </a:lnTo>
                  <a:lnTo>
                    <a:pt x="14988" y="1322"/>
                  </a:lnTo>
                  <a:lnTo>
                    <a:pt x="12784" y="0"/>
                  </a:lnTo>
                  <a:lnTo>
                    <a:pt x="10580" y="0"/>
                  </a:lnTo>
                  <a:close/>
                  <a:moveTo>
                    <a:pt x="10580" y="17633"/>
                  </a:moveTo>
                  <a:lnTo>
                    <a:pt x="7935" y="16751"/>
                  </a:lnTo>
                  <a:lnTo>
                    <a:pt x="6171" y="15429"/>
                  </a:lnTo>
                  <a:lnTo>
                    <a:pt x="4849" y="13665"/>
                  </a:lnTo>
                  <a:lnTo>
                    <a:pt x="4408" y="11020"/>
                  </a:lnTo>
                  <a:lnTo>
                    <a:pt x="4849" y="8376"/>
                  </a:lnTo>
                  <a:lnTo>
                    <a:pt x="6171" y="6612"/>
                  </a:lnTo>
                  <a:lnTo>
                    <a:pt x="7935" y="4849"/>
                  </a:lnTo>
                  <a:lnTo>
                    <a:pt x="10580" y="4408"/>
                  </a:lnTo>
                  <a:lnTo>
                    <a:pt x="13665" y="4849"/>
                  </a:lnTo>
                  <a:lnTo>
                    <a:pt x="14988" y="6612"/>
                  </a:lnTo>
                  <a:lnTo>
                    <a:pt x="16751" y="8376"/>
                  </a:lnTo>
                  <a:lnTo>
                    <a:pt x="17192" y="11020"/>
                  </a:lnTo>
                  <a:lnTo>
                    <a:pt x="16751" y="13665"/>
                  </a:lnTo>
                  <a:lnTo>
                    <a:pt x="13665" y="16751"/>
                  </a:lnTo>
                  <a:lnTo>
                    <a:pt x="10580" y="17633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9" name="Google Shape;1609;p50"/>
            <p:cNvSpPr/>
            <p:nvPr/>
          </p:nvSpPr>
          <p:spPr>
            <a:xfrm>
              <a:off x="-1" y="-1"/>
              <a:ext cx="406404" cy="359856"/>
            </a:xfrm>
            <a:custGeom>
              <a:rect b="b" l="l" r="r" t="t"/>
              <a:pathLst>
                <a:path extrusionOk="0" h="21600" w="21600">
                  <a:moveTo>
                    <a:pt x="19418" y="3640"/>
                  </a:moveTo>
                  <a:lnTo>
                    <a:pt x="15709" y="3640"/>
                  </a:lnTo>
                  <a:lnTo>
                    <a:pt x="14182" y="1213"/>
                  </a:lnTo>
                  <a:lnTo>
                    <a:pt x="13527" y="485"/>
                  </a:lnTo>
                  <a:lnTo>
                    <a:pt x="12436" y="0"/>
                  </a:lnTo>
                  <a:lnTo>
                    <a:pt x="9164" y="0"/>
                  </a:lnTo>
                  <a:lnTo>
                    <a:pt x="8073" y="485"/>
                  </a:lnTo>
                  <a:lnTo>
                    <a:pt x="7200" y="1213"/>
                  </a:lnTo>
                  <a:lnTo>
                    <a:pt x="5891" y="3640"/>
                  </a:lnTo>
                  <a:lnTo>
                    <a:pt x="2182" y="3640"/>
                  </a:lnTo>
                  <a:lnTo>
                    <a:pt x="1309" y="4126"/>
                  </a:lnTo>
                  <a:lnTo>
                    <a:pt x="436" y="4369"/>
                  </a:lnTo>
                  <a:lnTo>
                    <a:pt x="218" y="5097"/>
                  </a:lnTo>
                  <a:lnTo>
                    <a:pt x="0" y="6067"/>
                  </a:lnTo>
                  <a:lnTo>
                    <a:pt x="0" y="19173"/>
                  </a:lnTo>
                  <a:lnTo>
                    <a:pt x="436" y="21115"/>
                  </a:lnTo>
                  <a:lnTo>
                    <a:pt x="2182" y="21600"/>
                  </a:lnTo>
                  <a:lnTo>
                    <a:pt x="19418" y="21600"/>
                  </a:lnTo>
                  <a:lnTo>
                    <a:pt x="20291" y="21357"/>
                  </a:lnTo>
                  <a:lnTo>
                    <a:pt x="20945" y="21115"/>
                  </a:lnTo>
                  <a:lnTo>
                    <a:pt x="21164" y="20144"/>
                  </a:lnTo>
                  <a:lnTo>
                    <a:pt x="21600" y="19173"/>
                  </a:lnTo>
                  <a:lnTo>
                    <a:pt x="21600" y="6067"/>
                  </a:lnTo>
                  <a:lnTo>
                    <a:pt x="21164" y="5097"/>
                  </a:lnTo>
                  <a:lnTo>
                    <a:pt x="20945" y="4369"/>
                  </a:lnTo>
                  <a:lnTo>
                    <a:pt x="20291" y="4126"/>
                  </a:lnTo>
                  <a:lnTo>
                    <a:pt x="19418" y="3640"/>
                  </a:lnTo>
                  <a:close/>
                  <a:moveTo>
                    <a:pt x="2182" y="19173"/>
                  </a:moveTo>
                  <a:lnTo>
                    <a:pt x="2182" y="6067"/>
                  </a:lnTo>
                  <a:lnTo>
                    <a:pt x="6982" y="6067"/>
                  </a:lnTo>
                  <a:lnTo>
                    <a:pt x="9164" y="2427"/>
                  </a:lnTo>
                  <a:lnTo>
                    <a:pt x="12436" y="2427"/>
                  </a:lnTo>
                  <a:lnTo>
                    <a:pt x="14618" y="6067"/>
                  </a:lnTo>
                  <a:lnTo>
                    <a:pt x="19418" y="6067"/>
                  </a:lnTo>
                  <a:lnTo>
                    <a:pt x="19418" y="19173"/>
                  </a:lnTo>
                  <a:lnTo>
                    <a:pt x="2182" y="19173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0" name="Google Shape;1610;p50"/>
          <p:cNvSpPr/>
          <p:nvPr/>
        </p:nvSpPr>
        <p:spPr>
          <a:xfrm>
            <a:off x="6794501" y="1452034"/>
            <a:ext cx="148176" cy="71982"/>
          </a:xfrm>
          <a:custGeom>
            <a:rect b="b" l="l" r="r" t="t"/>
            <a:pathLst>
              <a:path extrusionOk="0" h="21600" w="21600">
                <a:moveTo>
                  <a:pt x="9257" y="15916"/>
                </a:moveTo>
                <a:lnTo>
                  <a:pt x="5554" y="5684"/>
                </a:lnTo>
                <a:lnTo>
                  <a:pt x="0" y="21600"/>
                </a:lnTo>
                <a:lnTo>
                  <a:pt x="21600" y="21600"/>
                </a:lnTo>
                <a:lnTo>
                  <a:pt x="14811" y="0"/>
                </a:lnTo>
                <a:lnTo>
                  <a:pt x="9257" y="1591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p50"/>
          <p:cNvSpPr/>
          <p:nvPr/>
        </p:nvSpPr>
        <p:spPr>
          <a:xfrm>
            <a:off x="6659034" y="1401234"/>
            <a:ext cx="245538" cy="258228"/>
          </a:xfrm>
          <a:custGeom>
            <a:rect b="b" l="l" r="r" t="t"/>
            <a:pathLst>
              <a:path extrusionOk="0" h="21600" w="21600">
                <a:moveTo>
                  <a:pt x="3295" y="0"/>
                </a:moveTo>
                <a:lnTo>
                  <a:pt x="0" y="0"/>
                </a:lnTo>
                <a:lnTo>
                  <a:pt x="0" y="18562"/>
                </a:lnTo>
                <a:lnTo>
                  <a:pt x="366" y="19575"/>
                </a:lnTo>
                <a:lnTo>
                  <a:pt x="732" y="20925"/>
                </a:lnTo>
                <a:lnTo>
                  <a:pt x="2197" y="21263"/>
                </a:lnTo>
                <a:lnTo>
                  <a:pt x="3295" y="21600"/>
                </a:lnTo>
                <a:lnTo>
                  <a:pt x="21600" y="21600"/>
                </a:lnTo>
                <a:lnTo>
                  <a:pt x="21600" y="18562"/>
                </a:lnTo>
                <a:lnTo>
                  <a:pt x="3295" y="18562"/>
                </a:lnTo>
                <a:lnTo>
                  <a:pt x="3295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50"/>
          <p:cNvSpPr/>
          <p:nvPr/>
        </p:nvSpPr>
        <p:spPr>
          <a:xfrm>
            <a:off x="6570133" y="1490133"/>
            <a:ext cx="249750" cy="258228"/>
          </a:xfrm>
          <a:custGeom>
            <a:rect b="b" l="l" r="r" t="t"/>
            <a:pathLst>
              <a:path extrusionOk="0" h="21600" w="21600">
                <a:moveTo>
                  <a:pt x="3661" y="0"/>
                </a:moveTo>
                <a:lnTo>
                  <a:pt x="0" y="0"/>
                </a:lnTo>
                <a:lnTo>
                  <a:pt x="0" y="18225"/>
                </a:lnTo>
                <a:lnTo>
                  <a:pt x="732" y="20925"/>
                </a:lnTo>
                <a:lnTo>
                  <a:pt x="3661" y="21600"/>
                </a:lnTo>
                <a:lnTo>
                  <a:pt x="21600" y="21600"/>
                </a:lnTo>
                <a:lnTo>
                  <a:pt x="21600" y="18225"/>
                </a:lnTo>
                <a:lnTo>
                  <a:pt x="3661" y="18225"/>
                </a:lnTo>
                <a:lnTo>
                  <a:pt x="3661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50"/>
          <p:cNvSpPr/>
          <p:nvPr/>
        </p:nvSpPr>
        <p:spPr>
          <a:xfrm>
            <a:off x="6731000" y="1341967"/>
            <a:ext cx="270918" cy="245538"/>
          </a:xfrm>
          <a:custGeom>
            <a:rect b="b" l="l" r="r" t="t"/>
            <a:pathLst>
              <a:path extrusionOk="0" h="21600" w="21600">
                <a:moveTo>
                  <a:pt x="18563" y="0"/>
                </a:moveTo>
                <a:lnTo>
                  <a:pt x="3375" y="0"/>
                </a:lnTo>
                <a:lnTo>
                  <a:pt x="2362" y="366"/>
                </a:lnTo>
                <a:lnTo>
                  <a:pt x="1012" y="732"/>
                </a:lnTo>
                <a:lnTo>
                  <a:pt x="675" y="2197"/>
                </a:lnTo>
                <a:lnTo>
                  <a:pt x="0" y="3295"/>
                </a:lnTo>
                <a:lnTo>
                  <a:pt x="0" y="17939"/>
                </a:lnTo>
                <a:lnTo>
                  <a:pt x="675" y="19403"/>
                </a:lnTo>
                <a:lnTo>
                  <a:pt x="1012" y="20502"/>
                </a:lnTo>
                <a:lnTo>
                  <a:pt x="2362" y="20868"/>
                </a:lnTo>
                <a:lnTo>
                  <a:pt x="3375" y="21600"/>
                </a:lnTo>
                <a:lnTo>
                  <a:pt x="18563" y="21600"/>
                </a:lnTo>
                <a:lnTo>
                  <a:pt x="19575" y="20868"/>
                </a:lnTo>
                <a:lnTo>
                  <a:pt x="20925" y="20502"/>
                </a:lnTo>
                <a:lnTo>
                  <a:pt x="21263" y="19403"/>
                </a:lnTo>
                <a:lnTo>
                  <a:pt x="21600" y="17939"/>
                </a:lnTo>
                <a:lnTo>
                  <a:pt x="21600" y="3295"/>
                </a:lnTo>
                <a:lnTo>
                  <a:pt x="21263" y="2197"/>
                </a:lnTo>
                <a:lnTo>
                  <a:pt x="20925" y="732"/>
                </a:lnTo>
                <a:lnTo>
                  <a:pt x="19575" y="366"/>
                </a:lnTo>
                <a:lnTo>
                  <a:pt x="18563" y="0"/>
                </a:lnTo>
                <a:close/>
                <a:moveTo>
                  <a:pt x="3375" y="17939"/>
                </a:moveTo>
                <a:lnTo>
                  <a:pt x="3375" y="3295"/>
                </a:lnTo>
                <a:lnTo>
                  <a:pt x="18563" y="3295"/>
                </a:lnTo>
                <a:lnTo>
                  <a:pt x="18563" y="17939"/>
                </a:lnTo>
                <a:lnTo>
                  <a:pt x="3375" y="1793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50"/>
          <p:cNvSpPr/>
          <p:nvPr/>
        </p:nvSpPr>
        <p:spPr>
          <a:xfrm>
            <a:off x="9584266" y="1341967"/>
            <a:ext cx="283662" cy="406404"/>
          </a:xfrm>
          <a:custGeom>
            <a:rect b="b" l="l" r="r" t="t"/>
            <a:pathLst>
              <a:path extrusionOk="0" h="21600" w="21600">
                <a:moveTo>
                  <a:pt x="18470" y="0"/>
                </a:moveTo>
                <a:lnTo>
                  <a:pt x="3130" y="0"/>
                </a:lnTo>
                <a:lnTo>
                  <a:pt x="626" y="441"/>
                </a:lnTo>
                <a:lnTo>
                  <a:pt x="313" y="1322"/>
                </a:lnTo>
                <a:lnTo>
                  <a:pt x="0" y="1984"/>
                </a:lnTo>
                <a:lnTo>
                  <a:pt x="0" y="19396"/>
                </a:lnTo>
                <a:lnTo>
                  <a:pt x="626" y="21159"/>
                </a:lnTo>
                <a:lnTo>
                  <a:pt x="3130" y="21600"/>
                </a:lnTo>
                <a:lnTo>
                  <a:pt x="18470" y="21600"/>
                </a:lnTo>
                <a:lnTo>
                  <a:pt x="20974" y="21159"/>
                </a:lnTo>
                <a:lnTo>
                  <a:pt x="21600" y="19396"/>
                </a:lnTo>
                <a:lnTo>
                  <a:pt x="21600" y="1984"/>
                </a:lnTo>
                <a:lnTo>
                  <a:pt x="21287" y="1322"/>
                </a:lnTo>
                <a:lnTo>
                  <a:pt x="20974" y="441"/>
                </a:lnTo>
                <a:lnTo>
                  <a:pt x="18470" y="0"/>
                </a:lnTo>
                <a:close/>
                <a:moveTo>
                  <a:pt x="3130" y="19396"/>
                </a:moveTo>
                <a:lnTo>
                  <a:pt x="3130" y="1984"/>
                </a:lnTo>
                <a:lnTo>
                  <a:pt x="18470" y="1984"/>
                </a:lnTo>
                <a:lnTo>
                  <a:pt x="18470" y="19396"/>
                </a:lnTo>
                <a:lnTo>
                  <a:pt x="3130" y="1939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p50"/>
          <p:cNvSpPr/>
          <p:nvPr/>
        </p:nvSpPr>
        <p:spPr>
          <a:xfrm>
            <a:off x="9660466" y="1562101"/>
            <a:ext cx="122742" cy="63504"/>
          </a:xfrm>
          <a:custGeom>
            <a:rect b="b" l="l" r="r" t="t"/>
            <a:pathLst>
              <a:path extrusionOk="0" h="21600" w="21600">
                <a:moveTo>
                  <a:pt x="11172" y="0"/>
                </a:moveTo>
                <a:lnTo>
                  <a:pt x="5959" y="1440"/>
                </a:lnTo>
                <a:lnTo>
                  <a:pt x="2234" y="4320"/>
                </a:lnTo>
                <a:lnTo>
                  <a:pt x="745" y="11520"/>
                </a:lnTo>
                <a:lnTo>
                  <a:pt x="0" y="21600"/>
                </a:lnTo>
                <a:lnTo>
                  <a:pt x="21600" y="21600"/>
                </a:lnTo>
                <a:lnTo>
                  <a:pt x="20855" y="11520"/>
                </a:lnTo>
                <a:lnTo>
                  <a:pt x="19366" y="4320"/>
                </a:lnTo>
                <a:lnTo>
                  <a:pt x="15641" y="1440"/>
                </a:lnTo>
                <a:lnTo>
                  <a:pt x="11172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50"/>
          <p:cNvSpPr/>
          <p:nvPr/>
        </p:nvSpPr>
        <p:spPr>
          <a:xfrm>
            <a:off x="9681634" y="1464733"/>
            <a:ext cx="76194" cy="84672"/>
          </a:xfrm>
          <a:custGeom>
            <a:rect b="b" l="l" r="r" t="t"/>
            <a:pathLst>
              <a:path extrusionOk="0" h="21600" w="21600">
                <a:moveTo>
                  <a:pt x="11368" y="21600"/>
                </a:moveTo>
                <a:lnTo>
                  <a:pt x="14779" y="20520"/>
                </a:lnTo>
                <a:lnTo>
                  <a:pt x="19326" y="18360"/>
                </a:lnTo>
                <a:lnTo>
                  <a:pt x="20463" y="15120"/>
                </a:lnTo>
                <a:lnTo>
                  <a:pt x="21600" y="10800"/>
                </a:lnTo>
                <a:lnTo>
                  <a:pt x="20463" y="6480"/>
                </a:lnTo>
                <a:lnTo>
                  <a:pt x="19326" y="3240"/>
                </a:lnTo>
                <a:lnTo>
                  <a:pt x="14779" y="1080"/>
                </a:lnTo>
                <a:lnTo>
                  <a:pt x="11368" y="0"/>
                </a:lnTo>
                <a:lnTo>
                  <a:pt x="6821" y="1080"/>
                </a:lnTo>
                <a:lnTo>
                  <a:pt x="2274" y="3240"/>
                </a:lnTo>
                <a:lnTo>
                  <a:pt x="1137" y="6480"/>
                </a:lnTo>
                <a:lnTo>
                  <a:pt x="0" y="10800"/>
                </a:lnTo>
                <a:lnTo>
                  <a:pt x="1137" y="15120"/>
                </a:lnTo>
                <a:lnTo>
                  <a:pt x="2274" y="18360"/>
                </a:lnTo>
                <a:lnTo>
                  <a:pt x="6821" y="20520"/>
                </a:lnTo>
                <a:lnTo>
                  <a:pt x="11368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50"/>
          <p:cNvSpPr/>
          <p:nvPr/>
        </p:nvSpPr>
        <p:spPr>
          <a:xfrm>
            <a:off x="8547101" y="1401234"/>
            <a:ext cx="406404" cy="283608"/>
          </a:xfrm>
          <a:custGeom>
            <a:rect b="b" l="l" r="r" t="t"/>
            <a:pathLst>
              <a:path extrusionOk="0" h="21600" w="21600">
                <a:moveTo>
                  <a:pt x="19418" y="0"/>
                </a:moveTo>
                <a:lnTo>
                  <a:pt x="2182" y="0"/>
                </a:lnTo>
                <a:lnTo>
                  <a:pt x="1527" y="626"/>
                </a:lnTo>
                <a:lnTo>
                  <a:pt x="655" y="939"/>
                </a:lnTo>
                <a:lnTo>
                  <a:pt x="436" y="2191"/>
                </a:lnTo>
                <a:lnTo>
                  <a:pt x="0" y="3130"/>
                </a:lnTo>
                <a:lnTo>
                  <a:pt x="0" y="18783"/>
                </a:lnTo>
                <a:lnTo>
                  <a:pt x="436" y="19722"/>
                </a:lnTo>
                <a:lnTo>
                  <a:pt x="655" y="20974"/>
                </a:lnTo>
                <a:lnTo>
                  <a:pt x="1527" y="21287"/>
                </a:lnTo>
                <a:lnTo>
                  <a:pt x="2182" y="21600"/>
                </a:lnTo>
                <a:lnTo>
                  <a:pt x="19418" y="21600"/>
                </a:lnTo>
                <a:lnTo>
                  <a:pt x="21164" y="20974"/>
                </a:lnTo>
                <a:lnTo>
                  <a:pt x="21382" y="19722"/>
                </a:lnTo>
                <a:lnTo>
                  <a:pt x="21600" y="18783"/>
                </a:lnTo>
                <a:lnTo>
                  <a:pt x="21600" y="3130"/>
                </a:lnTo>
                <a:lnTo>
                  <a:pt x="21382" y="2191"/>
                </a:lnTo>
                <a:lnTo>
                  <a:pt x="21164" y="939"/>
                </a:lnTo>
                <a:lnTo>
                  <a:pt x="20291" y="626"/>
                </a:lnTo>
                <a:lnTo>
                  <a:pt x="19418" y="0"/>
                </a:lnTo>
                <a:close/>
                <a:moveTo>
                  <a:pt x="2182" y="18783"/>
                </a:moveTo>
                <a:lnTo>
                  <a:pt x="2182" y="3130"/>
                </a:lnTo>
                <a:lnTo>
                  <a:pt x="19418" y="3130"/>
                </a:lnTo>
                <a:lnTo>
                  <a:pt x="19418" y="18783"/>
                </a:lnTo>
                <a:lnTo>
                  <a:pt x="2182" y="1878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50"/>
          <p:cNvSpPr/>
          <p:nvPr/>
        </p:nvSpPr>
        <p:spPr>
          <a:xfrm>
            <a:off x="8682567" y="1562101"/>
            <a:ext cx="122742" cy="6350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1440"/>
                </a:lnTo>
                <a:lnTo>
                  <a:pt x="2880" y="4320"/>
                </a:lnTo>
                <a:lnTo>
                  <a:pt x="720" y="11520"/>
                </a:lnTo>
                <a:lnTo>
                  <a:pt x="0" y="21600"/>
                </a:lnTo>
                <a:lnTo>
                  <a:pt x="21600" y="21600"/>
                </a:lnTo>
                <a:lnTo>
                  <a:pt x="20160" y="11520"/>
                </a:lnTo>
                <a:lnTo>
                  <a:pt x="18720" y="4320"/>
                </a:lnTo>
                <a:lnTo>
                  <a:pt x="15120" y="1440"/>
                </a:lnTo>
                <a:lnTo>
                  <a:pt x="108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50"/>
          <p:cNvSpPr/>
          <p:nvPr/>
        </p:nvSpPr>
        <p:spPr>
          <a:xfrm>
            <a:off x="8707967" y="1464733"/>
            <a:ext cx="84672" cy="84672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4040" y="20520"/>
                </a:lnTo>
                <a:lnTo>
                  <a:pt x="18360" y="18360"/>
                </a:lnTo>
                <a:lnTo>
                  <a:pt x="19440" y="15120"/>
                </a:lnTo>
                <a:lnTo>
                  <a:pt x="21600" y="10800"/>
                </a:lnTo>
                <a:lnTo>
                  <a:pt x="19440" y="6480"/>
                </a:lnTo>
                <a:lnTo>
                  <a:pt x="18360" y="3240"/>
                </a:lnTo>
                <a:lnTo>
                  <a:pt x="14040" y="1080"/>
                </a:lnTo>
                <a:lnTo>
                  <a:pt x="10800" y="0"/>
                </a:lnTo>
                <a:lnTo>
                  <a:pt x="6480" y="1080"/>
                </a:lnTo>
                <a:lnTo>
                  <a:pt x="2160" y="3240"/>
                </a:lnTo>
                <a:lnTo>
                  <a:pt x="1080" y="6480"/>
                </a:lnTo>
                <a:lnTo>
                  <a:pt x="0" y="10800"/>
                </a:lnTo>
                <a:lnTo>
                  <a:pt x="1080" y="15120"/>
                </a:lnTo>
                <a:lnTo>
                  <a:pt x="2160" y="18360"/>
                </a:lnTo>
                <a:lnTo>
                  <a:pt x="6480" y="2052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50"/>
          <p:cNvSpPr/>
          <p:nvPr/>
        </p:nvSpPr>
        <p:spPr>
          <a:xfrm>
            <a:off x="2878666" y="2476501"/>
            <a:ext cx="63504" cy="84672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11368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50"/>
          <p:cNvSpPr/>
          <p:nvPr/>
        </p:nvSpPr>
        <p:spPr>
          <a:xfrm>
            <a:off x="2679700" y="2341034"/>
            <a:ext cx="444474" cy="355590"/>
          </a:xfrm>
          <a:custGeom>
            <a:rect b="b" l="l" r="r" t="t"/>
            <a:pathLst>
              <a:path extrusionOk="0" h="21600" w="21600">
                <a:moveTo>
                  <a:pt x="19600" y="0"/>
                </a:moveTo>
                <a:lnTo>
                  <a:pt x="2000" y="0"/>
                </a:lnTo>
                <a:lnTo>
                  <a:pt x="1200" y="243"/>
                </a:lnTo>
                <a:lnTo>
                  <a:pt x="400" y="728"/>
                </a:lnTo>
                <a:lnTo>
                  <a:pt x="200" y="1456"/>
                </a:lnTo>
                <a:lnTo>
                  <a:pt x="0" y="2427"/>
                </a:lnTo>
                <a:lnTo>
                  <a:pt x="0" y="19173"/>
                </a:lnTo>
                <a:lnTo>
                  <a:pt x="200" y="20144"/>
                </a:lnTo>
                <a:lnTo>
                  <a:pt x="400" y="20872"/>
                </a:lnTo>
                <a:lnTo>
                  <a:pt x="1200" y="21357"/>
                </a:lnTo>
                <a:lnTo>
                  <a:pt x="2000" y="21600"/>
                </a:lnTo>
                <a:lnTo>
                  <a:pt x="19600" y="21600"/>
                </a:lnTo>
                <a:lnTo>
                  <a:pt x="20400" y="21357"/>
                </a:lnTo>
                <a:lnTo>
                  <a:pt x="21200" y="20872"/>
                </a:lnTo>
                <a:lnTo>
                  <a:pt x="21400" y="20144"/>
                </a:lnTo>
                <a:lnTo>
                  <a:pt x="21600" y="19173"/>
                </a:lnTo>
                <a:lnTo>
                  <a:pt x="21600" y="2427"/>
                </a:lnTo>
                <a:lnTo>
                  <a:pt x="21400" y="1456"/>
                </a:lnTo>
                <a:lnTo>
                  <a:pt x="21200" y="728"/>
                </a:lnTo>
                <a:lnTo>
                  <a:pt x="20400" y="243"/>
                </a:lnTo>
                <a:lnTo>
                  <a:pt x="19600" y="0"/>
                </a:lnTo>
                <a:close/>
                <a:moveTo>
                  <a:pt x="2000" y="19173"/>
                </a:moveTo>
                <a:lnTo>
                  <a:pt x="2000" y="2427"/>
                </a:lnTo>
                <a:lnTo>
                  <a:pt x="19600" y="2427"/>
                </a:lnTo>
                <a:lnTo>
                  <a:pt x="19600" y="19173"/>
                </a:lnTo>
                <a:lnTo>
                  <a:pt x="2000" y="1917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50"/>
          <p:cNvSpPr/>
          <p:nvPr/>
        </p:nvSpPr>
        <p:spPr>
          <a:xfrm>
            <a:off x="2781300" y="2400301"/>
            <a:ext cx="245538" cy="237060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640" y="0"/>
                </a:lnTo>
                <a:lnTo>
                  <a:pt x="6840" y="732"/>
                </a:lnTo>
                <a:lnTo>
                  <a:pt x="5040" y="1831"/>
                </a:lnTo>
                <a:lnTo>
                  <a:pt x="3240" y="3295"/>
                </a:lnTo>
                <a:lnTo>
                  <a:pt x="1800" y="5125"/>
                </a:lnTo>
                <a:lnTo>
                  <a:pt x="1080" y="6590"/>
                </a:lnTo>
                <a:lnTo>
                  <a:pt x="0" y="8420"/>
                </a:lnTo>
                <a:lnTo>
                  <a:pt x="0" y="13180"/>
                </a:lnTo>
                <a:lnTo>
                  <a:pt x="1080" y="15010"/>
                </a:lnTo>
                <a:lnTo>
                  <a:pt x="1800" y="16841"/>
                </a:lnTo>
                <a:lnTo>
                  <a:pt x="3240" y="18671"/>
                </a:lnTo>
                <a:lnTo>
                  <a:pt x="6840" y="20868"/>
                </a:lnTo>
                <a:lnTo>
                  <a:pt x="8640" y="21600"/>
                </a:lnTo>
                <a:lnTo>
                  <a:pt x="12960" y="21600"/>
                </a:lnTo>
                <a:lnTo>
                  <a:pt x="14760" y="20868"/>
                </a:lnTo>
                <a:lnTo>
                  <a:pt x="18360" y="18671"/>
                </a:lnTo>
                <a:lnTo>
                  <a:pt x="19800" y="16841"/>
                </a:lnTo>
                <a:lnTo>
                  <a:pt x="20520" y="15010"/>
                </a:lnTo>
                <a:lnTo>
                  <a:pt x="21600" y="13180"/>
                </a:lnTo>
                <a:lnTo>
                  <a:pt x="21600" y="8420"/>
                </a:lnTo>
                <a:lnTo>
                  <a:pt x="20520" y="6590"/>
                </a:lnTo>
                <a:lnTo>
                  <a:pt x="19800" y="5125"/>
                </a:lnTo>
                <a:lnTo>
                  <a:pt x="18360" y="3295"/>
                </a:lnTo>
                <a:lnTo>
                  <a:pt x="16560" y="1831"/>
                </a:lnTo>
                <a:lnTo>
                  <a:pt x="14760" y="732"/>
                </a:lnTo>
                <a:lnTo>
                  <a:pt x="12960" y="0"/>
                </a:lnTo>
                <a:lnTo>
                  <a:pt x="10800" y="0"/>
                </a:lnTo>
                <a:close/>
                <a:moveTo>
                  <a:pt x="10800" y="17939"/>
                </a:moveTo>
                <a:lnTo>
                  <a:pt x="9360" y="17939"/>
                </a:lnTo>
                <a:lnTo>
                  <a:pt x="8280" y="17573"/>
                </a:lnTo>
                <a:lnTo>
                  <a:pt x="5760" y="15742"/>
                </a:lnTo>
                <a:lnTo>
                  <a:pt x="3960" y="13546"/>
                </a:lnTo>
                <a:lnTo>
                  <a:pt x="3600" y="12081"/>
                </a:lnTo>
                <a:lnTo>
                  <a:pt x="3600" y="9519"/>
                </a:lnTo>
                <a:lnTo>
                  <a:pt x="3960" y="8054"/>
                </a:lnTo>
                <a:lnTo>
                  <a:pt x="5760" y="5858"/>
                </a:lnTo>
                <a:lnTo>
                  <a:pt x="8280" y="4027"/>
                </a:lnTo>
                <a:lnTo>
                  <a:pt x="9360" y="3661"/>
                </a:lnTo>
                <a:lnTo>
                  <a:pt x="12240" y="3661"/>
                </a:lnTo>
                <a:lnTo>
                  <a:pt x="13320" y="4027"/>
                </a:lnTo>
                <a:lnTo>
                  <a:pt x="15840" y="5858"/>
                </a:lnTo>
                <a:lnTo>
                  <a:pt x="17280" y="8054"/>
                </a:lnTo>
                <a:lnTo>
                  <a:pt x="18000" y="9519"/>
                </a:lnTo>
                <a:lnTo>
                  <a:pt x="18000" y="12081"/>
                </a:lnTo>
                <a:lnTo>
                  <a:pt x="17280" y="13546"/>
                </a:lnTo>
                <a:lnTo>
                  <a:pt x="15840" y="15742"/>
                </a:lnTo>
                <a:lnTo>
                  <a:pt x="13320" y="17573"/>
                </a:lnTo>
                <a:lnTo>
                  <a:pt x="12240" y="17939"/>
                </a:lnTo>
                <a:lnTo>
                  <a:pt x="10800" y="1793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50"/>
          <p:cNvSpPr/>
          <p:nvPr/>
        </p:nvSpPr>
        <p:spPr>
          <a:xfrm>
            <a:off x="3729567" y="2527301"/>
            <a:ext cx="321732" cy="194724"/>
          </a:xfrm>
          <a:custGeom>
            <a:rect b="b" l="l" r="r" t="t"/>
            <a:pathLst>
              <a:path extrusionOk="0" h="21600" w="21600">
                <a:moveTo>
                  <a:pt x="21053" y="2645"/>
                </a:moveTo>
                <a:lnTo>
                  <a:pt x="20233" y="1763"/>
                </a:lnTo>
                <a:lnTo>
                  <a:pt x="19686" y="1763"/>
                </a:lnTo>
                <a:lnTo>
                  <a:pt x="16132" y="5290"/>
                </a:lnTo>
                <a:lnTo>
                  <a:pt x="16132" y="3967"/>
                </a:lnTo>
                <a:lnTo>
                  <a:pt x="15858" y="2645"/>
                </a:lnTo>
                <a:lnTo>
                  <a:pt x="15585" y="882"/>
                </a:lnTo>
                <a:lnTo>
                  <a:pt x="14491" y="441"/>
                </a:lnTo>
                <a:lnTo>
                  <a:pt x="13671" y="0"/>
                </a:lnTo>
                <a:lnTo>
                  <a:pt x="2734" y="0"/>
                </a:lnTo>
                <a:lnTo>
                  <a:pt x="1641" y="441"/>
                </a:lnTo>
                <a:lnTo>
                  <a:pt x="820" y="882"/>
                </a:lnTo>
                <a:lnTo>
                  <a:pt x="273" y="2645"/>
                </a:lnTo>
                <a:lnTo>
                  <a:pt x="0" y="3967"/>
                </a:lnTo>
                <a:lnTo>
                  <a:pt x="0" y="17192"/>
                </a:lnTo>
                <a:lnTo>
                  <a:pt x="273" y="18955"/>
                </a:lnTo>
                <a:lnTo>
                  <a:pt x="820" y="20278"/>
                </a:lnTo>
                <a:lnTo>
                  <a:pt x="1641" y="21159"/>
                </a:lnTo>
                <a:lnTo>
                  <a:pt x="2734" y="21600"/>
                </a:lnTo>
                <a:lnTo>
                  <a:pt x="13671" y="21600"/>
                </a:lnTo>
                <a:lnTo>
                  <a:pt x="14491" y="21159"/>
                </a:lnTo>
                <a:lnTo>
                  <a:pt x="15585" y="20278"/>
                </a:lnTo>
                <a:lnTo>
                  <a:pt x="15858" y="18955"/>
                </a:lnTo>
                <a:lnTo>
                  <a:pt x="16132" y="17192"/>
                </a:lnTo>
                <a:lnTo>
                  <a:pt x="16132" y="16310"/>
                </a:lnTo>
                <a:lnTo>
                  <a:pt x="19686" y="19396"/>
                </a:lnTo>
                <a:lnTo>
                  <a:pt x="20233" y="19396"/>
                </a:lnTo>
                <a:lnTo>
                  <a:pt x="21053" y="18955"/>
                </a:lnTo>
                <a:lnTo>
                  <a:pt x="21600" y="17192"/>
                </a:lnTo>
                <a:lnTo>
                  <a:pt x="21600" y="3967"/>
                </a:lnTo>
                <a:lnTo>
                  <a:pt x="21327" y="3086"/>
                </a:lnTo>
                <a:lnTo>
                  <a:pt x="21053" y="2645"/>
                </a:lnTo>
                <a:close/>
                <a:moveTo>
                  <a:pt x="2734" y="17192"/>
                </a:moveTo>
                <a:lnTo>
                  <a:pt x="2734" y="3967"/>
                </a:lnTo>
                <a:lnTo>
                  <a:pt x="13671" y="3967"/>
                </a:lnTo>
                <a:lnTo>
                  <a:pt x="13671" y="17192"/>
                </a:lnTo>
                <a:lnTo>
                  <a:pt x="2734" y="17192"/>
                </a:lnTo>
                <a:close/>
                <a:moveTo>
                  <a:pt x="18866" y="14106"/>
                </a:moveTo>
                <a:lnTo>
                  <a:pt x="16132" y="11902"/>
                </a:lnTo>
                <a:lnTo>
                  <a:pt x="16132" y="9698"/>
                </a:lnTo>
                <a:lnTo>
                  <a:pt x="18866" y="7494"/>
                </a:lnTo>
                <a:lnTo>
                  <a:pt x="18866" y="1410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50"/>
          <p:cNvSpPr/>
          <p:nvPr/>
        </p:nvSpPr>
        <p:spPr>
          <a:xfrm>
            <a:off x="3670301" y="2341034"/>
            <a:ext cx="160866" cy="160866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1600" y="8640"/>
                </a:lnTo>
                <a:lnTo>
                  <a:pt x="21060" y="6480"/>
                </a:lnTo>
                <a:lnTo>
                  <a:pt x="18360" y="3240"/>
                </a:lnTo>
                <a:lnTo>
                  <a:pt x="15120" y="540"/>
                </a:lnTo>
                <a:lnTo>
                  <a:pt x="12960" y="0"/>
                </a:lnTo>
                <a:lnTo>
                  <a:pt x="8640" y="0"/>
                </a:lnTo>
                <a:lnTo>
                  <a:pt x="7020" y="540"/>
                </a:lnTo>
                <a:lnTo>
                  <a:pt x="3780" y="3240"/>
                </a:lnTo>
                <a:lnTo>
                  <a:pt x="1080" y="6480"/>
                </a:lnTo>
                <a:lnTo>
                  <a:pt x="0" y="8640"/>
                </a:lnTo>
                <a:lnTo>
                  <a:pt x="0" y="12960"/>
                </a:lnTo>
                <a:lnTo>
                  <a:pt x="1080" y="14580"/>
                </a:lnTo>
                <a:lnTo>
                  <a:pt x="3780" y="17820"/>
                </a:lnTo>
                <a:lnTo>
                  <a:pt x="7020" y="20520"/>
                </a:lnTo>
                <a:lnTo>
                  <a:pt x="8640" y="21600"/>
                </a:lnTo>
                <a:lnTo>
                  <a:pt x="12960" y="21600"/>
                </a:lnTo>
                <a:lnTo>
                  <a:pt x="15120" y="20520"/>
                </a:lnTo>
                <a:lnTo>
                  <a:pt x="18360" y="17820"/>
                </a:lnTo>
                <a:lnTo>
                  <a:pt x="21060" y="14580"/>
                </a:lnTo>
                <a:lnTo>
                  <a:pt x="21600" y="12960"/>
                </a:lnTo>
                <a:lnTo>
                  <a:pt x="21600" y="10800"/>
                </a:lnTo>
                <a:close/>
                <a:moveTo>
                  <a:pt x="5400" y="10800"/>
                </a:moveTo>
                <a:lnTo>
                  <a:pt x="6480" y="8640"/>
                </a:lnTo>
                <a:lnTo>
                  <a:pt x="7020" y="6480"/>
                </a:lnTo>
                <a:lnTo>
                  <a:pt x="8640" y="5940"/>
                </a:lnTo>
                <a:lnTo>
                  <a:pt x="10800" y="5400"/>
                </a:lnTo>
                <a:lnTo>
                  <a:pt x="15120" y="6480"/>
                </a:lnTo>
                <a:lnTo>
                  <a:pt x="16200" y="10800"/>
                </a:lnTo>
                <a:lnTo>
                  <a:pt x="15660" y="12960"/>
                </a:lnTo>
                <a:lnTo>
                  <a:pt x="15120" y="14580"/>
                </a:lnTo>
                <a:lnTo>
                  <a:pt x="12960" y="15660"/>
                </a:lnTo>
                <a:lnTo>
                  <a:pt x="10800" y="16200"/>
                </a:lnTo>
                <a:lnTo>
                  <a:pt x="8640" y="15660"/>
                </a:lnTo>
                <a:lnTo>
                  <a:pt x="7020" y="14580"/>
                </a:lnTo>
                <a:lnTo>
                  <a:pt x="6480" y="12960"/>
                </a:lnTo>
                <a:lnTo>
                  <a:pt x="540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50"/>
          <p:cNvSpPr/>
          <p:nvPr/>
        </p:nvSpPr>
        <p:spPr>
          <a:xfrm>
            <a:off x="3856567" y="2341034"/>
            <a:ext cx="156654" cy="160866"/>
          </a:xfrm>
          <a:custGeom>
            <a:rect b="b" l="l" r="r" t="t"/>
            <a:pathLst>
              <a:path extrusionOk="0" h="21600" w="21600">
                <a:moveTo>
                  <a:pt x="11077" y="21600"/>
                </a:moveTo>
                <a:lnTo>
                  <a:pt x="12738" y="21600"/>
                </a:lnTo>
                <a:lnTo>
                  <a:pt x="14954" y="20520"/>
                </a:lnTo>
                <a:lnTo>
                  <a:pt x="18277" y="17820"/>
                </a:lnTo>
                <a:lnTo>
                  <a:pt x="21046" y="14580"/>
                </a:lnTo>
                <a:lnTo>
                  <a:pt x="21600" y="12960"/>
                </a:lnTo>
                <a:lnTo>
                  <a:pt x="21600" y="8640"/>
                </a:lnTo>
                <a:lnTo>
                  <a:pt x="21046" y="6480"/>
                </a:lnTo>
                <a:lnTo>
                  <a:pt x="18277" y="3240"/>
                </a:lnTo>
                <a:lnTo>
                  <a:pt x="14954" y="540"/>
                </a:lnTo>
                <a:lnTo>
                  <a:pt x="12738" y="0"/>
                </a:lnTo>
                <a:lnTo>
                  <a:pt x="8862" y="0"/>
                </a:lnTo>
                <a:lnTo>
                  <a:pt x="6646" y="540"/>
                </a:lnTo>
                <a:lnTo>
                  <a:pt x="3323" y="3240"/>
                </a:lnTo>
                <a:lnTo>
                  <a:pt x="554" y="6480"/>
                </a:lnTo>
                <a:lnTo>
                  <a:pt x="0" y="8640"/>
                </a:lnTo>
                <a:lnTo>
                  <a:pt x="0" y="12960"/>
                </a:lnTo>
                <a:lnTo>
                  <a:pt x="554" y="14580"/>
                </a:lnTo>
                <a:lnTo>
                  <a:pt x="3323" y="17820"/>
                </a:lnTo>
                <a:lnTo>
                  <a:pt x="6646" y="20520"/>
                </a:lnTo>
                <a:lnTo>
                  <a:pt x="8862" y="21600"/>
                </a:lnTo>
                <a:lnTo>
                  <a:pt x="11077" y="21600"/>
                </a:lnTo>
                <a:close/>
                <a:moveTo>
                  <a:pt x="11077" y="5400"/>
                </a:moveTo>
                <a:lnTo>
                  <a:pt x="12738" y="5940"/>
                </a:lnTo>
                <a:lnTo>
                  <a:pt x="14954" y="6480"/>
                </a:lnTo>
                <a:lnTo>
                  <a:pt x="16062" y="10800"/>
                </a:lnTo>
                <a:lnTo>
                  <a:pt x="15508" y="12960"/>
                </a:lnTo>
                <a:lnTo>
                  <a:pt x="14954" y="14580"/>
                </a:lnTo>
                <a:lnTo>
                  <a:pt x="12738" y="15660"/>
                </a:lnTo>
                <a:lnTo>
                  <a:pt x="11077" y="16200"/>
                </a:lnTo>
                <a:lnTo>
                  <a:pt x="8862" y="15660"/>
                </a:lnTo>
                <a:lnTo>
                  <a:pt x="6646" y="14580"/>
                </a:lnTo>
                <a:lnTo>
                  <a:pt x="6092" y="12960"/>
                </a:lnTo>
                <a:lnTo>
                  <a:pt x="5538" y="10800"/>
                </a:lnTo>
                <a:lnTo>
                  <a:pt x="6646" y="6480"/>
                </a:lnTo>
                <a:lnTo>
                  <a:pt x="11077" y="54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50"/>
          <p:cNvSpPr/>
          <p:nvPr/>
        </p:nvSpPr>
        <p:spPr>
          <a:xfrm>
            <a:off x="4682066" y="2379133"/>
            <a:ext cx="211680" cy="283662"/>
          </a:xfrm>
          <a:custGeom>
            <a:rect b="b" l="l" r="r" t="t"/>
            <a:pathLst>
              <a:path extrusionOk="0" h="21600" w="21600">
                <a:moveTo>
                  <a:pt x="21600" y="10957"/>
                </a:moveTo>
                <a:lnTo>
                  <a:pt x="21600" y="9391"/>
                </a:lnTo>
                <a:lnTo>
                  <a:pt x="19906" y="8452"/>
                </a:lnTo>
                <a:lnTo>
                  <a:pt x="6776" y="626"/>
                </a:lnTo>
                <a:lnTo>
                  <a:pt x="5929" y="313"/>
                </a:lnTo>
                <a:lnTo>
                  <a:pt x="4659" y="0"/>
                </a:lnTo>
                <a:lnTo>
                  <a:pt x="3812" y="0"/>
                </a:lnTo>
                <a:lnTo>
                  <a:pt x="2118" y="313"/>
                </a:lnTo>
                <a:lnTo>
                  <a:pt x="424" y="1565"/>
                </a:lnTo>
                <a:lnTo>
                  <a:pt x="0" y="2191"/>
                </a:lnTo>
                <a:lnTo>
                  <a:pt x="0" y="19409"/>
                </a:lnTo>
                <a:lnTo>
                  <a:pt x="424" y="20035"/>
                </a:lnTo>
                <a:lnTo>
                  <a:pt x="2118" y="21287"/>
                </a:lnTo>
                <a:lnTo>
                  <a:pt x="3812" y="21600"/>
                </a:lnTo>
                <a:lnTo>
                  <a:pt x="4659" y="21600"/>
                </a:lnTo>
                <a:lnTo>
                  <a:pt x="5929" y="21287"/>
                </a:lnTo>
                <a:lnTo>
                  <a:pt x="6776" y="20974"/>
                </a:lnTo>
                <a:lnTo>
                  <a:pt x="19906" y="13148"/>
                </a:lnTo>
                <a:lnTo>
                  <a:pt x="21600" y="12209"/>
                </a:lnTo>
                <a:lnTo>
                  <a:pt x="21600" y="10957"/>
                </a:lnTo>
                <a:close/>
                <a:moveTo>
                  <a:pt x="4235" y="18470"/>
                </a:moveTo>
                <a:lnTo>
                  <a:pt x="4235" y="3130"/>
                </a:lnTo>
                <a:lnTo>
                  <a:pt x="17365" y="10957"/>
                </a:lnTo>
                <a:lnTo>
                  <a:pt x="4235" y="1847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50"/>
          <p:cNvSpPr/>
          <p:nvPr/>
        </p:nvSpPr>
        <p:spPr>
          <a:xfrm>
            <a:off x="4792133" y="2341034"/>
            <a:ext cx="237060" cy="355590"/>
          </a:xfrm>
          <a:custGeom>
            <a:rect b="b" l="l" r="r" t="t"/>
            <a:pathLst>
              <a:path extrusionOk="0" h="21600" w="21600">
                <a:moveTo>
                  <a:pt x="20842" y="9931"/>
                </a:moveTo>
                <a:lnTo>
                  <a:pt x="1895" y="0"/>
                </a:lnTo>
                <a:lnTo>
                  <a:pt x="0" y="1986"/>
                </a:lnTo>
                <a:lnTo>
                  <a:pt x="17053" y="10924"/>
                </a:lnTo>
                <a:lnTo>
                  <a:pt x="0" y="19614"/>
                </a:lnTo>
                <a:lnTo>
                  <a:pt x="1895" y="21600"/>
                </a:lnTo>
                <a:lnTo>
                  <a:pt x="20842" y="11669"/>
                </a:lnTo>
                <a:lnTo>
                  <a:pt x="21600" y="11421"/>
                </a:lnTo>
                <a:lnTo>
                  <a:pt x="21600" y="10179"/>
                </a:lnTo>
                <a:lnTo>
                  <a:pt x="20842" y="993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50"/>
          <p:cNvSpPr/>
          <p:nvPr/>
        </p:nvSpPr>
        <p:spPr>
          <a:xfrm>
            <a:off x="5782733" y="2379133"/>
            <a:ext cx="207414" cy="283662"/>
          </a:xfrm>
          <a:custGeom>
            <a:rect b="b" l="l" r="r" t="t"/>
            <a:pathLst>
              <a:path extrusionOk="0" h="21600" w="21600">
                <a:moveTo>
                  <a:pt x="19482" y="313"/>
                </a:moveTo>
                <a:lnTo>
                  <a:pt x="17788" y="0"/>
                </a:lnTo>
                <a:lnTo>
                  <a:pt x="16941" y="0"/>
                </a:lnTo>
                <a:lnTo>
                  <a:pt x="15671" y="313"/>
                </a:lnTo>
                <a:lnTo>
                  <a:pt x="14824" y="626"/>
                </a:lnTo>
                <a:lnTo>
                  <a:pt x="1694" y="8452"/>
                </a:lnTo>
                <a:lnTo>
                  <a:pt x="0" y="9391"/>
                </a:lnTo>
                <a:lnTo>
                  <a:pt x="0" y="12209"/>
                </a:lnTo>
                <a:lnTo>
                  <a:pt x="1694" y="13148"/>
                </a:lnTo>
                <a:lnTo>
                  <a:pt x="14824" y="20974"/>
                </a:lnTo>
                <a:lnTo>
                  <a:pt x="15671" y="21287"/>
                </a:lnTo>
                <a:lnTo>
                  <a:pt x="16941" y="21600"/>
                </a:lnTo>
                <a:lnTo>
                  <a:pt x="17788" y="21600"/>
                </a:lnTo>
                <a:lnTo>
                  <a:pt x="19482" y="21287"/>
                </a:lnTo>
                <a:lnTo>
                  <a:pt x="21176" y="20035"/>
                </a:lnTo>
                <a:lnTo>
                  <a:pt x="21600" y="19409"/>
                </a:lnTo>
                <a:lnTo>
                  <a:pt x="21600" y="2191"/>
                </a:lnTo>
                <a:lnTo>
                  <a:pt x="21176" y="1565"/>
                </a:lnTo>
                <a:lnTo>
                  <a:pt x="19482" y="313"/>
                </a:lnTo>
                <a:close/>
                <a:moveTo>
                  <a:pt x="17365" y="18470"/>
                </a:moveTo>
                <a:lnTo>
                  <a:pt x="4235" y="10957"/>
                </a:lnTo>
                <a:lnTo>
                  <a:pt x="17365" y="3130"/>
                </a:lnTo>
                <a:lnTo>
                  <a:pt x="17365" y="1847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50"/>
          <p:cNvSpPr/>
          <p:nvPr/>
        </p:nvSpPr>
        <p:spPr>
          <a:xfrm>
            <a:off x="5647266" y="2341034"/>
            <a:ext cx="232848" cy="355590"/>
          </a:xfrm>
          <a:custGeom>
            <a:rect b="b" l="l" r="r" t="t"/>
            <a:pathLst>
              <a:path extrusionOk="0" h="21600" w="21600">
                <a:moveTo>
                  <a:pt x="21600" y="1986"/>
                </a:moveTo>
                <a:lnTo>
                  <a:pt x="19705" y="0"/>
                </a:lnTo>
                <a:lnTo>
                  <a:pt x="758" y="9931"/>
                </a:lnTo>
                <a:lnTo>
                  <a:pt x="0" y="10179"/>
                </a:lnTo>
                <a:lnTo>
                  <a:pt x="0" y="11421"/>
                </a:lnTo>
                <a:lnTo>
                  <a:pt x="758" y="11669"/>
                </a:lnTo>
                <a:lnTo>
                  <a:pt x="19705" y="21600"/>
                </a:lnTo>
                <a:lnTo>
                  <a:pt x="21600" y="19614"/>
                </a:lnTo>
                <a:lnTo>
                  <a:pt x="4547" y="10924"/>
                </a:lnTo>
                <a:lnTo>
                  <a:pt x="21600" y="198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50"/>
          <p:cNvSpPr/>
          <p:nvPr/>
        </p:nvSpPr>
        <p:spPr>
          <a:xfrm>
            <a:off x="6794501" y="2379133"/>
            <a:ext cx="207414" cy="283662"/>
          </a:xfrm>
          <a:custGeom>
            <a:rect b="b" l="l" r="r" t="t"/>
            <a:pathLst>
              <a:path extrusionOk="0" h="21600" w="21600">
                <a:moveTo>
                  <a:pt x="19872" y="313"/>
                </a:moveTo>
                <a:lnTo>
                  <a:pt x="18144" y="0"/>
                </a:lnTo>
                <a:lnTo>
                  <a:pt x="16848" y="0"/>
                </a:lnTo>
                <a:lnTo>
                  <a:pt x="15984" y="313"/>
                </a:lnTo>
                <a:lnTo>
                  <a:pt x="14688" y="626"/>
                </a:lnTo>
                <a:lnTo>
                  <a:pt x="1728" y="8452"/>
                </a:lnTo>
                <a:lnTo>
                  <a:pt x="0" y="9391"/>
                </a:lnTo>
                <a:lnTo>
                  <a:pt x="0" y="12209"/>
                </a:lnTo>
                <a:lnTo>
                  <a:pt x="1728" y="13148"/>
                </a:lnTo>
                <a:lnTo>
                  <a:pt x="14688" y="20974"/>
                </a:lnTo>
                <a:lnTo>
                  <a:pt x="15984" y="21287"/>
                </a:lnTo>
                <a:lnTo>
                  <a:pt x="16848" y="21600"/>
                </a:lnTo>
                <a:lnTo>
                  <a:pt x="18144" y="21600"/>
                </a:lnTo>
                <a:lnTo>
                  <a:pt x="19872" y="21287"/>
                </a:lnTo>
                <a:lnTo>
                  <a:pt x="20304" y="20974"/>
                </a:lnTo>
                <a:lnTo>
                  <a:pt x="21168" y="20035"/>
                </a:lnTo>
                <a:lnTo>
                  <a:pt x="21600" y="19409"/>
                </a:lnTo>
                <a:lnTo>
                  <a:pt x="21600" y="2191"/>
                </a:lnTo>
                <a:lnTo>
                  <a:pt x="21168" y="1565"/>
                </a:lnTo>
                <a:lnTo>
                  <a:pt x="20304" y="626"/>
                </a:lnTo>
                <a:lnTo>
                  <a:pt x="19872" y="313"/>
                </a:lnTo>
                <a:close/>
                <a:moveTo>
                  <a:pt x="17712" y="18470"/>
                </a:moveTo>
                <a:lnTo>
                  <a:pt x="4320" y="10957"/>
                </a:lnTo>
                <a:lnTo>
                  <a:pt x="17712" y="3130"/>
                </a:lnTo>
                <a:lnTo>
                  <a:pt x="17712" y="1847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50"/>
          <p:cNvSpPr/>
          <p:nvPr/>
        </p:nvSpPr>
        <p:spPr>
          <a:xfrm>
            <a:off x="6620933" y="2341034"/>
            <a:ext cx="110052" cy="355590"/>
          </a:xfrm>
          <a:custGeom>
            <a:rect b="b" l="l" r="r" t="t"/>
            <a:pathLst>
              <a:path extrusionOk="0" h="21600" w="21600">
                <a:moveTo>
                  <a:pt x="14152" y="0"/>
                </a:moveTo>
                <a:lnTo>
                  <a:pt x="7448" y="0"/>
                </a:lnTo>
                <a:lnTo>
                  <a:pt x="4469" y="243"/>
                </a:lnTo>
                <a:lnTo>
                  <a:pt x="1490" y="728"/>
                </a:lnTo>
                <a:lnTo>
                  <a:pt x="745" y="1456"/>
                </a:lnTo>
                <a:lnTo>
                  <a:pt x="0" y="2427"/>
                </a:lnTo>
                <a:lnTo>
                  <a:pt x="0" y="19173"/>
                </a:lnTo>
                <a:lnTo>
                  <a:pt x="745" y="20144"/>
                </a:lnTo>
                <a:lnTo>
                  <a:pt x="1490" y="20872"/>
                </a:lnTo>
                <a:lnTo>
                  <a:pt x="4469" y="21357"/>
                </a:lnTo>
                <a:lnTo>
                  <a:pt x="7448" y="21600"/>
                </a:lnTo>
                <a:lnTo>
                  <a:pt x="14152" y="21600"/>
                </a:lnTo>
                <a:lnTo>
                  <a:pt x="17131" y="21357"/>
                </a:lnTo>
                <a:lnTo>
                  <a:pt x="20110" y="20872"/>
                </a:lnTo>
                <a:lnTo>
                  <a:pt x="20855" y="20144"/>
                </a:lnTo>
                <a:lnTo>
                  <a:pt x="21600" y="19173"/>
                </a:lnTo>
                <a:lnTo>
                  <a:pt x="21600" y="2427"/>
                </a:lnTo>
                <a:lnTo>
                  <a:pt x="20855" y="1456"/>
                </a:lnTo>
                <a:lnTo>
                  <a:pt x="20110" y="728"/>
                </a:lnTo>
                <a:lnTo>
                  <a:pt x="17131" y="243"/>
                </a:lnTo>
                <a:lnTo>
                  <a:pt x="14152" y="0"/>
                </a:lnTo>
                <a:close/>
                <a:moveTo>
                  <a:pt x="7448" y="19173"/>
                </a:moveTo>
                <a:lnTo>
                  <a:pt x="7448" y="2427"/>
                </a:lnTo>
                <a:lnTo>
                  <a:pt x="14152" y="2427"/>
                </a:lnTo>
                <a:lnTo>
                  <a:pt x="14152" y="19173"/>
                </a:lnTo>
                <a:lnTo>
                  <a:pt x="7448" y="1917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50"/>
          <p:cNvSpPr/>
          <p:nvPr/>
        </p:nvSpPr>
        <p:spPr>
          <a:xfrm>
            <a:off x="7594600" y="2379133"/>
            <a:ext cx="198990" cy="283662"/>
          </a:xfrm>
          <a:custGeom>
            <a:rect b="b" l="l" r="r" t="t"/>
            <a:pathLst>
              <a:path extrusionOk="0" h="21600" w="21600">
                <a:moveTo>
                  <a:pt x="19872" y="8452"/>
                </a:moveTo>
                <a:lnTo>
                  <a:pt x="6912" y="626"/>
                </a:lnTo>
                <a:lnTo>
                  <a:pt x="5616" y="313"/>
                </a:lnTo>
                <a:lnTo>
                  <a:pt x="4752" y="0"/>
                </a:lnTo>
                <a:lnTo>
                  <a:pt x="3456" y="0"/>
                </a:lnTo>
                <a:lnTo>
                  <a:pt x="1728" y="313"/>
                </a:lnTo>
                <a:lnTo>
                  <a:pt x="1296" y="626"/>
                </a:lnTo>
                <a:lnTo>
                  <a:pt x="432" y="1565"/>
                </a:lnTo>
                <a:lnTo>
                  <a:pt x="0" y="2191"/>
                </a:lnTo>
                <a:lnTo>
                  <a:pt x="0" y="19409"/>
                </a:lnTo>
                <a:lnTo>
                  <a:pt x="432" y="20035"/>
                </a:lnTo>
                <a:lnTo>
                  <a:pt x="1296" y="20974"/>
                </a:lnTo>
                <a:lnTo>
                  <a:pt x="1728" y="21287"/>
                </a:lnTo>
                <a:lnTo>
                  <a:pt x="3456" y="21600"/>
                </a:lnTo>
                <a:lnTo>
                  <a:pt x="4752" y="21600"/>
                </a:lnTo>
                <a:lnTo>
                  <a:pt x="5616" y="21287"/>
                </a:lnTo>
                <a:lnTo>
                  <a:pt x="6912" y="20974"/>
                </a:lnTo>
                <a:lnTo>
                  <a:pt x="19872" y="13148"/>
                </a:lnTo>
                <a:lnTo>
                  <a:pt x="21600" y="12209"/>
                </a:lnTo>
                <a:lnTo>
                  <a:pt x="21600" y="9391"/>
                </a:lnTo>
                <a:lnTo>
                  <a:pt x="19872" y="8452"/>
                </a:lnTo>
                <a:close/>
                <a:moveTo>
                  <a:pt x="3888" y="18470"/>
                </a:moveTo>
                <a:lnTo>
                  <a:pt x="3888" y="3130"/>
                </a:lnTo>
                <a:lnTo>
                  <a:pt x="17280" y="10957"/>
                </a:lnTo>
                <a:lnTo>
                  <a:pt x="3888" y="1847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50"/>
          <p:cNvSpPr/>
          <p:nvPr/>
        </p:nvSpPr>
        <p:spPr>
          <a:xfrm>
            <a:off x="7857066" y="2341034"/>
            <a:ext cx="122742" cy="355590"/>
          </a:xfrm>
          <a:custGeom>
            <a:rect b="b" l="l" r="r" t="t"/>
            <a:pathLst>
              <a:path extrusionOk="0" h="21600" w="21600">
                <a:moveTo>
                  <a:pt x="14152" y="0"/>
                </a:moveTo>
                <a:lnTo>
                  <a:pt x="7448" y="0"/>
                </a:lnTo>
                <a:lnTo>
                  <a:pt x="4469" y="243"/>
                </a:lnTo>
                <a:lnTo>
                  <a:pt x="1490" y="728"/>
                </a:lnTo>
                <a:lnTo>
                  <a:pt x="745" y="1456"/>
                </a:lnTo>
                <a:lnTo>
                  <a:pt x="0" y="2427"/>
                </a:lnTo>
                <a:lnTo>
                  <a:pt x="0" y="19173"/>
                </a:lnTo>
                <a:lnTo>
                  <a:pt x="745" y="20144"/>
                </a:lnTo>
                <a:lnTo>
                  <a:pt x="1490" y="20872"/>
                </a:lnTo>
                <a:lnTo>
                  <a:pt x="4469" y="21357"/>
                </a:lnTo>
                <a:lnTo>
                  <a:pt x="7448" y="21600"/>
                </a:lnTo>
                <a:lnTo>
                  <a:pt x="14152" y="21600"/>
                </a:lnTo>
                <a:lnTo>
                  <a:pt x="17131" y="21357"/>
                </a:lnTo>
                <a:lnTo>
                  <a:pt x="20110" y="20872"/>
                </a:lnTo>
                <a:lnTo>
                  <a:pt x="20855" y="20144"/>
                </a:lnTo>
                <a:lnTo>
                  <a:pt x="21600" y="19173"/>
                </a:lnTo>
                <a:lnTo>
                  <a:pt x="21600" y="2427"/>
                </a:lnTo>
                <a:lnTo>
                  <a:pt x="20855" y="1456"/>
                </a:lnTo>
                <a:lnTo>
                  <a:pt x="20110" y="728"/>
                </a:lnTo>
                <a:lnTo>
                  <a:pt x="17131" y="243"/>
                </a:lnTo>
                <a:lnTo>
                  <a:pt x="14152" y="0"/>
                </a:lnTo>
                <a:close/>
                <a:moveTo>
                  <a:pt x="7448" y="19173"/>
                </a:moveTo>
                <a:lnTo>
                  <a:pt x="7448" y="2427"/>
                </a:lnTo>
                <a:lnTo>
                  <a:pt x="14152" y="2427"/>
                </a:lnTo>
                <a:lnTo>
                  <a:pt x="14152" y="19173"/>
                </a:lnTo>
                <a:lnTo>
                  <a:pt x="7448" y="1917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50"/>
          <p:cNvSpPr/>
          <p:nvPr/>
        </p:nvSpPr>
        <p:spPr>
          <a:xfrm>
            <a:off x="9584266" y="2315634"/>
            <a:ext cx="122742" cy="372546"/>
          </a:xfrm>
          <a:custGeom>
            <a:rect b="b" l="l" r="r" t="t"/>
            <a:pathLst>
              <a:path extrusionOk="0" h="21600" w="21600">
                <a:moveTo>
                  <a:pt x="14400" y="0"/>
                </a:moveTo>
                <a:lnTo>
                  <a:pt x="7200" y="0"/>
                </a:lnTo>
                <a:lnTo>
                  <a:pt x="4320" y="243"/>
                </a:lnTo>
                <a:lnTo>
                  <a:pt x="1440" y="728"/>
                </a:lnTo>
                <a:lnTo>
                  <a:pt x="720" y="1456"/>
                </a:lnTo>
                <a:lnTo>
                  <a:pt x="0" y="2427"/>
                </a:lnTo>
                <a:lnTo>
                  <a:pt x="0" y="19173"/>
                </a:lnTo>
                <a:lnTo>
                  <a:pt x="1440" y="21115"/>
                </a:lnTo>
                <a:lnTo>
                  <a:pt x="7200" y="21600"/>
                </a:lnTo>
                <a:lnTo>
                  <a:pt x="14400" y="21600"/>
                </a:lnTo>
                <a:lnTo>
                  <a:pt x="16560" y="21357"/>
                </a:lnTo>
                <a:lnTo>
                  <a:pt x="19440" y="21115"/>
                </a:lnTo>
                <a:lnTo>
                  <a:pt x="20160" y="20144"/>
                </a:lnTo>
                <a:lnTo>
                  <a:pt x="21600" y="19173"/>
                </a:lnTo>
                <a:lnTo>
                  <a:pt x="21600" y="2427"/>
                </a:lnTo>
                <a:lnTo>
                  <a:pt x="20160" y="1456"/>
                </a:lnTo>
                <a:lnTo>
                  <a:pt x="19440" y="728"/>
                </a:lnTo>
                <a:lnTo>
                  <a:pt x="16560" y="243"/>
                </a:lnTo>
                <a:lnTo>
                  <a:pt x="14400" y="0"/>
                </a:lnTo>
                <a:close/>
                <a:moveTo>
                  <a:pt x="7200" y="19173"/>
                </a:moveTo>
                <a:lnTo>
                  <a:pt x="7200" y="2427"/>
                </a:lnTo>
                <a:lnTo>
                  <a:pt x="14400" y="2427"/>
                </a:lnTo>
                <a:lnTo>
                  <a:pt x="14400" y="19173"/>
                </a:lnTo>
                <a:lnTo>
                  <a:pt x="7200" y="1917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50"/>
          <p:cNvSpPr/>
          <p:nvPr/>
        </p:nvSpPr>
        <p:spPr>
          <a:xfrm>
            <a:off x="9745133" y="2315634"/>
            <a:ext cx="122742" cy="372546"/>
          </a:xfrm>
          <a:custGeom>
            <a:rect b="b" l="l" r="r" t="t"/>
            <a:pathLst>
              <a:path extrusionOk="0" h="21600" w="21600">
                <a:moveTo>
                  <a:pt x="14400" y="0"/>
                </a:moveTo>
                <a:lnTo>
                  <a:pt x="7200" y="0"/>
                </a:lnTo>
                <a:lnTo>
                  <a:pt x="5040" y="243"/>
                </a:lnTo>
                <a:lnTo>
                  <a:pt x="2160" y="728"/>
                </a:lnTo>
                <a:lnTo>
                  <a:pt x="1440" y="1456"/>
                </a:lnTo>
                <a:lnTo>
                  <a:pt x="0" y="2427"/>
                </a:lnTo>
                <a:lnTo>
                  <a:pt x="0" y="19173"/>
                </a:lnTo>
                <a:lnTo>
                  <a:pt x="1440" y="20144"/>
                </a:lnTo>
                <a:lnTo>
                  <a:pt x="2160" y="21115"/>
                </a:lnTo>
                <a:lnTo>
                  <a:pt x="5040" y="21357"/>
                </a:lnTo>
                <a:lnTo>
                  <a:pt x="7200" y="21600"/>
                </a:lnTo>
                <a:lnTo>
                  <a:pt x="14400" y="21600"/>
                </a:lnTo>
                <a:lnTo>
                  <a:pt x="20160" y="21115"/>
                </a:lnTo>
                <a:lnTo>
                  <a:pt x="21600" y="19173"/>
                </a:lnTo>
                <a:lnTo>
                  <a:pt x="21600" y="2427"/>
                </a:lnTo>
                <a:lnTo>
                  <a:pt x="20880" y="1456"/>
                </a:lnTo>
                <a:lnTo>
                  <a:pt x="20160" y="728"/>
                </a:lnTo>
                <a:lnTo>
                  <a:pt x="17280" y="243"/>
                </a:lnTo>
                <a:lnTo>
                  <a:pt x="14400" y="0"/>
                </a:lnTo>
                <a:close/>
                <a:moveTo>
                  <a:pt x="7200" y="19173"/>
                </a:moveTo>
                <a:lnTo>
                  <a:pt x="7200" y="2427"/>
                </a:lnTo>
                <a:lnTo>
                  <a:pt x="14400" y="2427"/>
                </a:lnTo>
                <a:lnTo>
                  <a:pt x="14400" y="19173"/>
                </a:lnTo>
                <a:lnTo>
                  <a:pt x="7200" y="1917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50"/>
          <p:cNvSpPr/>
          <p:nvPr/>
        </p:nvSpPr>
        <p:spPr>
          <a:xfrm>
            <a:off x="8559800" y="2573866"/>
            <a:ext cx="372546" cy="122742"/>
          </a:xfrm>
          <a:custGeom>
            <a:rect b="b" l="l" r="r" t="t"/>
            <a:pathLst>
              <a:path extrusionOk="0" h="21600" w="21600">
                <a:moveTo>
                  <a:pt x="19173" y="0"/>
                </a:moveTo>
                <a:lnTo>
                  <a:pt x="2427" y="0"/>
                </a:lnTo>
                <a:lnTo>
                  <a:pt x="1699" y="1440"/>
                </a:lnTo>
                <a:lnTo>
                  <a:pt x="728" y="2160"/>
                </a:lnTo>
                <a:lnTo>
                  <a:pt x="485" y="5040"/>
                </a:lnTo>
                <a:lnTo>
                  <a:pt x="0" y="7200"/>
                </a:lnTo>
                <a:lnTo>
                  <a:pt x="0" y="14400"/>
                </a:lnTo>
                <a:lnTo>
                  <a:pt x="485" y="17280"/>
                </a:lnTo>
                <a:lnTo>
                  <a:pt x="728" y="19440"/>
                </a:lnTo>
                <a:lnTo>
                  <a:pt x="1699" y="20880"/>
                </a:lnTo>
                <a:lnTo>
                  <a:pt x="2427" y="21600"/>
                </a:lnTo>
                <a:lnTo>
                  <a:pt x="19173" y="21600"/>
                </a:lnTo>
                <a:lnTo>
                  <a:pt x="20144" y="20880"/>
                </a:lnTo>
                <a:lnTo>
                  <a:pt x="21115" y="19440"/>
                </a:lnTo>
                <a:lnTo>
                  <a:pt x="21357" y="17280"/>
                </a:lnTo>
                <a:lnTo>
                  <a:pt x="21600" y="14400"/>
                </a:lnTo>
                <a:lnTo>
                  <a:pt x="21600" y="7200"/>
                </a:lnTo>
                <a:lnTo>
                  <a:pt x="21357" y="5040"/>
                </a:lnTo>
                <a:lnTo>
                  <a:pt x="21115" y="2160"/>
                </a:lnTo>
                <a:lnTo>
                  <a:pt x="20144" y="1440"/>
                </a:lnTo>
                <a:lnTo>
                  <a:pt x="19173" y="0"/>
                </a:lnTo>
                <a:close/>
                <a:moveTo>
                  <a:pt x="2427" y="14400"/>
                </a:moveTo>
                <a:lnTo>
                  <a:pt x="2427" y="7200"/>
                </a:lnTo>
                <a:lnTo>
                  <a:pt x="19173" y="7200"/>
                </a:lnTo>
                <a:lnTo>
                  <a:pt x="19173" y="14400"/>
                </a:lnTo>
                <a:lnTo>
                  <a:pt x="2427" y="144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50"/>
          <p:cNvSpPr/>
          <p:nvPr/>
        </p:nvSpPr>
        <p:spPr>
          <a:xfrm>
            <a:off x="8610600" y="2328333"/>
            <a:ext cx="283662" cy="211680"/>
          </a:xfrm>
          <a:custGeom>
            <a:rect b="b" l="l" r="r" t="t"/>
            <a:pathLst>
              <a:path extrusionOk="0" h="21600" w="21600">
                <a:moveTo>
                  <a:pt x="3130" y="21600"/>
                </a:moveTo>
                <a:lnTo>
                  <a:pt x="19409" y="21600"/>
                </a:lnTo>
                <a:lnTo>
                  <a:pt x="20035" y="21168"/>
                </a:lnTo>
                <a:lnTo>
                  <a:pt x="20974" y="20304"/>
                </a:lnTo>
                <a:lnTo>
                  <a:pt x="21287" y="19872"/>
                </a:lnTo>
                <a:lnTo>
                  <a:pt x="21600" y="18144"/>
                </a:lnTo>
                <a:lnTo>
                  <a:pt x="21600" y="16848"/>
                </a:lnTo>
                <a:lnTo>
                  <a:pt x="21287" y="15984"/>
                </a:lnTo>
                <a:lnTo>
                  <a:pt x="20974" y="14688"/>
                </a:lnTo>
                <a:lnTo>
                  <a:pt x="13148" y="1728"/>
                </a:lnTo>
                <a:lnTo>
                  <a:pt x="11896" y="0"/>
                </a:lnTo>
                <a:lnTo>
                  <a:pt x="9704" y="0"/>
                </a:lnTo>
                <a:lnTo>
                  <a:pt x="8452" y="1728"/>
                </a:lnTo>
                <a:lnTo>
                  <a:pt x="939" y="14688"/>
                </a:lnTo>
                <a:lnTo>
                  <a:pt x="313" y="15984"/>
                </a:lnTo>
                <a:lnTo>
                  <a:pt x="0" y="16848"/>
                </a:lnTo>
                <a:lnTo>
                  <a:pt x="0" y="18144"/>
                </a:lnTo>
                <a:lnTo>
                  <a:pt x="313" y="19872"/>
                </a:lnTo>
                <a:lnTo>
                  <a:pt x="939" y="20304"/>
                </a:lnTo>
                <a:lnTo>
                  <a:pt x="1565" y="21168"/>
                </a:lnTo>
                <a:lnTo>
                  <a:pt x="2504" y="21600"/>
                </a:lnTo>
                <a:lnTo>
                  <a:pt x="3130" y="21600"/>
                </a:lnTo>
                <a:close/>
                <a:moveTo>
                  <a:pt x="10957" y="4320"/>
                </a:moveTo>
                <a:lnTo>
                  <a:pt x="18470" y="17712"/>
                </a:lnTo>
                <a:lnTo>
                  <a:pt x="3130" y="17712"/>
                </a:lnTo>
                <a:lnTo>
                  <a:pt x="10957" y="432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50"/>
          <p:cNvSpPr/>
          <p:nvPr/>
        </p:nvSpPr>
        <p:spPr>
          <a:xfrm>
            <a:off x="10511367" y="2341034"/>
            <a:ext cx="368280" cy="355590"/>
          </a:xfrm>
          <a:custGeom>
            <a:rect b="b" l="l" r="r" t="t"/>
            <a:pathLst>
              <a:path extrusionOk="0" h="21600" w="21600">
                <a:moveTo>
                  <a:pt x="19173" y="0"/>
                </a:moveTo>
                <a:lnTo>
                  <a:pt x="2427" y="0"/>
                </a:lnTo>
                <a:lnTo>
                  <a:pt x="1456" y="243"/>
                </a:lnTo>
                <a:lnTo>
                  <a:pt x="485" y="728"/>
                </a:lnTo>
                <a:lnTo>
                  <a:pt x="243" y="1456"/>
                </a:lnTo>
                <a:lnTo>
                  <a:pt x="0" y="2427"/>
                </a:lnTo>
                <a:lnTo>
                  <a:pt x="0" y="19173"/>
                </a:lnTo>
                <a:lnTo>
                  <a:pt x="243" y="20144"/>
                </a:lnTo>
                <a:lnTo>
                  <a:pt x="485" y="20872"/>
                </a:lnTo>
                <a:lnTo>
                  <a:pt x="1456" y="21357"/>
                </a:lnTo>
                <a:lnTo>
                  <a:pt x="2427" y="21600"/>
                </a:lnTo>
                <a:lnTo>
                  <a:pt x="19173" y="21600"/>
                </a:lnTo>
                <a:lnTo>
                  <a:pt x="20144" y="21357"/>
                </a:lnTo>
                <a:lnTo>
                  <a:pt x="20872" y="20872"/>
                </a:lnTo>
                <a:lnTo>
                  <a:pt x="21115" y="20144"/>
                </a:lnTo>
                <a:lnTo>
                  <a:pt x="21600" y="19173"/>
                </a:lnTo>
                <a:lnTo>
                  <a:pt x="21600" y="2427"/>
                </a:lnTo>
                <a:lnTo>
                  <a:pt x="21115" y="1456"/>
                </a:lnTo>
                <a:lnTo>
                  <a:pt x="20872" y="728"/>
                </a:lnTo>
                <a:lnTo>
                  <a:pt x="20144" y="243"/>
                </a:lnTo>
                <a:lnTo>
                  <a:pt x="19173" y="0"/>
                </a:lnTo>
                <a:close/>
                <a:moveTo>
                  <a:pt x="2427" y="19173"/>
                </a:moveTo>
                <a:lnTo>
                  <a:pt x="2427" y="2427"/>
                </a:lnTo>
                <a:lnTo>
                  <a:pt x="19173" y="2427"/>
                </a:lnTo>
                <a:lnTo>
                  <a:pt x="19173" y="19173"/>
                </a:lnTo>
                <a:lnTo>
                  <a:pt x="2427" y="1917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50"/>
          <p:cNvSpPr/>
          <p:nvPr/>
        </p:nvSpPr>
        <p:spPr>
          <a:xfrm>
            <a:off x="2755900" y="3314701"/>
            <a:ext cx="309042" cy="359856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21600"/>
                </a:lnTo>
                <a:lnTo>
                  <a:pt x="21600" y="10800"/>
                </a:lnTo>
                <a:lnTo>
                  <a:pt x="0" y="0"/>
                </a:lnTo>
                <a:close/>
                <a:moveTo>
                  <a:pt x="2919" y="4270"/>
                </a:moveTo>
                <a:lnTo>
                  <a:pt x="16054" y="10800"/>
                </a:lnTo>
                <a:lnTo>
                  <a:pt x="2919" y="17330"/>
                </a:lnTo>
                <a:lnTo>
                  <a:pt x="2919" y="427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50"/>
          <p:cNvSpPr/>
          <p:nvPr/>
        </p:nvSpPr>
        <p:spPr>
          <a:xfrm>
            <a:off x="1744133" y="3314701"/>
            <a:ext cx="368280" cy="359856"/>
          </a:xfrm>
          <a:custGeom>
            <a:rect b="b" l="l" r="r" t="t"/>
            <a:pathLst>
              <a:path extrusionOk="0" h="21600" w="21600">
                <a:moveTo>
                  <a:pt x="10679" y="0"/>
                </a:moveTo>
                <a:lnTo>
                  <a:pt x="8737" y="243"/>
                </a:lnTo>
                <a:lnTo>
                  <a:pt x="6553" y="971"/>
                </a:lnTo>
                <a:lnTo>
                  <a:pt x="4854" y="1699"/>
                </a:lnTo>
                <a:lnTo>
                  <a:pt x="3155" y="3155"/>
                </a:lnTo>
                <a:lnTo>
                  <a:pt x="1699" y="4854"/>
                </a:lnTo>
                <a:lnTo>
                  <a:pt x="728" y="6553"/>
                </a:lnTo>
                <a:lnTo>
                  <a:pt x="243" y="8737"/>
                </a:lnTo>
                <a:lnTo>
                  <a:pt x="0" y="10679"/>
                </a:lnTo>
                <a:lnTo>
                  <a:pt x="243" y="12863"/>
                </a:lnTo>
                <a:lnTo>
                  <a:pt x="728" y="14804"/>
                </a:lnTo>
                <a:lnTo>
                  <a:pt x="1699" y="16746"/>
                </a:lnTo>
                <a:lnTo>
                  <a:pt x="3155" y="18202"/>
                </a:lnTo>
                <a:lnTo>
                  <a:pt x="4854" y="19658"/>
                </a:lnTo>
                <a:lnTo>
                  <a:pt x="6553" y="20629"/>
                </a:lnTo>
                <a:lnTo>
                  <a:pt x="8737" y="21115"/>
                </a:lnTo>
                <a:lnTo>
                  <a:pt x="10679" y="21600"/>
                </a:lnTo>
                <a:lnTo>
                  <a:pt x="12863" y="21115"/>
                </a:lnTo>
                <a:lnTo>
                  <a:pt x="14804" y="20629"/>
                </a:lnTo>
                <a:lnTo>
                  <a:pt x="16746" y="19658"/>
                </a:lnTo>
                <a:lnTo>
                  <a:pt x="19658" y="16746"/>
                </a:lnTo>
                <a:lnTo>
                  <a:pt x="20629" y="14804"/>
                </a:lnTo>
                <a:lnTo>
                  <a:pt x="21115" y="12863"/>
                </a:lnTo>
                <a:lnTo>
                  <a:pt x="21600" y="10679"/>
                </a:lnTo>
                <a:lnTo>
                  <a:pt x="21115" y="8737"/>
                </a:lnTo>
                <a:lnTo>
                  <a:pt x="20629" y="6553"/>
                </a:lnTo>
                <a:lnTo>
                  <a:pt x="19658" y="4854"/>
                </a:lnTo>
                <a:lnTo>
                  <a:pt x="18202" y="3155"/>
                </a:lnTo>
                <a:lnTo>
                  <a:pt x="16746" y="1699"/>
                </a:lnTo>
                <a:lnTo>
                  <a:pt x="12863" y="243"/>
                </a:lnTo>
                <a:lnTo>
                  <a:pt x="10679" y="0"/>
                </a:lnTo>
                <a:close/>
                <a:moveTo>
                  <a:pt x="10679" y="19173"/>
                </a:moveTo>
                <a:lnTo>
                  <a:pt x="8980" y="18930"/>
                </a:lnTo>
                <a:lnTo>
                  <a:pt x="7524" y="18445"/>
                </a:lnTo>
                <a:lnTo>
                  <a:pt x="5825" y="17717"/>
                </a:lnTo>
                <a:lnTo>
                  <a:pt x="4854" y="16746"/>
                </a:lnTo>
                <a:lnTo>
                  <a:pt x="3883" y="15533"/>
                </a:lnTo>
                <a:lnTo>
                  <a:pt x="2912" y="14076"/>
                </a:lnTo>
                <a:lnTo>
                  <a:pt x="2670" y="12620"/>
                </a:lnTo>
                <a:lnTo>
                  <a:pt x="2427" y="10679"/>
                </a:lnTo>
                <a:lnTo>
                  <a:pt x="2670" y="8980"/>
                </a:lnTo>
                <a:lnTo>
                  <a:pt x="2912" y="7524"/>
                </a:lnTo>
                <a:lnTo>
                  <a:pt x="3883" y="6067"/>
                </a:lnTo>
                <a:lnTo>
                  <a:pt x="4854" y="4854"/>
                </a:lnTo>
                <a:lnTo>
                  <a:pt x="5825" y="3883"/>
                </a:lnTo>
                <a:lnTo>
                  <a:pt x="7524" y="2912"/>
                </a:lnTo>
                <a:lnTo>
                  <a:pt x="8980" y="2670"/>
                </a:lnTo>
                <a:lnTo>
                  <a:pt x="10679" y="2427"/>
                </a:lnTo>
                <a:lnTo>
                  <a:pt x="12620" y="2670"/>
                </a:lnTo>
                <a:lnTo>
                  <a:pt x="14076" y="2912"/>
                </a:lnTo>
                <a:lnTo>
                  <a:pt x="15533" y="3883"/>
                </a:lnTo>
                <a:lnTo>
                  <a:pt x="16746" y="4854"/>
                </a:lnTo>
                <a:lnTo>
                  <a:pt x="17717" y="6067"/>
                </a:lnTo>
                <a:lnTo>
                  <a:pt x="18445" y="7524"/>
                </a:lnTo>
                <a:lnTo>
                  <a:pt x="18688" y="8980"/>
                </a:lnTo>
                <a:lnTo>
                  <a:pt x="19173" y="10679"/>
                </a:lnTo>
                <a:lnTo>
                  <a:pt x="18688" y="12620"/>
                </a:lnTo>
                <a:lnTo>
                  <a:pt x="18445" y="14076"/>
                </a:lnTo>
                <a:lnTo>
                  <a:pt x="17717" y="15533"/>
                </a:lnTo>
                <a:lnTo>
                  <a:pt x="16746" y="16746"/>
                </a:lnTo>
                <a:lnTo>
                  <a:pt x="15533" y="17717"/>
                </a:lnTo>
                <a:lnTo>
                  <a:pt x="14076" y="18445"/>
                </a:lnTo>
                <a:lnTo>
                  <a:pt x="12620" y="18930"/>
                </a:lnTo>
                <a:lnTo>
                  <a:pt x="10679" y="1917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50"/>
          <p:cNvSpPr/>
          <p:nvPr/>
        </p:nvSpPr>
        <p:spPr>
          <a:xfrm>
            <a:off x="1841500" y="3416301"/>
            <a:ext cx="160866" cy="160866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640" y="0"/>
                </a:lnTo>
                <a:lnTo>
                  <a:pt x="7020" y="554"/>
                </a:lnTo>
                <a:lnTo>
                  <a:pt x="3780" y="3323"/>
                </a:lnTo>
                <a:lnTo>
                  <a:pt x="1080" y="6646"/>
                </a:lnTo>
                <a:lnTo>
                  <a:pt x="0" y="8862"/>
                </a:lnTo>
                <a:lnTo>
                  <a:pt x="0" y="12738"/>
                </a:lnTo>
                <a:lnTo>
                  <a:pt x="1080" y="14954"/>
                </a:lnTo>
                <a:lnTo>
                  <a:pt x="3780" y="18277"/>
                </a:lnTo>
                <a:lnTo>
                  <a:pt x="7020" y="21046"/>
                </a:lnTo>
                <a:lnTo>
                  <a:pt x="8640" y="21600"/>
                </a:lnTo>
                <a:lnTo>
                  <a:pt x="12960" y="21600"/>
                </a:lnTo>
                <a:lnTo>
                  <a:pt x="15120" y="21046"/>
                </a:lnTo>
                <a:lnTo>
                  <a:pt x="18360" y="18277"/>
                </a:lnTo>
                <a:lnTo>
                  <a:pt x="21060" y="14954"/>
                </a:lnTo>
                <a:lnTo>
                  <a:pt x="21600" y="12738"/>
                </a:lnTo>
                <a:lnTo>
                  <a:pt x="21600" y="8862"/>
                </a:lnTo>
                <a:lnTo>
                  <a:pt x="21060" y="6646"/>
                </a:lnTo>
                <a:lnTo>
                  <a:pt x="18360" y="3323"/>
                </a:lnTo>
                <a:lnTo>
                  <a:pt x="15120" y="554"/>
                </a:lnTo>
                <a:lnTo>
                  <a:pt x="12960" y="0"/>
                </a:lnTo>
                <a:lnTo>
                  <a:pt x="10800" y="0"/>
                </a:lnTo>
                <a:close/>
                <a:moveTo>
                  <a:pt x="10800" y="16062"/>
                </a:moveTo>
                <a:lnTo>
                  <a:pt x="8640" y="15508"/>
                </a:lnTo>
                <a:lnTo>
                  <a:pt x="7020" y="14954"/>
                </a:lnTo>
                <a:lnTo>
                  <a:pt x="6480" y="12738"/>
                </a:lnTo>
                <a:lnTo>
                  <a:pt x="5400" y="10523"/>
                </a:lnTo>
                <a:lnTo>
                  <a:pt x="6480" y="8862"/>
                </a:lnTo>
                <a:lnTo>
                  <a:pt x="7020" y="6646"/>
                </a:lnTo>
                <a:lnTo>
                  <a:pt x="8640" y="6092"/>
                </a:lnTo>
                <a:lnTo>
                  <a:pt x="10800" y="4985"/>
                </a:lnTo>
                <a:lnTo>
                  <a:pt x="12960" y="6092"/>
                </a:lnTo>
                <a:lnTo>
                  <a:pt x="15120" y="6646"/>
                </a:lnTo>
                <a:lnTo>
                  <a:pt x="15660" y="8862"/>
                </a:lnTo>
                <a:lnTo>
                  <a:pt x="16200" y="10523"/>
                </a:lnTo>
                <a:lnTo>
                  <a:pt x="15120" y="14954"/>
                </a:lnTo>
                <a:lnTo>
                  <a:pt x="10800" y="1606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50"/>
          <p:cNvSpPr/>
          <p:nvPr/>
        </p:nvSpPr>
        <p:spPr>
          <a:xfrm>
            <a:off x="1879599" y="2463799"/>
            <a:ext cx="122742" cy="110052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11172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50"/>
          <p:cNvSpPr/>
          <p:nvPr/>
        </p:nvSpPr>
        <p:spPr>
          <a:xfrm>
            <a:off x="1706034" y="2315634"/>
            <a:ext cx="444474" cy="406404"/>
          </a:xfrm>
          <a:custGeom>
            <a:rect b="b" l="l" r="r" t="t"/>
            <a:pathLst>
              <a:path extrusionOk="0" h="21600" w="21600">
                <a:moveTo>
                  <a:pt x="19800" y="0"/>
                </a:moveTo>
                <a:lnTo>
                  <a:pt x="2000" y="0"/>
                </a:lnTo>
                <a:lnTo>
                  <a:pt x="1200" y="218"/>
                </a:lnTo>
                <a:lnTo>
                  <a:pt x="400" y="655"/>
                </a:lnTo>
                <a:lnTo>
                  <a:pt x="200" y="1309"/>
                </a:lnTo>
                <a:lnTo>
                  <a:pt x="0" y="2182"/>
                </a:lnTo>
                <a:lnTo>
                  <a:pt x="0" y="19418"/>
                </a:lnTo>
                <a:lnTo>
                  <a:pt x="200" y="20291"/>
                </a:lnTo>
                <a:lnTo>
                  <a:pt x="400" y="20945"/>
                </a:lnTo>
                <a:lnTo>
                  <a:pt x="1200" y="21382"/>
                </a:lnTo>
                <a:lnTo>
                  <a:pt x="2000" y="21600"/>
                </a:lnTo>
                <a:lnTo>
                  <a:pt x="19800" y="21600"/>
                </a:lnTo>
                <a:lnTo>
                  <a:pt x="20400" y="21382"/>
                </a:lnTo>
                <a:lnTo>
                  <a:pt x="21200" y="20945"/>
                </a:lnTo>
                <a:lnTo>
                  <a:pt x="21400" y="20291"/>
                </a:lnTo>
                <a:lnTo>
                  <a:pt x="21600" y="19418"/>
                </a:lnTo>
                <a:lnTo>
                  <a:pt x="21600" y="2182"/>
                </a:lnTo>
                <a:lnTo>
                  <a:pt x="21400" y="1309"/>
                </a:lnTo>
                <a:lnTo>
                  <a:pt x="21200" y="655"/>
                </a:lnTo>
                <a:lnTo>
                  <a:pt x="20400" y="218"/>
                </a:lnTo>
                <a:lnTo>
                  <a:pt x="19800" y="0"/>
                </a:lnTo>
                <a:close/>
                <a:moveTo>
                  <a:pt x="2000" y="19418"/>
                </a:moveTo>
                <a:lnTo>
                  <a:pt x="2000" y="2182"/>
                </a:lnTo>
                <a:lnTo>
                  <a:pt x="19800" y="2182"/>
                </a:lnTo>
                <a:lnTo>
                  <a:pt x="19800" y="19418"/>
                </a:lnTo>
                <a:lnTo>
                  <a:pt x="2000" y="194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p50"/>
          <p:cNvSpPr/>
          <p:nvPr/>
        </p:nvSpPr>
        <p:spPr>
          <a:xfrm>
            <a:off x="1777999" y="2379133"/>
            <a:ext cx="50700" cy="339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45" name="Google Shape;1645;p50"/>
          <p:cNvSpPr/>
          <p:nvPr/>
        </p:nvSpPr>
        <p:spPr>
          <a:xfrm>
            <a:off x="1866900" y="2379133"/>
            <a:ext cx="38100" cy="339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46" name="Google Shape;1646;p50"/>
          <p:cNvSpPr/>
          <p:nvPr/>
        </p:nvSpPr>
        <p:spPr>
          <a:xfrm>
            <a:off x="1938866" y="2379133"/>
            <a:ext cx="50700" cy="339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47" name="Google Shape;1647;p50"/>
          <p:cNvSpPr/>
          <p:nvPr/>
        </p:nvSpPr>
        <p:spPr>
          <a:xfrm>
            <a:off x="2027767" y="2379133"/>
            <a:ext cx="38100" cy="339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48" name="Google Shape;1648;p50"/>
          <p:cNvSpPr/>
          <p:nvPr/>
        </p:nvSpPr>
        <p:spPr>
          <a:xfrm>
            <a:off x="1777999" y="2624666"/>
            <a:ext cx="507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49" name="Google Shape;1649;p50"/>
          <p:cNvSpPr/>
          <p:nvPr/>
        </p:nvSpPr>
        <p:spPr>
          <a:xfrm>
            <a:off x="1866900" y="2624666"/>
            <a:ext cx="381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50" name="Google Shape;1650;p50"/>
          <p:cNvSpPr/>
          <p:nvPr/>
        </p:nvSpPr>
        <p:spPr>
          <a:xfrm>
            <a:off x="1938866" y="2624666"/>
            <a:ext cx="507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51" name="Google Shape;1651;p50"/>
          <p:cNvSpPr/>
          <p:nvPr/>
        </p:nvSpPr>
        <p:spPr>
          <a:xfrm>
            <a:off x="2027767" y="2624666"/>
            <a:ext cx="381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52" name="Google Shape;1652;p50"/>
          <p:cNvSpPr/>
          <p:nvPr/>
        </p:nvSpPr>
        <p:spPr>
          <a:xfrm>
            <a:off x="6595533" y="3314701"/>
            <a:ext cx="224370" cy="359856"/>
          </a:xfrm>
          <a:custGeom>
            <a:rect b="b" l="l" r="r" t="t"/>
            <a:pathLst>
              <a:path extrusionOk="0" h="21600" w="21600">
                <a:moveTo>
                  <a:pt x="19200" y="243"/>
                </a:moveTo>
                <a:lnTo>
                  <a:pt x="18000" y="0"/>
                </a:lnTo>
                <a:lnTo>
                  <a:pt x="16800" y="0"/>
                </a:lnTo>
                <a:lnTo>
                  <a:pt x="15600" y="243"/>
                </a:lnTo>
                <a:lnTo>
                  <a:pt x="14800" y="485"/>
                </a:lnTo>
                <a:lnTo>
                  <a:pt x="8800" y="6067"/>
                </a:lnTo>
                <a:lnTo>
                  <a:pt x="4000" y="6067"/>
                </a:lnTo>
                <a:lnTo>
                  <a:pt x="800" y="6553"/>
                </a:lnTo>
                <a:lnTo>
                  <a:pt x="400" y="7524"/>
                </a:lnTo>
                <a:lnTo>
                  <a:pt x="0" y="8252"/>
                </a:lnTo>
                <a:lnTo>
                  <a:pt x="0" y="13106"/>
                </a:lnTo>
                <a:lnTo>
                  <a:pt x="400" y="14076"/>
                </a:lnTo>
                <a:lnTo>
                  <a:pt x="800" y="14804"/>
                </a:lnTo>
                <a:lnTo>
                  <a:pt x="2400" y="15290"/>
                </a:lnTo>
                <a:lnTo>
                  <a:pt x="4000" y="15533"/>
                </a:lnTo>
                <a:lnTo>
                  <a:pt x="8800" y="15533"/>
                </a:lnTo>
                <a:lnTo>
                  <a:pt x="14800" y="20629"/>
                </a:lnTo>
                <a:lnTo>
                  <a:pt x="16400" y="21115"/>
                </a:lnTo>
                <a:lnTo>
                  <a:pt x="17600" y="21600"/>
                </a:lnTo>
                <a:lnTo>
                  <a:pt x="20000" y="20872"/>
                </a:lnTo>
                <a:lnTo>
                  <a:pt x="21200" y="20387"/>
                </a:lnTo>
                <a:lnTo>
                  <a:pt x="21600" y="19658"/>
                </a:lnTo>
                <a:lnTo>
                  <a:pt x="21600" y="1699"/>
                </a:lnTo>
                <a:lnTo>
                  <a:pt x="21200" y="1213"/>
                </a:lnTo>
                <a:lnTo>
                  <a:pt x="20000" y="485"/>
                </a:lnTo>
                <a:lnTo>
                  <a:pt x="19200" y="243"/>
                </a:lnTo>
                <a:close/>
                <a:moveTo>
                  <a:pt x="10800" y="13106"/>
                </a:moveTo>
                <a:lnTo>
                  <a:pt x="4000" y="13106"/>
                </a:lnTo>
                <a:lnTo>
                  <a:pt x="4000" y="8252"/>
                </a:lnTo>
                <a:lnTo>
                  <a:pt x="10800" y="8252"/>
                </a:lnTo>
                <a:lnTo>
                  <a:pt x="17600" y="2427"/>
                </a:lnTo>
                <a:lnTo>
                  <a:pt x="17600" y="19173"/>
                </a:lnTo>
                <a:lnTo>
                  <a:pt x="10800" y="1310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50"/>
          <p:cNvSpPr/>
          <p:nvPr/>
        </p:nvSpPr>
        <p:spPr>
          <a:xfrm>
            <a:off x="6853767" y="3327400"/>
            <a:ext cx="148176" cy="28366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3130"/>
                </a:lnTo>
                <a:lnTo>
                  <a:pt x="3176" y="3130"/>
                </a:lnTo>
                <a:lnTo>
                  <a:pt x="6353" y="3757"/>
                </a:lnTo>
                <a:lnTo>
                  <a:pt x="8894" y="4070"/>
                </a:lnTo>
                <a:lnTo>
                  <a:pt x="10800" y="5322"/>
                </a:lnTo>
                <a:lnTo>
                  <a:pt x="13341" y="6574"/>
                </a:lnTo>
                <a:lnTo>
                  <a:pt x="13976" y="7513"/>
                </a:lnTo>
                <a:lnTo>
                  <a:pt x="15882" y="9078"/>
                </a:lnTo>
                <a:lnTo>
                  <a:pt x="15882" y="12209"/>
                </a:lnTo>
                <a:lnTo>
                  <a:pt x="13976" y="13774"/>
                </a:lnTo>
                <a:lnTo>
                  <a:pt x="13341" y="15026"/>
                </a:lnTo>
                <a:lnTo>
                  <a:pt x="8894" y="17217"/>
                </a:lnTo>
                <a:lnTo>
                  <a:pt x="6353" y="17530"/>
                </a:lnTo>
                <a:lnTo>
                  <a:pt x="3176" y="18470"/>
                </a:lnTo>
                <a:lnTo>
                  <a:pt x="0" y="18470"/>
                </a:lnTo>
                <a:lnTo>
                  <a:pt x="0" y="21600"/>
                </a:lnTo>
                <a:lnTo>
                  <a:pt x="4447" y="21287"/>
                </a:lnTo>
                <a:lnTo>
                  <a:pt x="8894" y="20661"/>
                </a:lnTo>
                <a:lnTo>
                  <a:pt x="12706" y="19722"/>
                </a:lnTo>
                <a:lnTo>
                  <a:pt x="15882" y="18470"/>
                </a:lnTo>
                <a:lnTo>
                  <a:pt x="17788" y="16904"/>
                </a:lnTo>
                <a:lnTo>
                  <a:pt x="20329" y="15026"/>
                </a:lnTo>
                <a:lnTo>
                  <a:pt x="20965" y="13148"/>
                </a:lnTo>
                <a:lnTo>
                  <a:pt x="21600" y="10643"/>
                </a:lnTo>
                <a:lnTo>
                  <a:pt x="20965" y="8452"/>
                </a:lnTo>
                <a:lnTo>
                  <a:pt x="20329" y="6574"/>
                </a:lnTo>
                <a:lnTo>
                  <a:pt x="17788" y="4696"/>
                </a:lnTo>
                <a:lnTo>
                  <a:pt x="15882" y="3130"/>
                </a:lnTo>
                <a:lnTo>
                  <a:pt x="12706" y="1878"/>
                </a:lnTo>
                <a:lnTo>
                  <a:pt x="8894" y="626"/>
                </a:lnTo>
                <a:lnTo>
                  <a:pt x="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50"/>
          <p:cNvSpPr/>
          <p:nvPr/>
        </p:nvSpPr>
        <p:spPr>
          <a:xfrm>
            <a:off x="6853767" y="3416301"/>
            <a:ext cx="63504" cy="122742"/>
          </a:xfrm>
          <a:custGeom>
            <a:rect b="b" l="l" r="r" t="t"/>
            <a:pathLst>
              <a:path extrusionOk="0" h="21600" w="21600">
                <a:moveTo>
                  <a:pt x="21600" y="10428"/>
                </a:moveTo>
                <a:lnTo>
                  <a:pt x="20160" y="5959"/>
                </a:lnTo>
                <a:lnTo>
                  <a:pt x="14400" y="2979"/>
                </a:lnTo>
                <a:lnTo>
                  <a:pt x="8640" y="745"/>
                </a:lnTo>
                <a:lnTo>
                  <a:pt x="0" y="0"/>
                </a:lnTo>
                <a:lnTo>
                  <a:pt x="0" y="6703"/>
                </a:lnTo>
                <a:lnTo>
                  <a:pt x="2880" y="6703"/>
                </a:lnTo>
                <a:lnTo>
                  <a:pt x="7200" y="8938"/>
                </a:lnTo>
                <a:lnTo>
                  <a:pt x="7200" y="12662"/>
                </a:lnTo>
                <a:lnTo>
                  <a:pt x="5760" y="13407"/>
                </a:lnTo>
                <a:lnTo>
                  <a:pt x="2880" y="14152"/>
                </a:lnTo>
                <a:lnTo>
                  <a:pt x="0" y="14152"/>
                </a:lnTo>
                <a:lnTo>
                  <a:pt x="0" y="21600"/>
                </a:lnTo>
                <a:lnTo>
                  <a:pt x="8640" y="20855"/>
                </a:lnTo>
                <a:lnTo>
                  <a:pt x="20160" y="14897"/>
                </a:lnTo>
                <a:lnTo>
                  <a:pt x="21600" y="1042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50"/>
          <p:cNvSpPr/>
          <p:nvPr/>
        </p:nvSpPr>
        <p:spPr>
          <a:xfrm>
            <a:off x="7607301" y="3327400"/>
            <a:ext cx="224370" cy="372546"/>
          </a:xfrm>
          <a:custGeom>
            <a:rect b="b" l="l" r="r" t="t"/>
            <a:pathLst>
              <a:path extrusionOk="0" h="21600" w="21600">
                <a:moveTo>
                  <a:pt x="17673" y="21600"/>
                </a:moveTo>
                <a:lnTo>
                  <a:pt x="14531" y="20629"/>
                </a:lnTo>
                <a:lnTo>
                  <a:pt x="9033" y="15533"/>
                </a:lnTo>
                <a:lnTo>
                  <a:pt x="3927" y="15533"/>
                </a:lnTo>
                <a:lnTo>
                  <a:pt x="2749" y="15290"/>
                </a:lnTo>
                <a:lnTo>
                  <a:pt x="1178" y="14804"/>
                </a:lnTo>
                <a:lnTo>
                  <a:pt x="785" y="14076"/>
                </a:lnTo>
                <a:lnTo>
                  <a:pt x="0" y="13106"/>
                </a:lnTo>
                <a:lnTo>
                  <a:pt x="0" y="8252"/>
                </a:lnTo>
                <a:lnTo>
                  <a:pt x="785" y="7524"/>
                </a:lnTo>
                <a:lnTo>
                  <a:pt x="1178" y="6553"/>
                </a:lnTo>
                <a:lnTo>
                  <a:pt x="2749" y="6310"/>
                </a:lnTo>
                <a:lnTo>
                  <a:pt x="3927" y="5825"/>
                </a:lnTo>
                <a:lnTo>
                  <a:pt x="9033" y="5825"/>
                </a:lnTo>
                <a:lnTo>
                  <a:pt x="14531" y="485"/>
                </a:lnTo>
                <a:lnTo>
                  <a:pt x="15709" y="243"/>
                </a:lnTo>
                <a:lnTo>
                  <a:pt x="16495" y="0"/>
                </a:lnTo>
                <a:lnTo>
                  <a:pt x="18065" y="0"/>
                </a:lnTo>
                <a:lnTo>
                  <a:pt x="19244" y="243"/>
                </a:lnTo>
                <a:lnTo>
                  <a:pt x="20029" y="485"/>
                </a:lnTo>
                <a:lnTo>
                  <a:pt x="21207" y="1213"/>
                </a:lnTo>
                <a:lnTo>
                  <a:pt x="21600" y="1699"/>
                </a:lnTo>
                <a:lnTo>
                  <a:pt x="21600" y="19658"/>
                </a:lnTo>
                <a:lnTo>
                  <a:pt x="21207" y="20387"/>
                </a:lnTo>
                <a:lnTo>
                  <a:pt x="20029" y="20872"/>
                </a:lnTo>
                <a:lnTo>
                  <a:pt x="17673" y="21600"/>
                </a:lnTo>
                <a:close/>
                <a:moveTo>
                  <a:pt x="3927" y="8252"/>
                </a:moveTo>
                <a:lnTo>
                  <a:pt x="3927" y="13106"/>
                </a:lnTo>
                <a:lnTo>
                  <a:pt x="10996" y="13106"/>
                </a:lnTo>
                <a:lnTo>
                  <a:pt x="17673" y="19173"/>
                </a:lnTo>
                <a:lnTo>
                  <a:pt x="17673" y="2427"/>
                </a:lnTo>
                <a:lnTo>
                  <a:pt x="10996" y="8252"/>
                </a:lnTo>
                <a:lnTo>
                  <a:pt x="3927" y="825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50"/>
          <p:cNvSpPr/>
          <p:nvPr/>
        </p:nvSpPr>
        <p:spPr>
          <a:xfrm>
            <a:off x="7882466" y="3450167"/>
            <a:ext cx="46548" cy="127008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0" y="14400"/>
                </a:lnTo>
                <a:lnTo>
                  <a:pt x="3086" y="14400"/>
                </a:lnTo>
                <a:lnTo>
                  <a:pt x="4629" y="13680"/>
                </a:lnTo>
                <a:lnTo>
                  <a:pt x="7714" y="12960"/>
                </a:lnTo>
                <a:lnTo>
                  <a:pt x="7714" y="9360"/>
                </a:lnTo>
                <a:lnTo>
                  <a:pt x="3086" y="7200"/>
                </a:lnTo>
                <a:lnTo>
                  <a:pt x="0" y="7200"/>
                </a:lnTo>
                <a:lnTo>
                  <a:pt x="0" y="0"/>
                </a:lnTo>
                <a:lnTo>
                  <a:pt x="9257" y="1440"/>
                </a:lnTo>
                <a:lnTo>
                  <a:pt x="20057" y="6480"/>
                </a:lnTo>
                <a:lnTo>
                  <a:pt x="21600" y="10800"/>
                </a:lnTo>
                <a:lnTo>
                  <a:pt x="20057" y="15120"/>
                </a:lnTo>
                <a:lnTo>
                  <a:pt x="13886" y="18000"/>
                </a:lnTo>
                <a:lnTo>
                  <a:pt x="9257" y="20880"/>
                </a:lnTo>
                <a:lnTo>
                  <a:pt x="0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50"/>
          <p:cNvSpPr/>
          <p:nvPr/>
        </p:nvSpPr>
        <p:spPr>
          <a:xfrm>
            <a:off x="4669368" y="3280834"/>
            <a:ext cx="359856" cy="431784"/>
          </a:xfrm>
          <a:custGeom>
            <a:rect b="b" l="l" r="r" t="t"/>
            <a:pathLst>
              <a:path extrusionOk="0" h="21600" w="21600">
                <a:moveTo>
                  <a:pt x="21115" y="10392"/>
                </a:moveTo>
                <a:lnTo>
                  <a:pt x="14804" y="1019"/>
                </a:lnTo>
                <a:lnTo>
                  <a:pt x="14076" y="408"/>
                </a:lnTo>
                <a:lnTo>
                  <a:pt x="13106" y="0"/>
                </a:lnTo>
                <a:lnTo>
                  <a:pt x="12378" y="408"/>
                </a:lnTo>
                <a:lnTo>
                  <a:pt x="11407" y="815"/>
                </a:lnTo>
                <a:lnTo>
                  <a:pt x="5825" y="8151"/>
                </a:lnTo>
                <a:lnTo>
                  <a:pt x="5339" y="9170"/>
                </a:lnTo>
                <a:lnTo>
                  <a:pt x="5339" y="9985"/>
                </a:lnTo>
                <a:lnTo>
                  <a:pt x="6067" y="10392"/>
                </a:lnTo>
                <a:lnTo>
                  <a:pt x="7038" y="10800"/>
                </a:lnTo>
                <a:lnTo>
                  <a:pt x="19173" y="12430"/>
                </a:lnTo>
                <a:lnTo>
                  <a:pt x="19173" y="16709"/>
                </a:lnTo>
                <a:lnTo>
                  <a:pt x="728" y="16709"/>
                </a:lnTo>
                <a:lnTo>
                  <a:pt x="243" y="16913"/>
                </a:lnTo>
                <a:lnTo>
                  <a:pt x="0" y="17117"/>
                </a:lnTo>
                <a:lnTo>
                  <a:pt x="0" y="21192"/>
                </a:lnTo>
                <a:lnTo>
                  <a:pt x="243" y="21396"/>
                </a:lnTo>
                <a:lnTo>
                  <a:pt x="728" y="21600"/>
                </a:lnTo>
                <a:lnTo>
                  <a:pt x="16261" y="21600"/>
                </a:lnTo>
                <a:lnTo>
                  <a:pt x="16746" y="21192"/>
                </a:lnTo>
                <a:lnTo>
                  <a:pt x="16746" y="18747"/>
                </a:lnTo>
                <a:lnTo>
                  <a:pt x="19173" y="18747"/>
                </a:lnTo>
                <a:lnTo>
                  <a:pt x="20144" y="18340"/>
                </a:lnTo>
                <a:lnTo>
                  <a:pt x="21115" y="18136"/>
                </a:lnTo>
                <a:lnTo>
                  <a:pt x="21357" y="17525"/>
                </a:lnTo>
                <a:lnTo>
                  <a:pt x="21600" y="16709"/>
                </a:lnTo>
                <a:lnTo>
                  <a:pt x="21600" y="12634"/>
                </a:lnTo>
                <a:lnTo>
                  <a:pt x="21357" y="11411"/>
                </a:lnTo>
                <a:lnTo>
                  <a:pt x="21115" y="10392"/>
                </a:lnTo>
                <a:close/>
                <a:moveTo>
                  <a:pt x="8009" y="8966"/>
                </a:moveTo>
                <a:lnTo>
                  <a:pt x="13106" y="2649"/>
                </a:lnTo>
                <a:lnTo>
                  <a:pt x="18202" y="10392"/>
                </a:lnTo>
                <a:lnTo>
                  <a:pt x="8009" y="8966"/>
                </a:lnTo>
                <a:close/>
                <a:moveTo>
                  <a:pt x="14319" y="19766"/>
                </a:moveTo>
                <a:lnTo>
                  <a:pt x="2427" y="19766"/>
                </a:lnTo>
                <a:lnTo>
                  <a:pt x="2427" y="18747"/>
                </a:lnTo>
                <a:lnTo>
                  <a:pt x="14319" y="18747"/>
                </a:lnTo>
                <a:lnTo>
                  <a:pt x="14319" y="1976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50"/>
          <p:cNvSpPr/>
          <p:nvPr/>
        </p:nvSpPr>
        <p:spPr>
          <a:xfrm>
            <a:off x="4707466" y="3551767"/>
            <a:ext cx="198900" cy="465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59" name="Google Shape;1659;p50"/>
          <p:cNvSpPr/>
          <p:nvPr/>
        </p:nvSpPr>
        <p:spPr>
          <a:xfrm>
            <a:off x="5647266" y="3314701"/>
            <a:ext cx="342900" cy="359856"/>
          </a:xfrm>
          <a:custGeom>
            <a:rect b="b" l="l" r="r" t="t"/>
            <a:pathLst>
              <a:path extrusionOk="0" h="21600" w="21600">
                <a:moveTo>
                  <a:pt x="20829" y="243"/>
                </a:moveTo>
                <a:lnTo>
                  <a:pt x="20314" y="0"/>
                </a:lnTo>
                <a:lnTo>
                  <a:pt x="20057" y="0"/>
                </a:lnTo>
                <a:lnTo>
                  <a:pt x="7200" y="4854"/>
                </a:lnTo>
                <a:lnTo>
                  <a:pt x="6686" y="5339"/>
                </a:lnTo>
                <a:lnTo>
                  <a:pt x="6429" y="6067"/>
                </a:lnTo>
                <a:lnTo>
                  <a:pt x="6429" y="13348"/>
                </a:lnTo>
                <a:lnTo>
                  <a:pt x="5400" y="13106"/>
                </a:lnTo>
                <a:lnTo>
                  <a:pt x="4371" y="13106"/>
                </a:lnTo>
                <a:lnTo>
                  <a:pt x="2829" y="13348"/>
                </a:lnTo>
                <a:lnTo>
                  <a:pt x="1286" y="14319"/>
                </a:lnTo>
                <a:lnTo>
                  <a:pt x="257" y="15775"/>
                </a:lnTo>
                <a:lnTo>
                  <a:pt x="0" y="17231"/>
                </a:lnTo>
                <a:lnTo>
                  <a:pt x="257" y="18930"/>
                </a:lnTo>
                <a:lnTo>
                  <a:pt x="1286" y="20387"/>
                </a:lnTo>
                <a:lnTo>
                  <a:pt x="2829" y="21115"/>
                </a:lnTo>
                <a:lnTo>
                  <a:pt x="4371" y="21600"/>
                </a:lnTo>
                <a:lnTo>
                  <a:pt x="5914" y="21115"/>
                </a:lnTo>
                <a:lnTo>
                  <a:pt x="7714" y="20387"/>
                </a:lnTo>
                <a:lnTo>
                  <a:pt x="8486" y="18930"/>
                </a:lnTo>
                <a:lnTo>
                  <a:pt x="8743" y="17231"/>
                </a:lnTo>
                <a:lnTo>
                  <a:pt x="8743" y="6796"/>
                </a:lnTo>
                <a:lnTo>
                  <a:pt x="19029" y="2912"/>
                </a:lnTo>
                <a:lnTo>
                  <a:pt x="19029" y="9951"/>
                </a:lnTo>
                <a:lnTo>
                  <a:pt x="18000" y="9465"/>
                </a:lnTo>
                <a:lnTo>
                  <a:pt x="17229" y="9465"/>
                </a:lnTo>
                <a:lnTo>
                  <a:pt x="15429" y="9951"/>
                </a:lnTo>
                <a:lnTo>
                  <a:pt x="13886" y="10679"/>
                </a:lnTo>
                <a:lnTo>
                  <a:pt x="13114" y="12135"/>
                </a:lnTo>
                <a:lnTo>
                  <a:pt x="12600" y="13834"/>
                </a:lnTo>
                <a:lnTo>
                  <a:pt x="13114" y="15290"/>
                </a:lnTo>
                <a:lnTo>
                  <a:pt x="13886" y="16746"/>
                </a:lnTo>
                <a:lnTo>
                  <a:pt x="15429" y="17717"/>
                </a:lnTo>
                <a:lnTo>
                  <a:pt x="17229" y="17960"/>
                </a:lnTo>
                <a:lnTo>
                  <a:pt x="18771" y="17717"/>
                </a:lnTo>
                <a:lnTo>
                  <a:pt x="20314" y="16746"/>
                </a:lnTo>
                <a:lnTo>
                  <a:pt x="21343" y="15290"/>
                </a:lnTo>
                <a:lnTo>
                  <a:pt x="21600" y="13834"/>
                </a:lnTo>
                <a:lnTo>
                  <a:pt x="21600" y="485"/>
                </a:lnTo>
                <a:lnTo>
                  <a:pt x="20829" y="243"/>
                </a:lnTo>
                <a:close/>
                <a:moveTo>
                  <a:pt x="4371" y="19173"/>
                </a:moveTo>
                <a:lnTo>
                  <a:pt x="3857" y="19173"/>
                </a:lnTo>
                <a:lnTo>
                  <a:pt x="2571" y="17960"/>
                </a:lnTo>
                <a:lnTo>
                  <a:pt x="2571" y="16746"/>
                </a:lnTo>
                <a:lnTo>
                  <a:pt x="3086" y="16018"/>
                </a:lnTo>
                <a:lnTo>
                  <a:pt x="3857" y="15533"/>
                </a:lnTo>
                <a:lnTo>
                  <a:pt x="5143" y="15533"/>
                </a:lnTo>
                <a:lnTo>
                  <a:pt x="6429" y="16746"/>
                </a:lnTo>
                <a:lnTo>
                  <a:pt x="6429" y="17960"/>
                </a:lnTo>
                <a:lnTo>
                  <a:pt x="5657" y="18445"/>
                </a:lnTo>
                <a:lnTo>
                  <a:pt x="5143" y="19173"/>
                </a:lnTo>
                <a:lnTo>
                  <a:pt x="4371" y="19173"/>
                </a:lnTo>
                <a:close/>
                <a:moveTo>
                  <a:pt x="17229" y="15533"/>
                </a:moveTo>
                <a:lnTo>
                  <a:pt x="16457" y="15533"/>
                </a:lnTo>
                <a:lnTo>
                  <a:pt x="15943" y="14804"/>
                </a:lnTo>
                <a:lnTo>
                  <a:pt x="15171" y="14319"/>
                </a:lnTo>
                <a:lnTo>
                  <a:pt x="15171" y="13106"/>
                </a:lnTo>
                <a:lnTo>
                  <a:pt x="15943" y="12620"/>
                </a:lnTo>
                <a:lnTo>
                  <a:pt x="16457" y="11892"/>
                </a:lnTo>
                <a:lnTo>
                  <a:pt x="17743" y="11892"/>
                </a:lnTo>
                <a:lnTo>
                  <a:pt x="18257" y="12620"/>
                </a:lnTo>
                <a:lnTo>
                  <a:pt x="19029" y="13106"/>
                </a:lnTo>
                <a:lnTo>
                  <a:pt x="19029" y="14319"/>
                </a:lnTo>
                <a:lnTo>
                  <a:pt x="18257" y="14804"/>
                </a:lnTo>
                <a:lnTo>
                  <a:pt x="17743" y="15533"/>
                </a:lnTo>
                <a:lnTo>
                  <a:pt x="17229" y="1553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50"/>
          <p:cNvSpPr/>
          <p:nvPr/>
        </p:nvSpPr>
        <p:spPr>
          <a:xfrm>
            <a:off x="8572501" y="3340101"/>
            <a:ext cx="368280" cy="372546"/>
          </a:xfrm>
          <a:custGeom>
            <a:rect b="b" l="l" r="r" t="t"/>
            <a:pathLst>
              <a:path extrusionOk="0" h="21600" w="21600">
                <a:moveTo>
                  <a:pt x="21600" y="1662"/>
                </a:moveTo>
                <a:lnTo>
                  <a:pt x="19701" y="0"/>
                </a:lnTo>
                <a:lnTo>
                  <a:pt x="0" y="19938"/>
                </a:lnTo>
                <a:lnTo>
                  <a:pt x="1662" y="21600"/>
                </a:lnTo>
                <a:lnTo>
                  <a:pt x="7833" y="15429"/>
                </a:lnTo>
                <a:lnTo>
                  <a:pt x="10681" y="19938"/>
                </a:lnTo>
                <a:lnTo>
                  <a:pt x="12580" y="20888"/>
                </a:lnTo>
                <a:lnTo>
                  <a:pt x="13292" y="20413"/>
                </a:lnTo>
                <a:lnTo>
                  <a:pt x="14004" y="20176"/>
                </a:lnTo>
                <a:lnTo>
                  <a:pt x="14479" y="19701"/>
                </a:lnTo>
                <a:lnTo>
                  <a:pt x="14716" y="18989"/>
                </a:lnTo>
                <a:lnTo>
                  <a:pt x="14716" y="8545"/>
                </a:lnTo>
                <a:lnTo>
                  <a:pt x="21600" y="1662"/>
                </a:lnTo>
                <a:close/>
                <a:moveTo>
                  <a:pt x="12580" y="18514"/>
                </a:moveTo>
                <a:lnTo>
                  <a:pt x="9257" y="13767"/>
                </a:lnTo>
                <a:lnTo>
                  <a:pt x="12580" y="10919"/>
                </a:lnTo>
                <a:lnTo>
                  <a:pt x="12580" y="1851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50"/>
          <p:cNvSpPr/>
          <p:nvPr/>
        </p:nvSpPr>
        <p:spPr>
          <a:xfrm>
            <a:off x="8610600" y="3327400"/>
            <a:ext cx="220158" cy="249750"/>
          </a:xfrm>
          <a:custGeom>
            <a:rect b="b" l="l" r="r" t="t"/>
            <a:pathLst>
              <a:path extrusionOk="0" h="21600" w="21600">
                <a:moveTo>
                  <a:pt x="4000" y="19080"/>
                </a:moveTo>
                <a:lnTo>
                  <a:pt x="4000" y="12240"/>
                </a:lnTo>
                <a:lnTo>
                  <a:pt x="10800" y="12240"/>
                </a:lnTo>
                <a:lnTo>
                  <a:pt x="18000" y="3600"/>
                </a:lnTo>
                <a:lnTo>
                  <a:pt x="18000" y="6480"/>
                </a:lnTo>
                <a:lnTo>
                  <a:pt x="21600" y="2880"/>
                </a:lnTo>
                <a:lnTo>
                  <a:pt x="20800" y="1080"/>
                </a:lnTo>
                <a:lnTo>
                  <a:pt x="18400" y="0"/>
                </a:lnTo>
                <a:lnTo>
                  <a:pt x="17200" y="0"/>
                </a:lnTo>
                <a:lnTo>
                  <a:pt x="14800" y="720"/>
                </a:lnTo>
                <a:lnTo>
                  <a:pt x="8800" y="8640"/>
                </a:lnTo>
                <a:lnTo>
                  <a:pt x="4000" y="8640"/>
                </a:lnTo>
                <a:lnTo>
                  <a:pt x="2400" y="9360"/>
                </a:lnTo>
                <a:lnTo>
                  <a:pt x="1200" y="9720"/>
                </a:lnTo>
                <a:lnTo>
                  <a:pt x="400" y="11160"/>
                </a:lnTo>
                <a:lnTo>
                  <a:pt x="0" y="12240"/>
                </a:lnTo>
                <a:lnTo>
                  <a:pt x="0" y="19440"/>
                </a:lnTo>
                <a:lnTo>
                  <a:pt x="400" y="20880"/>
                </a:lnTo>
                <a:lnTo>
                  <a:pt x="1200" y="21600"/>
                </a:lnTo>
                <a:lnTo>
                  <a:pt x="4000" y="1908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50"/>
          <p:cNvSpPr/>
          <p:nvPr/>
        </p:nvSpPr>
        <p:spPr>
          <a:xfrm>
            <a:off x="9525000" y="3327400"/>
            <a:ext cx="220158" cy="372546"/>
          </a:xfrm>
          <a:custGeom>
            <a:rect b="b" l="l" r="r" t="t"/>
            <a:pathLst>
              <a:path extrusionOk="0" h="21600" w="21600">
                <a:moveTo>
                  <a:pt x="19200" y="243"/>
                </a:moveTo>
                <a:lnTo>
                  <a:pt x="18400" y="0"/>
                </a:lnTo>
                <a:lnTo>
                  <a:pt x="16800" y="0"/>
                </a:lnTo>
                <a:lnTo>
                  <a:pt x="16000" y="243"/>
                </a:lnTo>
                <a:lnTo>
                  <a:pt x="14800" y="485"/>
                </a:lnTo>
                <a:lnTo>
                  <a:pt x="8800" y="5825"/>
                </a:lnTo>
                <a:lnTo>
                  <a:pt x="4000" y="5825"/>
                </a:lnTo>
                <a:lnTo>
                  <a:pt x="2400" y="6310"/>
                </a:lnTo>
                <a:lnTo>
                  <a:pt x="1200" y="6553"/>
                </a:lnTo>
                <a:lnTo>
                  <a:pt x="400" y="7524"/>
                </a:lnTo>
                <a:lnTo>
                  <a:pt x="0" y="8252"/>
                </a:lnTo>
                <a:lnTo>
                  <a:pt x="0" y="13106"/>
                </a:lnTo>
                <a:lnTo>
                  <a:pt x="400" y="14076"/>
                </a:lnTo>
                <a:lnTo>
                  <a:pt x="1200" y="14804"/>
                </a:lnTo>
                <a:lnTo>
                  <a:pt x="2400" y="15290"/>
                </a:lnTo>
                <a:lnTo>
                  <a:pt x="4000" y="15533"/>
                </a:lnTo>
                <a:lnTo>
                  <a:pt x="8800" y="15533"/>
                </a:lnTo>
                <a:lnTo>
                  <a:pt x="14800" y="20629"/>
                </a:lnTo>
                <a:lnTo>
                  <a:pt x="18000" y="21600"/>
                </a:lnTo>
                <a:lnTo>
                  <a:pt x="19200" y="21115"/>
                </a:lnTo>
                <a:lnTo>
                  <a:pt x="20400" y="20872"/>
                </a:lnTo>
                <a:lnTo>
                  <a:pt x="21200" y="20387"/>
                </a:lnTo>
                <a:lnTo>
                  <a:pt x="21600" y="19658"/>
                </a:lnTo>
                <a:lnTo>
                  <a:pt x="21600" y="1699"/>
                </a:lnTo>
                <a:lnTo>
                  <a:pt x="21200" y="1213"/>
                </a:lnTo>
                <a:lnTo>
                  <a:pt x="20400" y="485"/>
                </a:lnTo>
                <a:lnTo>
                  <a:pt x="19200" y="243"/>
                </a:lnTo>
                <a:close/>
                <a:moveTo>
                  <a:pt x="10800" y="13106"/>
                </a:moveTo>
                <a:lnTo>
                  <a:pt x="4000" y="13106"/>
                </a:lnTo>
                <a:lnTo>
                  <a:pt x="4000" y="8252"/>
                </a:lnTo>
                <a:lnTo>
                  <a:pt x="10800" y="8252"/>
                </a:lnTo>
                <a:lnTo>
                  <a:pt x="18000" y="2427"/>
                </a:lnTo>
                <a:lnTo>
                  <a:pt x="18000" y="19173"/>
                </a:lnTo>
                <a:lnTo>
                  <a:pt x="10800" y="1310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50"/>
          <p:cNvSpPr/>
          <p:nvPr/>
        </p:nvSpPr>
        <p:spPr>
          <a:xfrm>
            <a:off x="9783234" y="3429000"/>
            <a:ext cx="160866" cy="169344"/>
          </a:xfrm>
          <a:custGeom>
            <a:rect b="b" l="l" r="r" t="t"/>
            <a:pathLst>
              <a:path extrusionOk="0" h="21600" w="21600">
                <a:moveTo>
                  <a:pt x="21600" y="8100"/>
                </a:moveTo>
                <a:lnTo>
                  <a:pt x="13500" y="8100"/>
                </a:lnTo>
                <a:lnTo>
                  <a:pt x="13500" y="0"/>
                </a:lnTo>
                <a:lnTo>
                  <a:pt x="8100" y="0"/>
                </a:lnTo>
                <a:lnTo>
                  <a:pt x="8100" y="8100"/>
                </a:lnTo>
                <a:lnTo>
                  <a:pt x="0" y="8100"/>
                </a:lnTo>
                <a:lnTo>
                  <a:pt x="0" y="13500"/>
                </a:lnTo>
                <a:lnTo>
                  <a:pt x="8100" y="13500"/>
                </a:lnTo>
                <a:lnTo>
                  <a:pt x="8100" y="21600"/>
                </a:lnTo>
                <a:lnTo>
                  <a:pt x="13500" y="21600"/>
                </a:lnTo>
                <a:lnTo>
                  <a:pt x="13500" y="13500"/>
                </a:lnTo>
                <a:lnTo>
                  <a:pt x="21600" y="13500"/>
                </a:lnTo>
                <a:lnTo>
                  <a:pt x="21600" y="81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50"/>
          <p:cNvSpPr/>
          <p:nvPr/>
        </p:nvSpPr>
        <p:spPr>
          <a:xfrm>
            <a:off x="10498666" y="3327400"/>
            <a:ext cx="224370" cy="372546"/>
          </a:xfrm>
          <a:custGeom>
            <a:rect b="b" l="l" r="r" t="t"/>
            <a:pathLst>
              <a:path extrusionOk="0" h="21600" w="21600">
                <a:moveTo>
                  <a:pt x="19200" y="243"/>
                </a:moveTo>
                <a:lnTo>
                  <a:pt x="18400" y="0"/>
                </a:lnTo>
                <a:lnTo>
                  <a:pt x="16800" y="0"/>
                </a:lnTo>
                <a:lnTo>
                  <a:pt x="15600" y="243"/>
                </a:lnTo>
                <a:lnTo>
                  <a:pt x="14800" y="485"/>
                </a:lnTo>
                <a:lnTo>
                  <a:pt x="8800" y="5825"/>
                </a:lnTo>
                <a:lnTo>
                  <a:pt x="4000" y="5825"/>
                </a:lnTo>
                <a:lnTo>
                  <a:pt x="2400" y="6310"/>
                </a:lnTo>
                <a:lnTo>
                  <a:pt x="800" y="6553"/>
                </a:lnTo>
                <a:lnTo>
                  <a:pt x="400" y="7524"/>
                </a:lnTo>
                <a:lnTo>
                  <a:pt x="0" y="8252"/>
                </a:lnTo>
                <a:lnTo>
                  <a:pt x="0" y="13106"/>
                </a:lnTo>
                <a:lnTo>
                  <a:pt x="400" y="14076"/>
                </a:lnTo>
                <a:lnTo>
                  <a:pt x="800" y="14804"/>
                </a:lnTo>
                <a:lnTo>
                  <a:pt x="2400" y="15290"/>
                </a:lnTo>
                <a:lnTo>
                  <a:pt x="4000" y="15533"/>
                </a:lnTo>
                <a:lnTo>
                  <a:pt x="8800" y="15533"/>
                </a:lnTo>
                <a:lnTo>
                  <a:pt x="14800" y="20629"/>
                </a:lnTo>
                <a:lnTo>
                  <a:pt x="16400" y="21115"/>
                </a:lnTo>
                <a:lnTo>
                  <a:pt x="17600" y="21600"/>
                </a:lnTo>
                <a:lnTo>
                  <a:pt x="19200" y="21115"/>
                </a:lnTo>
                <a:lnTo>
                  <a:pt x="20400" y="20872"/>
                </a:lnTo>
                <a:lnTo>
                  <a:pt x="21200" y="20387"/>
                </a:lnTo>
                <a:lnTo>
                  <a:pt x="21600" y="19658"/>
                </a:lnTo>
                <a:lnTo>
                  <a:pt x="21600" y="1699"/>
                </a:lnTo>
                <a:lnTo>
                  <a:pt x="21200" y="1213"/>
                </a:lnTo>
                <a:lnTo>
                  <a:pt x="20400" y="485"/>
                </a:lnTo>
                <a:lnTo>
                  <a:pt x="19200" y="243"/>
                </a:lnTo>
                <a:close/>
                <a:moveTo>
                  <a:pt x="10800" y="13106"/>
                </a:moveTo>
                <a:lnTo>
                  <a:pt x="4000" y="13106"/>
                </a:lnTo>
                <a:lnTo>
                  <a:pt x="4000" y="8252"/>
                </a:lnTo>
                <a:lnTo>
                  <a:pt x="10800" y="8252"/>
                </a:lnTo>
                <a:lnTo>
                  <a:pt x="17600" y="2427"/>
                </a:lnTo>
                <a:lnTo>
                  <a:pt x="17600" y="19173"/>
                </a:lnTo>
                <a:lnTo>
                  <a:pt x="10800" y="1310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50"/>
          <p:cNvSpPr/>
          <p:nvPr/>
        </p:nvSpPr>
        <p:spPr>
          <a:xfrm>
            <a:off x="10756900" y="3488266"/>
            <a:ext cx="160800" cy="507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66" name="Google Shape;1666;p50"/>
          <p:cNvSpPr/>
          <p:nvPr/>
        </p:nvSpPr>
        <p:spPr>
          <a:xfrm>
            <a:off x="3793066" y="3378200"/>
            <a:ext cx="160866" cy="160866"/>
          </a:xfrm>
          <a:custGeom>
            <a:rect b="b" l="l" r="r" t="t"/>
            <a:pathLst>
              <a:path extrusionOk="0" h="21600" w="21600">
                <a:moveTo>
                  <a:pt x="21600" y="10523"/>
                </a:moveTo>
                <a:lnTo>
                  <a:pt x="21600" y="8862"/>
                </a:lnTo>
                <a:lnTo>
                  <a:pt x="20520" y="6646"/>
                </a:lnTo>
                <a:lnTo>
                  <a:pt x="17820" y="3323"/>
                </a:lnTo>
                <a:lnTo>
                  <a:pt x="14580" y="554"/>
                </a:lnTo>
                <a:lnTo>
                  <a:pt x="12420" y="0"/>
                </a:lnTo>
                <a:lnTo>
                  <a:pt x="8640" y="0"/>
                </a:lnTo>
                <a:lnTo>
                  <a:pt x="6480" y="554"/>
                </a:lnTo>
                <a:lnTo>
                  <a:pt x="3240" y="3323"/>
                </a:lnTo>
                <a:lnTo>
                  <a:pt x="540" y="6646"/>
                </a:lnTo>
                <a:lnTo>
                  <a:pt x="0" y="8862"/>
                </a:lnTo>
                <a:lnTo>
                  <a:pt x="0" y="12738"/>
                </a:lnTo>
                <a:lnTo>
                  <a:pt x="540" y="14954"/>
                </a:lnTo>
                <a:lnTo>
                  <a:pt x="3240" y="18277"/>
                </a:lnTo>
                <a:lnTo>
                  <a:pt x="6480" y="21046"/>
                </a:lnTo>
                <a:lnTo>
                  <a:pt x="8640" y="21600"/>
                </a:lnTo>
                <a:lnTo>
                  <a:pt x="12420" y="21600"/>
                </a:lnTo>
                <a:lnTo>
                  <a:pt x="14580" y="21046"/>
                </a:lnTo>
                <a:lnTo>
                  <a:pt x="17820" y="18277"/>
                </a:lnTo>
                <a:lnTo>
                  <a:pt x="20520" y="14954"/>
                </a:lnTo>
                <a:lnTo>
                  <a:pt x="21600" y="12738"/>
                </a:lnTo>
                <a:lnTo>
                  <a:pt x="21600" y="10523"/>
                </a:lnTo>
                <a:close/>
                <a:moveTo>
                  <a:pt x="5400" y="10523"/>
                </a:moveTo>
                <a:lnTo>
                  <a:pt x="5940" y="8862"/>
                </a:lnTo>
                <a:lnTo>
                  <a:pt x="6480" y="6646"/>
                </a:lnTo>
                <a:lnTo>
                  <a:pt x="10800" y="5538"/>
                </a:lnTo>
                <a:lnTo>
                  <a:pt x="12420" y="6092"/>
                </a:lnTo>
                <a:lnTo>
                  <a:pt x="14580" y="6646"/>
                </a:lnTo>
                <a:lnTo>
                  <a:pt x="15120" y="8862"/>
                </a:lnTo>
                <a:lnTo>
                  <a:pt x="16200" y="10523"/>
                </a:lnTo>
                <a:lnTo>
                  <a:pt x="15120" y="12738"/>
                </a:lnTo>
                <a:lnTo>
                  <a:pt x="14580" y="14954"/>
                </a:lnTo>
                <a:lnTo>
                  <a:pt x="12420" y="15508"/>
                </a:lnTo>
                <a:lnTo>
                  <a:pt x="10800" y="16062"/>
                </a:lnTo>
                <a:lnTo>
                  <a:pt x="6480" y="14954"/>
                </a:lnTo>
                <a:lnTo>
                  <a:pt x="5400" y="1052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50"/>
          <p:cNvSpPr/>
          <p:nvPr/>
        </p:nvSpPr>
        <p:spPr>
          <a:xfrm>
            <a:off x="3670301" y="3289301"/>
            <a:ext cx="406404" cy="249750"/>
          </a:xfrm>
          <a:custGeom>
            <a:rect b="b" l="l" r="r" t="t"/>
            <a:pathLst>
              <a:path extrusionOk="0" h="21600" w="21600">
                <a:moveTo>
                  <a:pt x="19418" y="10983"/>
                </a:moveTo>
                <a:lnTo>
                  <a:pt x="18327" y="10983"/>
                </a:lnTo>
                <a:lnTo>
                  <a:pt x="18109" y="8420"/>
                </a:lnTo>
                <a:lnTo>
                  <a:pt x="17673" y="6590"/>
                </a:lnTo>
                <a:lnTo>
                  <a:pt x="16800" y="4393"/>
                </a:lnTo>
                <a:lnTo>
                  <a:pt x="15709" y="3295"/>
                </a:lnTo>
                <a:lnTo>
                  <a:pt x="14618" y="1831"/>
                </a:lnTo>
                <a:lnTo>
                  <a:pt x="13527" y="732"/>
                </a:lnTo>
                <a:lnTo>
                  <a:pt x="12218" y="0"/>
                </a:lnTo>
                <a:lnTo>
                  <a:pt x="9600" y="0"/>
                </a:lnTo>
                <a:lnTo>
                  <a:pt x="8073" y="732"/>
                </a:lnTo>
                <a:lnTo>
                  <a:pt x="7200" y="1831"/>
                </a:lnTo>
                <a:lnTo>
                  <a:pt x="6109" y="3295"/>
                </a:lnTo>
                <a:lnTo>
                  <a:pt x="5018" y="4393"/>
                </a:lnTo>
                <a:lnTo>
                  <a:pt x="4145" y="6590"/>
                </a:lnTo>
                <a:lnTo>
                  <a:pt x="3491" y="8420"/>
                </a:lnTo>
                <a:lnTo>
                  <a:pt x="3273" y="10983"/>
                </a:lnTo>
                <a:lnTo>
                  <a:pt x="2182" y="10983"/>
                </a:lnTo>
                <a:lnTo>
                  <a:pt x="1527" y="11349"/>
                </a:lnTo>
                <a:lnTo>
                  <a:pt x="655" y="11715"/>
                </a:lnTo>
                <a:lnTo>
                  <a:pt x="436" y="13180"/>
                </a:lnTo>
                <a:lnTo>
                  <a:pt x="0" y="14278"/>
                </a:lnTo>
                <a:lnTo>
                  <a:pt x="0" y="17939"/>
                </a:lnTo>
                <a:lnTo>
                  <a:pt x="436" y="19403"/>
                </a:lnTo>
                <a:lnTo>
                  <a:pt x="655" y="20868"/>
                </a:lnTo>
                <a:lnTo>
                  <a:pt x="1527" y="21234"/>
                </a:lnTo>
                <a:lnTo>
                  <a:pt x="2182" y="21600"/>
                </a:lnTo>
                <a:lnTo>
                  <a:pt x="5455" y="21600"/>
                </a:lnTo>
                <a:lnTo>
                  <a:pt x="5455" y="10983"/>
                </a:lnTo>
                <a:lnTo>
                  <a:pt x="6109" y="9153"/>
                </a:lnTo>
                <a:lnTo>
                  <a:pt x="6327" y="7688"/>
                </a:lnTo>
                <a:lnTo>
                  <a:pt x="7200" y="6224"/>
                </a:lnTo>
                <a:lnTo>
                  <a:pt x="7855" y="4759"/>
                </a:lnTo>
                <a:lnTo>
                  <a:pt x="8727" y="4393"/>
                </a:lnTo>
                <a:lnTo>
                  <a:pt x="9818" y="3661"/>
                </a:lnTo>
                <a:lnTo>
                  <a:pt x="12000" y="3661"/>
                </a:lnTo>
                <a:lnTo>
                  <a:pt x="13091" y="4393"/>
                </a:lnTo>
                <a:lnTo>
                  <a:pt x="13745" y="4759"/>
                </a:lnTo>
                <a:lnTo>
                  <a:pt x="15491" y="7688"/>
                </a:lnTo>
                <a:lnTo>
                  <a:pt x="15709" y="9153"/>
                </a:lnTo>
                <a:lnTo>
                  <a:pt x="16145" y="10983"/>
                </a:lnTo>
                <a:lnTo>
                  <a:pt x="16145" y="21600"/>
                </a:lnTo>
                <a:lnTo>
                  <a:pt x="19418" y="21600"/>
                </a:lnTo>
                <a:lnTo>
                  <a:pt x="21164" y="20868"/>
                </a:lnTo>
                <a:lnTo>
                  <a:pt x="21600" y="17939"/>
                </a:lnTo>
                <a:lnTo>
                  <a:pt x="21600" y="14278"/>
                </a:lnTo>
                <a:lnTo>
                  <a:pt x="21382" y="13180"/>
                </a:lnTo>
                <a:lnTo>
                  <a:pt x="21164" y="11715"/>
                </a:lnTo>
                <a:lnTo>
                  <a:pt x="19418" y="10983"/>
                </a:lnTo>
                <a:close/>
                <a:moveTo>
                  <a:pt x="3273" y="17939"/>
                </a:moveTo>
                <a:lnTo>
                  <a:pt x="2182" y="17939"/>
                </a:lnTo>
                <a:lnTo>
                  <a:pt x="2182" y="14278"/>
                </a:lnTo>
                <a:lnTo>
                  <a:pt x="3273" y="14278"/>
                </a:lnTo>
                <a:lnTo>
                  <a:pt x="3273" y="17939"/>
                </a:lnTo>
                <a:close/>
                <a:moveTo>
                  <a:pt x="18327" y="17939"/>
                </a:moveTo>
                <a:lnTo>
                  <a:pt x="18327" y="14278"/>
                </a:lnTo>
                <a:lnTo>
                  <a:pt x="19418" y="14278"/>
                </a:lnTo>
                <a:lnTo>
                  <a:pt x="19418" y="17939"/>
                </a:lnTo>
                <a:lnTo>
                  <a:pt x="18327" y="1793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50"/>
          <p:cNvSpPr/>
          <p:nvPr/>
        </p:nvSpPr>
        <p:spPr>
          <a:xfrm>
            <a:off x="3754967" y="3551767"/>
            <a:ext cx="237060" cy="148176"/>
          </a:xfrm>
          <a:custGeom>
            <a:rect b="b" l="l" r="r" t="t"/>
            <a:pathLst>
              <a:path extrusionOk="0" h="21600" w="21600">
                <a:moveTo>
                  <a:pt x="10983" y="0"/>
                </a:moveTo>
                <a:lnTo>
                  <a:pt x="8786" y="0"/>
                </a:lnTo>
                <a:lnTo>
                  <a:pt x="6956" y="1234"/>
                </a:lnTo>
                <a:lnTo>
                  <a:pt x="5125" y="3086"/>
                </a:lnTo>
                <a:lnTo>
                  <a:pt x="3295" y="5554"/>
                </a:lnTo>
                <a:lnTo>
                  <a:pt x="1831" y="8640"/>
                </a:lnTo>
                <a:lnTo>
                  <a:pt x="1098" y="11726"/>
                </a:lnTo>
                <a:lnTo>
                  <a:pt x="0" y="14194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4194"/>
                </a:lnTo>
                <a:lnTo>
                  <a:pt x="20868" y="11726"/>
                </a:lnTo>
                <a:lnTo>
                  <a:pt x="18671" y="5554"/>
                </a:lnTo>
                <a:lnTo>
                  <a:pt x="16841" y="3086"/>
                </a:lnTo>
                <a:lnTo>
                  <a:pt x="15010" y="1234"/>
                </a:lnTo>
                <a:lnTo>
                  <a:pt x="13180" y="0"/>
                </a:lnTo>
                <a:lnTo>
                  <a:pt x="10983" y="0"/>
                </a:lnTo>
                <a:close/>
                <a:moveTo>
                  <a:pt x="4027" y="15429"/>
                </a:moveTo>
                <a:lnTo>
                  <a:pt x="5125" y="11726"/>
                </a:lnTo>
                <a:lnTo>
                  <a:pt x="6224" y="8640"/>
                </a:lnTo>
                <a:lnTo>
                  <a:pt x="8786" y="6789"/>
                </a:lnTo>
                <a:lnTo>
                  <a:pt x="10983" y="6171"/>
                </a:lnTo>
                <a:lnTo>
                  <a:pt x="13180" y="6789"/>
                </a:lnTo>
                <a:lnTo>
                  <a:pt x="15376" y="8640"/>
                </a:lnTo>
                <a:lnTo>
                  <a:pt x="16841" y="11726"/>
                </a:lnTo>
                <a:lnTo>
                  <a:pt x="17573" y="15429"/>
                </a:lnTo>
                <a:lnTo>
                  <a:pt x="4027" y="1542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69" name="Google Shape;1669;p50"/>
          <p:cNvGrpSpPr/>
          <p:nvPr/>
        </p:nvGrpSpPr>
        <p:grpSpPr>
          <a:xfrm>
            <a:off x="3670301" y="4267200"/>
            <a:ext cx="406321" cy="406321"/>
            <a:chOff x="0" y="0"/>
            <a:chExt cx="406321" cy="406321"/>
          </a:xfrm>
        </p:grpSpPr>
        <p:sp>
          <p:nvSpPr>
            <p:cNvPr id="1670" name="Google Shape;1670;p50"/>
            <p:cNvSpPr/>
            <p:nvPr/>
          </p:nvSpPr>
          <p:spPr>
            <a:xfrm>
              <a:off x="98520" y="98520"/>
              <a:ext cx="209358" cy="209358"/>
            </a:xfrm>
            <a:custGeom>
              <a:rect b="b" l="l" r="r" t="t"/>
              <a:pathLst>
                <a:path extrusionOk="0" h="21600" w="21600">
                  <a:moveTo>
                    <a:pt x="11020" y="0"/>
                  </a:moveTo>
                  <a:lnTo>
                    <a:pt x="8816" y="0"/>
                  </a:lnTo>
                  <a:lnTo>
                    <a:pt x="6612" y="1296"/>
                  </a:lnTo>
                  <a:lnTo>
                    <a:pt x="4849" y="1728"/>
                  </a:lnTo>
                  <a:lnTo>
                    <a:pt x="3527" y="3456"/>
                  </a:lnTo>
                  <a:lnTo>
                    <a:pt x="1763" y="4752"/>
                  </a:lnTo>
                  <a:lnTo>
                    <a:pt x="1322" y="6480"/>
                  </a:lnTo>
                  <a:lnTo>
                    <a:pt x="0" y="8640"/>
                  </a:lnTo>
                  <a:lnTo>
                    <a:pt x="0" y="12960"/>
                  </a:lnTo>
                  <a:lnTo>
                    <a:pt x="1322" y="15120"/>
                  </a:lnTo>
                  <a:lnTo>
                    <a:pt x="1763" y="16416"/>
                  </a:lnTo>
                  <a:lnTo>
                    <a:pt x="3527" y="18144"/>
                  </a:lnTo>
                  <a:lnTo>
                    <a:pt x="4849" y="19872"/>
                  </a:lnTo>
                  <a:lnTo>
                    <a:pt x="6612" y="20304"/>
                  </a:lnTo>
                  <a:lnTo>
                    <a:pt x="8816" y="21600"/>
                  </a:lnTo>
                  <a:lnTo>
                    <a:pt x="13224" y="21600"/>
                  </a:lnTo>
                  <a:lnTo>
                    <a:pt x="15429" y="20304"/>
                  </a:lnTo>
                  <a:lnTo>
                    <a:pt x="16751" y="19872"/>
                  </a:lnTo>
                  <a:lnTo>
                    <a:pt x="20278" y="16416"/>
                  </a:lnTo>
                  <a:lnTo>
                    <a:pt x="20718" y="15120"/>
                  </a:lnTo>
                  <a:lnTo>
                    <a:pt x="21600" y="12960"/>
                  </a:lnTo>
                  <a:lnTo>
                    <a:pt x="21600" y="8640"/>
                  </a:lnTo>
                  <a:lnTo>
                    <a:pt x="20718" y="6480"/>
                  </a:lnTo>
                  <a:lnTo>
                    <a:pt x="20278" y="4752"/>
                  </a:lnTo>
                  <a:lnTo>
                    <a:pt x="18514" y="3456"/>
                  </a:lnTo>
                  <a:lnTo>
                    <a:pt x="16751" y="1728"/>
                  </a:lnTo>
                  <a:lnTo>
                    <a:pt x="15429" y="1296"/>
                  </a:lnTo>
                  <a:lnTo>
                    <a:pt x="13224" y="0"/>
                  </a:lnTo>
                  <a:lnTo>
                    <a:pt x="11020" y="0"/>
                  </a:lnTo>
                  <a:close/>
                  <a:moveTo>
                    <a:pt x="11020" y="17280"/>
                  </a:moveTo>
                  <a:lnTo>
                    <a:pt x="8376" y="16416"/>
                  </a:lnTo>
                  <a:lnTo>
                    <a:pt x="6612" y="15120"/>
                  </a:lnTo>
                  <a:lnTo>
                    <a:pt x="4849" y="13392"/>
                  </a:lnTo>
                  <a:lnTo>
                    <a:pt x="4408" y="10800"/>
                  </a:lnTo>
                  <a:lnTo>
                    <a:pt x="4849" y="8208"/>
                  </a:lnTo>
                  <a:lnTo>
                    <a:pt x="8376" y="4752"/>
                  </a:lnTo>
                  <a:lnTo>
                    <a:pt x="11020" y="4320"/>
                  </a:lnTo>
                  <a:lnTo>
                    <a:pt x="13665" y="4752"/>
                  </a:lnTo>
                  <a:lnTo>
                    <a:pt x="15429" y="6480"/>
                  </a:lnTo>
                  <a:lnTo>
                    <a:pt x="16751" y="8208"/>
                  </a:lnTo>
                  <a:lnTo>
                    <a:pt x="17633" y="10800"/>
                  </a:lnTo>
                  <a:lnTo>
                    <a:pt x="16751" y="13392"/>
                  </a:lnTo>
                  <a:lnTo>
                    <a:pt x="15429" y="15120"/>
                  </a:lnTo>
                  <a:lnTo>
                    <a:pt x="13665" y="16416"/>
                  </a:lnTo>
                  <a:lnTo>
                    <a:pt x="11020" y="1728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50"/>
            <p:cNvSpPr/>
            <p:nvPr/>
          </p:nvSpPr>
          <p:spPr>
            <a:xfrm>
              <a:off x="184723" y="0"/>
              <a:ext cx="36900" cy="61500"/>
            </a:xfrm>
            <a:prstGeom prst="rect">
              <a:avLst/>
            </a:pr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1672" name="Google Shape;1672;p50"/>
            <p:cNvSpPr/>
            <p:nvPr/>
          </p:nvSpPr>
          <p:spPr>
            <a:xfrm>
              <a:off x="295561" y="49260"/>
              <a:ext cx="61560" cy="61560"/>
            </a:xfrm>
            <a:custGeom>
              <a:rect b="b" l="l" r="r" t="t"/>
              <a:pathLst>
                <a:path extrusionOk="0" h="21600" w="21600">
                  <a:moveTo>
                    <a:pt x="21600" y="8894"/>
                  </a:moveTo>
                  <a:lnTo>
                    <a:pt x="12706" y="0"/>
                  </a:lnTo>
                  <a:lnTo>
                    <a:pt x="0" y="12706"/>
                  </a:lnTo>
                  <a:lnTo>
                    <a:pt x="8894" y="21600"/>
                  </a:lnTo>
                  <a:lnTo>
                    <a:pt x="21600" y="889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50"/>
            <p:cNvSpPr/>
            <p:nvPr/>
          </p:nvSpPr>
          <p:spPr>
            <a:xfrm>
              <a:off x="344821" y="184720"/>
              <a:ext cx="61500" cy="36900"/>
            </a:xfrm>
            <a:prstGeom prst="rect">
              <a:avLst/>
            </a:pr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1674" name="Google Shape;1674;p50"/>
            <p:cNvSpPr/>
            <p:nvPr/>
          </p:nvSpPr>
          <p:spPr>
            <a:xfrm>
              <a:off x="295561" y="283241"/>
              <a:ext cx="61560" cy="73872"/>
            </a:xfrm>
            <a:custGeom>
              <a:rect b="b" l="l" r="r" t="t"/>
              <a:pathLst>
                <a:path extrusionOk="0" h="21600" w="21600">
                  <a:moveTo>
                    <a:pt x="0" y="8894"/>
                  </a:moveTo>
                  <a:lnTo>
                    <a:pt x="12706" y="21600"/>
                  </a:lnTo>
                  <a:lnTo>
                    <a:pt x="21600" y="12706"/>
                  </a:lnTo>
                  <a:lnTo>
                    <a:pt x="8894" y="0"/>
                  </a:lnTo>
                  <a:lnTo>
                    <a:pt x="0" y="889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50"/>
            <p:cNvSpPr/>
            <p:nvPr/>
          </p:nvSpPr>
          <p:spPr>
            <a:xfrm>
              <a:off x="184723" y="344821"/>
              <a:ext cx="36900" cy="61500"/>
            </a:xfrm>
            <a:prstGeom prst="rect">
              <a:avLst/>
            </a:pr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1676" name="Google Shape;1676;p50"/>
            <p:cNvSpPr/>
            <p:nvPr/>
          </p:nvSpPr>
          <p:spPr>
            <a:xfrm>
              <a:off x="49260" y="283241"/>
              <a:ext cx="73872" cy="73872"/>
            </a:xfrm>
            <a:custGeom>
              <a:rect b="b" l="l" r="r" t="t"/>
              <a:pathLst>
                <a:path extrusionOk="0" h="21600" w="21600">
                  <a:moveTo>
                    <a:pt x="0" y="12706"/>
                  </a:moveTo>
                  <a:lnTo>
                    <a:pt x="8894" y="21600"/>
                  </a:lnTo>
                  <a:lnTo>
                    <a:pt x="21600" y="8894"/>
                  </a:lnTo>
                  <a:lnTo>
                    <a:pt x="11435" y="0"/>
                  </a:lnTo>
                  <a:lnTo>
                    <a:pt x="0" y="12706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50"/>
            <p:cNvSpPr/>
            <p:nvPr/>
          </p:nvSpPr>
          <p:spPr>
            <a:xfrm>
              <a:off x="0" y="184720"/>
              <a:ext cx="61500" cy="36900"/>
            </a:xfrm>
            <a:prstGeom prst="rect">
              <a:avLst/>
            </a:pr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1678" name="Google Shape;1678;p50"/>
            <p:cNvSpPr/>
            <p:nvPr/>
          </p:nvSpPr>
          <p:spPr>
            <a:xfrm>
              <a:off x="49260" y="49260"/>
              <a:ext cx="73872" cy="61560"/>
            </a:xfrm>
            <a:custGeom>
              <a:rect b="b" l="l" r="r" t="t"/>
              <a:pathLst>
                <a:path extrusionOk="0" h="21600" w="21600">
                  <a:moveTo>
                    <a:pt x="21600" y="12706"/>
                  </a:moveTo>
                  <a:lnTo>
                    <a:pt x="8894" y="0"/>
                  </a:lnTo>
                  <a:lnTo>
                    <a:pt x="0" y="8894"/>
                  </a:lnTo>
                  <a:lnTo>
                    <a:pt x="11435" y="21600"/>
                  </a:lnTo>
                  <a:lnTo>
                    <a:pt x="21600" y="12706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9" name="Google Shape;1679;p50"/>
          <p:cNvSpPr/>
          <p:nvPr/>
        </p:nvSpPr>
        <p:spPr>
          <a:xfrm>
            <a:off x="1731434" y="4267200"/>
            <a:ext cx="393714" cy="406404"/>
          </a:xfrm>
          <a:custGeom>
            <a:rect b="b" l="l" r="r" t="t"/>
            <a:pathLst>
              <a:path extrusionOk="0" h="21600" w="21600">
                <a:moveTo>
                  <a:pt x="21600" y="10139"/>
                </a:moveTo>
                <a:lnTo>
                  <a:pt x="21150" y="8596"/>
                </a:lnTo>
                <a:lnTo>
                  <a:pt x="20250" y="7273"/>
                </a:lnTo>
                <a:lnTo>
                  <a:pt x="19125" y="5951"/>
                </a:lnTo>
                <a:lnTo>
                  <a:pt x="18000" y="4849"/>
                </a:lnTo>
                <a:lnTo>
                  <a:pt x="16650" y="3747"/>
                </a:lnTo>
                <a:lnTo>
                  <a:pt x="15300" y="2865"/>
                </a:lnTo>
                <a:lnTo>
                  <a:pt x="13725" y="2424"/>
                </a:lnTo>
                <a:lnTo>
                  <a:pt x="11925" y="1984"/>
                </a:lnTo>
                <a:lnTo>
                  <a:pt x="11925" y="0"/>
                </a:lnTo>
                <a:lnTo>
                  <a:pt x="9675" y="0"/>
                </a:lnTo>
                <a:lnTo>
                  <a:pt x="9675" y="1984"/>
                </a:lnTo>
                <a:lnTo>
                  <a:pt x="8100" y="2424"/>
                </a:lnTo>
                <a:lnTo>
                  <a:pt x="6300" y="2865"/>
                </a:lnTo>
                <a:lnTo>
                  <a:pt x="4950" y="3747"/>
                </a:lnTo>
                <a:lnTo>
                  <a:pt x="3600" y="4849"/>
                </a:lnTo>
                <a:lnTo>
                  <a:pt x="2475" y="5951"/>
                </a:lnTo>
                <a:lnTo>
                  <a:pt x="1350" y="7273"/>
                </a:lnTo>
                <a:lnTo>
                  <a:pt x="675" y="8596"/>
                </a:lnTo>
                <a:lnTo>
                  <a:pt x="0" y="10139"/>
                </a:lnTo>
                <a:lnTo>
                  <a:pt x="0" y="10800"/>
                </a:lnTo>
                <a:lnTo>
                  <a:pt x="675" y="11241"/>
                </a:lnTo>
                <a:lnTo>
                  <a:pt x="1125" y="11682"/>
                </a:lnTo>
                <a:lnTo>
                  <a:pt x="1575" y="11682"/>
                </a:lnTo>
                <a:lnTo>
                  <a:pt x="3600" y="11020"/>
                </a:lnTo>
                <a:lnTo>
                  <a:pt x="5850" y="10800"/>
                </a:lnTo>
                <a:lnTo>
                  <a:pt x="7875" y="11020"/>
                </a:lnTo>
                <a:lnTo>
                  <a:pt x="9675" y="11902"/>
                </a:lnTo>
                <a:lnTo>
                  <a:pt x="9675" y="18955"/>
                </a:lnTo>
                <a:lnTo>
                  <a:pt x="9900" y="20057"/>
                </a:lnTo>
                <a:lnTo>
                  <a:pt x="10575" y="20939"/>
                </a:lnTo>
                <a:lnTo>
                  <a:pt x="11475" y="21380"/>
                </a:lnTo>
                <a:lnTo>
                  <a:pt x="12600" y="21600"/>
                </a:lnTo>
                <a:lnTo>
                  <a:pt x="13725" y="21380"/>
                </a:lnTo>
                <a:lnTo>
                  <a:pt x="14400" y="20939"/>
                </a:lnTo>
                <a:lnTo>
                  <a:pt x="15075" y="20057"/>
                </a:lnTo>
                <a:lnTo>
                  <a:pt x="15300" y="18955"/>
                </a:lnTo>
                <a:lnTo>
                  <a:pt x="15300" y="18294"/>
                </a:lnTo>
                <a:lnTo>
                  <a:pt x="13050" y="18294"/>
                </a:lnTo>
                <a:lnTo>
                  <a:pt x="13050" y="18955"/>
                </a:lnTo>
                <a:lnTo>
                  <a:pt x="12600" y="19396"/>
                </a:lnTo>
                <a:lnTo>
                  <a:pt x="12150" y="19176"/>
                </a:lnTo>
                <a:lnTo>
                  <a:pt x="11925" y="18955"/>
                </a:lnTo>
                <a:lnTo>
                  <a:pt x="11925" y="11902"/>
                </a:lnTo>
                <a:lnTo>
                  <a:pt x="13950" y="11020"/>
                </a:lnTo>
                <a:lnTo>
                  <a:pt x="15750" y="10800"/>
                </a:lnTo>
                <a:lnTo>
                  <a:pt x="18000" y="11020"/>
                </a:lnTo>
                <a:lnTo>
                  <a:pt x="20025" y="11682"/>
                </a:lnTo>
                <a:lnTo>
                  <a:pt x="20475" y="11682"/>
                </a:lnTo>
                <a:lnTo>
                  <a:pt x="21150" y="11241"/>
                </a:lnTo>
                <a:lnTo>
                  <a:pt x="21600" y="10800"/>
                </a:lnTo>
                <a:lnTo>
                  <a:pt x="21600" y="10139"/>
                </a:lnTo>
                <a:close/>
                <a:moveTo>
                  <a:pt x="10800" y="9918"/>
                </a:moveTo>
                <a:lnTo>
                  <a:pt x="9450" y="9478"/>
                </a:lnTo>
                <a:lnTo>
                  <a:pt x="8100" y="8816"/>
                </a:lnTo>
                <a:lnTo>
                  <a:pt x="6750" y="8596"/>
                </a:lnTo>
                <a:lnTo>
                  <a:pt x="5400" y="8596"/>
                </a:lnTo>
                <a:lnTo>
                  <a:pt x="3150" y="8816"/>
                </a:lnTo>
                <a:lnTo>
                  <a:pt x="4500" y="7053"/>
                </a:lnTo>
                <a:lnTo>
                  <a:pt x="6075" y="5510"/>
                </a:lnTo>
                <a:lnTo>
                  <a:pt x="8325" y="4629"/>
                </a:lnTo>
                <a:lnTo>
                  <a:pt x="9675" y="4188"/>
                </a:lnTo>
                <a:lnTo>
                  <a:pt x="11925" y="4188"/>
                </a:lnTo>
                <a:lnTo>
                  <a:pt x="13275" y="4629"/>
                </a:lnTo>
                <a:lnTo>
                  <a:pt x="15525" y="5510"/>
                </a:lnTo>
                <a:lnTo>
                  <a:pt x="17325" y="7053"/>
                </a:lnTo>
                <a:lnTo>
                  <a:pt x="18675" y="8816"/>
                </a:lnTo>
                <a:lnTo>
                  <a:pt x="16650" y="8596"/>
                </a:lnTo>
                <a:lnTo>
                  <a:pt x="14625" y="8816"/>
                </a:lnTo>
                <a:lnTo>
                  <a:pt x="12825" y="9257"/>
                </a:lnTo>
                <a:lnTo>
                  <a:pt x="10800" y="99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50"/>
          <p:cNvSpPr/>
          <p:nvPr/>
        </p:nvSpPr>
        <p:spPr>
          <a:xfrm>
            <a:off x="2793999" y="4292600"/>
            <a:ext cx="342900" cy="270918"/>
          </a:xfrm>
          <a:custGeom>
            <a:rect b="b" l="l" r="r" t="t"/>
            <a:pathLst>
              <a:path extrusionOk="0" h="21600" w="21600">
                <a:moveTo>
                  <a:pt x="20283" y="8836"/>
                </a:moveTo>
                <a:lnTo>
                  <a:pt x="2898" y="327"/>
                </a:lnTo>
                <a:lnTo>
                  <a:pt x="2107" y="0"/>
                </a:lnTo>
                <a:lnTo>
                  <a:pt x="1317" y="327"/>
                </a:lnTo>
                <a:lnTo>
                  <a:pt x="790" y="655"/>
                </a:lnTo>
                <a:lnTo>
                  <a:pt x="0" y="1636"/>
                </a:lnTo>
                <a:lnTo>
                  <a:pt x="0" y="19964"/>
                </a:lnTo>
                <a:lnTo>
                  <a:pt x="790" y="20945"/>
                </a:lnTo>
                <a:lnTo>
                  <a:pt x="1317" y="21273"/>
                </a:lnTo>
                <a:lnTo>
                  <a:pt x="2107" y="21600"/>
                </a:lnTo>
                <a:lnTo>
                  <a:pt x="2898" y="21273"/>
                </a:lnTo>
                <a:lnTo>
                  <a:pt x="20283" y="12764"/>
                </a:lnTo>
                <a:lnTo>
                  <a:pt x="20810" y="12436"/>
                </a:lnTo>
                <a:lnTo>
                  <a:pt x="21073" y="11782"/>
                </a:lnTo>
                <a:lnTo>
                  <a:pt x="21600" y="10800"/>
                </a:lnTo>
                <a:lnTo>
                  <a:pt x="21073" y="10145"/>
                </a:lnTo>
                <a:lnTo>
                  <a:pt x="20810" y="9164"/>
                </a:lnTo>
                <a:lnTo>
                  <a:pt x="20283" y="8836"/>
                </a:lnTo>
                <a:close/>
                <a:moveTo>
                  <a:pt x="10537" y="7527"/>
                </a:moveTo>
                <a:lnTo>
                  <a:pt x="10537" y="14073"/>
                </a:lnTo>
                <a:lnTo>
                  <a:pt x="7902" y="15709"/>
                </a:lnTo>
                <a:lnTo>
                  <a:pt x="7902" y="5891"/>
                </a:lnTo>
                <a:lnTo>
                  <a:pt x="10537" y="7527"/>
                </a:lnTo>
                <a:close/>
                <a:moveTo>
                  <a:pt x="2634" y="18000"/>
                </a:moveTo>
                <a:lnTo>
                  <a:pt x="2634" y="3600"/>
                </a:lnTo>
                <a:lnTo>
                  <a:pt x="5268" y="4909"/>
                </a:lnTo>
                <a:lnTo>
                  <a:pt x="5268" y="17018"/>
                </a:lnTo>
                <a:lnTo>
                  <a:pt x="2634" y="18000"/>
                </a:lnTo>
                <a:close/>
                <a:moveTo>
                  <a:pt x="13171" y="12764"/>
                </a:moveTo>
                <a:lnTo>
                  <a:pt x="13171" y="8836"/>
                </a:lnTo>
                <a:lnTo>
                  <a:pt x="17385" y="10800"/>
                </a:lnTo>
                <a:lnTo>
                  <a:pt x="13171" y="1276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50"/>
          <p:cNvSpPr/>
          <p:nvPr/>
        </p:nvSpPr>
        <p:spPr>
          <a:xfrm>
            <a:off x="2743199" y="4292600"/>
            <a:ext cx="38100" cy="393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82" name="Google Shape;1682;p50"/>
          <p:cNvSpPr/>
          <p:nvPr/>
        </p:nvSpPr>
        <p:spPr>
          <a:xfrm>
            <a:off x="1718733" y="5219701"/>
            <a:ext cx="406404" cy="465642"/>
          </a:xfrm>
          <a:custGeom>
            <a:rect b="b" l="l" r="r" t="t"/>
            <a:pathLst>
              <a:path extrusionOk="0" h="21600" w="21600">
                <a:moveTo>
                  <a:pt x="20945" y="17053"/>
                </a:moveTo>
                <a:lnTo>
                  <a:pt x="15055" y="10989"/>
                </a:lnTo>
                <a:lnTo>
                  <a:pt x="15055" y="4737"/>
                </a:lnTo>
                <a:lnTo>
                  <a:pt x="16582" y="4737"/>
                </a:lnTo>
                <a:lnTo>
                  <a:pt x="17018" y="4547"/>
                </a:lnTo>
                <a:lnTo>
                  <a:pt x="17236" y="4358"/>
                </a:lnTo>
                <a:lnTo>
                  <a:pt x="17236" y="568"/>
                </a:lnTo>
                <a:lnTo>
                  <a:pt x="16582" y="0"/>
                </a:lnTo>
                <a:lnTo>
                  <a:pt x="4800" y="0"/>
                </a:lnTo>
                <a:lnTo>
                  <a:pt x="4582" y="379"/>
                </a:lnTo>
                <a:lnTo>
                  <a:pt x="4364" y="568"/>
                </a:lnTo>
                <a:lnTo>
                  <a:pt x="4364" y="4358"/>
                </a:lnTo>
                <a:lnTo>
                  <a:pt x="4800" y="4737"/>
                </a:lnTo>
                <a:lnTo>
                  <a:pt x="6327" y="4737"/>
                </a:lnTo>
                <a:lnTo>
                  <a:pt x="6327" y="10989"/>
                </a:lnTo>
                <a:lnTo>
                  <a:pt x="436" y="17053"/>
                </a:lnTo>
                <a:lnTo>
                  <a:pt x="0" y="18568"/>
                </a:lnTo>
                <a:lnTo>
                  <a:pt x="0" y="19137"/>
                </a:lnTo>
                <a:lnTo>
                  <a:pt x="218" y="20084"/>
                </a:lnTo>
                <a:lnTo>
                  <a:pt x="873" y="20653"/>
                </a:lnTo>
                <a:lnTo>
                  <a:pt x="1527" y="21032"/>
                </a:lnTo>
                <a:lnTo>
                  <a:pt x="2400" y="21600"/>
                </a:lnTo>
                <a:lnTo>
                  <a:pt x="18982" y="21600"/>
                </a:lnTo>
                <a:lnTo>
                  <a:pt x="19855" y="21032"/>
                </a:lnTo>
                <a:lnTo>
                  <a:pt x="20727" y="20653"/>
                </a:lnTo>
                <a:lnTo>
                  <a:pt x="21164" y="20084"/>
                </a:lnTo>
                <a:lnTo>
                  <a:pt x="21600" y="19137"/>
                </a:lnTo>
                <a:lnTo>
                  <a:pt x="21600" y="18568"/>
                </a:lnTo>
                <a:lnTo>
                  <a:pt x="21164" y="17811"/>
                </a:lnTo>
                <a:lnTo>
                  <a:pt x="20945" y="17053"/>
                </a:lnTo>
                <a:close/>
                <a:moveTo>
                  <a:pt x="6327" y="1895"/>
                </a:moveTo>
                <a:lnTo>
                  <a:pt x="15055" y="1895"/>
                </a:lnTo>
                <a:lnTo>
                  <a:pt x="15055" y="2842"/>
                </a:lnTo>
                <a:lnTo>
                  <a:pt x="6327" y="2842"/>
                </a:lnTo>
                <a:lnTo>
                  <a:pt x="6327" y="1895"/>
                </a:lnTo>
                <a:close/>
                <a:moveTo>
                  <a:pt x="8291" y="11937"/>
                </a:moveTo>
                <a:lnTo>
                  <a:pt x="8509" y="11368"/>
                </a:lnTo>
                <a:lnTo>
                  <a:pt x="8509" y="4737"/>
                </a:lnTo>
                <a:lnTo>
                  <a:pt x="12873" y="4737"/>
                </a:lnTo>
                <a:lnTo>
                  <a:pt x="12873" y="5684"/>
                </a:lnTo>
                <a:lnTo>
                  <a:pt x="10691" y="5684"/>
                </a:lnTo>
                <a:lnTo>
                  <a:pt x="10691" y="7579"/>
                </a:lnTo>
                <a:lnTo>
                  <a:pt x="12873" y="7579"/>
                </a:lnTo>
                <a:lnTo>
                  <a:pt x="12873" y="8526"/>
                </a:lnTo>
                <a:lnTo>
                  <a:pt x="9600" y="8526"/>
                </a:lnTo>
                <a:lnTo>
                  <a:pt x="9600" y="10421"/>
                </a:lnTo>
                <a:lnTo>
                  <a:pt x="12873" y="10421"/>
                </a:lnTo>
                <a:lnTo>
                  <a:pt x="12873" y="11368"/>
                </a:lnTo>
                <a:lnTo>
                  <a:pt x="13091" y="11937"/>
                </a:lnTo>
                <a:lnTo>
                  <a:pt x="15273" y="14021"/>
                </a:lnTo>
                <a:lnTo>
                  <a:pt x="6109" y="14021"/>
                </a:lnTo>
                <a:lnTo>
                  <a:pt x="8291" y="11937"/>
                </a:lnTo>
                <a:close/>
                <a:moveTo>
                  <a:pt x="19418" y="19137"/>
                </a:moveTo>
                <a:lnTo>
                  <a:pt x="18764" y="19516"/>
                </a:lnTo>
                <a:lnTo>
                  <a:pt x="18327" y="19705"/>
                </a:lnTo>
                <a:lnTo>
                  <a:pt x="3273" y="19705"/>
                </a:lnTo>
                <a:lnTo>
                  <a:pt x="2618" y="19516"/>
                </a:lnTo>
                <a:lnTo>
                  <a:pt x="2182" y="19137"/>
                </a:lnTo>
                <a:lnTo>
                  <a:pt x="2182" y="18758"/>
                </a:lnTo>
                <a:lnTo>
                  <a:pt x="2400" y="18189"/>
                </a:lnTo>
                <a:lnTo>
                  <a:pt x="4582" y="15916"/>
                </a:lnTo>
                <a:lnTo>
                  <a:pt x="17018" y="15916"/>
                </a:lnTo>
                <a:lnTo>
                  <a:pt x="18982" y="18189"/>
                </a:lnTo>
                <a:lnTo>
                  <a:pt x="19418" y="18758"/>
                </a:lnTo>
                <a:lnTo>
                  <a:pt x="19418" y="1913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50"/>
          <p:cNvSpPr/>
          <p:nvPr/>
        </p:nvSpPr>
        <p:spPr>
          <a:xfrm>
            <a:off x="2679700" y="5240866"/>
            <a:ext cx="444474" cy="321732"/>
          </a:xfrm>
          <a:custGeom>
            <a:rect b="b" l="l" r="r" t="t"/>
            <a:pathLst>
              <a:path extrusionOk="0" h="21600" w="21600">
                <a:moveTo>
                  <a:pt x="21200" y="6835"/>
                </a:moveTo>
                <a:lnTo>
                  <a:pt x="11200" y="0"/>
                </a:lnTo>
                <a:lnTo>
                  <a:pt x="10400" y="0"/>
                </a:lnTo>
                <a:lnTo>
                  <a:pt x="400" y="6835"/>
                </a:lnTo>
                <a:lnTo>
                  <a:pt x="0" y="7382"/>
                </a:lnTo>
                <a:lnTo>
                  <a:pt x="0" y="16678"/>
                </a:lnTo>
                <a:lnTo>
                  <a:pt x="400" y="17225"/>
                </a:lnTo>
                <a:lnTo>
                  <a:pt x="1400" y="17225"/>
                </a:lnTo>
                <a:lnTo>
                  <a:pt x="1600" y="16952"/>
                </a:lnTo>
                <a:lnTo>
                  <a:pt x="2000" y="16678"/>
                </a:lnTo>
                <a:lnTo>
                  <a:pt x="2000" y="10116"/>
                </a:lnTo>
                <a:lnTo>
                  <a:pt x="3800" y="11210"/>
                </a:lnTo>
                <a:lnTo>
                  <a:pt x="3800" y="18046"/>
                </a:lnTo>
                <a:lnTo>
                  <a:pt x="4400" y="18866"/>
                </a:lnTo>
                <a:lnTo>
                  <a:pt x="7000" y="20506"/>
                </a:lnTo>
                <a:lnTo>
                  <a:pt x="8800" y="21327"/>
                </a:lnTo>
                <a:lnTo>
                  <a:pt x="10800" y="21600"/>
                </a:lnTo>
                <a:lnTo>
                  <a:pt x="12800" y="21327"/>
                </a:lnTo>
                <a:lnTo>
                  <a:pt x="14400" y="20506"/>
                </a:lnTo>
                <a:lnTo>
                  <a:pt x="17200" y="18866"/>
                </a:lnTo>
                <a:lnTo>
                  <a:pt x="17800" y="18046"/>
                </a:lnTo>
                <a:lnTo>
                  <a:pt x="17800" y="11210"/>
                </a:lnTo>
                <a:lnTo>
                  <a:pt x="21000" y="9570"/>
                </a:lnTo>
                <a:lnTo>
                  <a:pt x="21400" y="8749"/>
                </a:lnTo>
                <a:lnTo>
                  <a:pt x="21600" y="8203"/>
                </a:lnTo>
                <a:lnTo>
                  <a:pt x="21400" y="7382"/>
                </a:lnTo>
                <a:lnTo>
                  <a:pt x="21200" y="6835"/>
                </a:lnTo>
                <a:close/>
                <a:moveTo>
                  <a:pt x="15800" y="16952"/>
                </a:moveTo>
                <a:lnTo>
                  <a:pt x="12800" y="18592"/>
                </a:lnTo>
                <a:lnTo>
                  <a:pt x="10800" y="18866"/>
                </a:lnTo>
                <a:lnTo>
                  <a:pt x="8800" y="18592"/>
                </a:lnTo>
                <a:lnTo>
                  <a:pt x="5800" y="16952"/>
                </a:lnTo>
                <a:lnTo>
                  <a:pt x="5800" y="12304"/>
                </a:lnTo>
                <a:lnTo>
                  <a:pt x="10600" y="15038"/>
                </a:lnTo>
                <a:lnTo>
                  <a:pt x="11000" y="15038"/>
                </a:lnTo>
                <a:lnTo>
                  <a:pt x="15800" y="12304"/>
                </a:lnTo>
                <a:lnTo>
                  <a:pt x="15800" y="16952"/>
                </a:lnTo>
                <a:close/>
                <a:moveTo>
                  <a:pt x="10800" y="12304"/>
                </a:moveTo>
                <a:lnTo>
                  <a:pt x="3400" y="8203"/>
                </a:lnTo>
                <a:lnTo>
                  <a:pt x="10800" y="2734"/>
                </a:lnTo>
                <a:lnTo>
                  <a:pt x="18200" y="8203"/>
                </a:lnTo>
                <a:lnTo>
                  <a:pt x="10800" y="1230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50"/>
          <p:cNvSpPr/>
          <p:nvPr/>
        </p:nvSpPr>
        <p:spPr>
          <a:xfrm>
            <a:off x="2679700" y="5524501"/>
            <a:ext cx="38124" cy="7619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2160" y="2160"/>
                </a:lnTo>
                <a:lnTo>
                  <a:pt x="0" y="3240"/>
                </a:lnTo>
                <a:lnTo>
                  <a:pt x="0" y="19440"/>
                </a:lnTo>
                <a:lnTo>
                  <a:pt x="4320" y="21600"/>
                </a:lnTo>
                <a:lnTo>
                  <a:pt x="15120" y="21600"/>
                </a:lnTo>
                <a:lnTo>
                  <a:pt x="17280" y="20520"/>
                </a:lnTo>
                <a:lnTo>
                  <a:pt x="21600" y="19440"/>
                </a:lnTo>
                <a:lnTo>
                  <a:pt x="21600" y="3240"/>
                </a:lnTo>
                <a:lnTo>
                  <a:pt x="17280" y="216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5" name="Google Shape;1685;p50"/>
          <p:cNvSpPr/>
          <p:nvPr/>
        </p:nvSpPr>
        <p:spPr>
          <a:xfrm>
            <a:off x="4610101" y="5240866"/>
            <a:ext cx="478386" cy="410616"/>
          </a:xfrm>
          <a:custGeom>
            <a:rect b="b" l="l" r="r" t="t"/>
            <a:pathLst>
              <a:path extrusionOk="0" h="21600" w="21600">
                <a:moveTo>
                  <a:pt x="18877" y="0"/>
                </a:moveTo>
                <a:lnTo>
                  <a:pt x="10891" y="0"/>
                </a:lnTo>
                <a:lnTo>
                  <a:pt x="9620" y="436"/>
                </a:lnTo>
                <a:lnTo>
                  <a:pt x="8350" y="1964"/>
                </a:lnTo>
                <a:lnTo>
                  <a:pt x="8168" y="3273"/>
                </a:lnTo>
                <a:lnTo>
                  <a:pt x="8168" y="13964"/>
                </a:lnTo>
                <a:lnTo>
                  <a:pt x="4538" y="13964"/>
                </a:lnTo>
                <a:lnTo>
                  <a:pt x="3449" y="14400"/>
                </a:lnTo>
                <a:lnTo>
                  <a:pt x="2541" y="14836"/>
                </a:lnTo>
                <a:lnTo>
                  <a:pt x="1634" y="15927"/>
                </a:lnTo>
                <a:lnTo>
                  <a:pt x="908" y="17018"/>
                </a:lnTo>
                <a:lnTo>
                  <a:pt x="363" y="19200"/>
                </a:lnTo>
                <a:lnTo>
                  <a:pt x="0" y="20291"/>
                </a:lnTo>
                <a:lnTo>
                  <a:pt x="0" y="20727"/>
                </a:lnTo>
                <a:lnTo>
                  <a:pt x="363" y="21382"/>
                </a:lnTo>
                <a:lnTo>
                  <a:pt x="545" y="21600"/>
                </a:lnTo>
                <a:lnTo>
                  <a:pt x="8531" y="21600"/>
                </a:lnTo>
                <a:lnTo>
                  <a:pt x="9076" y="20945"/>
                </a:lnTo>
                <a:lnTo>
                  <a:pt x="9076" y="20509"/>
                </a:lnTo>
                <a:lnTo>
                  <a:pt x="15247" y="20509"/>
                </a:lnTo>
                <a:lnTo>
                  <a:pt x="16336" y="20291"/>
                </a:lnTo>
                <a:lnTo>
                  <a:pt x="17788" y="18545"/>
                </a:lnTo>
                <a:lnTo>
                  <a:pt x="17970" y="17236"/>
                </a:lnTo>
                <a:lnTo>
                  <a:pt x="17970" y="7636"/>
                </a:lnTo>
                <a:lnTo>
                  <a:pt x="21055" y="7636"/>
                </a:lnTo>
                <a:lnTo>
                  <a:pt x="21418" y="7418"/>
                </a:lnTo>
                <a:lnTo>
                  <a:pt x="21600" y="6982"/>
                </a:lnTo>
                <a:lnTo>
                  <a:pt x="21600" y="3273"/>
                </a:lnTo>
                <a:lnTo>
                  <a:pt x="21418" y="1964"/>
                </a:lnTo>
                <a:lnTo>
                  <a:pt x="20692" y="1091"/>
                </a:lnTo>
                <a:lnTo>
                  <a:pt x="19966" y="436"/>
                </a:lnTo>
                <a:lnTo>
                  <a:pt x="18877" y="0"/>
                </a:lnTo>
                <a:close/>
                <a:moveTo>
                  <a:pt x="7261" y="19418"/>
                </a:moveTo>
                <a:lnTo>
                  <a:pt x="1997" y="19418"/>
                </a:lnTo>
                <a:lnTo>
                  <a:pt x="2541" y="18327"/>
                </a:lnTo>
                <a:lnTo>
                  <a:pt x="2904" y="17236"/>
                </a:lnTo>
                <a:lnTo>
                  <a:pt x="3630" y="16364"/>
                </a:lnTo>
                <a:lnTo>
                  <a:pt x="4538" y="16145"/>
                </a:lnTo>
                <a:lnTo>
                  <a:pt x="8350" y="16145"/>
                </a:lnTo>
                <a:lnTo>
                  <a:pt x="7624" y="17891"/>
                </a:lnTo>
                <a:lnTo>
                  <a:pt x="7261" y="19418"/>
                </a:lnTo>
                <a:close/>
                <a:moveTo>
                  <a:pt x="11798" y="16145"/>
                </a:moveTo>
                <a:lnTo>
                  <a:pt x="12343" y="16364"/>
                </a:lnTo>
                <a:lnTo>
                  <a:pt x="12524" y="17236"/>
                </a:lnTo>
                <a:lnTo>
                  <a:pt x="12887" y="18327"/>
                </a:lnTo>
                <a:lnTo>
                  <a:pt x="9257" y="18327"/>
                </a:lnTo>
                <a:lnTo>
                  <a:pt x="9620" y="17455"/>
                </a:lnTo>
                <a:lnTo>
                  <a:pt x="10165" y="16800"/>
                </a:lnTo>
                <a:lnTo>
                  <a:pt x="10891" y="16364"/>
                </a:lnTo>
                <a:lnTo>
                  <a:pt x="11798" y="16145"/>
                </a:lnTo>
                <a:close/>
                <a:moveTo>
                  <a:pt x="16155" y="17236"/>
                </a:moveTo>
                <a:lnTo>
                  <a:pt x="16155" y="17891"/>
                </a:lnTo>
                <a:lnTo>
                  <a:pt x="15792" y="18327"/>
                </a:lnTo>
                <a:lnTo>
                  <a:pt x="14884" y="18327"/>
                </a:lnTo>
                <a:lnTo>
                  <a:pt x="14703" y="18109"/>
                </a:lnTo>
                <a:lnTo>
                  <a:pt x="14339" y="17236"/>
                </a:lnTo>
                <a:lnTo>
                  <a:pt x="14158" y="16145"/>
                </a:lnTo>
                <a:lnTo>
                  <a:pt x="13432" y="15055"/>
                </a:lnTo>
                <a:lnTo>
                  <a:pt x="12524" y="14400"/>
                </a:lnTo>
                <a:lnTo>
                  <a:pt x="11798" y="13964"/>
                </a:lnTo>
                <a:lnTo>
                  <a:pt x="9983" y="13964"/>
                </a:lnTo>
                <a:lnTo>
                  <a:pt x="9983" y="2836"/>
                </a:lnTo>
                <a:lnTo>
                  <a:pt x="10165" y="2400"/>
                </a:lnTo>
                <a:lnTo>
                  <a:pt x="10346" y="2182"/>
                </a:lnTo>
                <a:lnTo>
                  <a:pt x="16336" y="2182"/>
                </a:lnTo>
                <a:lnTo>
                  <a:pt x="16155" y="3273"/>
                </a:lnTo>
                <a:lnTo>
                  <a:pt x="16155" y="17236"/>
                </a:lnTo>
                <a:close/>
                <a:moveTo>
                  <a:pt x="19785" y="5455"/>
                </a:moveTo>
                <a:lnTo>
                  <a:pt x="17970" y="5455"/>
                </a:lnTo>
                <a:lnTo>
                  <a:pt x="17970" y="2836"/>
                </a:lnTo>
                <a:lnTo>
                  <a:pt x="18151" y="2400"/>
                </a:lnTo>
                <a:lnTo>
                  <a:pt x="18514" y="2182"/>
                </a:lnTo>
                <a:lnTo>
                  <a:pt x="19240" y="2182"/>
                </a:lnTo>
                <a:lnTo>
                  <a:pt x="19603" y="2400"/>
                </a:lnTo>
                <a:lnTo>
                  <a:pt x="19785" y="2836"/>
                </a:lnTo>
                <a:lnTo>
                  <a:pt x="19785" y="545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50"/>
          <p:cNvSpPr/>
          <p:nvPr/>
        </p:nvSpPr>
        <p:spPr>
          <a:xfrm>
            <a:off x="4855634" y="5317066"/>
            <a:ext cx="97500" cy="507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87" name="Google Shape;1687;p50"/>
          <p:cNvSpPr/>
          <p:nvPr/>
        </p:nvSpPr>
        <p:spPr>
          <a:xfrm>
            <a:off x="4855634" y="5376333"/>
            <a:ext cx="97500" cy="507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88" name="Google Shape;1688;p50"/>
          <p:cNvSpPr/>
          <p:nvPr/>
        </p:nvSpPr>
        <p:spPr>
          <a:xfrm>
            <a:off x="4855634" y="5439835"/>
            <a:ext cx="975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89" name="Google Shape;1689;p50"/>
          <p:cNvSpPr/>
          <p:nvPr/>
        </p:nvSpPr>
        <p:spPr>
          <a:xfrm>
            <a:off x="6595533" y="5266266"/>
            <a:ext cx="406404" cy="359856"/>
          </a:xfrm>
          <a:custGeom>
            <a:rect b="b" l="l" r="r" t="t"/>
            <a:pathLst>
              <a:path extrusionOk="0" h="21600" w="21600">
                <a:moveTo>
                  <a:pt x="21600" y="8037"/>
                </a:moveTo>
                <a:lnTo>
                  <a:pt x="17853" y="8037"/>
                </a:lnTo>
                <a:lnTo>
                  <a:pt x="13886" y="0"/>
                </a:lnTo>
                <a:lnTo>
                  <a:pt x="12122" y="1256"/>
                </a:lnTo>
                <a:lnTo>
                  <a:pt x="15429" y="8037"/>
                </a:lnTo>
                <a:lnTo>
                  <a:pt x="6171" y="8037"/>
                </a:lnTo>
                <a:lnTo>
                  <a:pt x="9478" y="1256"/>
                </a:lnTo>
                <a:lnTo>
                  <a:pt x="7935" y="0"/>
                </a:lnTo>
                <a:lnTo>
                  <a:pt x="3747" y="8037"/>
                </a:lnTo>
                <a:lnTo>
                  <a:pt x="0" y="8037"/>
                </a:lnTo>
                <a:lnTo>
                  <a:pt x="0" y="10549"/>
                </a:lnTo>
                <a:lnTo>
                  <a:pt x="1322" y="10549"/>
                </a:lnTo>
                <a:lnTo>
                  <a:pt x="3306" y="20595"/>
                </a:lnTo>
                <a:lnTo>
                  <a:pt x="3527" y="21349"/>
                </a:lnTo>
                <a:lnTo>
                  <a:pt x="4408" y="21600"/>
                </a:lnTo>
                <a:lnTo>
                  <a:pt x="17412" y="21600"/>
                </a:lnTo>
                <a:lnTo>
                  <a:pt x="18073" y="21349"/>
                </a:lnTo>
                <a:lnTo>
                  <a:pt x="18514" y="20595"/>
                </a:lnTo>
                <a:lnTo>
                  <a:pt x="20278" y="10549"/>
                </a:lnTo>
                <a:lnTo>
                  <a:pt x="21600" y="10549"/>
                </a:lnTo>
                <a:lnTo>
                  <a:pt x="21600" y="8037"/>
                </a:lnTo>
                <a:close/>
                <a:moveTo>
                  <a:pt x="16531" y="19088"/>
                </a:moveTo>
                <a:lnTo>
                  <a:pt x="5069" y="19088"/>
                </a:lnTo>
                <a:lnTo>
                  <a:pt x="3527" y="10549"/>
                </a:lnTo>
                <a:lnTo>
                  <a:pt x="18073" y="10549"/>
                </a:lnTo>
                <a:lnTo>
                  <a:pt x="16531" y="1908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50"/>
          <p:cNvSpPr/>
          <p:nvPr/>
        </p:nvSpPr>
        <p:spPr>
          <a:xfrm>
            <a:off x="5621866" y="5266266"/>
            <a:ext cx="406404" cy="359856"/>
          </a:xfrm>
          <a:custGeom>
            <a:rect b="b" l="l" r="r" t="t"/>
            <a:pathLst>
              <a:path extrusionOk="0" h="21600" w="21600">
                <a:moveTo>
                  <a:pt x="21600" y="8037"/>
                </a:moveTo>
                <a:lnTo>
                  <a:pt x="17673" y="8037"/>
                </a:lnTo>
                <a:lnTo>
                  <a:pt x="13745" y="0"/>
                </a:lnTo>
                <a:lnTo>
                  <a:pt x="12218" y="1256"/>
                </a:lnTo>
                <a:lnTo>
                  <a:pt x="15273" y="8037"/>
                </a:lnTo>
                <a:lnTo>
                  <a:pt x="6109" y="8037"/>
                </a:lnTo>
                <a:lnTo>
                  <a:pt x="9382" y="1256"/>
                </a:lnTo>
                <a:lnTo>
                  <a:pt x="7855" y="0"/>
                </a:lnTo>
                <a:lnTo>
                  <a:pt x="3709" y="8037"/>
                </a:lnTo>
                <a:lnTo>
                  <a:pt x="0" y="8037"/>
                </a:lnTo>
                <a:lnTo>
                  <a:pt x="0" y="10549"/>
                </a:lnTo>
                <a:lnTo>
                  <a:pt x="1309" y="10549"/>
                </a:lnTo>
                <a:lnTo>
                  <a:pt x="3273" y="20595"/>
                </a:lnTo>
                <a:lnTo>
                  <a:pt x="3491" y="21349"/>
                </a:lnTo>
                <a:lnTo>
                  <a:pt x="4364" y="21600"/>
                </a:lnTo>
                <a:lnTo>
                  <a:pt x="17236" y="21600"/>
                </a:lnTo>
                <a:lnTo>
                  <a:pt x="18109" y="21349"/>
                </a:lnTo>
                <a:lnTo>
                  <a:pt x="18327" y="20595"/>
                </a:lnTo>
                <a:lnTo>
                  <a:pt x="20291" y="10549"/>
                </a:lnTo>
                <a:lnTo>
                  <a:pt x="21600" y="10549"/>
                </a:lnTo>
                <a:lnTo>
                  <a:pt x="21600" y="8037"/>
                </a:lnTo>
                <a:close/>
                <a:moveTo>
                  <a:pt x="16364" y="19088"/>
                </a:moveTo>
                <a:lnTo>
                  <a:pt x="5018" y="19088"/>
                </a:lnTo>
                <a:lnTo>
                  <a:pt x="3491" y="10549"/>
                </a:lnTo>
                <a:lnTo>
                  <a:pt x="18109" y="10549"/>
                </a:lnTo>
                <a:lnTo>
                  <a:pt x="16364" y="1908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50"/>
          <p:cNvSpPr/>
          <p:nvPr/>
        </p:nvSpPr>
        <p:spPr>
          <a:xfrm>
            <a:off x="5803901" y="5465235"/>
            <a:ext cx="38100" cy="975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92" name="Google Shape;1692;p50"/>
          <p:cNvSpPr/>
          <p:nvPr/>
        </p:nvSpPr>
        <p:spPr>
          <a:xfrm>
            <a:off x="5867400" y="5465235"/>
            <a:ext cx="38100" cy="975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93" name="Google Shape;1693;p50"/>
          <p:cNvSpPr/>
          <p:nvPr/>
        </p:nvSpPr>
        <p:spPr>
          <a:xfrm>
            <a:off x="5744634" y="5465235"/>
            <a:ext cx="38100" cy="975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94" name="Google Shape;1694;p50"/>
          <p:cNvSpPr/>
          <p:nvPr/>
        </p:nvSpPr>
        <p:spPr>
          <a:xfrm>
            <a:off x="7535333" y="5207000"/>
            <a:ext cx="393714" cy="355590"/>
          </a:xfrm>
          <a:custGeom>
            <a:rect b="b" l="l" r="r" t="t"/>
            <a:pathLst>
              <a:path extrusionOk="0" h="21600" w="21600">
                <a:moveTo>
                  <a:pt x="19176" y="16577"/>
                </a:moveTo>
                <a:lnTo>
                  <a:pt x="20278" y="10549"/>
                </a:lnTo>
                <a:lnTo>
                  <a:pt x="21600" y="10549"/>
                </a:lnTo>
                <a:lnTo>
                  <a:pt x="21600" y="8037"/>
                </a:lnTo>
                <a:lnTo>
                  <a:pt x="17853" y="8037"/>
                </a:lnTo>
                <a:lnTo>
                  <a:pt x="13886" y="0"/>
                </a:lnTo>
                <a:lnTo>
                  <a:pt x="12122" y="1256"/>
                </a:lnTo>
                <a:lnTo>
                  <a:pt x="15429" y="8037"/>
                </a:lnTo>
                <a:lnTo>
                  <a:pt x="6171" y="8037"/>
                </a:lnTo>
                <a:lnTo>
                  <a:pt x="9478" y="1256"/>
                </a:lnTo>
                <a:lnTo>
                  <a:pt x="7935" y="0"/>
                </a:lnTo>
                <a:lnTo>
                  <a:pt x="3747" y="8037"/>
                </a:lnTo>
                <a:lnTo>
                  <a:pt x="0" y="8037"/>
                </a:lnTo>
                <a:lnTo>
                  <a:pt x="0" y="10549"/>
                </a:lnTo>
                <a:lnTo>
                  <a:pt x="1322" y="10549"/>
                </a:lnTo>
                <a:lnTo>
                  <a:pt x="3306" y="20595"/>
                </a:lnTo>
                <a:lnTo>
                  <a:pt x="3527" y="21349"/>
                </a:lnTo>
                <a:lnTo>
                  <a:pt x="4188" y="21600"/>
                </a:lnTo>
                <a:lnTo>
                  <a:pt x="14106" y="21600"/>
                </a:lnTo>
                <a:lnTo>
                  <a:pt x="14106" y="19088"/>
                </a:lnTo>
                <a:lnTo>
                  <a:pt x="5069" y="19088"/>
                </a:lnTo>
                <a:lnTo>
                  <a:pt x="3527" y="10549"/>
                </a:lnTo>
                <a:lnTo>
                  <a:pt x="18073" y="10549"/>
                </a:lnTo>
                <a:lnTo>
                  <a:pt x="16971" y="16577"/>
                </a:lnTo>
                <a:lnTo>
                  <a:pt x="19176" y="1657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5" name="Google Shape;1695;p50"/>
          <p:cNvSpPr/>
          <p:nvPr/>
        </p:nvSpPr>
        <p:spPr>
          <a:xfrm>
            <a:off x="7857066" y="5524501"/>
            <a:ext cx="160866" cy="160866"/>
          </a:xfrm>
          <a:custGeom>
            <a:rect b="b" l="l" r="r" t="t"/>
            <a:pathLst>
              <a:path extrusionOk="0" h="21600" w="21600">
                <a:moveTo>
                  <a:pt x="21600" y="8100"/>
                </a:moveTo>
                <a:lnTo>
                  <a:pt x="13292" y="8100"/>
                </a:lnTo>
                <a:lnTo>
                  <a:pt x="13292" y="0"/>
                </a:lnTo>
                <a:lnTo>
                  <a:pt x="7754" y="0"/>
                </a:lnTo>
                <a:lnTo>
                  <a:pt x="7754" y="8100"/>
                </a:lnTo>
                <a:lnTo>
                  <a:pt x="0" y="8100"/>
                </a:lnTo>
                <a:lnTo>
                  <a:pt x="0" y="13500"/>
                </a:lnTo>
                <a:lnTo>
                  <a:pt x="7754" y="13500"/>
                </a:lnTo>
                <a:lnTo>
                  <a:pt x="7754" y="21600"/>
                </a:lnTo>
                <a:lnTo>
                  <a:pt x="13292" y="21600"/>
                </a:lnTo>
                <a:lnTo>
                  <a:pt x="13292" y="13500"/>
                </a:lnTo>
                <a:lnTo>
                  <a:pt x="21600" y="13500"/>
                </a:lnTo>
                <a:lnTo>
                  <a:pt x="21600" y="81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50"/>
          <p:cNvSpPr/>
          <p:nvPr/>
        </p:nvSpPr>
        <p:spPr>
          <a:xfrm>
            <a:off x="8509000" y="5207000"/>
            <a:ext cx="397926" cy="355590"/>
          </a:xfrm>
          <a:custGeom>
            <a:rect b="b" l="l" r="r" t="t"/>
            <a:pathLst>
              <a:path extrusionOk="0" h="21600" w="21600">
                <a:moveTo>
                  <a:pt x="21600" y="10549"/>
                </a:moveTo>
                <a:lnTo>
                  <a:pt x="21600" y="8037"/>
                </a:lnTo>
                <a:lnTo>
                  <a:pt x="17853" y="8037"/>
                </a:lnTo>
                <a:lnTo>
                  <a:pt x="13665" y="0"/>
                </a:lnTo>
                <a:lnTo>
                  <a:pt x="12122" y="1256"/>
                </a:lnTo>
                <a:lnTo>
                  <a:pt x="15429" y="8037"/>
                </a:lnTo>
                <a:lnTo>
                  <a:pt x="6171" y="8037"/>
                </a:lnTo>
                <a:lnTo>
                  <a:pt x="9478" y="1256"/>
                </a:lnTo>
                <a:lnTo>
                  <a:pt x="7714" y="0"/>
                </a:lnTo>
                <a:lnTo>
                  <a:pt x="3747" y="8037"/>
                </a:lnTo>
                <a:lnTo>
                  <a:pt x="0" y="8037"/>
                </a:lnTo>
                <a:lnTo>
                  <a:pt x="0" y="10549"/>
                </a:lnTo>
                <a:lnTo>
                  <a:pt x="1322" y="10549"/>
                </a:lnTo>
                <a:lnTo>
                  <a:pt x="3086" y="20595"/>
                </a:lnTo>
                <a:lnTo>
                  <a:pt x="3527" y="21349"/>
                </a:lnTo>
                <a:lnTo>
                  <a:pt x="4188" y="21600"/>
                </a:lnTo>
                <a:lnTo>
                  <a:pt x="17192" y="21600"/>
                </a:lnTo>
                <a:lnTo>
                  <a:pt x="18073" y="21349"/>
                </a:lnTo>
                <a:lnTo>
                  <a:pt x="18294" y="20595"/>
                </a:lnTo>
                <a:lnTo>
                  <a:pt x="20278" y="10549"/>
                </a:lnTo>
                <a:lnTo>
                  <a:pt x="21600" y="10549"/>
                </a:lnTo>
                <a:close/>
                <a:moveTo>
                  <a:pt x="16531" y="19088"/>
                </a:moveTo>
                <a:lnTo>
                  <a:pt x="5069" y="19088"/>
                </a:lnTo>
                <a:lnTo>
                  <a:pt x="3527" y="10549"/>
                </a:lnTo>
                <a:lnTo>
                  <a:pt x="18073" y="10549"/>
                </a:lnTo>
                <a:lnTo>
                  <a:pt x="16531" y="1908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7" name="Google Shape;1697;p50"/>
          <p:cNvSpPr/>
          <p:nvPr/>
        </p:nvSpPr>
        <p:spPr>
          <a:xfrm>
            <a:off x="8843434" y="5588000"/>
            <a:ext cx="1227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98" name="Google Shape;1698;p50"/>
          <p:cNvSpPr/>
          <p:nvPr/>
        </p:nvSpPr>
        <p:spPr>
          <a:xfrm>
            <a:off x="9474200" y="5207000"/>
            <a:ext cx="406404" cy="355590"/>
          </a:xfrm>
          <a:custGeom>
            <a:rect b="b" l="l" r="r" t="t"/>
            <a:pathLst>
              <a:path extrusionOk="0" h="21600" w="21600">
                <a:moveTo>
                  <a:pt x="3491" y="10549"/>
                </a:moveTo>
                <a:lnTo>
                  <a:pt x="18109" y="10549"/>
                </a:lnTo>
                <a:lnTo>
                  <a:pt x="16800" y="17833"/>
                </a:lnTo>
                <a:lnTo>
                  <a:pt x="18982" y="17833"/>
                </a:lnTo>
                <a:lnTo>
                  <a:pt x="20291" y="10549"/>
                </a:lnTo>
                <a:lnTo>
                  <a:pt x="21600" y="10549"/>
                </a:lnTo>
                <a:lnTo>
                  <a:pt x="21600" y="8037"/>
                </a:lnTo>
                <a:lnTo>
                  <a:pt x="17891" y="8037"/>
                </a:lnTo>
                <a:lnTo>
                  <a:pt x="13745" y="0"/>
                </a:lnTo>
                <a:lnTo>
                  <a:pt x="12218" y="1256"/>
                </a:lnTo>
                <a:lnTo>
                  <a:pt x="15491" y="8037"/>
                </a:lnTo>
                <a:lnTo>
                  <a:pt x="6327" y="8037"/>
                </a:lnTo>
                <a:lnTo>
                  <a:pt x="9382" y="1256"/>
                </a:lnTo>
                <a:lnTo>
                  <a:pt x="7855" y="0"/>
                </a:lnTo>
                <a:lnTo>
                  <a:pt x="3927" y="8037"/>
                </a:lnTo>
                <a:lnTo>
                  <a:pt x="0" y="8037"/>
                </a:lnTo>
                <a:lnTo>
                  <a:pt x="0" y="10549"/>
                </a:lnTo>
                <a:lnTo>
                  <a:pt x="1309" y="10549"/>
                </a:lnTo>
                <a:lnTo>
                  <a:pt x="3273" y="20595"/>
                </a:lnTo>
                <a:lnTo>
                  <a:pt x="3491" y="21349"/>
                </a:lnTo>
                <a:lnTo>
                  <a:pt x="4364" y="21600"/>
                </a:lnTo>
                <a:lnTo>
                  <a:pt x="13964" y="21600"/>
                </a:lnTo>
                <a:lnTo>
                  <a:pt x="13964" y="19088"/>
                </a:lnTo>
                <a:lnTo>
                  <a:pt x="5236" y="19088"/>
                </a:lnTo>
                <a:lnTo>
                  <a:pt x="3491" y="1054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50"/>
          <p:cNvSpPr/>
          <p:nvPr/>
        </p:nvSpPr>
        <p:spPr>
          <a:xfrm>
            <a:off x="9770533" y="5524501"/>
            <a:ext cx="186246" cy="148176"/>
          </a:xfrm>
          <a:custGeom>
            <a:rect b="b" l="l" r="r" t="t"/>
            <a:pathLst>
              <a:path extrusionOk="0" h="21600" w="21600">
                <a:moveTo>
                  <a:pt x="18313" y="0"/>
                </a:moveTo>
                <a:lnTo>
                  <a:pt x="8452" y="12343"/>
                </a:lnTo>
                <a:lnTo>
                  <a:pt x="3287" y="5554"/>
                </a:lnTo>
                <a:lnTo>
                  <a:pt x="0" y="10491"/>
                </a:lnTo>
                <a:lnTo>
                  <a:pt x="8452" y="21600"/>
                </a:lnTo>
                <a:lnTo>
                  <a:pt x="21600" y="4320"/>
                </a:lnTo>
                <a:lnTo>
                  <a:pt x="18313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50"/>
          <p:cNvSpPr/>
          <p:nvPr/>
        </p:nvSpPr>
        <p:spPr>
          <a:xfrm>
            <a:off x="10447866" y="5207000"/>
            <a:ext cx="410616" cy="355590"/>
          </a:xfrm>
          <a:custGeom>
            <a:rect b="b" l="l" r="r" t="t"/>
            <a:pathLst>
              <a:path extrusionOk="0" h="21600" w="21600">
                <a:moveTo>
                  <a:pt x="18764" y="17833"/>
                </a:moveTo>
                <a:lnTo>
                  <a:pt x="20291" y="10549"/>
                </a:lnTo>
                <a:lnTo>
                  <a:pt x="21600" y="10549"/>
                </a:lnTo>
                <a:lnTo>
                  <a:pt x="21600" y="8037"/>
                </a:lnTo>
                <a:lnTo>
                  <a:pt x="17891" y="8037"/>
                </a:lnTo>
                <a:lnTo>
                  <a:pt x="13745" y="0"/>
                </a:lnTo>
                <a:lnTo>
                  <a:pt x="12218" y="1256"/>
                </a:lnTo>
                <a:lnTo>
                  <a:pt x="15273" y="8037"/>
                </a:lnTo>
                <a:lnTo>
                  <a:pt x="6109" y="8037"/>
                </a:lnTo>
                <a:lnTo>
                  <a:pt x="9382" y="1256"/>
                </a:lnTo>
                <a:lnTo>
                  <a:pt x="7855" y="0"/>
                </a:lnTo>
                <a:lnTo>
                  <a:pt x="3709" y="8037"/>
                </a:lnTo>
                <a:lnTo>
                  <a:pt x="0" y="8037"/>
                </a:lnTo>
                <a:lnTo>
                  <a:pt x="0" y="10549"/>
                </a:lnTo>
                <a:lnTo>
                  <a:pt x="1309" y="10549"/>
                </a:lnTo>
                <a:lnTo>
                  <a:pt x="3273" y="20595"/>
                </a:lnTo>
                <a:lnTo>
                  <a:pt x="3491" y="21349"/>
                </a:lnTo>
                <a:lnTo>
                  <a:pt x="4364" y="21600"/>
                </a:lnTo>
                <a:lnTo>
                  <a:pt x="16145" y="21600"/>
                </a:lnTo>
                <a:lnTo>
                  <a:pt x="16145" y="19088"/>
                </a:lnTo>
                <a:lnTo>
                  <a:pt x="5236" y="19088"/>
                </a:lnTo>
                <a:lnTo>
                  <a:pt x="3491" y="10549"/>
                </a:lnTo>
                <a:lnTo>
                  <a:pt x="18109" y="10549"/>
                </a:lnTo>
                <a:lnTo>
                  <a:pt x="16800" y="17833"/>
                </a:lnTo>
                <a:lnTo>
                  <a:pt x="18764" y="1783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50"/>
          <p:cNvSpPr/>
          <p:nvPr/>
        </p:nvSpPr>
        <p:spPr>
          <a:xfrm>
            <a:off x="10782300" y="5524501"/>
            <a:ext cx="148176" cy="160866"/>
          </a:xfrm>
          <a:custGeom>
            <a:rect b="b" l="l" r="r" t="t"/>
            <a:pathLst>
              <a:path extrusionOk="0" h="21600" w="21600">
                <a:moveTo>
                  <a:pt x="21600" y="4086"/>
                </a:moveTo>
                <a:lnTo>
                  <a:pt x="17514" y="0"/>
                </a:lnTo>
                <a:lnTo>
                  <a:pt x="11092" y="6422"/>
                </a:lnTo>
                <a:lnTo>
                  <a:pt x="4670" y="0"/>
                </a:lnTo>
                <a:lnTo>
                  <a:pt x="0" y="4086"/>
                </a:lnTo>
                <a:lnTo>
                  <a:pt x="6422" y="10508"/>
                </a:lnTo>
                <a:lnTo>
                  <a:pt x="0" y="16930"/>
                </a:lnTo>
                <a:lnTo>
                  <a:pt x="4670" y="21600"/>
                </a:lnTo>
                <a:lnTo>
                  <a:pt x="11092" y="14595"/>
                </a:lnTo>
                <a:lnTo>
                  <a:pt x="17514" y="21600"/>
                </a:lnTo>
                <a:lnTo>
                  <a:pt x="21600" y="16930"/>
                </a:lnTo>
                <a:lnTo>
                  <a:pt x="15178" y="10508"/>
                </a:lnTo>
                <a:lnTo>
                  <a:pt x="21600" y="408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02" name="Google Shape;1702;p50"/>
          <p:cNvGrpSpPr/>
          <p:nvPr/>
        </p:nvGrpSpPr>
        <p:grpSpPr>
          <a:xfrm>
            <a:off x="3670300" y="5240865"/>
            <a:ext cx="406404" cy="423360"/>
            <a:chOff x="-1" y="-1"/>
            <a:chExt cx="406404" cy="423360"/>
          </a:xfrm>
        </p:grpSpPr>
        <p:sp>
          <p:nvSpPr>
            <p:cNvPr id="1703" name="Google Shape;1703;p50"/>
            <p:cNvSpPr/>
            <p:nvPr/>
          </p:nvSpPr>
          <p:spPr>
            <a:xfrm>
              <a:off x="-1" y="-1"/>
              <a:ext cx="406404" cy="423360"/>
            </a:xfrm>
            <a:custGeom>
              <a:rect b="b" l="l" r="r" t="t"/>
              <a:pathLst>
                <a:path extrusionOk="0" h="21600" w="21600">
                  <a:moveTo>
                    <a:pt x="20509" y="15369"/>
                  </a:moveTo>
                  <a:lnTo>
                    <a:pt x="19418" y="7269"/>
                  </a:lnTo>
                  <a:lnTo>
                    <a:pt x="19200" y="6438"/>
                  </a:lnTo>
                  <a:lnTo>
                    <a:pt x="18327" y="6231"/>
                  </a:lnTo>
                  <a:lnTo>
                    <a:pt x="16145" y="6231"/>
                  </a:lnTo>
                  <a:lnTo>
                    <a:pt x="16145" y="5192"/>
                  </a:lnTo>
                  <a:lnTo>
                    <a:pt x="18982" y="5192"/>
                  </a:lnTo>
                  <a:lnTo>
                    <a:pt x="19200" y="4985"/>
                  </a:lnTo>
                  <a:lnTo>
                    <a:pt x="19418" y="4569"/>
                  </a:lnTo>
                  <a:lnTo>
                    <a:pt x="19418" y="623"/>
                  </a:lnTo>
                  <a:lnTo>
                    <a:pt x="19200" y="415"/>
                  </a:lnTo>
                  <a:lnTo>
                    <a:pt x="18982" y="0"/>
                  </a:lnTo>
                  <a:lnTo>
                    <a:pt x="11345" y="0"/>
                  </a:lnTo>
                  <a:lnTo>
                    <a:pt x="11127" y="415"/>
                  </a:lnTo>
                  <a:lnTo>
                    <a:pt x="10909" y="623"/>
                  </a:lnTo>
                  <a:lnTo>
                    <a:pt x="10909" y="4569"/>
                  </a:lnTo>
                  <a:lnTo>
                    <a:pt x="11127" y="4985"/>
                  </a:lnTo>
                  <a:lnTo>
                    <a:pt x="11345" y="5192"/>
                  </a:lnTo>
                  <a:lnTo>
                    <a:pt x="14182" y="5192"/>
                  </a:lnTo>
                  <a:lnTo>
                    <a:pt x="14182" y="6231"/>
                  </a:lnTo>
                  <a:lnTo>
                    <a:pt x="9818" y="6231"/>
                  </a:lnTo>
                  <a:lnTo>
                    <a:pt x="9818" y="2077"/>
                  </a:lnTo>
                  <a:lnTo>
                    <a:pt x="9600" y="1662"/>
                  </a:lnTo>
                  <a:lnTo>
                    <a:pt x="9164" y="1246"/>
                  </a:lnTo>
                  <a:lnTo>
                    <a:pt x="8727" y="1038"/>
                  </a:lnTo>
                  <a:lnTo>
                    <a:pt x="8073" y="1038"/>
                  </a:lnTo>
                  <a:lnTo>
                    <a:pt x="6545" y="2077"/>
                  </a:lnTo>
                  <a:lnTo>
                    <a:pt x="5018" y="1038"/>
                  </a:lnTo>
                  <a:lnTo>
                    <a:pt x="4364" y="1038"/>
                  </a:lnTo>
                  <a:lnTo>
                    <a:pt x="3927" y="1246"/>
                  </a:lnTo>
                  <a:lnTo>
                    <a:pt x="3491" y="1662"/>
                  </a:lnTo>
                  <a:lnTo>
                    <a:pt x="3273" y="2077"/>
                  </a:lnTo>
                  <a:lnTo>
                    <a:pt x="3273" y="6231"/>
                  </a:lnTo>
                  <a:lnTo>
                    <a:pt x="2618" y="6438"/>
                  </a:lnTo>
                  <a:lnTo>
                    <a:pt x="2182" y="7269"/>
                  </a:lnTo>
                  <a:lnTo>
                    <a:pt x="1091" y="15369"/>
                  </a:lnTo>
                  <a:lnTo>
                    <a:pt x="655" y="15369"/>
                  </a:lnTo>
                  <a:lnTo>
                    <a:pt x="0" y="15992"/>
                  </a:lnTo>
                  <a:lnTo>
                    <a:pt x="0" y="20977"/>
                  </a:lnTo>
                  <a:lnTo>
                    <a:pt x="655" y="21600"/>
                  </a:lnTo>
                  <a:lnTo>
                    <a:pt x="21164" y="21600"/>
                  </a:lnTo>
                  <a:lnTo>
                    <a:pt x="21382" y="21392"/>
                  </a:lnTo>
                  <a:lnTo>
                    <a:pt x="21600" y="20977"/>
                  </a:lnTo>
                  <a:lnTo>
                    <a:pt x="21600" y="15992"/>
                  </a:lnTo>
                  <a:lnTo>
                    <a:pt x="21382" y="15577"/>
                  </a:lnTo>
                  <a:lnTo>
                    <a:pt x="21164" y="15369"/>
                  </a:lnTo>
                  <a:lnTo>
                    <a:pt x="20509" y="15369"/>
                  </a:lnTo>
                  <a:close/>
                  <a:moveTo>
                    <a:pt x="13091" y="3115"/>
                  </a:moveTo>
                  <a:lnTo>
                    <a:pt x="13091" y="2077"/>
                  </a:lnTo>
                  <a:lnTo>
                    <a:pt x="17236" y="2077"/>
                  </a:lnTo>
                  <a:lnTo>
                    <a:pt x="17236" y="3115"/>
                  </a:lnTo>
                  <a:lnTo>
                    <a:pt x="13091" y="3115"/>
                  </a:lnTo>
                  <a:close/>
                  <a:moveTo>
                    <a:pt x="5455" y="3738"/>
                  </a:moveTo>
                  <a:lnTo>
                    <a:pt x="6109" y="4154"/>
                  </a:lnTo>
                  <a:lnTo>
                    <a:pt x="7200" y="4154"/>
                  </a:lnTo>
                  <a:lnTo>
                    <a:pt x="7636" y="3738"/>
                  </a:lnTo>
                  <a:lnTo>
                    <a:pt x="7636" y="6231"/>
                  </a:lnTo>
                  <a:lnTo>
                    <a:pt x="5455" y="6231"/>
                  </a:lnTo>
                  <a:lnTo>
                    <a:pt x="5455" y="3738"/>
                  </a:lnTo>
                  <a:close/>
                  <a:moveTo>
                    <a:pt x="4364" y="8308"/>
                  </a:moveTo>
                  <a:lnTo>
                    <a:pt x="17236" y="8308"/>
                  </a:lnTo>
                  <a:lnTo>
                    <a:pt x="18327" y="15369"/>
                  </a:lnTo>
                  <a:lnTo>
                    <a:pt x="3273" y="15369"/>
                  </a:lnTo>
                  <a:lnTo>
                    <a:pt x="4364" y="8308"/>
                  </a:lnTo>
                  <a:close/>
                  <a:moveTo>
                    <a:pt x="19418" y="19523"/>
                  </a:moveTo>
                  <a:lnTo>
                    <a:pt x="2182" y="19523"/>
                  </a:lnTo>
                  <a:lnTo>
                    <a:pt x="2182" y="17446"/>
                  </a:lnTo>
                  <a:lnTo>
                    <a:pt x="19418" y="17446"/>
                  </a:lnTo>
                  <a:lnTo>
                    <a:pt x="19418" y="19523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50"/>
            <p:cNvSpPr/>
            <p:nvPr/>
          </p:nvSpPr>
          <p:spPr>
            <a:xfrm>
              <a:off x="98520" y="186767"/>
              <a:ext cx="86100" cy="37500"/>
            </a:xfrm>
            <a:prstGeom prst="rect">
              <a:avLst/>
            </a:pr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1705" name="Google Shape;1705;p50"/>
            <p:cNvSpPr/>
            <p:nvPr/>
          </p:nvSpPr>
          <p:spPr>
            <a:xfrm>
              <a:off x="209353" y="186767"/>
              <a:ext cx="36936" cy="37368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lnTo>
                    <a:pt x="4320" y="0"/>
                  </a:lnTo>
                  <a:lnTo>
                    <a:pt x="0" y="4320"/>
                  </a:lnTo>
                  <a:lnTo>
                    <a:pt x="0" y="15120"/>
                  </a:lnTo>
                  <a:lnTo>
                    <a:pt x="2160" y="17280"/>
                  </a:lnTo>
                  <a:lnTo>
                    <a:pt x="4320" y="21600"/>
                  </a:lnTo>
                  <a:lnTo>
                    <a:pt x="15120" y="21600"/>
                  </a:lnTo>
                  <a:lnTo>
                    <a:pt x="17280" y="17280"/>
                  </a:lnTo>
                  <a:lnTo>
                    <a:pt x="21600" y="15120"/>
                  </a:lnTo>
                  <a:lnTo>
                    <a:pt x="21600" y="4320"/>
                  </a:lnTo>
                  <a:lnTo>
                    <a:pt x="17280" y="2160"/>
                  </a:lnTo>
                  <a:lnTo>
                    <a:pt x="15120" y="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50"/>
            <p:cNvSpPr/>
            <p:nvPr/>
          </p:nvSpPr>
          <p:spPr>
            <a:xfrm>
              <a:off x="270931" y="186767"/>
              <a:ext cx="36936" cy="37368"/>
            </a:xfrm>
            <a:custGeom>
              <a:rect b="b" l="l" r="r" t="t"/>
              <a:pathLst>
                <a:path extrusionOk="0" h="21600" w="21600">
                  <a:moveTo>
                    <a:pt x="12000" y="0"/>
                  </a:moveTo>
                  <a:lnTo>
                    <a:pt x="4800" y="0"/>
                  </a:lnTo>
                  <a:lnTo>
                    <a:pt x="0" y="4320"/>
                  </a:lnTo>
                  <a:lnTo>
                    <a:pt x="0" y="15120"/>
                  </a:lnTo>
                  <a:lnTo>
                    <a:pt x="2400" y="17280"/>
                  </a:lnTo>
                  <a:lnTo>
                    <a:pt x="4800" y="21600"/>
                  </a:lnTo>
                  <a:lnTo>
                    <a:pt x="16800" y="21600"/>
                  </a:lnTo>
                  <a:lnTo>
                    <a:pt x="19200" y="17280"/>
                  </a:lnTo>
                  <a:lnTo>
                    <a:pt x="21600" y="15120"/>
                  </a:lnTo>
                  <a:lnTo>
                    <a:pt x="21600" y="4320"/>
                  </a:lnTo>
                  <a:lnTo>
                    <a:pt x="16800" y="0"/>
                  </a:lnTo>
                  <a:lnTo>
                    <a:pt x="12000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50"/>
            <p:cNvSpPr/>
            <p:nvPr/>
          </p:nvSpPr>
          <p:spPr>
            <a:xfrm>
              <a:off x="209353" y="236571"/>
              <a:ext cx="36936" cy="49788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lnTo>
                    <a:pt x="4320" y="0"/>
                  </a:lnTo>
                  <a:lnTo>
                    <a:pt x="2160" y="4320"/>
                  </a:lnTo>
                  <a:lnTo>
                    <a:pt x="0" y="6480"/>
                  </a:lnTo>
                  <a:lnTo>
                    <a:pt x="0" y="17280"/>
                  </a:lnTo>
                  <a:lnTo>
                    <a:pt x="4320" y="21600"/>
                  </a:lnTo>
                  <a:lnTo>
                    <a:pt x="15120" y="21600"/>
                  </a:lnTo>
                  <a:lnTo>
                    <a:pt x="17280" y="19440"/>
                  </a:lnTo>
                  <a:lnTo>
                    <a:pt x="21600" y="17280"/>
                  </a:lnTo>
                  <a:lnTo>
                    <a:pt x="21600" y="6480"/>
                  </a:lnTo>
                  <a:lnTo>
                    <a:pt x="17280" y="4320"/>
                  </a:lnTo>
                  <a:lnTo>
                    <a:pt x="15120" y="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50"/>
            <p:cNvSpPr/>
            <p:nvPr/>
          </p:nvSpPr>
          <p:spPr>
            <a:xfrm>
              <a:off x="270931" y="236571"/>
              <a:ext cx="36936" cy="49788"/>
            </a:xfrm>
            <a:custGeom>
              <a:rect b="b" l="l" r="r" t="t"/>
              <a:pathLst>
                <a:path extrusionOk="0" h="21600" w="21600">
                  <a:moveTo>
                    <a:pt x="12000" y="0"/>
                  </a:moveTo>
                  <a:lnTo>
                    <a:pt x="4800" y="0"/>
                  </a:lnTo>
                  <a:lnTo>
                    <a:pt x="2400" y="4320"/>
                  </a:lnTo>
                  <a:lnTo>
                    <a:pt x="0" y="6480"/>
                  </a:lnTo>
                  <a:lnTo>
                    <a:pt x="0" y="17280"/>
                  </a:lnTo>
                  <a:lnTo>
                    <a:pt x="4800" y="21600"/>
                  </a:lnTo>
                  <a:lnTo>
                    <a:pt x="16800" y="21600"/>
                  </a:lnTo>
                  <a:lnTo>
                    <a:pt x="21600" y="17280"/>
                  </a:lnTo>
                  <a:lnTo>
                    <a:pt x="21600" y="6480"/>
                  </a:lnTo>
                  <a:lnTo>
                    <a:pt x="19200" y="4320"/>
                  </a:lnTo>
                  <a:lnTo>
                    <a:pt x="16800" y="0"/>
                  </a:lnTo>
                  <a:lnTo>
                    <a:pt x="12000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9" name="Google Shape;1709;p50"/>
          <p:cNvSpPr/>
          <p:nvPr/>
        </p:nvSpPr>
        <p:spPr>
          <a:xfrm>
            <a:off x="2692399" y="6218768"/>
            <a:ext cx="410616" cy="419094"/>
          </a:xfrm>
          <a:custGeom>
            <a:rect b="b" l="l" r="r" t="t"/>
            <a:pathLst>
              <a:path extrusionOk="0" h="21600" w="21600">
                <a:moveTo>
                  <a:pt x="19396" y="0"/>
                </a:moveTo>
                <a:lnTo>
                  <a:pt x="2204" y="0"/>
                </a:lnTo>
                <a:lnTo>
                  <a:pt x="441" y="415"/>
                </a:lnTo>
                <a:lnTo>
                  <a:pt x="0" y="2077"/>
                </a:lnTo>
                <a:lnTo>
                  <a:pt x="0" y="18485"/>
                </a:lnTo>
                <a:lnTo>
                  <a:pt x="220" y="19108"/>
                </a:lnTo>
                <a:lnTo>
                  <a:pt x="441" y="19938"/>
                </a:lnTo>
                <a:lnTo>
                  <a:pt x="1322" y="20146"/>
                </a:lnTo>
                <a:lnTo>
                  <a:pt x="2204" y="20562"/>
                </a:lnTo>
                <a:lnTo>
                  <a:pt x="2204" y="21600"/>
                </a:lnTo>
                <a:lnTo>
                  <a:pt x="4188" y="21600"/>
                </a:lnTo>
                <a:lnTo>
                  <a:pt x="4188" y="20562"/>
                </a:lnTo>
                <a:lnTo>
                  <a:pt x="17412" y="20562"/>
                </a:lnTo>
                <a:lnTo>
                  <a:pt x="17412" y="21600"/>
                </a:lnTo>
                <a:lnTo>
                  <a:pt x="19396" y="21600"/>
                </a:lnTo>
                <a:lnTo>
                  <a:pt x="19396" y="20562"/>
                </a:lnTo>
                <a:lnTo>
                  <a:pt x="20278" y="20146"/>
                </a:lnTo>
                <a:lnTo>
                  <a:pt x="21159" y="19938"/>
                </a:lnTo>
                <a:lnTo>
                  <a:pt x="21380" y="19108"/>
                </a:lnTo>
                <a:lnTo>
                  <a:pt x="21600" y="18485"/>
                </a:lnTo>
                <a:lnTo>
                  <a:pt x="21600" y="2077"/>
                </a:lnTo>
                <a:lnTo>
                  <a:pt x="21159" y="415"/>
                </a:lnTo>
                <a:lnTo>
                  <a:pt x="19396" y="0"/>
                </a:lnTo>
                <a:close/>
                <a:moveTo>
                  <a:pt x="19396" y="18485"/>
                </a:moveTo>
                <a:lnTo>
                  <a:pt x="2204" y="18485"/>
                </a:lnTo>
                <a:lnTo>
                  <a:pt x="2204" y="2077"/>
                </a:lnTo>
                <a:lnTo>
                  <a:pt x="19396" y="2077"/>
                </a:lnTo>
                <a:lnTo>
                  <a:pt x="19396" y="1848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50"/>
          <p:cNvSpPr/>
          <p:nvPr/>
        </p:nvSpPr>
        <p:spPr>
          <a:xfrm>
            <a:off x="2755900" y="6278035"/>
            <a:ext cx="283608" cy="287874"/>
          </a:xfrm>
          <a:custGeom>
            <a:rect b="b" l="l" r="r" t="t"/>
            <a:pathLst>
              <a:path extrusionOk="0" h="21600" w="21600">
                <a:moveTo>
                  <a:pt x="1543" y="20035"/>
                </a:moveTo>
                <a:lnTo>
                  <a:pt x="1543" y="20661"/>
                </a:lnTo>
                <a:lnTo>
                  <a:pt x="2469" y="21600"/>
                </a:lnTo>
                <a:lnTo>
                  <a:pt x="20674" y="21600"/>
                </a:lnTo>
                <a:lnTo>
                  <a:pt x="21600" y="20661"/>
                </a:lnTo>
                <a:lnTo>
                  <a:pt x="21600" y="626"/>
                </a:lnTo>
                <a:lnTo>
                  <a:pt x="20983" y="313"/>
                </a:lnTo>
                <a:lnTo>
                  <a:pt x="20674" y="0"/>
                </a:lnTo>
                <a:lnTo>
                  <a:pt x="2469" y="0"/>
                </a:lnTo>
                <a:lnTo>
                  <a:pt x="2160" y="313"/>
                </a:lnTo>
                <a:lnTo>
                  <a:pt x="1543" y="626"/>
                </a:lnTo>
                <a:lnTo>
                  <a:pt x="1543" y="4696"/>
                </a:lnTo>
                <a:lnTo>
                  <a:pt x="0" y="4696"/>
                </a:lnTo>
                <a:lnTo>
                  <a:pt x="0" y="7513"/>
                </a:lnTo>
                <a:lnTo>
                  <a:pt x="1543" y="7513"/>
                </a:lnTo>
                <a:lnTo>
                  <a:pt x="1543" y="13774"/>
                </a:lnTo>
                <a:lnTo>
                  <a:pt x="0" y="13774"/>
                </a:lnTo>
                <a:lnTo>
                  <a:pt x="0" y="16904"/>
                </a:lnTo>
                <a:lnTo>
                  <a:pt x="1543" y="16904"/>
                </a:lnTo>
                <a:lnTo>
                  <a:pt x="1543" y="20035"/>
                </a:lnTo>
                <a:close/>
                <a:moveTo>
                  <a:pt x="4629" y="7513"/>
                </a:moveTo>
                <a:lnTo>
                  <a:pt x="6171" y="7513"/>
                </a:lnTo>
                <a:lnTo>
                  <a:pt x="6171" y="4696"/>
                </a:lnTo>
                <a:lnTo>
                  <a:pt x="4629" y="4696"/>
                </a:lnTo>
                <a:lnTo>
                  <a:pt x="4629" y="3130"/>
                </a:lnTo>
                <a:lnTo>
                  <a:pt x="18514" y="3130"/>
                </a:lnTo>
                <a:lnTo>
                  <a:pt x="18514" y="18470"/>
                </a:lnTo>
                <a:lnTo>
                  <a:pt x="4629" y="18470"/>
                </a:lnTo>
                <a:lnTo>
                  <a:pt x="4629" y="16904"/>
                </a:lnTo>
                <a:lnTo>
                  <a:pt x="6171" y="16904"/>
                </a:lnTo>
                <a:lnTo>
                  <a:pt x="6171" y="13774"/>
                </a:lnTo>
                <a:lnTo>
                  <a:pt x="4629" y="13774"/>
                </a:lnTo>
                <a:lnTo>
                  <a:pt x="4629" y="751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50"/>
          <p:cNvSpPr/>
          <p:nvPr/>
        </p:nvSpPr>
        <p:spPr>
          <a:xfrm>
            <a:off x="2853266" y="6354235"/>
            <a:ext cx="122742" cy="122742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5120" y="20880"/>
                </a:lnTo>
                <a:lnTo>
                  <a:pt x="18000" y="18000"/>
                </a:lnTo>
                <a:lnTo>
                  <a:pt x="20160" y="15120"/>
                </a:lnTo>
                <a:lnTo>
                  <a:pt x="21600" y="10800"/>
                </a:lnTo>
                <a:lnTo>
                  <a:pt x="20160" y="6480"/>
                </a:lnTo>
                <a:lnTo>
                  <a:pt x="18000" y="3600"/>
                </a:lnTo>
                <a:lnTo>
                  <a:pt x="15120" y="1440"/>
                </a:lnTo>
                <a:lnTo>
                  <a:pt x="10800" y="0"/>
                </a:lnTo>
                <a:lnTo>
                  <a:pt x="6480" y="1440"/>
                </a:lnTo>
                <a:lnTo>
                  <a:pt x="3600" y="3600"/>
                </a:lnTo>
                <a:lnTo>
                  <a:pt x="720" y="6480"/>
                </a:lnTo>
                <a:lnTo>
                  <a:pt x="0" y="10800"/>
                </a:lnTo>
                <a:lnTo>
                  <a:pt x="720" y="15120"/>
                </a:lnTo>
                <a:lnTo>
                  <a:pt x="6480" y="20880"/>
                </a:lnTo>
                <a:lnTo>
                  <a:pt x="10800" y="21600"/>
                </a:lnTo>
                <a:close/>
                <a:moveTo>
                  <a:pt x="10800" y="7200"/>
                </a:moveTo>
                <a:lnTo>
                  <a:pt x="12240" y="7200"/>
                </a:lnTo>
                <a:lnTo>
                  <a:pt x="14400" y="9360"/>
                </a:lnTo>
                <a:lnTo>
                  <a:pt x="14400" y="12960"/>
                </a:lnTo>
                <a:lnTo>
                  <a:pt x="13680" y="13680"/>
                </a:lnTo>
                <a:lnTo>
                  <a:pt x="12240" y="14400"/>
                </a:lnTo>
                <a:lnTo>
                  <a:pt x="8640" y="14400"/>
                </a:lnTo>
                <a:lnTo>
                  <a:pt x="7200" y="12960"/>
                </a:lnTo>
                <a:lnTo>
                  <a:pt x="7200" y="9360"/>
                </a:lnTo>
                <a:lnTo>
                  <a:pt x="7920" y="8640"/>
                </a:lnTo>
                <a:lnTo>
                  <a:pt x="8640" y="7200"/>
                </a:lnTo>
                <a:lnTo>
                  <a:pt x="10800" y="72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50"/>
          <p:cNvSpPr/>
          <p:nvPr/>
        </p:nvSpPr>
        <p:spPr>
          <a:xfrm>
            <a:off x="4643968" y="6278035"/>
            <a:ext cx="410616" cy="287874"/>
          </a:xfrm>
          <a:custGeom>
            <a:rect b="b" l="l" r="r" t="t"/>
            <a:pathLst>
              <a:path extrusionOk="0" h="21600" w="21600">
                <a:moveTo>
                  <a:pt x="20509" y="0"/>
                </a:moveTo>
                <a:lnTo>
                  <a:pt x="655" y="0"/>
                </a:lnTo>
                <a:lnTo>
                  <a:pt x="218" y="313"/>
                </a:lnTo>
                <a:lnTo>
                  <a:pt x="0" y="626"/>
                </a:lnTo>
                <a:lnTo>
                  <a:pt x="0" y="20661"/>
                </a:lnTo>
                <a:lnTo>
                  <a:pt x="218" y="21287"/>
                </a:lnTo>
                <a:lnTo>
                  <a:pt x="655" y="21600"/>
                </a:lnTo>
                <a:lnTo>
                  <a:pt x="20945" y="21600"/>
                </a:lnTo>
                <a:lnTo>
                  <a:pt x="21382" y="21287"/>
                </a:lnTo>
                <a:lnTo>
                  <a:pt x="21600" y="20661"/>
                </a:lnTo>
                <a:lnTo>
                  <a:pt x="21600" y="626"/>
                </a:lnTo>
                <a:lnTo>
                  <a:pt x="21382" y="313"/>
                </a:lnTo>
                <a:lnTo>
                  <a:pt x="20945" y="0"/>
                </a:lnTo>
                <a:lnTo>
                  <a:pt x="20509" y="0"/>
                </a:lnTo>
                <a:close/>
                <a:moveTo>
                  <a:pt x="19418" y="8452"/>
                </a:moveTo>
                <a:lnTo>
                  <a:pt x="15709" y="3130"/>
                </a:lnTo>
                <a:lnTo>
                  <a:pt x="19418" y="3130"/>
                </a:lnTo>
                <a:lnTo>
                  <a:pt x="19418" y="8452"/>
                </a:lnTo>
                <a:close/>
                <a:moveTo>
                  <a:pt x="2182" y="13148"/>
                </a:moveTo>
                <a:lnTo>
                  <a:pt x="5891" y="18470"/>
                </a:lnTo>
                <a:lnTo>
                  <a:pt x="2182" y="18470"/>
                </a:lnTo>
                <a:lnTo>
                  <a:pt x="2182" y="13148"/>
                </a:lnTo>
                <a:close/>
                <a:moveTo>
                  <a:pt x="9164" y="18470"/>
                </a:moveTo>
                <a:lnTo>
                  <a:pt x="2182" y="8452"/>
                </a:lnTo>
                <a:lnTo>
                  <a:pt x="2182" y="3130"/>
                </a:lnTo>
                <a:lnTo>
                  <a:pt x="12436" y="3130"/>
                </a:lnTo>
                <a:lnTo>
                  <a:pt x="19418" y="13148"/>
                </a:lnTo>
                <a:lnTo>
                  <a:pt x="19418" y="18470"/>
                </a:lnTo>
                <a:lnTo>
                  <a:pt x="9164" y="1847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50"/>
          <p:cNvSpPr/>
          <p:nvPr/>
        </p:nvSpPr>
        <p:spPr>
          <a:xfrm>
            <a:off x="4766733" y="6341533"/>
            <a:ext cx="160866" cy="160866"/>
          </a:xfrm>
          <a:custGeom>
            <a:rect b="b" l="l" r="r" t="t"/>
            <a:pathLst>
              <a:path extrusionOk="0" h="21600" w="21600">
                <a:moveTo>
                  <a:pt x="11077" y="0"/>
                </a:moveTo>
                <a:lnTo>
                  <a:pt x="8862" y="0"/>
                </a:lnTo>
                <a:lnTo>
                  <a:pt x="6646" y="554"/>
                </a:lnTo>
                <a:lnTo>
                  <a:pt x="3323" y="3323"/>
                </a:lnTo>
                <a:lnTo>
                  <a:pt x="554" y="6646"/>
                </a:lnTo>
                <a:lnTo>
                  <a:pt x="0" y="8862"/>
                </a:lnTo>
                <a:lnTo>
                  <a:pt x="0" y="12738"/>
                </a:lnTo>
                <a:lnTo>
                  <a:pt x="554" y="14954"/>
                </a:lnTo>
                <a:lnTo>
                  <a:pt x="3323" y="18277"/>
                </a:lnTo>
                <a:lnTo>
                  <a:pt x="6646" y="21046"/>
                </a:lnTo>
                <a:lnTo>
                  <a:pt x="8862" y="21600"/>
                </a:lnTo>
                <a:lnTo>
                  <a:pt x="12738" y="21600"/>
                </a:lnTo>
                <a:lnTo>
                  <a:pt x="14954" y="21046"/>
                </a:lnTo>
                <a:lnTo>
                  <a:pt x="18277" y="18277"/>
                </a:lnTo>
                <a:lnTo>
                  <a:pt x="21046" y="14954"/>
                </a:lnTo>
                <a:lnTo>
                  <a:pt x="21600" y="12738"/>
                </a:lnTo>
                <a:lnTo>
                  <a:pt x="21600" y="8862"/>
                </a:lnTo>
                <a:lnTo>
                  <a:pt x="21046" y="6646"/>
                </a:lnTo>
                <a:lnTo>
                  <a:pt x="18277" y="3323"/>
                </a:lnTo>
                <a:lnTo>
                  <a:pt x="14954" y="554"/>
                </a:lnTo>
                <a:lnTo>
                  <a:pt x="12738" y="0"/>
                </a:lnTo>
                <a:lnTo>
                  <a:pt x="11077" y="0"/>
                </a:lnTo>
                <a:close/>
                <a:moveTo>
                  <a:pt x="11077" y="16062"/>
                </a:moveTo>
                <a:lnTo>
                  <a:pt x="6646" y="14954"/>
                </a:lnTo>
                <a:lnTo>
                  <a:pt x="5538" y="10523"/>
                </a:lnTo>
                <a:lnTo>
                  <a:pt x="6092" y="8862"/>
                </a:lnTo>
                <a:lnTo>
                  <a:pt x="6646" y="6646"/>
                </a:lnTo>
                <a:lnTo>
                  <a:pt x="8862" y="6092"/>
                </a:lnTo>
                <a:lnTo>
                  <a:pt x="11077" y="4985"/>
                </a:lnTo>
                <a:lnTo>
                  <a:pt x="12738" y="6092"/>
                </a:lnTo>
                <a:lnTo>
                  <a:pt x="14954" y="6646"/>
                </a:lnTo>
                <a:lnTo>
                  <a:pt x="15508" y="8862"/>
                </a:lnTo>
                <a:lnTo>
                  <a:pt x="16062" y="10523"/>
                </a:lnTo>
                <a:lnTo>
                  <a:pt x="14954" y="14954"/>
                </a:lnTo>
                <a:lnTo>
                  <a:pt x="12738" y="15508"/>
                </a:lnTo>
                <a:lnTo>
                  <a:pt x="11077" y="1606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50"/>
          <p:cNvSpPr/>
          <p:nvPr/>
        </p:nvSpPr>
        <p:spPr>
          <a:xfrm>
            <a:off x="5621866" y="6218768"/>
            <a:ext cx="406404" cy="406404"/>
          </a:xfrm>
          <a:custGeom>
            <a:rect b="b" l="l" r="r" t="t"/>
            <a:pathLst>
              <a:path extrusionOk="0" h="21600" w="21600">
                <a:moveTo>
                  <a:pt x="19418" y="0"/>
                </a:moveTo>
                <a:lnTo>
                  <a:pt x="2182" y="0"/>
                </a:lnTo>
                <a:lnTo>
                  <a:pt x="436" y="436"/>
                </a:lnTo>
                <a:lnTo>
                  <a:pt x="0" y="2182"/>
                </a:lnTo>
                <a:lnTo>
                  <a:pt x="0" y="12873"/>
                </a:lnTo>
                <a:lnTo>
                  <a:pt x="436" y="14618"/>
                </a:lnTo>
                <a:lnTo>
                  <a:pt x="2182" y="15055"/>
                </a:lnTo>
                <a:lnTo>
                  <a:pt x="8073" y="15055"/>
                </a:lnTo>
                <a:lnTo>
                  <a:pt x="1527" y="21600"/>
                </a:lnTo>
                <a:lnTo>
                  <a:pt x="4800" y="21600"/>
                </a:lnTo>
                <a:lnTo>
                  <a:pt x="9600" y="16582"/>
                </a:lnTo>
                <a:lnTo>
                  <a:pt x="9600" y="21600"/>
                </a:lnTo>
                <a:lnTo>
                  <a:pt x="11782" y="21600"/>
                </a:lnTo>
                <a:lnTo>
                  <a:pt x="11782" y="16582"/>
                </a:lnTo>
                <a:lnTo>
                  <a:pt x="16582" y="21600"/>
                </a:lnTo>
                <a:lnTo>
                  <a:pt x="19855" y="21600"/>
                </a:lnTo>
                <a:lnTo>
                  <a:pt x="13527" y="15055"/>
                </a:lnTo>
                <a:lnTo>
                  <a:pt x="19418" y="15055"/>
                </a:lnTo>
                <a:lnTo>
                  <a:pt x="20291" y="14836"/>
                </a:lnTo>
                <a:lnTo>
                  <a:pt x="20945" y="14618"/>
                </a:lnTo>
                <a:lnTo>
                  <a:pt x="21164" y="13745"/>
                </a:lnTo>
                <a:lnTo>
                  <a:pt x="21600" y="12873"/>
                </a:lnTo>
                <a:lnTo>
                  <a:pt x="21600" y="2182"/>
                </a:lnTo>
                <a:lnTo>
                  <a:pt x="21164" y="1309"/>
                </a:lnTo>
                <a:lnTo>
                  <a:pt x="20945" y="436"/>
                </a:lnTo>
                <a:lnTo>
                  <a:pt x="20291" y="218"/>
                </a:lnTo>
                <a:lnTo>
                  <a:pt x="19418" y="0"/>
                </a:lnTo>
                <a:close/>
                <a:moveTo>
                  <a:pt x="19418" y="2182"/>
                </a:moveTo>
                <a:lnTo>
                  <a:pt x="19418" y="4364"/>
                </a:lnTo>
                <a:lnTo>
                  <a:pt x="2182" y="4364"/>
                </a:lnTo>
                <a:lnTo>
                  <a:pt x="2182" y="2182"/>
                </a:lnTo>
                <a:lnTo>
                  <a:pt x="19418" y="2182"/>
                </a:lnTo>
                <a:close/>
                <a:moveTo>
                  <a:pt x="2182" y="12873"/>
                </a:moveTo>
                <a:lnTo>
                  <a:pt x="2182" y="6545"/>
                </a:lnTo>
                <a:lnTo>
                  <a:pt x="19418" y="6545"/>
                </a:lnTo>
                <a:lnTo>
                  <a:pt x="19418" y="12873"/>
                </a:lnTo>
                <a:lnTo>
                  <a:pt x="2182" y="1287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15" name="Google Shape;1715;p50"/>
          <p:cNvGrpSpPr/>
          <p:nvPr/>
        </p:nvGrpSpPr>
        <p:grpSpPr>
          <a:xfrm>
            <a:off x="1718732" y="6231465"/>
            <a:ext cx="406404" cy="393714"/>
            <a:chOff x="-1" y="-1"/>
            <a:chExt cx="406404" cy="393714"/>
          </a:xfrm>
        </p:grpSpPr>
        <p:sp>
          <p:nvSpPr>
            <p:cNvPr id="1716" name="Google Shape;1716;p50"/>
            <p:cNvSpPr/>
            <p:nvPr/>
          </p:nvSpPr>
          <p:spPr>
            <a:xfrm>
              <a:off x="-1" y="-1"/>
              <a:ext cx="406404" cy="393714"/>
            </a:xfrm>
            <a:custGeom>
              <a:rect b="b" l="l" r="r" t="t"/>
              <a:pathLst>
                <a:path extrusionOk="0" h="21600" w="21600">
                  <a:moveTo>
                    <a:pt x="19418" y="3447"/>
                  </a:moveTo>
                  <a:lnTo>
                    <a:pt x="19418" y="2298"/>
                  </a:lnTo>
                  <a:lnTo>
                    <a:pt x="17236" y="2298"/>
                  </a:lnTo>
                  <a:lnTo>
                    <a:pt x="17236" y="3447"/>
                  </a:lnTo>
                  <a:lnTo>
                    <a:pt x="15055" y="3447"/>
                  </a:lnTo>
                  <a:lnTo>
                    <a:pt x="15055" y="460"/>
                  </a:lnTo>
                  <a:lnTo>
                    <a:pt x="14836" y="230"/>
                  </a:lnTo>
                  <a:lnTo>
                    <a:pt x="14400" y="0"/>
                  </a:lnTo>
                  <a:lnTo>
                    <a:pt x="6982" y="0"/>
                  </a:lnTo>
                  <a:lnTo>
                    <a:pt x="6764" y="230"/>
                  </a:lnTo>
                  <a:lnTo>
                    <a:pt x="6327" y="460"/>
                  </a:lnTo>
                  <a:lnTo>
                    <a:pt x="6327" y="3447"/>
                  </a:lnTo>
                  <a:lnTo>
                    <a:pt x="4364" y="3447"/>
                  </a:lnTo>
                  <a:lnTo>
                    <a:pt x="4364" y="2298"/>
                  </a:lnTo>
                  <a:lnTo>
                    <a:pt x="2182" y="2298"/>
                  </a:lnTo>
                  <a:lnTo>
                    <a:pt x="2182" y="3447"/>
                  </a:lnTo>
                  <a:lnTo>
                    <a:pt x="436" y="3906"/>
                  </a:lnTo>
                  <a:lnTo>
                    <a:pt x="0" y="5745"/>
                  </a:lnTo>
                  <a:lnTo>
                    <a:pt x="0" y="19302"/>
                  </a:lnTo>
                  <a:lnTo>
                    <a:pt x="218" y="19991"/>
                  </a:lnTo>
                  <a:lnTo>
                    <a:pt x="436" y="20911"/>
                  </a:lnTo>
                  <a:lnTo>
                    <a:pt x="1309" y="21140"/>
                  </a:lnTo>
                  <a:lnTo>
                    <a:pt x="2182" y="21600"/>
                  </a:lnTo>
                  <a:lnTo>
                    <a:pt x="19418" y="21600"/>
                  </a:lnTo>
                  <a:lnTo>
                    <a:pt x="20073" y="21140"/>
                  </a:lnTo>
                  <a:lnTo>
                    <a:pt x="20945" y="20911"/>
                  </a:lnTo>
                  <a:lnTo>
                    <a:pt x="21164" y="19991"/>
                  </a:lnTo>
                  <a:lnTo>
                    <a:pt x="21600" y="19302"/>
                  </a:lnTo>
                  <a:lnTo>
                    <a:pt x="21600" y="5745"/>
                  </a:lnTo>
                  <a:lnTo>
                    <a:pt x="21164" y="4826"/>
                  </a:lnTo>
                  <a:lnTo>
                    <a:pt x="20945" y="3906"/>
                  </a:lnTo>
                  <a:lnTo>
                    <a:pt x="20073" y="3677"/>
                  </a:lnTo>
                  <a:lnTo>
                    <a:pt x="19418" y="3447"/>
                  </a:lnTo>
                  <a:close/>
                  <a:moveTo>
                    <a:pt x="8509" y="2298"/>
                  </a:moveTo>
                  <a:lnTo>
                    <a:pt x="12873" y="2298"/>
                  </a:lnTo>
                  <a:lnTo>
                    <a:pt x="12873" y="3447"/>
                  </a:lnTo>
                  <a:lnTo>
                    <a:pt x="8509" y="3447"/>
                  </a:lnTo>
                  <a:lnTo>
                    <a:pt x="8509" y="2298"/>
                  </a:lnTo>
                  <a:close/>
                  <a:moveTo>
                    <a:pt x="19418" y="19302"/>
                  </a:moveTo>
                  <a:lnTo>
                    <a:pt x="2182" y="19302"/>
                  </a:lnTo>
                  <a:lnTo>
                    <a:pt x="2182" y="5745"/>
                  </a:lnTo>
                  <a:lnTo>
                    <a:pt x="19418" y="5745"/>
                  </a:lnTo>
                  <a:lnTo>
                    <a:pt x="19418" y="1930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50"/>
            <p:cNvSpPr/>
            <p:nvPr/>
          </p:nvSpPr>
          <p:spPr>
            <a:xfrm>
              <a:off x="147780" y="123031"/>
              <a:ext cx="123174" cy="209142"/>
            </a:xfrm>
            <a:custGeom>
              <a:rect b="b" l="l" r="r" t="t"/>
              <a:pathLst>
                <a:path extrusionOk="0" h="21600" w="21600">
                  <a:moveTo>
                    <a:pt x="14400" y="0"/>
                  </a:moveTo>
                  <a:lnTo>
                    <a:pt x="7200" y="0"/>
                  </a:lnTo>
                  <a:lnTo>
                    <a:pt x="7200" y="2160"/>
                  </a:lnTo>
                  <a:lnTo>
                    <a:pt x="5040" y="3024"/>
                  </a:lnTo>
                  <a:lnTo>
                    <a:pt x="2160" y="4320"/>
                  </a:lnTo>
                  <a:lnTo>
                    <a:pt x="1440" y="6048"/>
                  </a:lnTo>
                  <a:lnTo>
                    <a:pt x="0" y="7776"/>
                  </a:lnTo>
                  <a:lnTo>
                    <a:pt x="1440" y="9936"/>
                  </a:lnTo>
                  <a:lnTo>
                    <a:pt x="2880" y="11232"/>
                  </a:lnTo>
                  <a:lnTo>
                    <a:pt x="5760" y="12528"/>
                  </a:lnTo>
                  <a:lnTo>
                    <a:pt x="9360" y="12960"/>
                  </a:lnTo>
                  <a:lnTo>
                    <a:pt x="12960" y="12960"/>
                  </a:lnTo>
                  <a:lnTo>
                    <a:pt x="13680" y="13392"/>
                  </a:lnTo>
                  <a:lnTo>
                    <a:pt x="14400" y="14256"/>
                  </a:lnTo>
                  <a:lnTo>
                    <a:pt x="12960" y="15120"/>
                  </a:lnTo>
                  <a:lnTo>
                    <a:pt x="0" y="15120"/>
                  </a:lnTo>
                  <a:lnTo>
                    <a:pt x="0" y="19440"/>
                  </a:lnTo>
                  <a:lnTo>
                    <a:pt x="7200" y="19440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4400" y="19440"/>
                  </a:lnTo>
                  <a:lnTo>
                    <a:pt x="17280" y="19008"/>
                  </a:lnTo>
                  <a:lnTo>
                    <a:pt x="20160" y="17280"/>
                  </a:lnTo>
                  <a:lnTo>
                    <a:pt x="20880" y="15552"/>
                  </a:lnTo>
                  <a:lnTo>
                    <a:pt x="21600" y="14256"/>
                  </a:lnTo>
                  <a:lnTo>
                    <a:pt x="20880" y="12096"/>
                  </a:lnTo>
                  <a:lnTo>
                    <a:pt x="18720" y="10368"/>
                  </a:lnTo>
                  <a:lnTo>
                    <a:pt x="16560" y="9072"/>
                  </a:lnTo>
                  <a:lnTo>
                    <a:pt x="12960" y="8640"/>
                  </a:lnTo>
                  <a:lnTo>
                    <a:pt x="9360" y="8640"/>
                  </a:lnTo>
                  <a:lnTo>
                    <a:pt x="7920" y="8208"/>
                  </a:lnTo>
                  <a:lnTo>
                    <a:pt x="7200" y="7776"/>
                  </a:lnTo>
                  <a:lnTo>
                    <a:pt x="9360" y="6480"/>
                  </a:lnTo>
                  <a:lnTo>
                    <a:pt x="21600" y="6480"/>
                  </a:lnTo>
                  <a:lnTo>
                    <a:pt x="21600" y="2160"/>
                  </a:lnTo>
                  <a:lnTo>
                    <a:pt x="14400" y="2160"/>
                  </a:lnTo>
                  <a:lnTo>
                    <a:pt x="14400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8" name="Google Shape;1718;p50"/>
          <p:cNvSpPr/>
          <p:nvPr/>
        </p:nvSpPr>
        <p:spPr>
          <a:xfrm>
            <a:off x="3877733" y="6438901"/>
            <a:ext cx="237060" cy="186246"/>
          </a:xfrm>
          <a:custGeom>
            <a:rect b="b" l="l" r="r" t="t"/>
            <a:pathLst>
              <a:path extrusionOk="0" h="21600" w="21600">
                <a:moveTo>
                  <a:pt x="21600" y="18240"/>
                </a:moveTo>
                <a:lnTo>
                  <a:pt x="17939" y="1920"/>
                </a:lnTo>
                <a:lnTo>
                  <a:pt x="17207" y="480"/>
                </a:lnTo>
                <a:lnTo>
                  <a:pt x="16108" y="0"/>
                </a:lnTo>
                <a:lnTo>
                  <a:pt x="5492" y="0"/>
                </a:lnTo>
                <a:lnTo>
                  <a:pt x="4393" y="480"/>
                </a:lnTo>
                <a:lnTo>
                  <a:pt x="3661" y="1920"/>
                </a:lnTo>
                <a:lnTo>
                  <a:pt x="0" y="18240"/>
                </a:lnTo>
                <a:lnTo>
                  <a:pt x="0" y="19680"/>
                </a:lnTo>
                <a:lnTo>
                  <a:pt x="366" y="20160"/>
                </a:lnTo>
                <a:lnTo>
                  <a:pt x="732" y="21600"/>
                </a:lnTo>
                <a:lnTo>
                  <a:pt x="20868" y="21600"/>
                </a:lnTo>
                <a:lnTo>
                  <a:pt x="21234" y="20160"/>
                </a:lnTo>
                <a:lnTo>
                  <a:pt x="21600" y="19680"/>
                </a:lnTo>
                <a:lnTo>
                  <a:pt x="21600" y="18240"/>
                </a:lnTo>
                <a:close/>
                <a:moveTo>
                  <a:pt x="4027" y="16800"/>
                </a:moveTo>
                <a:lnTo>
                  <a:pt x="6590" y="4800"/>
                </a:lnTo>
                <a:lnTo>
                  <a:pt x="14644" y="4800"/>
                </a:lnTo>
                <a:lnTo>
                  <a:pt x="17573" y="16800"/>
                </a:lnTo>
                <a:lnTo>
                  <a:pt x="4027" y="16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50"/>
          <p:cNvSpPr/>
          <p:nvPr/>
        </p:nvSpPr>
        <p:spPr>
          <a:xfrm>
            <a:off x="3632199" y="6438901"/>
            <a:ext cx="245538" cy="186246"/>
          </a:xfrm>
          <a:custGeom>
            <a:rect b="b" l="l" r="r" t="t"/>
            <a:pathLst>
              <a:path extrusionOk="0" h="21600" w="21600">
                <a:moveTo>
                  <a:pt x="17939" y="1920"/>
                </a:moveTo>
                <a:lnTo>
                  <a:pt x="16841" y="480"/>
                </a:lnTo>
                <a:lnTo>
                  <a:pt x="16108" y="0"/>
                </a:lnTo>
                <a:lnTo>
                  <a:pt x="5125" y="0"/>
                </a:lnTo>
                <a:lnTo>
                  <a:pt x="4393" y="480"/>
                </a:lnTo>
                <a:lnTo>
                  <a:pt x="3295" y="1920"/>
                </a:lnTo>
                <a:lnTo>
                  <a:pt x="0" y="18240"/>
                </a:lnTo>
                <a:lnTo>
                  <a:pt x="0" y="19680"/>
                </a:lnTo>
                <a:lnTo>
                  <a:pt x="366" y="20160"/>
                </a:lnTo>
                <a:lnTo>
                  <a:pt x="732" y="21600"/>
                </a:lnTo>
                <a:lnTo>
                  <a:pt x="20502" y="21600"/>
                </a:lnTo>
                <a:lnTo>
                  <a:pt x="21234" y="20160"/>
                </a:lnTo>
                <a:lnTo>
                  <a:pt x="21600" y="19680"/>
                </a:lnTo>
                <a:lnTo>
                  <a:pt x="21600" y="18240"/>
                </a:lnTo>
                <a:lnTo>
                  <a:pt x="17939" y="1920"/>
                </a:lnTo>
                <a:close/>
                <a:moveTo>
                  <a:pt x="4027" y="16800"/>
                </a:moveTo>
                <a:lnTo>
                  <a:pt x="6590" y="4800"/>
                </a:lnTo>
                <a:lnTo>
                  <a:pt x="14644" y="4800"/>
                </a:lnTo>
                <a:lnTo>
                  <a:pt x="17573" y="16800"/>
                </a:lnTo>
                <a:lnTo>
                  <a:pt x="4027" y="16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50"/>
          <p:cNvSpPr/>
          <p:nvPr/>
        </p:nvSpPr>
        <p:spPr>
          <a:xfrm>
            <a:off x="3754967" y="6231466"/>
            <a:ext cx="237060" cy="186246"/>
          </a:xfrm>
          <a:custGeom>
            <a:rect b="b" l="l" r="r" t="t"/>
            <a:pathLst>
              <a:path extrusionOk="0" h="21600" w="21600">
                <a:moveTo>
                  <a:pt x="1831" y="21600"/>
                </a:moveTo>
                <a:lnTo>
                  <a:pt x="20868" y="21600"/>
                </a:lnTo>
                <a:lnTo>
                  <a:pt x="21234" y="20618"/>
                </a:lnTo>
                <a:lnTo>
                  <a:pt x="21600" y="20127"/>
                </a:lnTo>
                <a:lnTo>
                  <a:pt x="21600" y="18655"/>
                </a:lnTo>
                <a:lnTo>
                  <a:pt x="18305" y="1964"/>
                </a:lnTo>
                <a:lnTo>
                  <a:pt x="17207" y="491"/>
                </a:lnTo>
                <a:lnTo>
                  <a:pt x="16475" y="0"/>
                </a:lnTo>
                <a:lnTo>
                  <a:pt x="5492" y="0"/>
                </a:lnTo>
                <a:lnTo>
                  <a:pt x="4759" y="491"/>
                </a:lnTo>
                <a:lnTo>
                  <a:pt x="3661" y="1964"/>
                </a:lnTo>
                <a:lnTo>
                  <a:pt x="0" y="18655"/>
                </a:lnTo>
                <a:lnTo>
                  <a:pt x="0" y="20127"/>
                </a:lnTo>
                <a:lnTo>
                  <a:pt x="1098" y="21600"/>
                </a:lnTo>
                <a:lnTo>
                  <a:pt x="1831" y="21600"/>
                </a:lnTo>
                <a:close/>
                <a:moveTo>
                  <a:pt x="6956" y="4909"/>
                </a:moveTo>
                <a:lnTo>
                  <a:pt x="15010" y="4909"/>
                </a:lnTo>
                <a:lnTo>
                  <a:pt x="17573" y="16691"/>
                </a:lnTo>
                <a:lnTo>
                  <a:pt x="4027" y="16691"/>
                </a:lnTo>
                <a:lnTo>
                  <a:pt x="6956" y="490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50"/>
          <p:cNvSpPr/>
          <p:nvPr/>
        </p:nvSpPr>
        <p:spPr>
          <a:xfrm>
            <a:off x="8547101" y="7192434"/>
            <a:ext cx="406404" cy="397926"/>
          </a:xfrm>
          <a:custGeom>
            <a:rect b="b" l="l" r="r" t="t"/>
            <a:pathLst>
              <a:path extrusionOk="0" h="21600" w="21600">
                <a:moveTo>
                  <a:pt x="20509" y="8596"/>
                </a:moveTo>
                <a:lnTo>
                  <a:pt x="19418" y="8596"/>
                </a:lnTo>
                <a:lnTo>
                  <a:pt x="19418" y="6392"/>
                </a:lnTo>
                <a:lnTo>
                  <a:pt x="19200" y="5731"/>
                </a:lnTo>
                <a:lnTo>
                  <a:pt x="18982" y="4849"/>
                </a:lnTo>
                <a:lnTo>
                  <a:pt x="18109" y="4629"/>
                </a:lnTo>
                <a:lnTo>
                  <a:pt x="17236" y="4188"/>
                </a:lnTo>
                <a:lnTo>
                  <a:pt x="16800" y="4188"/>
                </a:lnTo>
                <a:lnTo>
                  <a:pt x="15055" y="441"/>
                </a:lnTo>
                <a:lnTo>
                  <a:pt x="14400" y="0"/>
                </a:lnTo>
                <a:lnTo>
                  <a:pt x="13745" y="0"/>
                </a:lnTo>
                <a:lnTo>
                  <a:pt x="3055" y="4188"/>
                </a:lnTo>
                <a:lnTo>
                  <a:pt x="2182" y="4188"/>
                </a:lnTo>
                <a:lnTo>
                  <a:pt x="1527" y="4629"/>
                </a:lnTo>
                <a:lnTo>
                  <a:pt x="655" y="4849"/>
                </a:lnTo>
                <a:lnTo>
                  <a:pt x="436" y="5731"/>
                </a:lnTo>
                <a:lnTo>
                  <a:pt x="0" y="6392"/>
                </a:lnTo>
                <a:lnTo>
                  <a:pt x="0" y="19396"/>
                </a:lnTo>
                <a:lnTo>
                  <a:pt x="436" y="20278"/>
                </a:lnTo>
                <a:lnTo>
                  <a:pt x="655" y="21159"/>
                </a:lnTo>
                <a:lnTo>
                  <a:pt x="1527" y="21380"/>
                </a:lnTo>
                <a:lnTo>
                  <a:pt x="2182" y="21600"/>
                </a:lnTo>
                <a:lnTo>
                  <a:pt x="17236" y="21600"/>
                </a:lnTo>
                <a:lnTo>
                  <a:pt x="18982" y="21159"/>
                </a:lnTo>
                <a:lnTo>
                  <a:pt x="19418" y="19396"/>
                </a:lnTo>
                <a:lnTo>
                  <a:pt x="19418" y="17412"/>
                </a:lnTo>
                <a:lnTo>
                  <a:pt x="21164" y="17412"/>
                </a:lnTo>
                <a:lnTo>
                  <a:pt x="21382" y="16971"/>
                </a:lnTo>
                <a:lnTo>
                  <a:pt x="21600" y="16751"/>
                </a:lnTo>
                <a:lnTo>
                  <a:pt x="21600" y="9257"/>
                </a:lnTo>
                <a:lnTo>
                  <a:pt x="21382" y="8816"/>
                </a:lnTo>
                <a:lnTo>
                  <a:pt x="21164" y="8596"/>
                </a:lnTo>
                <a:lnTo>
                  <a:pt x="20509" y="8596"/>
                </a:lnTo>
                <a:close/>
                <a:moveTo>
                  <a:pt x="13527" y="2424"/>
                </a:moveTo>
                <a:lnTo>
                  <a:pt x="14618" y="4188"/>
                </a:lnTo>
                <a:lnTo>
                  <a:pt x="8945" y="4188"/>
                </a:lnTo>
                <a:lnTo>
                  <a:pt x="13527" y="2424"/>
                </a:lnTo>
                <a:close/>
                <a:moveTo>
                  <a:pt x="17236" y="19396"/>
                </a:moveTo>
                <a:lnTo>
                  <a:pt x="2182" y="19396"/>
                </a:lnTo>
                <a:lnTo>
                  <a:pt x="2182" y="6392"/>
                </a:lnTo>
                <a:lnTo>
                  <a:pt x="17236" y="6392"/>
                </a:lnTo>
                <a:lnTo>
                  <a:pt x="17236" y="8596"/>
                </a:lnTo>
                <a:lnTo>
                  <a:pt x="13527" y="8596"/>
                </a:lnTo>
                <a:lnTo>
                  <a:pt x="9818" y="12343"/>
                </a:lnTo>
                <a:lnTo>
                  <a:pt x="9818" y="13445"/>
                </a:lnTo>
                <a:lnTo>
                  <a:pt x="10036" y="13886"/>
                </a:lnTo>
                <a:lnTo>
                  <a:pt x="13309" y="16971"/>
                </a:lnTo>
                <a:lnTo>
                  <a:pt x="13527" y="17412"/>
                </a:lnTo>
                <a:lnTo>
                  <a:pt x="17236" y="17412"/>
                </a:lnTo>
                <a:lnTo>
                  <a:pt x="17236" y="19396"/>
                </a:lnTo>
                <a:close/>
                <a:moveTo>
                  <a:pt x="19418" y="15208"/>
                </a:moveTo>
                <a:lnTo>
                  <a:pt x="14618" y="15208"/>
                </a:lnTo>
                <a:lnTo>
                  <a:pt x="12436" y="13004"/>
                </a:lnTo>
                <a:lnTo>
                  <a:pt x="14618" y="10800"/>
                </a:lnTo>
                <a:lnTo>
                  <a:pt x="19418" y="10800"/>
                </a:lnTo>
                <a:lnTo>
                  <a:pt x="19418" y="1520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2" name="Google Shape;1722;p50"/>
          <p:cNvSpPr/>
          <p:nvPr/>
        </p:nvSpPr>
        <p:spPr>
          <a:xfrm>
            <a:off x="8805333" y="7416800"/>
            <a:ext cx="38124" cy="3812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0" y="15120"/>
                </a:lnTo>
                <a:lnTo>
                  <a:pt x="2400" y="19440"/>
                </a:lnTo>
                <a:lnTo>
                  <a:pt x="4800" y="21600"/>
                </a:lnTo>
                <a:lnTo>
                  <a:pt x="16800" y="21600"/>
                </a:lnTo>
                <a:lnTo>
                  <a:pt x="19200" y="19440"/>
                </a:lnTo>
                <a:lnTo>
                  <a:pt x="21600" y="15120"/>
                </a:lnTo>
                <a:lnTo>
                  <a:pt x="21600" y="4320"/>
                </a:lnTo>
                <a:lnTo>
                  <a:pt x="16800" y="0"/>
                </a:lnTo>
                <a:lnTo>
                  <a:pt x="4800" y="0"/>
                </a:lnTo>
                <a:lnTo>
                  <a:pt x="0" y="4320"/>
                </a:lnTo>
                <a:lnTo>
                  <a:pt x="0" y="10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50"/>
          <p:cNvSpPr/>
          <p:nvPr/>
        </p:nvSpPr>
        <p:spPr>
          <a:xfrm>
            <a:off x="9525000" y="7353301"/>
            <a:ext cx="406404" cy="224370"/>
          </a:xfrm>
          <a:custGeom>
            <a:rect b="b" l="l" r="r" t="t"/>
            <a:pathLst>
              <a:path extrusionOk="0" h="21600" w="21600">
                <a:moveTo>
                  <a:pt x="10909" y="0"/>
                </a:moveTo>
                <a:lnTo>
                  <a:pt x="8727" y="400"/>
                </a:lnTo>
                <a:lnTo>
                  <a:pt x="6545" y="1600"/>
                </a:lnTo>
                <a:lnTo>
                  <a:pt x="4800" y="3600"/>
                </a:lnTo>
                <a:lnTo>
                  <a:pt x="3273" y="6000"/>
                </a:lnTo>
                <a:lnTo>
                  <a:pt x="1964" y="8800"/>
                </a:lnTo>
                <a:lnTo>
                  <a:pt x="873" y="12000"/>
                </a:lnTo>
                <a:lnTo>
                  <a:pt x="218" y="16000"/>
                </a:lnTo>
                <a:lnTo>
                  <a:pt x="0" y="19600"/>
                </a:lnTo>
                <a:lnTo>
                  <a:pt x="0" y="20800"/>
                </a:lnTo>
                <a:lnTo>
                  <a:pt x="218" y="21200"/>
                </a:lnTo>
                <a:lnTo>
                  <a:pt x="655" y="21600"/>
                </a:lnTo>
                <a:lnTo>
                  <a:pt x="20945" y="21600"/>
                </a:lnTo>
                <a:lnTo>
                  <a:pt x="21382" y="21200"/>
                </a:lnTo>
                <a:lnTo>
                  <a:pt x="21600" y="20800"/>
                </a:lnTo>
                <a:lnTo>
                  <a:pt x="21600" y="19600"/>
                </a:lnTo>
                <a:lnTo>
                  <a:pt x="21382" y="16000"/>
                </a:lnTo>
                <a:lnTo>
                  <a:pt x="20727" y="12000"/>
                </a:lnTo>
                <a:lnTo>
                  <a:pt x="19636" y="8800"/>
                </a:lnTo>
                <a:lnTo>
                  <a:pt x="18327" y="6000"/>
                </a:lnTo>
                <a:lnTo>
                  <a:pt x="16800" y="3600"/>
                </a:lnTo>
                <a:lnTo>
                  <a:pt x="15055" y="1600"/>
                </a:lnTo>
                <a:lnTo>
                  <a:pt x="12873" y="400"/>
                </a:lnTo>
                <a:lnTo>
                  <a:pt x="10909" y="0"/>
                </a:lnTo>
                <a:close/>
                <a:moveTo>
                  <a:pt x="2182" y="17600"/>
                </a:moveTo>
                <a:lnTo>
                  <a:pt x="2836" y="14800"/>
                </a:lnTo>
                <a:lnTo>
                  <a:pt x="3273" y="12400"/>
                </a:lnTo>
                <a:lnTo>
                  <a:pt x="4145" y="10000"/>
                </a:lnTo>
                <a:lnTo>
                  <a:pt x="5236" y="8000"/>
                </a:lnTo>
                <a:lnTo>
                  <a:pt x="6327" y="6400"/>
                </a:lnTo>
                <a:lnTo>
                  <a:pt x="7636" y="4800"/>
                </a:lnTo>
                <a:lnTo>
                  <a:pt x="9164" y="4400"/>
                </a:lnTo>
                <a:lnTo>
                  <a:pt x="10909" y="4000"/>
                </a:lnTo>
                <a:lnTo>
                  <a:pt x="13964" y="4800"/>
                </a:lnTo>
                <a:lnTo>
                  <a:pt x="15273" y="6400"/>
                </a:lnTo>
                <a:lnTo>
                  <a:pt x="16364" y="8000"/>
                </a:lnTo>
                <a:lnTo>
                  <a:pt x="17455" y="10000"/>
                </a:lnTo>
                <a:lnTo>
                  <a:pt x="18327" y="12400"/>
                </a:lnTo>
                <a:lnTo>
                  <a:pt x="18982" y="14800"/>
                </a:lnTo>
                <a:lnTo>
                  <a:pt x="19418" y="17600"/>
                </a:lnTo>
                <a:lnTo>
                  <a:pt x="2182" y="17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50"/>
          <p:cNvSpPr/>
          <p:nvPr/>
        </p:nvSpPr>
        <p:spPr>
          <a:xfrm>
            <a:off x="9525000" y="7205133"/>
            <a:ext cx="393714" cy="198990"/>
          </a:xfrm>
          <a:custGeom>
            <a:rect b="b" l="l" r="r" t="t"/>
            <a:pathLst>
              <a:path extrusionOk="0" h="21600" w="21600">
                <a:moveTo>
                  <a:pt x="10911" y="13050"/>
                </a:moveTo>
                <a:lnTo>
                  <a:pt x="13361" y="13500"/>
                </a:lnTo>
                <a:lnTo>
                  <a:pt x="15810" y="15300"/>
                </a:lnTo>
                <a:lnTo>
                  <a:pt x="18037" y="17550"/>
                </a:lnTo>
                <a:lnTo>
                  <a:pt x="19819" y="21600"/>
                </a:lnTo>
                <a:lnTo>
                  <a:pt x="21600" y="18000"/>
                </a:lnTo>
                <a:lnTo>
                  <a:pt x="20041" y="15750"/>
                </a:lnTo>
                <a:lnTo>
                  <a:pt x="18705" y="13500"/>
                </a:lnTo>
                <a:lnTo>
                  <a:pt x="17146" y="12150"/>
                </a:lnTo>
                <a:lnTo>
                  <a:pt x="15810" y="10350"/>
                </a:lnTo>
                <a:lnTo>
                  <a:pt x="16033" y="8550"/>
                </a:lnTo>
                <a:lnTo>
                  <a:pt x="16256" y="6300"/>
                </a:lnTo>
                <a:lnTo>
                  <a:pt x="16033" y="3600"/>
                </a:lnTo>
                <a:lnTo>
                  <a:pt x="15142" y="2250"/>
                </a:lnTo>
                <a:lnTo>
                  <a:pt x="14474" y="450"/>
                </a:lnTo>
                <a:lnTo>
                  <a:pt x="12915" y="0"/>
                </a:lnTo>
                <a:lnTo>
                  <a:pt x="11802" y="450"/>
                </a:lnTo>
                <a:lnTo>
                  <a:pt x="10911" y="1350"/>
                </a:lnTo>
                <a:lnTo>
                  <a:pt x="9798" y="450"/>
                </a:lnTo>
                <a:lnTo>
                  <a:pt x="8685" y="0"/>
                </a:lnTo>
                <a:lnTo>
                  <a:pt x="7126" y="450"/>
                </a:lnTo>
                <a:lnTo>
                  <a:pt x="6458" y="2250"/>
                </a:lnTo>
                <a:lnTo>
                  <a:pt x="5567" y="3600"/>
                </a:lnTo>
                <a:lnTo>
                  <a:pt x="5344" y="6300"/>
                </a:lnTo>
                <a:lnTo>
                  <a:pt x="5567" y="8550"/>
                </a:lnTo>
                <a:lnTo>
                  <a:pt x="5790" y="10350"/>
                </a:lnTo>
                <a:lnTo>
                  <a:pt x="4454" y="12150"/>
                </a:lnTo>
                <a:lnTo>
                  <a:pt x="2895" y="13500"/>
                </a:lnTo>
                <a:lnTo>
                  <a:pt x="1559" y="15750"/>
                </a:lnTo>
                <a:lnTo>
                  <a:pt x="0" y="18000"/>
                </a:lnTo>
                <a:lnTo>
                  <a:pt x="1781" y="21600"/>
                </a:lnTo>
                <a:lnTo>
                  <a:pt x="3563" y="17550"/>
                </a:lnTo>
                <a:lnTo>
                  <a:pt x="5790" y="15300"/>
                </a:lnTo>
                <a:lnTo>
                  <a:pt x="8239" y="13500"/>
                </a:lnTo>
                <a:lnTo>
                  <a:pt x="10911" y="13050"/>
                </a:lnTo>
                <a:close/>
                <a:moveTo>
                  <a:pt x="12915" y="4050"/>
                </a:moveTo>
                <a:lnTo>
                  <a:pt x="13584" y="4050"/>
                </a:lnTo>
                <a:lnTo>
                  <a:pt x="13806" y="4950"/>
                </a:lnTo>
                <a:lnTo>
                  <a:pt x="14029" y="5400"/>
                </a:lnTo>
                <a:lnTo>
                  <a:pt x="14029" y="7650"/>
                </a:lnTo>
                <a:lnTo>
                  <a:pt x="13584" y="8550"/>
                </a:lnTo>
                <a:lnTo>
                  <a:pt x="12470" y="8550"/>
                </a:lnTo>
                <a:lnTo>
                  <a:pt x="12247" y="8100"/>
                </a:lnTo>
                <a:lnTo>
                  <a:pt x="11802" y="7650"/>
                </a:lnTo>
                <a:lnTo>
                  <a:pt x="11802" y="5400"/>
                </a:lnTo>
                <a:lnTo>
                  <a:pt x="12247" y="4950"/>
                </a:lnTo>
                <a:lnTo>
                  <a:pt x="12470" y="4050"/>
                </a:lnTo>
                <a:lnTo>
                  <a:pt x="12915" y="4050"/>
                </a:lnTo>
                <a:close/>
                <a:moveTo>
                  <a:pt x="8685" y="4050"/>
                </a:moveTo>
                <a:lnTo>
                  <a:pt x="9130" y="4050"/>
                </a:lnTo>
                <a:lnTo>
                  <a:pt x="9353" y="4950"/>
                </a:lnTo>
                <a:lnTo>
                  <a:pt x="9798" y="5400"/>
                </a:lnTo>
                <a:lnTo>
                  <a:pt x="9798" y="7650"/>
                </a:lnTo>
                <a:lnTo>
                  <a:pt x="9353" y="8100"/>
                </a:lnTo>
                <a:lnTo>
                  <a:pt x="9130" y="8550"/>
                </a:lnTo>
                <a:lnTo>
                  <a:pt x="8016" y="8550"/>
                </a:lnTo>
                <a:lnTo>
                  <a:pt x="7571" y="7650"/>
                </a:lnTo>
                <a:lnTo>
                  <a:pt x="7571" y="5400"/>
                </a:lnTo>
                <a:lnTo>
                  <a:pt x="7794" y="4950"/>
                </a:lnTo>
                <a:lnTo>
                  <a:pt x="8016" y="4050"/>
                </a:lnTo>
                <a:lnTo>
                  <a:pt x="8685" y="405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25" name="Google Shape;1725;p50"/>
          <p:cNvGrpSpPr/>
          <p:nvPr/>
        </p:nvGrpSpPr>
        <p:grpSpPr>
          <a:xfrm>
            <a:off x="10498666" y="7192433"/>
            <a:ext cx="406394" cy="397942"/>
            <a:chOff x="0" y="-1"/>
            <a:chExt cx="406394" cy="397942"/>
          </a:xfrm>
        </p:grpSpPr>
        <p:sp>
          <p:nvSpPr>
            <p:cNvPr id="1726" name="Google Shape;1726;p50"/>
            <p:cNvSpPr/>
            <p:nvPr/>
          </p:nvSpPr>
          <p:spPr>
            <a:xfrm>
              <a:off x="0" y="-1"/>
              <a:ext cx="233982" cy="360612"/>
            </a:xfrm>
            <a:custGeom>
              <a:rect b="b" l="l" r="r" t="t"/>
              <a:pathLst>
                <a:path extrusionOk="0" h="21600" w="21600">
                  <a:moveTo>
                    <a:pt x="3661" y="3436"/>
                  </a:moveTo>
                  <a:lnTo>
                    <a:pt x="5125" y="3191"/>
                  </a:lnTo>
                  <a:lnTo>
                    <a:pt x="6224" y="2700"/>
                  </a:lnTo>
                  <a:lnTo>
                    <a:pt x="8420" y="2455"/>
                  </a:lnTo>
                  <a:lnTo>
                    <a:pt x="13180" y="2455"/>
                  </a:lnTo>
                  <a:lnTo>
                    <a:pt x="15376" y="2700"/>
                  </a:lnTo>
                  <a:lnTo>
                    <a:pt x="16841" y="3191"/>
                  </a:lnTo>
                  <a:lnTo>
                    <a:pt x="17939" y="3436"/>
                  </a:lnTo>
                  <a:lnTo>
                    <a:pt x="21600" y="3436"/>
                  </a:lnTo>
                  <a:lnTo>
                    <a:pt x="21234" y="2700"/>
                  </a:lnTo>
                  <a:lnTo>
                    <a:pt x="20136" y="1718"/>
                  </a:lnTo>
                  <a:lnTo>
                    <a:pt x="19037" y="1227"/>
                  </a:lnTo>
                  <a:lnTo>
                    <a:pt x="17573" y="736"/>
                  </a:lnTo>
                  <a:lnTo>
                    <a:pt x="13912" y="245"/>
                  </a:lnTo>
                  <a:lnTo>
                    <a:pt x="10983" y="0"/>
                  </a:lnTo>
                  <a:lnTo>
                    <a:pt x="7688" y="245"/>
                  </a:lnTo>
                  <a:lnTo>
                    <a:pt x="4027" y="736"/>
                  </a:lnTo>
                  <a:lnTo>
                    <a:pt x="2563" y="1227"/>
                  </a:lnTo>
                  <a:lnTo>
                    <a:pt x="1464" y="1718"/>
                  </a:lnTo>
                  <a:lnTo>
                    <a:pt x="366" y="2700"/>
                  </a:lnTo>
                  <a:lnTo>
                    <a:pt x="0" y="3436"/>
                  </a:lnTo>
                  <a:lnTo>
                    <a:pt x="0" y="18164"/>
                  </a:lnTo>
                  <a:lnTo>
                    <a:pt x="366" y="18900"/>
                  </a:lnTo>
                  <a:lnTo>
                    <a:pt x="1464" y="19882"/>
                  </a:lnTo>
                  <a:lnTo>
                    <a:pt x="2563" y="20373"/>
                  </a:lnTo>
                  <a:lnTo>
                    <a:pt x="4027" y="20864"/>
                  </a:lnTo>
                  <a:lnTo>
                    <a:pt x="7688" y="21355"/>
                  </a:lnTo>
                  <a:lnTo>
                    <a:pt x="10983" y="21600"/>
                  </a:lnTo>
                  <a:lnTo>
                    <a:pt x="12814" y="21600"/>
                  </a:lnTo>
                  <a:lnTo>
                    <a:pt x="12814" y="19391"/>
                  </a:lnTo>
                  <a:lnTo>
                    <a:pt x="8054" y="19391"/>
                  </a:lnTo>
                  <a:lnTo>
                    <a:pt x="6224" y="18655"/>
                  </a:lnTo>
                  <a:lnTo>
                    <a:pt x="4393" y="18409"/>
                  </a:lnTo>
                  <a:lnTo>
                    <a:pt x="3661" y="18164"/>
                  </a:lnTo>
                  <a:lnTo>
                    <a:pt x="3661" y="17182"/>
                  </a:lnTo>
                  <a:lnTo>
                    <a:pt x="10983" y="18164"/>
                  </a:lnTo>
                  <a:lnTo>
                    <a:pt x="12814" y="18164"/>
                  </a:lnTo>
                  <a:lnTo>
                    <a:pt x="12814" y="15709"/>
                  </a:lnTo>
                  <a:lnTo>
                    <a:pt x="8054" y="15709"/>
                  </a:lnTo>
                  <a:lnTo>
                    <a:pt x="6224" y="14973"/>
                  </a:lnTo>
                  <a:lnTo>
                    <a:pt x="4393" y="14727"/>
                  </a:lnTo>
                  <a:lnTo>
                    <a:pt x="3661" y="14482"/>
                  </a:lnTo>
                  <a:lnTo>
                    <a:pt x="3661" y="13500"/>
                  </a:lnTo>
                  <a:lnTo>
                    <a:pt x="7322" y="14236"/>
                  </a:lnTo>
                  <a:lnTo>
                    <a:pt x="10983" y="14482"/>
                  </a:lnTo>
                  <a:lnTo>
                    <a:pt x="12814" y="14482"/>
                  </a:lnTo>
                  <a:lnTo>
                    <a:pt x="12814" y="12027"/>
                  </a:lnTo>
                  <a:lnTo>
                    <a:pt x="8054" y="12027"/>
                  </a:lnTo>
                  <a:lnTo>
                    <a:pt x="6224" y="11291"/>
                  </a:lnTo>
                  <a:lnTo>
                    <a:pt x="4393" y="11045"/>
                  </a:lnTo>
                  <a:lnTo>
                    <a:pt x="3661" y="10800"/>
                  </a:lnTo>
                  <a:lnTo>
                    <a:pt x="3661" y="9818"/>
                  </a:lnTo>
                  <a:lnTo>
                    <a:pt x="7322" y="10555"/>
                  </a:lnTo>
                  <a:lnTo>
                    <a:pt x="10983" y="10800"/>
                  </a:lnTo>
                  <a:lnTo>
                    <a:pt x="12814" y="10800"/>
                  </a:lnTo>
                  <a:lnTo>
                    <a:pt x="12814" y="8345"/>
                  </a:lnTo>
                  <a:lnTo>
                    <a:pt x="8054" y="8345"/>
                  </a:lnTo>
                  <a:lnTo>
                    <a:pt x="4393" y="7364"/>
                  </a:lnTo>
                  <a:lnTo>
                    <a:pt x="3661" y="7118"/>
                  </a:lnTo>
                  <a:lnTo>
                    <a:pt x="3661" y="6382"/>
                  </a:lnTo>
                  <a:lnTo>
                    <a:pt x="7322" y="6873"/>
                  </a:lnTo>
                  <a:lnTo>
                    <a:pt x="10983" y="7118"/>
                  </a:lnTo>
                  <a:lnTo>
                    <a:pt x="12814" y="7118"/>
                  </a:lnTo>
                  <a:lnTo>
                    <a:pt x="12814" y="4664"/>
                  </a:lnTo>
                  <a:lnTo>
                    <a:pt x="8420" y="4664"/>
                  </a:lnTo>
                  <a:lnTo>
                    <a:pt x="6224" y="4418"/>
                  </a:lnTo>
                  <a:lnTo>
                    <a:pt x="5125" y="3927"/>
                  </a:lnTo>
                  <a:lnTo>
                    <a:pt x="3661" y="3436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50"/>
            <p:cNvSpPr/>
            <p:nvPr/>
          </p:nvSpPr>
          <p:spPr>
            <a:xfrm>
              <a:off x="160100" y="99483"/>
              <a:ext cx="246294" cy="298458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lnTo>
                    <a:pt x="4320" y="1168"/>
                  </a:lnTo>
                  <a:lnTo>
                    <a:pt x="2880" y="1459"/>
                  </a:lnTo>
                  <a:lnTo>
                    <a:pt x="1440" y="2335"/>
                  </a:lnTo>
                  <a:lnTo>
                    <a:pt x="720" y="3211"/>
                  </a:lnTo>
                  <a:lnTo>
                    <a:pt x="0" y="4378"/>
                  </a:lnTo>
                  <a:lnTo>
                    <a:pt x="0" y="17222"/>
                  </a:lnTo>
                  <a:lnTo>
                    <a:pt x="1440" y="19557"/>
                  </a:lnTo>
                  <a:lnTo>
                    <a:pt x="4320" y="20724"/>
                  </a:lnTo>
                  <a:lnTo>
                    <a:pt x="7560" y="21308"/>
                  </a:lnTo>
                  <a:lnTo>
                    <a:pt x="10800" y="21600"/>
                  </a:lnTo>
                  <a:lnTo>
                    <a:pt x="14040" y="21308"/>
                  </a:lnTo>
                  <a:lnTo>
                    <a:pt x="17640" y="20724"/>
                  </a:lnTo>
                  <a:lnTo>
                    <a:pt x="18720" y="20141"/>
                  </a:lnTo>
                  <a:lnTo>
                    <a:pt x="20160" y="19557"/>
                  </a:lnTo>
                  <a:lnTo>
                    <a:pt x="21600" y="17222"/>
                  </a:lnTo>
                  <a:lnTo>
                    <a:pt x="21600" y="4378"/>
                  </a:lnTo>
                  <a:lnTo>
                    <a:pt x="20880" y="3211"/>
                  </a:lnTo>
                  <a:lnTo>
                    <a:pt x="20160" y="2335"/>
                  </a:lnTo>
                  <a:lnTo>
                    <a:pt x="18720" y="1459"/>
                  </a:lnTo>
                  <a:lnTo>
                    <a:pt x="17640" y="1168"/>
                  </a:lnTo>
                  <a:lnTo>
                    <a:pt x="14040" y="584"/>
                  </a:lnTo>
                  <a:lnTo>
                    <a:pt x="10800" y="0"/>
                  </a:lnTo>
                  <a:close/>
                  <a:moveTo>
                    <a:pt x="18000" y="8757"/>
                  </a:moveTo>
                  <a:lnTo>
                    <a:pt x="16920" y="9049"/>
                  </a:lnTo>
                  <a:lnTo>
                    <a:pt x="15120" y="9341"/>
                  </a:lnTo>
                  <a:lnTo>
                    <a:pt x="13320" y="10216"/>
                  </a:lnTo>
                  <a:lnTo>
                    <a:pt x="8280" y="10216"/>
                  </a:lnTo>
                  <a:lnTo>
                    <a:pt x="6480" y="9341"/>
                  </a:lnTo>
                  <a:lnTo>
                    <a:pt x="4680" y="9049"/>
                  </a:lnTo>
                  <a:lnTo>
                    <a:pt x="3600" y="8757"/>
                  </a:lnTo>
                  <a:lnTo>
                    <a:pt x="3600" y="7589"/>
                  </a:lnTo>
                  <a:lnTo>
                    <a:pt x="7200" y="8465"/>
                  </a:lnTo>
                  <a:lnTo>
                    <a:pt x="10800" y="8757"/>
                  </a:lnTo>
                  <a:lnTo>
                    <a:pt x="14400" y="8465"/>
                  </a:lnTo>
                  <a:lnTo>
                    <a:pt x="18000" y="7589"/>
                  </a:lnTo>
                  <a:lnTo>
                    <a:pt x="18000" y="8757"/>
                  </a:lnTo>
                  <a:close/>
                  <a:moveTo>
                    <a:pt x="18000" y="13135"/>
                  </a:moveTo>
                  <a:lnTo>
                    <a:pt x="16920" y="13427"/>
                  </a:lnTo>
                  <a:lnTo>
                    <a:pt x="15120" y="13719"/>
                  </a:lnTo>
                  <a:lnTo>
                    <a:pt x="13320" y="14595"/>
                  </a:lnTo>
                  <a:lnTo>
                    <a:pt x="8280" y="14595"/>
                  </a:lnTo>
                  <a:lnTo>
                    <a:pt x="6480" y="13719"/>
                  </a:lnTo>
                  <a:lnTo>
                    <a:pt x="4680" y="13427"/>
                  </a:lnTo>
                  <a:lnTo>
                    <a:pt x="3600" y="13135"/>
                  </a:lnTo>
                  <a:lnTo>
                    <a:pt x="3600" y="11968"/>
                  </a:lnTo>
                  <a:lnTo>
                    <a:pt x="10800" y="13135"/>
                  </a:lnTo>
                  <a:lnTo>
                    <a:pt x="18000" y="11968"/>
                  </a:lnTo>
                  <a:lnTo>
                    <a:pt x="18000" y="13135"/>
                  </a:lnTo>
                  <a:close/>
                  <a:moveTo>
                    <a:pt x="10800" y="2919"/>
                  </a:moveTo>
                  <a:lnTo>
                    <a:pt x="12960" y="2919"/>
                  </a:lnTo>
                  <a:lnTo>
                    <a:pt x="15120" y="3211"/>
                  </a:lnTo>
                  <a:lnTo>
                    <a:pt x="16560" y="4086"/>
                  </a:lnTo>
                  <a:lnTo>
                    <a:pt x="18000" y="4378"/>
                  </a:lnTo>
                  <a:lnTo>
                    <a:pt x="16560" y="4670"/>
                  </a:lnTo>
                  <a:lnTo>
                    <a:pt x="15120" y="5546"/>
                  </a:lnTo>
                  <a:lnTo>
                    <a:pt x="12960" y="5838"/>
                  </a:lnTo>
                  <a:lnTo>
                    <a:pt x="8640" y="5838"/>
                  </a:lnTo>
                  <a:lnTo>
                    <a:pt x="6480" y="5546"/>
                  </a:lnTo>
                  <a:lnTo>
                    <a:pt x="5040" y="4670"/>
                  </a:lnTo>
                  <a:lnTo>
                    <a:pt x="3600" y="4378"/>
                  </a:lnTo>
                  <a:lnTo>
                    <a:pt x="5040" y="4086"/>
                  </a:lnTo>
                  <a:lnTo>
                    <a:pt x="6480" y="3211"/>
                  </a:lnTo>
                  <a:lnTo>
                    <a:pt x="8640" y="2919"/>
                  </a:lnTo>
                  <a:lnTo>
                    <a:pt x="10800" y="2919"/>
                  </a:lnTo>
                  <a:close/>
                  <a:moveTo>
                    <a:pt x="10800" y="18681"/>
                  </a:moveTo>
                  <a:lnTo>
                    <a:pt x="8280" y="18681"/>
                  </a:lnTo>
                  <a:lnTo>
                    <a:pt x="6480" y="18097"/>
                  </a:lnTo>
                  <a:lnTo>
                    <a:pt x="4680" y="17805"/>
                  </a:lnTo>
                  <a:lnTo>
                    <a:pt x="3600" y="17222"/>
                  </a:lnTo>
                  <a:lnTo>
                    <a:pt x="3600" y="16346"/>
                  </a:lnTo>
                  <a:lnTo>
                    <a:pt x="7200" y="16930"/>
                  </a:lnTo>
                  <a:lnTo>
                    <a:pt x="10800" y="17222"/>
                  </a:lnTo>
                  <a:lnTo>
                    <a:pt x="14400" y="16930"/>
                  </a:lnTo>
                  <a:lnTo>
                    <a:pt x="18000" y="16346"/>
                  </a:lnTo>
                  <a:lnTo>
                    <a:pt x="18000" y="17222"/>
                  </a:lnTo>
                  <a:lnTo>
                    <a:pt x="16920" y="17805"/>
                  </a:lnTo>
                  <a:lnTo>
                    <a:pt x="15120" y="18097"/>
                  </a:lnTo>
                  <a:lnTo>
                    <a:pt x="13320" y="18681"/>
                  </a:lnTo>
                  <a:lnTo>
                    <a:pt x="10800" y="18681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8" name="Google Shape;1728;p50"/>
          <p:cNvGrpSpPr/>
          <p:nvPr/>
        </p:nvGrpSpPr>
        <p:grpSpPr>
          <a:xfrm>
            <a:off x="1680633" y="8204200"/>
            <a:ext cx="482598" cy="321732"/>
            <a:chOff x="-1" y="0"/>
            <a:chExt cx="482598" cy="321732"/>
          </a:xfrm>
        </p:grpSpPr>
        <p:sp>
          <p:nvSpPr>
            <p:cNvPr id="1729" name="Google Shape;1729;p50"/>
            <p:cNvSpPr/>
            <p:nvPr/>
          </p:nvSpPr>
          <p:spPr>
            <a:xfrm>
              <a:off x="259862" y="61874"/>
              <a:ext cx="123768" cy="197964"/>
            </a:xfrm>
            <a:custGeom>
              <a:rect b="b" l="l" r="r" t="t"/>
              <a:pathLst>
                <a:path extrusionOk="0" h="21600" w="21600">
                  <a:moveTo>
                    <a:pt x="14400" y="2204"/>
                  </a:moveTo>
                  <a:lnTo>
                    <a:pt x="14400" y="0"/>
                  </a:lnTo>
                  <a:lnTo>
                    <a:pt x="7200" y="0"/>
                  </a:lnTo>
                  <a:lnTo>
                    <a:pt x="7200" y="2204"/>
                  </a:lnTo>
                  <a:lnTo>
                    <a:pt x="0" y="2204"/>
                  </a:lnTo>
                  <a:lnTo>
                    <a:pt x="0" y="19396"/>
                  </a:lnTo>
                  <a:lnTo>
                    <a:pt x="7200" y="19396"/>
                  </a:lnTo>
                  <a:lnTo>
                    <a:pt x="7200" y="21600"/>
                  </a:lnTo>
                  <a:lnTo>
                    <a:pt x="14400" y="21600"/>
                  </a:lnTo>
                  <a:lnTo>
                    <a:pt x="14400" y="19396"/>
                  </a:lnTo>
                  <a:lnTo>
                    <a:pt x="17280" y="18955"/>
                  </a:lnTo>
                  <a:lnTo>
                    <a:pt x="19440" y="17192"/>
                  </a:lnTo>
                  <a:lnTo>
                    <a:pt x="20160" y="15869"/>
                  </a:lnTo>
                  <a:lnTo>
                    <a:pt x="21600" y="14106"/>
                  </a:lnTo>
                  <a:lnTo>
                    <a:pt x="20160" y="12343"/>
                  </a:lnTo>
                  <a:lnTo>
                    <a:pt x="19440" y="11020"/>
                  </a:lnTo>
                  <a:lnTo>
                    <a:pt x="20160" y="9257"/>
                  </a:lnTo>
                  <a:lnTo>
                    <a:pt x="21600" y="7494"/>
                  </a:lnTo>
                  <a:lnTo>
                    <a:pt x="20160" y="6171"/>
                  </a:lnTo>
                  <a:lnTo>
                    <a:pt x="19440" y="4408"/>
                  </a:lnTo>
                  <a:lnTo>
                    <a:pt x="17280" y="2645"/>
                  </a:lnTo>
                  <a:lnTo>
                    <a:pt x="14400" y="2204"/>
                  </a:lnTo>
                  <a:close/>
                  <a:moveTo>
                    <a:pt x="14400" y="7494"/>
                  </a:moveTo>
                  <a:lnTo>
                    <a:pt x="12240" y="8816"/>
                  </a:lnTo>
                  <a:lnTo>
                    <a:pt x="7200" y="8816"/>
                  </a:lnTo>
                  <a:lnTo>
                    <a:pt x="7200" y="6612"/>
                  </a:lnTo>
                  <a:lnTo>
                    <a:pt x="12240" y="6612"/>
                  </a:lnTo>
                  <a:lnTo>
                    <a:pt x="13680" y="7053"/>
                  </a:lnTo>
                  <a:lnTo>
                    <a:pt x="14400" y="7494"/>
                  </a:lnTo>
                  <a:close/>
                  <a:moveTo>
                    <a:pt x="12240" y="14988"/>
                  </a:moveTo>
                  <a:lnTo>
                    <a:pt x="7200" y="14988"/>
                  </a:lnTo>
                  <a:lnTo>
                    <a:pt x="7200" y="13224"/>
                  </a:lnTo>
                  <a:lnTo>
                    <a:pt x="12240" y="13224"/>
                  </a:lnTo>
                  <a:lnTo>
                    <a:pt x="13680" y="13665"/>
                  </a:lnTo>
                  <a:lnTo>
                    <a:pt x="14400" y="14106"/>
                  </a:lnTo>
                  <a:lnTo>
                    <a:pt x="13680" y="14547"/>
                  </a:lnTo>
                  <a:lnTo>
                    <a:pt x="12240" y="14988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50"/>
            <p:cNvSpPr/>
            <p:nvPr/>
          </p:nvSpPr>
          <p:spPr>
            <a:xfrm>
              <a:off x="-1" y="0"/>
              <a:ext cx="482598" cy="321732"/>
            </a:xfrm>
            <a:custGeom>
              <a:rect b="b" l="l" r="r" t="t"/>
              <a:pathLst>
                <a:path extrusionOk="0" h="21600" w="21600">
                  <a:moveTo>
                    <a:pt x="14461" y="0"/>
                  </a:moveTo>
                  <a:lnTo>
                    <a:pt x="13363" y="0"/>
                  </a:lnTo>
                  <a:lnTo>
                    <a:pt x="12447" y="273"/>
                  </a:lnTo>
                  <a:lnTo>
                    <a:pt x="11532" y="1094"/>
                  </a:lnTo>
                  <a:lnTo>
                    <a:pt x="10617" y="1641"/>
                  </a:lnTo>
                  <a:lnTo>
                    <a:pt x="9702" y="2734"/>
                  </a:lnTo>
                  <a:lnTo>
                    <a:pt x="8969" y="3828"/>
                  </a:lnTo>
                  <a:lnTo>
                    <a:pt x="7871" y="6562"/>
                  </a:lnTo>
                  <a:lnTo>
                    <a:pt x="6773" y="5742"/>
                  </a:lnTo>
                  <a:lnTo>
                    <a:pt x="5492" y="5468"/>
                  </a:lnTo>
                  <a:lnTo>
                    <a:pt x="4210" y="5468"/>
                  </a:lnTo>
                  <a:lnTo>
                    <a:pt x="3295" y="6015"/>
                  </a:lnTo>
                  <a:lnTo>
                    <a:pt x="2563" y="6835"/>
                  </a:lnTo>
                  <a:lnTo>
                    <a:pt x="1647" y="7929"/>
                  </a:lnTo>
                  <a:lnTo>
                    <a:pt x="915" y="9023"/>
                  </a:lnTo>
                  <a:lnTo>
                    <a:pt x="366" y="10390"/>
                  </a:lnTo>
                  <a:lnTo>
                    <a:pt x="0" y="11757"/>
                  </a:lnTo>
                  <a:lnTo>
                    <a:pt x="0" y="15311"/>
                  </a:lnTo>
                  <a:lnTo>
                    <a:pt x="366" y="16678"/>
                  </a:lnTo>
                  <a:lnTo>
                    <a:pt x="915" y="18046"/>
                  </a:lnTo>
                  <a:lnTo>
                    <a:pt x="1647" y="19139"/>
                  </a:lnTo>
                  <a:lnTo>
                    <a:pt x="2563" y="20233"/>
                  </a:lnTo>
                  <a:lnTo>
                    <a:pt x="3295" y="21053"/>
                  </a:lnTo>
                  <a:lnTo>
                    <a:pt x="4210" y="21600"/>
                  </a:lnTo>
                  <a:lnTo>
                    <a:pt x="14461" y="21600"/>
                  </a:lnTo>
                  <a:lnTo>
                    <a:pt x="15742" y="21327"/>
                  </a:lnTo>
                  <a:lnTo>
                    <a:pt x="17207" y="20506"/>
                  </a:lnTo>
                  <a:lnTo>
                    <a:pt x="18488" y="19959"/>
                  </a:lnTo>
                  <a:lnTo>
                    <a:pt x="19586" y="18592"/>
                  </a:lnTo>
                  <a:lnTo>
                    <a:pt x="20502" y="16952"/>
                  </a:lnTo>
                  <a:lnTo>
                    <a:pt x="21051" y="14765"/>
                  </a:lnTo>
                  <a:lnTo>
                    <a:pt x="21417" y="12851"/>
                  </a:lnTo>
                  <a:lnTo>
                    <a:pt x="21600" y="10937"/>
                  </a:lnTo>
                  <a:lnTo>
                    <a:pt x="21417" y="8749"/>
                  </a:lnTo>
                  <a:lnTo>
                    <a:pt x="21051" y="6835"/>
                  </a:lnTo>
                  <a:lnTo>
                    <a:pt x="20502" y="4648"/>
                  </a:lnTo>
                  <a:lnTo>
                    <a:pt x="19586" y="3008"/>
                  </a:lnTo>
                  <a:lnTo>
                    <a:pt x="18488" y="1641"/>
                  </a:lnTo>
                  <a:lnTo>
                    <a:pt x="17207" y="1094"/>
                  </a:lnTo>
                  <a:lnTo>
                    <a:pt x="15742" y="273"/>
                  </a:lnTo>
                  <a:lnTo>
                    <a:pt x="14461" y="0"/>
                  </a:lnTo>
                  <a:close/>
                  <a:moveTo>
                    <a:pt x="14461" y="18866"/>
                  </a:moveTo>
                  <a:lnTo>
                    <a:pt x="4759" y="18866"/>
                  </a:lnTo>
                  <a:lnTo>
                    <a:pt x="4027" y="18592"/>
                  </a:lnTo>
                  <a:lnTo>
                    <a:pt x="2929" y="17225"/>
                  </a:lnTo>
                  <a:lnTo>
                    <a:pt x="2014" y="15585"/>
                  </a:lnTo>
                  <a:lnTo>
                    <a:pt x="1831" y="14491"/>
                  </a:lnTo>
                  <a:lnTo>
                    <a:pt x="1831" y="12577"/>
                  </a:lnTo>
                  <a:lnTo>
                    <a:pt x="2014" y="11484"/>
                  </a:lnTo>
                  <a:lnTo>
                    <a:pt x="2929" y="9843"/>
                  </a:lnTo>
                  <a:lnTo>
                    <a:pt x="4027" y="8476"/>
                  </a:lnTo>
                  <a:lnTo>
                    <a:pt x="4759" y="8203"/>
                  </a:lnTo>
                  <a:lnTo>
                    <a:pt x="6041" y="8203"/>
                  </a:lnTo>
                  <a:lnTo>
                    <a:pt x="6773" y="8476"/>
                  </a:lnTo>
                  <a:lnTo>
                    <a:pt x="7688" y="9570"/>
                  </a:lnTo>
                  <a:lnTo>
                    <a:pt x="8054" y="9843"/>
                  </a:lnTo>
                  <a:lnTo>
                    <a:pt x="8603" y="9843"/>
                  </a:lnTo>
                  <a:lnTo>
                    <a:pt x="8969" y="9570"/>
                  </a:lnTo>
                  <a:lnTo>
                    <a:pt x="9336" y="8749"/>
                  </a:lnTo>
                  <a:lnTo>
                    <a:pt x="9519" y="7382"/>
                  </a:lnTo>
                  <a:lnTo>
                    <a:pt x="9885" y="6562"/>
                  </a:lnTo>
                  <a:lnTo>
                    <a:pt x="10617" y="5468"/>
                  </a:lnTo>
                  <a:lnTo>
                    <a:pt x="10983" y="4375"/>
                  </a:lnTo>
                  <a:lnTo>
                    <a:pt x="11898" y="3828"/>
                  </a:lnTo>
                  <a:lnTo>
                    <a:pt x="12631" y="3008"/>
                  </a:lnTo>
                  <a:lnTo>
                    <a:pt x="13546" y="2734"/>
                  </a:lnTo>
                  <a:lnTo>
                    <a:pt x="15559" y="2734"/>
                  </a:lnTo>
                  <a:lnTo>
                    <a:pt x="16475" y="3554"/>
                  </a:lnTo>
                  <a:lnTo>
                    <a:pt x="17390" y="4101"/>
                  </a:lnTo>
                  <a:lnTo>
                    <a:pt x="18305" y="5195"/>
                  </a:lnTo>
                  <a:lnTo>
                    <a:pt x="19037" y="6562"/>
                  </a:lnTo>
                  <a:lnTo>
                    <a:pt x="19403" y="7929"/>
                  </a:lnTo>
                  <a:lnTo>
                    <a:pt x="19953" y="9023"/>
                  </a:lnTo>
                  <a:lnTo>
                    <a:pt x="19953" y="12577"/>
                  </a:lnTo>
                  <a:lnTo>
                    <a:pt x="19403" y="13944"/>
                  </a:lnTo>
                  <a:lnTo>
                    <a:pt x="19037" y="15311"/>
                  </a:lnTo>
                  <a:lnTo>
                    <a:pt x="18305" y="16678"/>
                  </a:lnTo>
                  <a:lnTo>
                    <a:pt x="16475" y="18319"/>
                  </a:lnTo>
                  <a:lnTo>
                    <a:pt x="15559" y="18866"/>
                  </a:lnTo>
                  <a:lnTo>
                    <a:pt x="14461" y="18866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1" name="Google Shape;1731;p50"/>
          <p:cNvSpPr/>
          <p:nvPr/>
        </p:nvSpPr>
        <p:spPr>
          <a:xfrm>
            <a:off x="2658533" y="8157634"/>
            <a:ext cx="478386" cy="406404"/>
          </a:xfrm>
          <a:custGeom>
            <a:rect b="b" l="l" r="r" t="t"/>
            <a:pathLst>
              <a:path extrusionOk="0" h="21600" w="21600">
                <a:moveTo>
                  <a:pt x="20868" y="15055"/>
                </a:moveTo>
                <a:lnTo>
                  <a:pt x="20685" y="15055"/>
                </a:lnTo>
                <a:lnTo>
                  <a:pt x="20685" y="655"/>
                </a:lnTo>
                <a:lnTo>
                  <a:pt x="20502" y="436"/>
                </a:lnTo>
                <a:lnTo>
                  <a:pt x="20319" y="0"/>
                </a:lnTo>
                <a:lnTo>
                  <a:pt x="1281" y="0"/>
                </a:lnTo>
                <a:lnTo>
                  <a:pt x="1098" y="436"/>
                </a:lnTo>
                <a:lnTo>
                  <a:pt x="915" y="655"/>
                </a:lnTo>
                <a:lnTo>
                  <a:pt x="915" y="15055"/>
                </a:lnTo>
                <a:lnTo>
                  <a:pt x="549" y="15055"/>
                </a:lnTo>
                <a:lnTo>
                  <a:pt x="366" y="15491"/>
                </a:lnTo>
                <a:lnTo>
                  <a:pt x="0" y="15927"/>
                </a:lnTo>
                <a:lnTo>
                  <a:pt x="0" y="16582"/>
                </a:lnTo>
                <a:lnTo>
                  <a:pt x="549" y="19636"/>
                </a:lnTo>
                <a:lnTo>
                  <a:pt x="915" y="20509"/>
                </a:lnTo>
                <a:lnTo>
                  <a:pt x="1281" y="20945"/>
                </a:lnTo>
                <a:lnTo>
                  <a:pt x="2014" y="21382"/>
                </a:lnTo>
                <a:lnTo>
                  <a:pt x="2746" y="21600"/>
                </a:lnTo>
                <a:lnTo>
                  <a:pt x="18854" y="21600"/>
                </a:lnTo>
                <a:lnTo>
                  <a:pt x="19586" y="21382"/>
                </a:lnTo>
                <a:lnTo>
                  <a:pt x="20319" y="20945"/>
                </a:lnTo>
                <a:lnTo>
                  <a:pt x="20685" y="20509"/>
                </a:lnTo>
                <a:lnTo>
                  <a:pt x="20868" y="19636"/>
                </a:lnTo>
                <a:lnTo>
                  <a:pt x="21600" y="16582"/>
                </a:lnTo>
                <a:lnTo>
                  <a:pt x="21600" y="15927"/>
                </a:lnTo>
                <a:lnTo>
                  <a:pt x="20868" y="15055"/>
                </a:lnTo>
                <a:close/>
                <a:moveTo>
                  <a:pt x="2746" y="2182"/>
                </a:moveTo>
                <a:lnTo>
                  <a:pt x="18854" y="2182"/>
                </a:lnTo>
                <a:lnTo>
                  <a:pt x="18854" y="15055"/>
                </a:lnTo>
                <a:lnTo>
                  <a:pt x="12997" y="15055"/>
                </a:lnTo>
                <a:lnTo>
                  <a:pt x="12814" y="15491"/>
                </a:lnTo>
                <a:lnTo>
                  <a:pt x="12081" y="16145"/>
                </a:lnTo>
                <a:lnTo>
                  <a:pt x="9519" y="16145"/>
                </a:lnTo>
                <a:lnTo>
                  <a:pt x="8786" y="15491"/>
                </a:lnTo>
                <a:lnTo>
                  <a:pt x="8603" y="15055"/>
                </a:lnTo>
                <a:lnTo>
                  <a:pt x="2746" y="15055"/>
                </a:lnTo>
                <a:lnTo>
                  <a:pt x="2746" y="2182"/>
                </a:lnTo>
                <a:close/>
                <a:moveTo>
                  <a:pt x="18854" y="19418"/>
                </a:moveTo>
                <a:lnTo>
                  <a:pt x="2746" y="19418"/>
                </a:lnTo>
                <a:lnTo>
                  <a:pt x="2380" y="19200"/>
                </a:lnTo>
                <a:lnTo>
                  <a:pt x="2014" y="17236"/>
                </a:lnTo>
                <a:lnTo>
                  <a:pt x="7688" y="17236"/>
                </a:lnTo>
                <a:lnTo>
                  <a:pt x="8237" y="18109"/>
                </a:lnTo>
                <a:lnTo>
                  <a:pt x="8603" y="18327"/>
                </a:lnTo>
                <a:lnTo>
                  <a:pt x="12997" y="18327"/>
                </a:lnTo>
                <a:lnTo>
                  <a:pt x="13363" y="18109"/>
                </a:lnTo>
                <a:lnTo>
                  <a:pt x="13912" y="17236"/>
                </a:lnTo>
                <a:lnTo>
                  <a:pt x="19586" y="17236"/>
                </a:lnTo>
                <a:lnTo>
                  <a:pt x="19220" y="19200"/>
                </a:lnTo>
                <a:lnTo>
                  <a:pt x="18854" y="194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50"/>
          <p:cNvSpPr/>
          <p:nvPr/>
        </p:nvSpPr>
        <p:spPr>
          <a:xfrm>
            <a:off x="2840567" y="8216901"/>
            <a:ext cx="127008" cy="211680"/>
          </a:xfrm>
          <a:custGeom>
            <a:rect b="b" l="l" r="r" t="t"/>
            <a:pathLst>
              <a:path extrusionOk="0" h="21600" w="21600">
                <a:moveTo>
                  <a:pt x="7200" y="19396"/>
                </a:moveTo>
                <a:lnTo>
                  <a:pt x="7200" y="21600"/>
                </a:lnTo>
                <a:lnTo>
                  <a:pt x="14400" y="21600"/>
                </a:lnTo>
                <a:lnTo>
                  <a:pt x="14400" y="19396"/>
                </a:lnTo>
                <a:lnTo>
                  <a:pt x="17280" y="18955"/>
                </a:lnTo>
                <a:lnTo>
                  <a:pt x="19440" y="17633"/>
                </a:lnTo>
                <a:lnTo>
                  <a:pt x="20880" y="15869"/>
                </a:lnTo>
                <a:lnTo>
                  <a:pt x="21600" y="14106"/>
                </a:lnTo>
                <a:lnTo>
                  <a:pt x="20880" y="12343"/>
                </a:lnTo>
                <a:lnTo>
                  <a:pt x="19440" y="11020"/>
                </a:lnTo>
                <a:lnTo>
                  <a:pt x="20880" y="9257"/>
                </a:lnTo>
                <a:lnTo>
                  <a:pt x="21600" y="7494"/>
                </a:lnTo>
                <a:lnTo>
                  <a:pt x="20880" y="6171"/>
                </a:lnTo>
                <a:lnTo>
                  <a:pt x="19440" y="4408"/>
                </a:lnTo>
                <a:lnTo>
                  <a:pt x="17280" y="2645"/>
                </a:lnTo>
                <a:lnTo>
                  <a:pt x="14400" y="2204"/>
                </a:lnTo>
                <a:lnTo>
                  <a:pt x="14400" y="0"/>
                </a:lnTo>
                <a:lnTo>
                  <a:pt x="7200" y="0"/>
                </a:lnTo>
                <a:lnTo>
                  <a:pt x="7200" y="2204"/>
                </a:lnTo>
                <a:lnTo>
                  <a:pt x="0" y="2204"/>
                </a:lnTo>
                <a:lnTo>
                  <a:pt x="0" y="19396"/>
                </a:lnTo>
                <a:lnTo>
                  <a:pt x="7200" y="19396"/>
                </a:lnTo>
                <a:close/>
                <a:moveTo>
                  <a:pt x="12240" y="15429"/>
                </a:moveTo>
                <a:lnTo>
                  <a:pt x="7200" y="15429"/>
                </a:lnTo>
                <a:lnTo>
                  <a:pt x="7200" y="13224"/>
                </a:lnTo>
                <a:lnTo>
                  <a:pt x="12240" y="13224"/>
                </a:lnTo>
                <a:lnTo>
                  <a:pt x="13680" y="13665"/>
                </a:lnTo>
                <a:lnTo>
                  <a:pt x="14400" y="14106"/>
                </a:lnTo>
                <a:lnTo>
                  <a:pt x="12240" y="15429"/>
                </a:lnTo>
                <a:close/>
                <a:moveTo>
                  <a:pt x="14400" y="7494"/>
                </a:moveTo>
                <a:lnTo>
                  <a:pt x="13680" y="8376"/>
                </a:lnTo>
                <a:lnTo>
                  <a:pt x="12240" y="8816"/>
                </a:lnTo>
                <a:lnTo>
                  <a:pt x="7200" y="8816"/>
                </a:lnTo>
                <a:lnTo>
                  <a:pt x="7200" y="6612"/>
                </a:lnTo>
                <a:lnTo>
                  <a:pt x="12240" y="6612"/>
                </a:lnTo>
                <a:lnTo>
                  <a:pt x="13680" y="7053"/>
                </a:lnTo>
                <a:lnTo>
                  <a:pt x="14400" y="749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50"/>
          <p:cNvSpPr/>
          <p:nvPr/>
        </p:nvSpPr>
        <p:spPr>
          <a:xfrm>
            <a:off x="4618568" y="8157634"/>
            <a:ext cx="457218" cy="406404"/>
          </a:xfrm>
          <a:custGeom>
            <a:rect b="b" l="l" r="r" t="t"/>
            <a:pathLst>
              <a:path extrusionOk="0" h="21600" w="21600">
                <a:moveTo>
                  <a:pt x="19618" y="0"/>
                </a:moveTo>
                <a:lnTo>
                  <a:pt x="1982" y="0"/>
                </a:lnTo>
                <a:lnTo>
                  <a:pt x="1189" y="436"/>
                </a:lnTo>
                <a:lnTo>
                  <a:pt x="594" y="655"/>
                </a:lnTo>
                <a:lnTo>
                  <a:pt x="396" y="1309"/>
                </a:lnTo>
                <a:lnTo>
                  <a:pt x="0" y="2182"/>
                </a:lnTo>
                <a:lnTo>
                  <a:pt x="0" y="19418"/>
                </a:lnTo>
                <a:lnTo>
                  <a:pt x="396" y="20291"/>
                </a:lnTo>
                <a:lnTo>
                  <a:pt x="594" y="20945"/>
                </a:lnTo>
                <a:lnTo>
                  <a:pt x="1189" y="21382"/>
                </a:lnTo>
                <a:lnTo>
                  <a:pt x="1982" y="21600"/>
                </a:lnTo>
                <a:lnTo>
                  <a:pt x="19618" y="21600"/>
                </a:lnTo>
                <a:lnTo>
                  <a:pt x="20411" y="21382"/>
                </a:lnTo>
                <a:lnTo>
                  <a:pt x="21006" y="20945"/>
                </a:lnTo>
                <a:lnTo>
                  <a:pt x="21402" y="20291"/>
                </a:lnTo>
                <a:lnTo>
                  <a:pt x="21600" y="19418"/>
                </a:lnTo>
                <a:lnTo>
                  <a:pt x="21600" y="2182"/>
                </a:lnTo>
                <a:lnTo>
                  <a:pt x="21402" y="1309"/>
                </a:lnTo>
                <a:lnTo>
                  <a:pt x="21006" y="655"/>
                </a:lnTo>
                <a:lnTo>
                  <a:pt x="20411" y="436"/>
                </a:lnTo>
                <a:lnTo>
                  <a:pt x="19618" y="0"/>
                </a:lnTo>
                <a:close/>
                <a:moveTo>
                  <a:pt x="19618" y="4364"/>
                </a:moveTo>
                <a:lnTo>
                  <a:pt x="11890" y="4364"/>
                </a:lnTo>
                <a:lnTo>
                  <a:pt x="11890" y="2182"/>
                </a:lnTo>
                <a:lnTo>
                  <a:pt x="19618" y="2182"/>
                </a:lnTo>
                <a:lnTo>
                  <a:pt x="19618" y="4364"/>
                </a:lnTo>
                <a:close/>
                <a:moveTo>
                  <a:pt x="6936" y="4364"/>
                </a:moveTo>
                <a:lnTo>
                  <a:pt x="6936" y="2182"/>
                </a:lnTo>
                <a:lnTo>
                  <a:pt x="9908" y="2182"/>
                </a:lnTo>
                <a:lnTo>
                  <a:pt x="9908" y="4364"/>
                </a:lnTo>
                <a:lnTo>
                  <a:pt x="6936" y="4364"/>
                </a:lnTo>
                <a:close/>
                <a:moveTo>
                  <a:pt x="4954" y="2182"/>
                </a:moveTo>
                <a:lnTo>
                  <a:pt x="4954" y="4364"/>
                </a:lnTo>
                <a:lnTo>
                  <a:pt x="1982" y="4364"/>
                </a:lnTo>
                <a:lnTo>
                  <a:pt x="1982" y="2182"/>
                </a:lnTo>
                <a:lnTo>
                  <a:pt x="4954" y="2182"/>
                </a:lnTo>
                <a:close/>
                <a:moveTo>
                  <a:pt x="1982" y="19418"/>
                </a:moveTo>
                <a:lnTo>
                  <a:pt x="1982" y="6545"/>
                </a:lnTo>
                <a:lnTo>
                  <a:pt x="19618" y="6545"/>
                </a:lnTo>
                <a:lnTo>
                  <a:pt x="19618" y="19418"/>
                </a:lnTo>
                <a:lnTo>
                  <a:pt x="1982" y="194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p50"/>
          <p:cNvSpPr/>
          <p:nvPr/>
        </p:nvSpPr>
        <p:spPr>
          <a:xfrm>
            <a:off x="4792133" y="8305800"/>
            <a:ext cx="114318" cy="198990"/>
          </a:xfrm>
          <a:custGeom>
            <a:rect b="b" l="l" r="r" t="t"/>
            <a:pathLst>
              <a:path extrusionOk="0" h="21600" w="21600">
                <a:moveTo>
                  <a:pt x="14897" y="2204"/>
                </a:moveTo>
                <a:lnTo>
                  <a:pt x="14897" y="0"/>
                </a:lnTo>
                <a:lnTo>
                  <a:pt x="7448" y="0"/>
                </a:lnTo>
                <a:lnTo>
                  <a:pt x="7448" y="2204"/>
                </a:lnTo>
                <a:lnTo>
                  <a:pt x="0" y="2204"/>
                </a:lnTo>
                <a:lnTo>
                  <a:pt x="0" y="19396"/>
                </a:lnTo>
                <a:lnTo>
                  <a:pt x="7448" y="19396"/>
                </a:lnTo>
                <a:lnTo>
                  <a:pt x="7448" y="21600"/>
                </a:lnTo>
                <a:lnTo>
                  <a:pt x="14897" y="21600"/>
                </a:lnTo>
                <a:lnTo>
                  <a:pt x="14897" y="19396"/>
                </a:lnTo>
                <a:lnTo>
                  <a:pt x="17131" y="18955"/>
                </a:lnTo>
                <a:lnTo>
                  <a:pt x="20110" y="17192"/>
                </a:lnTo>
                <a:lnTo>
                  <a:pt x="20855" y="15869"/>
                </a:lnTo>
                <a:lnTo>
                  <a:pt x="21600" y="14106"/>
                </a:lnTo>
                <a:lnTo>
                  <a:pt x="20110" y="10580"/>
                </a:lnTo>
                <a:lnTo>
                  <a:pt x="20855" y="9257"/>
                </a:lnTo>
                <a:lnTo>
                  <a:pt x="21600" y="7494"/>
                </a:lnTo>
                <a:lnTo>
                  <a:pt x="20855" y="5731"/>
                </a:lnTo>
                <a:lnTo>
                  <a:pt x="20110" y="4408"/>
                </a:lnTo>
                <a:lnTo>
                  <a:pt x="17131" y="2645"/>
                </a:lnTo>
                <a:lnTo>
                  <a:pt x="14897" y="2204"/>
                </a:lnTo>
                <a:close/>
                <a:moveTo>
                  <a:pt x="14897" y="7494"/>
                </a:moveTo>
                <a:lnTo>
                  <a:pt x="13407" y="7935"/>
                </a:lnTo>
                <a:lnTo>
                  <a:pt x="12662" y="8816"/>
                </a:lnTo>
                <a:lnTo>
                  <a:pt x="7448" y="8816"/>
                </a:lnTo>
                <a:lnTo>
                  <a:pt x="7448" y="6612"/>
                </a:lnTo>
                <a:lnTo>
                  <a:pt x="12662" y="6612"/>
                </a:lnTo>
                <a:lnTo>
                  <a:pt x="13407" y="7053"/>
                </a:lnTo>
                <a:lnTo>
                  <a:pt x="14897" y="7494"/>
                </a:lnTo>
                <a:close/>
                <a:moveTo>
                  <a:pt x="12662" y="14988"/>
                </a:moveTo>
                <a:lnTo>
                  <a:pt x="7448" y="14988"/>
                </a:lnTo>
                <a:lnTo>
                  <a:pt x="7448" y="12784"/>
                </a:lnTo>
                <a:lnTo>
                  <a:pt x="12662" y="12784"/>
                </a:lnTo>
                <a:lnTo>
                  <a:pt x="13407" y="13665"/>
                </a:lnTo>
                <a:lnTo>
                  <a:pt x="14897" y="14106"/>
                </a:lnTo>
                <a:lnTo>
                  <a:pt x="13407" y="14547"/>
                </a:lnTo>
                <a:lnTo>
                  <a:pt x="12662" y="1498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50"/>
          <p:cNvSpPr/>
          <p:nvPr/>
        </p:nvSpPr>
        <p:spPr>
          <a:xfrm>
            <a:off x="3632199" y="8119533"/>
            <a:ext cx="482598" cy="495288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420" y="363"/>
                </a:lnTo>
                <a:lnTo>
                  <a:pt x="6407" y="908"/>
                </a:lnTo>
                <a:lnTo>
                  <a:pt x="4576" y="1815"/>
                </a:lnTo>
                <a:lnTo>
                  <a:pt x="1647" y="4719"/>
                </a:lnTo>
                <a:lnTo>
                  <a:pt x="915" y="6534"/>
                </a:lnTo>
                <a:lnTo>
                  <a:pt x="183" y="8531"/>
                </a:lnTo>
                <a:lnTo>
                  <a:pt x="0" y="10891"/>
                </a:lnTo>
                <a:lnTo>
                  <a:pt x="183" y="13069"/>
                </a:lnTo>
                <a:lnTo>
                  <a:pt x="915" y="15066"/>
                </a:lnTo>
                <a:lnTo>
                  <a:pt x="1647" y="16881"/>
                </a:lnTo>
                <a:lnTo>
                  <a:pt x="3112" y="18514"/>
                </a:lnTo>
                <a:lnTo>
                  <a:pt x="4576" y="19785"/>
                </a:lnTo>
                <a:lnTo>
                  <a:pt x="6407" y="20692"/>
                </a:lnTo>
                <a:lnTo>
                  <a:pt x="8420" y="21418"/>
                </a:lnTo>
                <a:lnTo>
                  <a:pt x="10800" y="21600"/>
                </a:lnTo>
                <a:lnTo>
                  <a:pt x="12997" y="21418"/>
                </a:lnTo>
                <a:lnTo>
                  <a:pt x="15010" y="20692"/>
                </a:lnTo>
                <a:lnTo>
                  <a:pt x="16841" y="19785"/>
                </a:lnTo>
                <a:lnTo>
                  <a:pt x="18488" y="18514"/>
                </a:lnTo>
                <a:lnTo>
                  <a:pt x="19769" y="16881"/>
                </a:lnTo>
                <a:lnTo>
                  <a:pt x="20685" y="15066"/>
                </a:lnTo>
                <a:lnTo>
                  <a:pt x="21417" y="13069"/>
                </a:lnTo>
                <a:lnTo>
                  <a:pt x="21600" y="10891"/>
                </a:lnTo>
                <a:lnTo>
                  <a:pt x="21417" y="8531"/>
                </a:lnTo>
                <a:lnTo>
                  <a:pt x="20685" y="6534"/>
                </a:lnTo>
                <a:lnTo>
                  <a:pt x="19769" y="4719"/>
                </a:lnTo>
                <a:lnTo>
                  <a:pt x="18488" y="3267"/>
                </a:lnTo>
                <a:lnTo>
                  <a:pt x="16841" y="1815"/>
                </a:lnTo>
                <a:lnTo>
                  <a:pt x="15010" y="908"/>
                </a:lnTo>
                <a:lnTo>
                  <a:pt x="12997" y="363"/>
                </a:lnTo>
                <a:lnTo>
                  <a:pt x="10800" y="0"/>
                </a:lnTo>
                <a:close/>
                <a:moveTo>
                  <a:pt x="18671" y="6353"/>
                </a:moveTo>
                <a:lnTo>
                  <a:pt x="16475" y="6353"/>
                </a:lnTo>
                <a:lnTo>
                  <a:pt x="13729" y="2360"/>
                </a:lnTo>
                <a:lnTo>
                  <a:pt x="15193" y="2904"/>
                </a:lnTo>
                <a:lnTo>
                  <a:pt x="16475" y="3812"/>
                </a:lnTo>
                <a:lnTo>
                  <a:pt x="18671" y="6353"/>
                </a:lnTo>
                <a:close/>
                <a:moveTo>
                  <a:pt x="5308" y="10891"/>
                </a:moveTo>
                <a:lnTo>
                  <a:pt x="5308" y="9620"/>
                </a:lnTo>
                <a:lnTo>
                  <a:pt x="5858" y="8894"/>
                </a:lnTo>
                <a:lnTo>
                  <a:pt x="6224" y="7987"/>
                </a:lnTo>
                <a:lnTo>
                  <a:pt x="6956" y="7079"/>
                </a:lnTo>
                <a:lnTo>
                  <a:pt x="7871" y="6353"/>
                </a:lnTo>
                <a:lnTo>
                  <a:pt x="8786" y="5990"/>
                </a:lnTo>
                <a:lnTo>
                  <a:pt x="9702" y="5445"/>
                </a:lnTo>
                <a:lnTo>
                  <a:pt x="11898" y="5445"/>
                </a:lnTo>
                <a:lnTo>
                  <a:pt x="12814" y="5990"/>
                </a:lnTo>
                <a:lnTo>
                  <a:pt x="13729" y="6353"/>
                </a:lnTo>
                <a:lnTo>
                  <a:pt x="14644" y="7079"/>
                </a:lnTo>
                <a:lnTo>
                  <a:pt x="15742" y="8894"/>
                </a:lnTo>
                <a:lnTo>
                  <a:pt x="16108" y="9620"/>
                </a:lnTo>
                <a:lnTo>
                  <a:pt x="16108" y="11980"/>
                </a:lnTo>
                <a:lnTo>
                  <a:pt x="15742" y="12887"/>
                </a:lnTo>
                <a:lnTo>
                  <a:pt x="14644" y="14703"/>
                </a:lnTo>
                <a:lnTo>
                  <a:pt x="12814" y="15792"/>
                </a:lnTo>
                <a:lnTo>
                  <a:pt x="11898" y="16155"/>
                </a:lnTo>
                <a:lnTo>
                  <a:pt x="9702" y="16155"/>
                </a:lnTo>
                <a:lnTo>
                  <a:pt x="8786" y="15792"/>
                </a:lnTo>
                <a:lnTo>
                  <a:pt x="6956" y="14703"/>
                </a:lnTo>
                <a:lnTo>
                  <a:pt x="6224" y="13795"/>
                </a:lnTo>
                <a:lnTo>
                  <a:pt x="5858" y="12887"/>
                </a:lnTo>
                <a:lnTo>
                  <a:pt x="5308" y="11980"/>
                </a:lnTo>
                <a:lnTo>
                  <a:pt x="5308" y="10891"/>
                </a:lnTo>
                <a:close/>
                <a:moveTo>
                  <a:pt x="11166" y="1815"/>
                </a:moveTo>
                <a:lnTo>
                  <a:pt x="12631" y="3812"/>
                </a:lnTo>
                <a:lnTo>
                  <a:pt x="10800" y="3630"/>
                </a:lnTo>
                <a:lnTo>
                  <a:pt x="8969" y="3812"/>
                </a:lnTo>
                <a:lnTo>
                  <a:pt x="10251" y="1815"/>
                </a:lnTo>
                <a:lnTo>
                  <a:pt x="11166" y="1815"/>
                </a:lnTo>
                <a:close/>
                <a:moveTo>
                  <a:pt x="7871" y="2360"/>
                </a:moveTo>
                <a:lnTo>
                  <a:pt x="5125" y="6353"/>
                </a:lnTo>
                <a:lnTo>
                  <a:pt x="2929" y="6353"/>
                </a:lnTo>
                <a:lnTo>
                  <a:pt x="5125" y="3812"/>
                </a:lnTo>
                <a:lnTo>
                  <a:pt x="6224" y="2904"/>
                </a:lnTo>
                <a:lnTo>
                  <a:pt x="7871" y="2360"/>
                </a:lnTo>
                <a:close/>
                <a:moveTo>
                  <a:pt x="2197" y="8168"/>
                </a:moveTo>
                <a:lnTo>
                  <a:pt x="4027" y="8168"/>
                </a:lnTo>
                <a:lnTo>
                  <a:pt x="3844" y="9439"/>
                </a:lnTo>
                <a:lnTo>
                  <a:pt x="3478" y="10891"/>
                </a:lnTo>
                <a:lnTo>
                  <a:pt x="3844" y="12161"/>
                </a:lnTo>
                <a:lnTo>
                  <a:pt x="4027" y="13432"/>
                </a:lnTo>
                <a:lnTo>
                  <a:pt x="2197" y="13432"/>
                </a:lnTo>
                <a:lnTo>
                  <a:pt x="1647" y="12161"/>
                </a:lnTo>
                <a:lnTo>
                  <a:pt x="1647" y="9439"/>
                </a:lnTo>
                <a:lnTo>
                  <a:pt x="2197" y="8168"/>
                </a:lnTo>
                <a:close/>
                <a:moveTo>
                  <a:pt x="2929" y="15247"/>
                </a:moveTo>
                <a:lnTo>
                  <a:pt x="5125" y="15247"/>
                </a:lnTo>
                <a:lnTo>
                  <a:pt x="7871" y="19240"/>
                </a:lnTo>
                <a:lnTo>
                  <a:pt x="6224" y="18696"/>
                </a:lnTo>
                <a:lnTo>
                  <a:pt x="5125" y="17788"/>
                </a:lnTo>
                <a:lnTo>
                  <a:pt x="4027" y="16699"/>
                </a:lnTo>
                <a:lnTo>
                  <a:pt x="2929" y="15247"/>
                </a:lnTo>
                <a:close/>
                <a:moveTo>
                  <a:pt x="10251" y="19785"/>
                </a:moveTo>
                <a:lnTo>
                  <a:pt x="8969" y="17788"/>
                </a:lnTo>
                <a:lnTo>
                  <a:pt x="10800" y="17970"/>
                </a:lnTo>
                <a:lnTo>
                  <a:pt x="12631" y="17788"/>
                </a:lnTo>
                <a:lnTo>
                  <a:pt x="11166" y="19785"/>
                </a:lnTo>
                <a:lnTo>
                  <a:pt x="10251" y="19785"/>
                </a:lnTo>
                <a:close/>
                <a:moveTo>
                  <a:pt x="13729" y="19240"/>
                </a:moveTo>
                <a:lnTo>
                  <a:pt x="16475" y="15247"/>
                </a:lnTo>
                <a:lnTo>
                  <a:pt x="18671" y="15247"/>
                </a:lnTo>
                <a:lnTo>
                  <a:pt x="17573" y="16699"/>
                </a:lnTo>
                <a:lnTo>
                  <a:pt x="16475" y="17788"/>
                </a:lnTo>
                <a:lnTo>
                  <a:pt x="15193" y="18696"/>
                </a:lnTo>
                <a:lnTo>
                  <a:pt x="13729" y="19240"/>
                </a:lnTo>
                <a:close/>
                <a:moveTo>
                  <a:pt x="19403" y="13432"/>
                </a:moveTo>
                <a:lnTo>
                  <a:pt x="17573" y="13432"/>
                </a:lnTo>
                <a:lnTo>
                  <a:pt x="17939" y="10891"/>
                </a:lnTo>
                <a:lnTo>
                  <a:pt x="17756" y="9439"/>
                </a:lnTo>
                <a:lnTo>
                  <a:pt x="17573" y="8168"/>
                </a:lnTo>
                <a:lnTo>
                  <a:pt x="19403" y="8168"/>
                </a:lnTo>
                <a:lnTo>
                  <a:pt x="19769" y="9439"/>
                </a:lnTo>
                <a:lnTo>
                  <a:pt x="19769" y="12161"/>
                </a:lnTo>
                <a:lnTo>
                  <a:pt x="19403" y="1343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p50"/>
          <p:cNvSpPr/>
          <p:nvPr/>
        </p:nvSpPr>
        <p:spPr>
          <a:xfrm>
            <a:off x="3818466" y="8267701"/>
            <a:ext cx="122742" cy="198990"/>
          </a:xfrm>
          <a:custGeom>
            <a:rect b="b" l="l" r="r" t="t"/>
            <a:pathLst>
              <a:path extrusionOk="0" h="21600" w="21600">
                <a:moveTo>
                  <a:pt x="14400" y="21600"/>
                </a:moveTo>
                <a:lnTo>
                  <a:pt x="14400" y="19396"/>
                </a:lnTo>
                <a:lnTo>
                  <a:pt x="16560" y="18955"/>
                </a:lnTo>
                <a:lnTo>
                  <a:pt x="19440" y="17192"/>
                </a:lnTo>
                <a:lnTo>
                  <a:pt x="20160" y="15869"/>
                </a:lnTo>
                <a:lnTo>
                  <a:pt x="21600" y="14106"/>
                </a:lnTo>
                <a:lnTo>
                  <a:pt x="20160" y="12343"/>
                </a:lnTo>
                <a:lnTo>
                  <a:pt x="19440" y="11020"/>
                </a:lnTo>
                <a:lnTo>
                  <a:pt x="20160" y="9257"/>
                </a:lnTo>
                <a:lnTo>
                  <a:pt x="21600" y="7494"/>
                </a:lnTo>
                <a:lnTo>
                  <a:pt x="20160" y="6171"/>
                </a:lnTo>
                <a:lnTo>
                  <a:pt x="19440" y="4408"/>
                </a:lnTo>
                <a:lnTo>
                  <a:pt x="16560" y="2645"/>
                </a:lnTo>
                <a:lnTo>
                  <a:pt x="14400" y="2204"/>
                </a:lnTo>
                <a:lnTo>
                  <a:pt x="14400" y="0"/>
                </a:lnTo>
                <a:lnTo>
                  <a:pt x="7200" y="0"/>
                </a:lnTo>
                <a:lnTo>
                  <a:pt x="7200" y="2204"/>
                </a:lnTo>
                <a:lnTo>
                  <a:pt x="0" y="2204"/>
                </a:lnTo>
                <a:lnTo>
                  <a:pt x="0" y="19396"/>
                </a:lnTo>
                <a:lnTo>
                  <a:pt x="7200" y="19396"/>
                </a:lnTo>
                <a:lnTo>
                  <a:pt x="7200" y="21600"/>
                </a:lnTo>
                <a:lnTo>
                  <a:pt x="14400" y="21600"/>
                </a:lnTo>
                <a:close/>
                <a:moveTo>
                  <a:pt x="12240" y="14988"/>
                </a:moveTo>
                <a:lnTo>
                  <a:pt x="7200" y="14988"/>
                </a:lnTo>
                <a:lnTo>
                  <a:pt x="7200" y="13224"/>
                </a:lnTo>
                <a:lnTo>
                  <a:pt x="12240" y="13224"/>
                </a:lnTo>
                <a:lnTo>
                  <a:pt x="12960" y="13665"/>
                </a:lnTo>
                <a:lnTo>
                  <a:pt x="14400" y="14106"/>
                </a:lnTo>
                <a:lnTo>
                  <a:pt x="12960" y="14547"/>
                </a:lnTo>
                <a:lnTo>
                  <a:pt x="12240" y="14988"/>
                </a:lnTo>
                <a:close/>
                <a:moveTo>
                  <a:pt x="14400" y="7494"/>
                </a:moveTo>
                <a:lnTo>
                  <a:pt x="12960" y="7935"/>
                </a:lnTo>
                <a:lnTo>
                  <a:pt x="12240" y="8816"/>
                </a:lnTo>
                <a:lnTo>
                  <a:pt x="7200" y="8816"/>
                </a:lnTo>
                <a:lnTo>
                  <a:pt x="7200" y="6612"/>
                </a:lnTo>
                <a:lnTo>
                  <a:pt x="12240" y="6612"/>
                </a:lnTo>
                <a:lnTo>
                  <a:pt x="12960" y="7053"/>
                </a:lnTo>
                <a:lnTo>
                  <a:pt x="14400" y="7494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50"/>
          <p:cNvSpPr/>
          <p:nvPr/>
        </p:nvSpPr>
        <p:spPr>
          <a:xfrm>
            <a:off x="10460567" y="4229101"/>
            <a:ext cx="469908" cy="482598"/>
          </a:xfrm>
          <a:custGeom>
            <a:rect b="b" l="l" r="r" t="t"/>
            <a:pathLst>
              <a:path extrusionOk="0" h="21600" w="21600">
                <a:moveTo>
                  <a:pt x="20297" y="6703"/>
                </a:moveTo>
                <a:lnTo>
                  <a:pt x="19552" y="7076"/>
                </a:lnTo>
                <a:lnTo>
                  <a:pt x="14524" y="2048"/>
                </a:lnTo>
                <a:lnTo>
                  <a:pt x="15083" y="1303"/>
                </a:lnTo>
                <a:lnTo>
                  <a:pt x="13779" y="0"/>
                </a:lnTo>
                <a:lnTo>
                  <a:pt x="13221" y="745"/>
                </a:lnTo>
                <a:lnTo>
                  <a:pt x="12476" y="1676"/>
                </a:lnTo>
                <a:lnTo>
                  <a:pt x="11545" y="2607"/>
                </a:lnTo>
                <a:lnTo>
                  <a:pt x="10614" y="4841"/>
                </a:lnTo>
                <a:lnTo>
                  <a:pt x="9869" y="7262"/>
                </a:lnTo>
                <a:lnTo>
                  <a:pt x="9683" y="9683"/>
                </a:lnTo>
                <a:lnTo>
                  <a:pt x="7448" y="9869"/>
                </a:lnTo>
                <a:lnTo>
                  <a:pt x="4841" y="10614"/>
                </a:lnTo>
                <a:lnTo>
                  <a:pt x="2607" y="11545"/>
                </a:lnTo>
                <a:lnTo>
                  <a:pt x="1676" y="12476"/>
                </a:lnTo>
                <a:lnTo>
                  <a:pt x="745" y="13034"/>
                </a:lnTo>
                <a:lnTo>
                  <a:pt x="0" y="13779"/>
                </a:lnTo>
                <a:lnTo>
                  <a:pt x="1490" y="14897"/>
                </a:lnTo>
                <a:lnTo>
                  <a:pt x="2048" y="14524"/>
                </a:lnTo>
                <a:lnTo>
                  <a:pt x="7262" y="19552"/>
                </a:lnTo>
                <a:lnTo>
                  <a:pt x="6703" y="20110"/>
                </a:lnTo>
                <a:lnTo>
                  <a:pt x="7821" y="21600"/>
                </a:lnTo>
                <a:lnTo>
                  <a:pt x="8566" y="20855"/>
                </a:lnTo>
                <a:lnTo>
                  <a:pt x="9310" y="19924"/>
                </a:lnTo>
                <a:lnTo>
                  <a:pt x="10241" y="18993"/>
                </a:lnTo>
                <a:lnTo>
                  <a:pt x="11172" y="16759"/>
                </a:lnTo>
                <a:lnTo>
                  <a:pt x="11731" y="14152"/>
                </a:lnTo>
                <a:lnTo>
                  <a:pt x="11917" y="11917"/>
                </a:lnTo>
                <a:lnTo>
                  <a:pt x="14338" y="11731"/>
                </a:lnTo>
                <a:lnTo>
                  <a:pt x="16759" y="10986"/>
                </a:lnTo>
                <a:lnTo>
                  <a:pt x="19179" y="10055"/>
                </a:lnTo>
                <a:lnTo>
                  <a:pt x="20110" y="9124"/>
                </a:lnTo>
                <a:lnTo>
                  <a:pt x="21041" y="8566"/>
                </a:lnTo>
                <a:lnTo>
                  <a:pt x="21600" y="7821"/>
                </a:lnTo>
                <a:lnTo>
                  <a:pt x="20297" y="6703"/>
                </a:lnTo>
                <a:close/>
                <a:moveTo>
                  <a:pt x="18248" y="8193"/>
                </a:moveTo>
                <a:lnTo>
                  <a:pt x="16572" y="9124"/>
                </a:lnTo>
                <a:lnTo>
                  <a:pt x="12476" y="5028"/>
                </a:lnTo>
                <a:lnTo>
                  <a:pt x="13407" y="3352"/>
                </a:lnTo>
                <a:lnTo>
                  <a:pt x="18248" y="8193"/>
                </a:lnTo>
                <a:close/>
                <a:moveTo>
                  <a:pt x="9869" y="11731"/>
                </a:moveTo>
                <a:lnTo>
                  <a:pt x="10241" y="13034"/>
                </a:lnTo>
                <a:lnTo>
                  <a:pt x="9869" y="14524"/>
                </a:lnTo>
                <a:lnTo>
                  <a:pt x="7262" y="11731"/>
                </a:lnTo>
                <a:lnTo>
                  <a:pt x="8566" y="11545"/>
                </a:lnTo>
                <a:lnTo>
                  <a:pt x="9869" y="11731"/>
                </a:lnTo>
                <a:close/>
                <a:moveTo>
                  <a:pt x="3538" y="13221"/>
                </a:moveTo>
                <a:lnTo>
                  <a:pt x="5028" y="12476"/>
                </a:lnTo>
                <a:lnTo>
                  <a:pt x="9310" y="16572"/>
                </a:lnTo>
                <a:lnTo>
                  <a:pt x="8379" y="18062"/>
                </a:lnTo>
                <a:lnTo>
                  <a:pt x="3538" y="13221"/>
                </a:lnTo>
                <a:close/>
                <a:moveTo>
                  <a:pt x="11731" y="9869"/>
                </a:moveTo>
                <a:lnTo>
                  <a:pt x="11545" y="8566"/>
                </a:lnTo>
                <a:lnTo>
                  <a:pt x="11731" y="7076"/>
                </a:lnTo>
                <a:lnTo>
                  <a:pt x="14524" y="9869"/>
                </a:lnTo>
                <a:lnTo>
                  <a:pt x="13221" y="10055"/>
                </a:lnTo>
                <a:lnTo>
                  <a:pt x="11731" y="986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8" name="Google Shape;1738;p50"/>
          <p:cNvSpPr/>
          <p:nvPr/>
        </p:nvSpPr>
        <p:spPr>
          <a:xfrm>
            <a:off x="3818466" y="9279466"/>
            <a:ext cx="122742" cy="122742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745"/>
                </a:lnTo>
                <a:lnTo>
                  <a:pt x="3600" y="2979"/>
                </a:lnTo>
                <a:lnTo>
                  <a:pt x="720" y="5959"/>
                </a:lnTo>
                <a:lnTo>
                  <a:pt x="0" y="10428"/>
                </a:lnTo>
                <a:lnTo>
                  <a:pt x="720" y="14897"/>
                </a:lnTo>
                <a:lnTo>
                  <a:pt x="6480" y="20855"/>
                </a:lnTo>
                <a:lnTo>
                  <a:pt x="10800" y="21600"/>
                </a:lnTo>
                <a:lnTo>
                  <a:pt x="15120" y="20855"/>
                </a:lnTo>
                <a:lnTo>
                  <a:pt x="18000" y="17876"/>
                </a:lnTo>
                <a:lnTo>
                  <a:pt x="20160" y="14897"/>
                </a:lnTo>
                <a:lnTo>
                  <a:pt x="21600" y="10428"/>
                </a:lnTo>
                <a:lnTo>
                  <a:pt x="20160" y="5959"/>
                </a:lnTo>
                <a:lnTo>
                  <a:pt x="18000" y="2979"/>
                </a:lnTo>
                <a:lnTo>
                  <a:pt x="15120" y="745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50"/>
          <p:cNvSpPr/>
          <p:nvPr/>
        </p:nvSpPr>
        <p:spPr>
          <a:xfrm>
            <a:off x="3670301" y="9131300"/>
            <a:ext cx="406404" cy="410616"/>
          </a:xfrm>
          <a:custGeom>
            <a:rect b="b" l="l" r="r" t="t"/>
            <a:pathLst>
              <a:path extrusionOk="0" h="21600" w="21600">
                <a:moveTo>
                  <a:pt x="21600" y="9600"/>
                </a:moveTo>
                <a:lnTo>
                  <a:pt x="19418" y="9600"/>
                </a:lnTo>
                <a:lnTo>
                  <a:pt x="19200" y="8291"/>
                </a:lnTo>
                <a:lnTo>
                  <a:pt x="18764" y="6982"/>
                </a:lnTo>
                <a:lnTo>
                  <a:pt x="17891" y="5673"/>
                </a:lnTo>
                <a:lnTo>
                  <a:pt x="17018" y="4582"/>
                </a:lnTo>
                <a:lnTo>
                  <a:pt x="15927" y="3709"/>
                </a:lnTo>
                <a:lnTo>
                  <a:pt x="13309" y="2400"/>
                </a:lnTo>
                <a:lnTo>
                  <a:pt x="12000" y="2182"/>
                </a:lnTo>
                <a:lnTo>
                  <a:pt x="12000" y="0"/>
                </a:lnTo>
                <a:lnTo>
                  <a:pt x="9818" y="0"/>
                </a:lnTo>
                <a:lnTo>
                  <a:pt x="9818" y="2182"/>
                </a:lnTo>
                <a:lnTo>
                  <a:pt x="8509" y="2400"/>
                </a:lnTo>
                <a:lnTo>
                  <a:pt x="7200" y="3055"/>
                </a:lnTo>
                <a:lnTo>
                  <a:pt x="5673" y="3709"/>
                </a:lnTo>
                <a:lnTo>
                  <a:pt x="4582" y="4582"/>
                </a:lnTo>
                <a:lnTo>
                  <a:pt x="3927" y="5673"/>
                </a:lnTo>
                <a:lnTo>
                  <a:pt x="3055" y="6982"/>
                </a:lnTo>
                <a:lnTo>
                  <a:pt x="2182" y="9600"/>
                </a:lnTo>
                <a:lnTo>
                  <a:pt x="0" y="9600"/>
                </a:lnTo>
                <a:lnTo>
                  <a:pt x="0" y="11782"/>
                </a:lnTo>
                <a:lnTo>
                  <a:pt x="2182" y="11782"/>
                </a:lnTo>
                <a:lnTo>
                  <a:pt x="2618" y="13091"/>
                </a:lnTo>
                <a:lnTo>
                  <a:pt x="3055" y="14618"/>
                </a:lnTo>
                <a:lnTo>
                  <a:pt x="3927" y="15927"/>
                </a:lnTo>
                <a:lnTo>
                  <a:pt x="4582" y="17018"/>
                </a:lnTo>
                <a:lnTo>
                  <a:pt x="5673" y="17673"/>
                </a:lnTo>
                <a:lnTo>
                  <a:pt x="7200" y="18545"/>
                </a:lnTo>
                <a:lnTo>
                  <a:pt x="8509" y="19200"/>
                </a:lnTo>
                <a:lnTo>
                  <a:pt x="9818" y="19418"/>
                </a:lnTo>
                <a:lnTo>
                  <a:pt x="9818" y="21600"/>
                </a:lnTo>
                <a:lnTo>
                  <a:pt x="12000" y="21600"/>
                </a:lnTo>
                <a:lnTo>
                  <a:pt x="12000" y="19418"/>
                </a:lnTo>
                <a:lnTo>
                  <a:pt x="13309" y="19200"/>
                </a:lnTo>
                <a:lnTo>
                  <a:pt x="14618" y="18545"/>
                </a:lnTo>
                <a:lnTo>
                  <a:pt x="15927" y="17673"/>
                </a:lnTo>
                <a:lnTo>
                  <a:pt x="17018" y="17018"/>
                </a:lnTo>
                <a:lnTo>
                  <a:pt x="17891" y="15927"/>
                </a:lnTo>
                <a:lnTo>
                  <a:pt x="18764" y="14618"/>
                </a:lnTo>
                <a:lnTo>
                  <a:pt x="19200" y="13091"/>
                </a:lnTo>
                <a:lnTo>
                  <a:pt x="19418" y="11782"/>
                </a:lnTo>
                <a:lnTo>
                  <a:pt x="21600" y="11782"/>
                </a:lnTo>
                <a:lnTo>
                  <a:pt x="21600" y="9600"/>
                </a:lnTo>
                <a:close/>
                <a:moveTo>
                  <a:pt x="10909" y="17236"/>
                </a:moveTo>
                <a:lnTo>
                  <a:pt x="9600" y="17236"/>
                </a:lnTo>
                <a:lnTo>
                  <a:pt x="8509" y="16582"/>
                </a:lnTo>
                <a:lnTo>
                  <a:pt x="7418" y="16145"/>
                </a:lnTo>
                <a:lnTo>
                  <a:pt x="6327" y="15273"/>
                </a:lnTo>
                <a:lnTo>
                  <a:pt x="5455" y="14182"/>
                </a:lnTo>
                <a:lnTo>
                  <a:pt x="5018" y="13091"/>
                </a:lnTo>
                <a:lnTo>
                  <a:pt x="4364" y="12000"/>
                </a:lnTo>
                <a:lnTo>
                  <a:pt x="4364" y="9382"/>
                </a:lnTo>
                <a:lnTo>
                  <a:pt x="5018" y="8291"/>
                </a:lnTo>
                <a:lnTo>
                  <a:pt x="5455" y="7200"/>
                </a:lnTo>
                <a:lnTo>
                  <a:pt x="6327" y="6109"/>
                </a:lnTo>
                <a:lnTo>
                  <a:pt x="8509" y="4800"/>
                </a:lnTo>
                <a:lnTo>
                  <a:pt x="9600" y="4364"/>
                </a:lnTo>
                <a:lnTo>
                  <a:pt x="12218" y="4364"/>
                </a:lnTo>
                <a:lnTo>
                  <a:pt x="13309" y="4800"/>
                </a:lnTo>
                <a:lnTo>
                  <a:pt x="15491" y="6109"/>
                </a:lnTo>
                <a:lnTo>
                  <a:pt x="16800" y="8291"/>
                </a:lnTo>
                <a:lnTo>
                  <a:pt x="17236" y="9382"/>
                </a:lnTo>
                <a:lnTo>
                  <a:pt x="17236" y="12000"/>
                </a:lnTo>
                <a:lnTo>
                  <a:pt x="16800" y="13091"/>
                </a:lnTo>
                <a:lnTo>
                  <a:pt x="15491" y="15273"/>
                </a:lnTo>
                <a:lnTo>
                  <a:pt x="14400" y="16145"/>
                </a:lnTo>
                <a:lnTo>
                  <a:pt x="13309" y="16582"/>
                </a:lnTo>
                <a:lnTo>
                  <a:pt x="12218" y="17236"/>
                </a:lnTo>
                <a:lnTo>
                  <a:pt x="10909" y="1723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40" name="Google Shape;1740;p50"/>
          <p:cNvGrpSpPr/>
          <p:nvPr/>
        </p:nvGrpSpPr>
        <p:grpSpPr>
          <a:xfrm>
            <a:off x="2692399" y="9097434"/>
            <a:ext cx="410616" cy="478385"/>
            <a:chOff x="0" y="0"/>
            <a:chExt cx="410616" cy="478385"/>
          </a:xfrm>
        </p:grpSpPr>
        <p:sp>
          <p:nvSpPr>
            <p:cNvPr id="1741" name="Google Shape;1741;p50"/>
            <p:cNvSpPr/>
            <p:nvPr/>
          </p:nvSpPr>
          <p:spPr>
            <a:xfrm>
              <a:off x="149320" y="0"/>
              <a:ext cx="124416" cy="122634"/>
            </a:xfrm>
            <a:custGeom>
              <a:rect b="b" l="l" r="r" t="t"/>
              <a:pathLst>
                <a:path extrusionOk="0" h="21600" w="21600">
                  <a:moveTo>
                    <a:pt x="10800" y="21600"/>
                  </a:moveTo>
                  <a:lnTo>
                    <a:pt x="6480" y="20160"/>
                  </a:lnTo>
                  <a:lnTo>
                    <a:pt x="3600" y="18000"/>
                  </a:lnTo>
                  <a:lnTo>
                    <a:pt x="720" y="15120"/>
                  </a:lnTo>
                  <a:lnTo>
                    <a:pt x="0" y="10800"/>
                  </a:lnTo>
                  <a:lnTo>
                    <a:pt x="720" y="6480"/>
                  </a:lnTo>
                  <a:lnTo>
                    <a:pt x="6480" y="720"/>
                  </a:lnTo>
                  <a:lnTo>
                    <a:pt x="10800" y="0"/>
                  </a:lnTo>
                  <a:lnTo>
                    <a:pt x="15120" y="720"/>
                  </a:lnTo>
                  <a:lnTo>
                    <a:pt x="20880" y="6480"/>
                  </a:lnTo>
                  <a:lnTo>
                    <a:pt x="21600" y="10800"/>
                  </a:lnTo>
                  <a:lnTo>
                    <a:pt x="20880" y="15120"/>
                  </a:lnTo>
                  <a:lnTo>
                    <a:pt x="18000" y="18000"/>
                  </a:lnTo>
                  <a:lnTo>
                    <a:pt x="15120" y="20160"/>
                  </a:lnTo>
                  <a:lnTo>
                    <a:pt x="10800" y="21600"/>
                  </a:lnTo>
                  <a:close/>
                  <a:moveTo>
                    <a:pt x="10800" y="7200"/>
                  </a:moveTo>
                  <a:lnTo>
                    <a:pt x="9360" y="7200"/>
                  </a:lnTo>
                  <a:lnTo>
                    <a:pt x="7920" y="7920"/>
                  </a:lnTo>
                  <a:lnTo>
                    <a:pt x="7200" y="8640"/>
                  </a:lnTo>
                  <a:lnTo>
                    <a:pt x="7200" y="12240"/>
                  </a:lnTo>
                  <a:lnTo>
                    <a:pt x="7920" y="13680"/>
                  </a:lnTo>
                  <a:lnTo>
                    <a:pt x="9360" y="14400"/>
                  </a:lnTo>
                  <a:lnTo>
                    <a:pt x="12240" y="14400"/>
                  </a:lnTo>
                  <a:lnTo>
                    <a:pt x="13680" y="13680"/>
                  </a:lnTo>
                  <a:lnTo>
                    <a:pt x="14400" y="12240"/>
                  </a:lnTo>
                  <a:lnTo>
                    <a:pt x="14400" y="8640"/>
                  </a:lnTo>
                  <a:lnTo>
                    <a:pt x="13680" y="7920"/>
                  </a:lnTo>
                  <a:lnTo>
                    <a:pt x="12240" y="7200"/>
                  </a:lnTo>
                  <a:lnTo>
                    <a:pt x="10800" y="720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50"/>
            <p:cNvSpPr/>
            <p:nvPr/>
          </p:nvSpPr>
          <p:spPr>
            <a:xfrm>
              <a:off x="99547" y="147188"/>
              <a:ext cx="211518" cy="257580"/>
            </a:xfrm>
            <a:custGeom>
              <a:rect b="b" l="l" r="r" t="t"/>
              <a:pathLst>
                <a:path extrusionOk="0" h="21600" w="21600">
                  <a:moveTo>
                    <a:pt x="15120" y="21600"/>
                  </a:moveTo>
                  <a:lnTo>
                    <a:pt x="5616" y="21600"/>
                  </a:lnTo>
                  <a:lnTo>
                    <a:pt x="4752" y="21262"/>
                  </a:lnTo>
                  <a:lnTo>
                    <a:pt x="4320" y="20588"/>
                  </a:lnTo>
                  <a:lnTo>
                    <a:pt x="4320" y="13163"/>
                  </a:lnTo>
                  <a:lnTo>
                    <a:pt x="1296" y="13163"/>
                  </a:lnTo>
                  <a:lnTo>
                    <a:pt x="864" y="12825"/>
                  </a:lnTo>
                  <a:lnTo>
                    <a:pt x="0" y="12487"/>
                  </a:lnTo>
                  <a:lnTo>
                    <a:pt x="0" y="6412"/>
                  </a:lnTo>
                  <a:lnTo>
                    <a:pt x="1296" y="4725"/>
                  </a:lnTo>
                  <a:lnTo>
                    <a:pt x="1728" y="3712"/>
                  </a:lnTo>
                  <a:lnTo>
                    <a:pt x="3456" y="2362"/>
                  </a:lnTo>
                  <a:lnTo>
                    <a:pt x="4752" y="1012"/>
                  </a:lnTo>
                  <a:lnTo>
                    <a:pt x="6480" y="675"/>
                  </a:lnTo>
                  <a:lnTo>
                    <a:pt x="8640" y="0"/>
                  </a:lnTo>
                  <a:lnTo>
                    <a:pt x="12960" y="0"/>
                  </a:lnTo>
                  <a:lnTo>
                    <a:pt x="15120" y="675"/>
                  </a:lnTo>
                  <a:lnTo>
                    <a:pt x="16848" y="1012"/>
                  </a:lnTo>
                  <a:lnTo>
                    <a:pt x="18144" y="2362"/>
                  </a:lnTo>
                  <a:lnTo>
                    <a:pt x="19872" y="3712"/>
                  </a:lnTo>
                  <a:lnTo>
                    <a:pt x="20304" y="4725"/>
                  </a:lnTo>
                  <a:lnTo>
                    <a:pt x="21600" y="6412"/>
                  </a:lnTo>
                  <a:lnTo>
                    <a:pt x="21600" y="12487"/>
                  </a:lnTo>
                  <a:lnTo>
                    <a:pt x="20736" y="12825"/>
                  </a:lnTo>
                  <a:lnTo>
                    <a:pt x="20304" y="13163"/>
                  </a:lnTo>
                  <a:lnTo>
                    <a:pt x="17280" y="13163"/>
                  </a:lnTo>
                  <a:lnTo>
                    <a:pt x="17280" y="20588"/>
                  </a:lnTo>
                  <a:lnTo>
                    <a:pt x="16848" y="21262"/>
                  </a:lnTo>
                  <a:lnTo>
                    <a:pt x="15984" y="21600"/>
                  </a:lnTo>
                  <a:lnTo>
                    <a:pt x="15120" y="21600"/>
                  </a:lnTo>
                  <a:close/>
                  <a:moveTo>
                    <a:pt x="8640" y="18225"/>
                  </a:moveTo>
                  <a:lnTo>
                    <a:pt x="12960" y="18225"/>
                  </a:lnTo>
                  <a:lnTo>
                    <a:pt x="12960" y="10800"/>
                  </a:lnTo>
                  <a:lnTo>
                    <a:pt x="13392" y="10125"/>
                  </a:lnTo>
                  <a:lnTo>
                    <a:pt x="13824" y="9787"/>
                  </a:lnTo>
                  <a:lnTo>
                    <a:pt x="17280" y="9787"/>
                  </a:lnTo>
                  <a:lnTo>
                    <a:pt x="17280" y="8100"/>
                  </a:lnTo>
                  <a:lnTo>
                    <a:pt x="16848" y="6075"/>
                  </a:lnTo>
                  <a:lnTo>
                    <a:pt x="15120" y="4725"/>
                  </a:lnTo>
                  <a:lnTo>
                    <a:pt x="13392" y="3712"/>
                  </a:lnTo>
                  <a:lnTo>
                    <a:pt x="10800" y="3375"/>
                  </a:lnTo>
                  <a:lnTo>
                    <a:pt x="8208" y="3712"/>
                  </a:lnTo>
                  <a:lnTo>
                    <a:pt x="6480" y="4725"/>
                  </a:lnTo>
                  <a:lnTo>
                    <a:pt x="4752" y="6075"/>
                  </a:lnTo>
                  <a:lnTo>
                    <a:pt x="4320" y="8100"/>
                  </a:lnTo>
                  <a:lnTo>
                    <a:pt x="4320" y="9787"/>
                  </a:lnTo>
                  <a:lnTo>
                    <a:pt x="7776" y="9787"/>
                  </a:lnTo>
                  <a:lnTo>
                    <a:pt x="8208" y="10125"/>
                  </a:lnTo>
                  <a:lnTo>
                    <a:pt x="8640" y="10800"/>
                  </a:lnTo>
                  <a:lnTo>
                    <a:pt x="8640" y="18225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50"/>
            <p:cNvSpPr/>
            <p:nvPr/>
          </p:nvSpPr>
          <p:spPr>
            <a:xfrm>
              <a:off x="0" y="343439"/>
              <a:ext cx="410616" cy="134946"/>
            </a:xfrm>
            <a:custGeom>
              <a:rect b="b" l="l" r="r" t="t"/>
              <a:pathLst>
                <a:path extrusionOk="0" h="21600" w="21600">
                  <a:moveTo>
                    <a:pt x="10800" y="21600"/>
                  </a:moveTo>
                  <a:lnTo>
                    <a:pt x="7053" y="20983"/>
                  </a:lnTo>
                  <a:lnTo>
                    <a:pt x="5069" y="20366"/>
                  </a:lnTo>
                  <a:lnTo>
                    <a:pt x="3527" y="19131"/>
                  </a:lnTo>
                  <a:lnTo>
                    <a:pt x="2204" y="17280"/>
                  </a:lnTo>
                  <a:lnTo>
                    <a:pt x="1102" y="14811"/>
                  </a:lnTo>
                  <a:lnTo>
                    <a:pt x="220" y="12960"/>
                  </a:lnTo>
                  <a:lnTo>
                    <a:pt x="0" y="9874"/>
                  </a:lnTo>
                  <a:lnTo>
                    <a:pt x="220" y="7406"/>
                  </a:lnTo>
                  <a:lnTo>
                    <a:pt x="661" y="4320"/>
                  </a:lnTo>
                  <a:lnTo>
                    <a:pt x="2204" y="1851"/>
                  </a:lnTo>
                  <a:lnTo>
                    <a:pt x="3967" y="0"/>
                  </a:lnTo>
                  <a:lnTo>
                    <a:pt x="4849" y="6171"/>
                  </a:lnTo>
                  <a:lnTo>
                    <a:pt x="3527" y="6789"/>
                  </a:lnTo>
                  <a:lnTo>
                    <a:pt x="2645" y="8023"/>
                  </a:lnTo>
                  <a:lnTo>
                    <a:pt x="2204" y="9874"/>
                  </a:lnTo>
                  <a:lnTo>
                    <a:pt x="2645" y="11109"/>
                  </a:lnTo>
                  <a:lnTo>
                    <a:pt x="4188" y="13577"/>
                  </a:lnTo>
                  <a:lnTo>
                    <a:pt x="7053" y="14811"/>
                  </a:lnTo>
                  <a:lnTo>
                    <a:pt x="10800" y="16046"/>
                  </a:lnTo>
                  <a:lnTo>
                    <a:pt x="14547" y="14811"/>
                  </a:lnTo>
                  <a:lnTo>
                    <a:pt x="17412" y="13577"/>
                  </a:lnTo>
                  <a:lnTo>
                    <a:pt x="18955" y="11109"/>
                  </a:lnTo>
                  <a:lnTo>
                    <a:pt x="19396" y="9874"/>
                  </a:lnTo>
                  <a:lnTo>
                    <a:pt x="18955" y="8023"/>
                  </a:lnTo>
                  <a:lnTo>
                    <a:pt x="18514" y="7406"/>
                  </a:lnTo>
                  <a:lnTo>
                    <a:pt x="16971" y="6171"/>
                  </a:lnTo>
                  <a:lnTo>
                    <a:pt x="17633" y="0"/>
                  </a:lnTo>
                  <a:lnTo>
                    <a:pt x="19837" y="1851"/>
                  </a:lnTo>
                  <a:lnTo>
                    <a:pt x="20939" y="4937"/>
                  </a:lnTo>
                  <a:lnTo>
                    <a:pt x="21380" y="7406"/>
                  </a:lnTo>
                  <a:lnTo>
                    <a:pt x="21600" y="9874"/>
                  </a:lnTo>
                  <a:lnTo>
                    <a:pt x="21380" y="12960"/>
                  </a:lnTo>
                  <a:lnTo>
                    <a:pt x="20498" y="14811"/>
                  </a:lnTo>
                  <a:lnTo>
                    <a:pt x="19396" y="17280"/>
                  </a:lnTo>
                  <a:lnTo>
                    <a:pt x="18073" y="19131"/>
                  </a:lnTo>
                  <a:lnTo>
                    <a:pt x="16531" y="20366"/>
                  </a:lnTo>
                  <a:lnTo>
                    <a:pt x="14547" y="20983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4" name="Google Shape;1744;p50"/>
          <p:cNvSpPr/>
          <p:nvPr/>
        </p:nvSpPr>
        <p:spPr>
          <a:xfrm>
            <a:off x="4732866" y="9156700"/>
            <a:ext cx="232848" cy="359856"/>
          </a:xfrm>
          <a:custGeom>
            <a:rect b="b" l="l" r="r" t="t"/>
            <a:pathLst>
              <a:path extrusionOk="0" h="21600" w="21600">
                <a:moveTo>
                  <a:pt x="10983" y="21600"/>
                </a:moveTo>
                <a:lnTo>
                  <a:pt x="14278" y="18586"/>
                </a:lnTo>
                <a:lnTo>
                  <a:pt x="17939" y="14819"/>
                </a:lnTo>
                <a:lnTo>
                  <a:pt x="19403" y="13060"/>
                </a:lnTo>
                <a:lnTo>
                  <a:pt x="20868" y="11051"/>
                </a:lnTo>
                <a:lnTo>
                  <a:pt x="21600" y="7535"/>
                </a:lnTo>
                <a:lnTo>
                  <a:pt x="21600" y="5777"/>
                </a:lnTo>
                <a:lnTo>
                  <a:pt x="20868" y="4521"/>
                </a:lnTo>
                <a:lnTo>
                  <a:pt x="19769" y="3265"/>
                </a:lnTo>
                <a:lnTo>
                  <a:pt x="18671" y="2260"/>
                </a:lnTo>
                <a:lnTo>
                  <a:pt x="16841" y="1256"/>
                </a:lnTo>
                <a:lnTo>
                  <a:pt x="15010" y="502"/>
                </a:lnTo>
                <a:lnTo>
                  <a:pt x="13180" y="0"/>
                </a:lnTo>
                <a:lnTo>
                  <a:pt x="8420" y="0"/>
                </a:lnTo>
                <a:lnTo>
                  <a:pt x="6590" y="502"/>
                </a:lnTo>
                <a:lnTo>
                  <a:pt x="5125" y="1256"/>
                </a:lnTo>
                <a:lnTo>
                  <a:pt x="3295" y="2260"/>
                </a:lnTo>
                <a:lnTo>
                  <a:pt x="1831" y="3265"/>
                </a:lnTo>
                <a:lnTo>
                  <a:pt x="732" y="4521"/>
                </a:lnTo>
                <a:lnTo>
                  <a:pt x="0" y="5777"/>
                </a:lnTo>
                <a:lnTo>
                  <a:pt x="0" y="7535"/>
                </a:lnTo>
                <a:lnTo>
                  <a:pt x="732" y="11051"/>
                </a:lnTo>
                <a:lnTo>
                  <a:pt x="2197" y="13060"/>
                </a:lnTo>
                <a:lnTo>
                  <a:pt x="3661" y="14819"/>
                </a:lnTo>
                <a:lnTo>
                  <a:pt x="7322" y="18586"/>
                </a:lnTo>
                <a:lnTo>
                  <a:pt x="10983" y="21600"/>
                </a:lnTo>
                <a:close/>
                <a:moveTo>
                  <a:pt x="10983" y="2512"/>
                </a:moveTo>
                <a:lnTo>
                  <a:pt x="12081" y="2512"/>
                </a:lnTo>
                <a:lnTo>
                  <a:pt x="13546" y="2763"/>
                </a:lnTo>
                <a:lnTo>
                  <a:pt x="15742" y="4019"/>
                </a:lnTo>
                <a:lnTo>
                  <a:pt x="17573" y="5526"/>
                </a:lnTo>
                <a:lnTo>
                  <a:pt x="17939" y="6530"/>
                </a:lnTo>
                <a:lnTo>
                  <a:pt x="17939" y="8540"/>
                </a:lnTo>
                <a:lnTo>
                  <a:pt x="17207" y="9795"/>
                </a:lnTo>
                <a:lnTo>
                  <a:pt x="15376" y="12558"/>
                </a:lnTo>
                <a:lnTo>
                  <a:pt x="13180" y="15572"/>
                </a:lnTo>
                <a:lnTo>
                  <a:pt x="10983" y="17833"/>
                </a:lnTo>
                <a:lnTo>
                  <a:pt x="8420" y="15572"/>
                </a:lnTo>
                <a:lnTo>
                  <a:pt x="6224" y="12558"/>
                </a:lnTo>
                <a:lnTo>
                  <a:pt x="4393" y="9795"/>
                </a:lnTo>
                <a:lnTo>
                  <a:pt x="3661" y="8540"/>
                </a:lnTo>
                <a:lnTo>
                  <a:pt x="3661" y="6530"/>
                </a:lnTo>
                <a:lnTo>
                  <a:pt x="4027" y="5526"/>
                </a:lnTo>
                <a:lnTo>
                  <a:pt x="5858" y="4019"/>
                </a:lnTo>
                <a:lnTo>
                  <a:pt x="8054" y="2763"/>
                </a:lnTo>
                <a:lnTo>
                  <a:pt x="9519" y="2512"/>
                </a:lnTo>
                <a:lnTo>
                  <a:pt x="10983" y="251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50"/>
          <p:cNvSpPr/>
          <p:nvPr/>
        </p:nvSpPr>
        <p:spPr>
          <a:xfrm>
            <a:off x="4804834" y="9245600"/>
            <a:ext cx="88884" cy="71982"/>
          </a:xfrm>
          <a:custGeom>
            <a:rect b="b" l="l" r="r" t="t"/>
            <a:pathLst>
              <a:path extrusionOk="0" h="21600" w="21600">
                <a:moveTo>
                  <a:pt x="21600" y="11368"/>
                </a:moveTo>
                <a:lnTo>
                  <a:pt x="19326" y="2274"/>
                </a:lnTo>
                <a:lnTo>
                  <a:pt x="14779" y="1137"/>
                </a:lnTo>
                <a:lnTo>
                  <a:pt x="11368" y="0"/>
                </a:lnTo>
                <a:lnTo>
                  <a:pt x="2274" y="2274"/>
                </a:lnTo>
                <a:lnTo>
                  <a:pt x="0" y="11368"/>
                </a:lnTo>
                <a:lnTo>
                  <a:pt x="1137" y="14779"/>
                </a:lnTo>
                <a:lnTo>
                  <a:pt x="2274" y="19326"/>
                </a:lnTo>
                <a:lnTo>
                  <a:pt x="11368" y="21600"/>
                </a:lnTo>
                <a:lnTo>
                  <a:pt x="14779" y="20463"/>
                </a:lnTo>
                <a:lnTo>
                  <a:pt x="19326" y="19326"/>
                </a:lnTo>
                <a:lnTo>
                  <a:pt x="20463" y="14779"/>
                </a:lnTo>
                <a:lnTo>
                  <a:pt x="21600" y="1136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50"/>
          <p:cNvSpPr/>
          <p:nvPr/>
        </p:nvSpPr>
        <p:spPr>
          <a:xfrm>
            <a:off x="4766733" y="9529234"/>
            <a:ext cx="160800" cy="339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47" name="Google Shape;1747;p50"/>
          <p:cNvSpPr/>
          <p:nvPr/>
        </p:nvSpPr>
        <p:spPr>
          <a:xfrm>
            <a:off x="8682567" y="9194800"/>
            <a:ext cx="122742" cy="207414"/>
          </a:xfrm>
          <a:custGeom>
            <a:rect b="b" l="l" r="r" t="t"/>
            <a:pathLst>
              <a:path extrusionOk="0" h="21600" w="21600">
                <a:moveTo>
                  <a:pt x="14400" y="0"/>
                </a:moveTo>
                <a:lnTo>
                  <a:pt x="7200" y="0"/>
                </a:lnTo>
                <a:lnTo>
                  <a:pt x="7200" y="2204"/>
                </a:lnTo>
                <a:lnTo>
                  <a:pt x="4320" y="2645"/>
                </a:lnTo>
                <a:lnTo>
                  <a:pt x="1440" y="4408"/>
                </a:lnTo>
                <a:lnTo>
                  <a:pt x="720" y="5731"/>
                </a:lnTo>
                <a:lnTo>
                  <a:pt x="0" y="7494"/>
                </a:lnTo>
                <a:lnTo>
                  <a:pt x="720" y="9698"/>
                </a:lnTo>
                <a:lnTo>
                  <a:pt x="2880" y="11461"/>
                </a:lnTo>
                <a:lnTo>
                  <a:pt x="5040" y="12343"/>
                </a:lnTo>
                <a:lnTo>
                  <a:pt x="8640" y="12784"/>
                </a:lnTo>
                <a:lnTo>
                  <a:pt x="12240" y="12784"/>
                </a:lnTo>
                <a:lnTo>
                  <a:pt x="12960" y="13665"/>
                </a:lnTo>
                <a:lnTo>
                  <a:pt x="14400" y="14106"/>
                </a:lnTo>
                <a:lnTo>
                  <a:pt x="12960" y="14547"/>
                </a:lnTo>
                <a:lnTo>
                  <a:pt x="12240" y="14988"/>
                </a:lnTo>
                <a:lnTo>
                  <a:pt x="0" y="14988"/>
                </a:lnTo>
                <a:lnTo>
                  <a:pt x="0" y="19396"/>
                </a:lnTo>
                <a:lnTo>
                  <a:pt x="7200" y="19396"/>
                </a:lnTo>
                <a:lnTo>
                  <a:pt x="7200" y="21600"/>
                </a:lnTo>
                <a:lnTo>
                  <a:pt x="14400" y="21600"/>
                </a:lnTo>
                <a:lnTo>
                  <a:pt x="14400" y="19396"/>
                </a:lnTo>
                <a:lnTo>
                  <a:pt x="16560" y="18955"/>
                </a:lnTo>
                <a:lnTo>
                  <a:pt x="19440" y="17192"/>
                </a:lnTo>
                <a:lnTo>
                  <a:pt x="20160" y="15869"/>
                </a:lnTo>
                <a:lnTo>
                  <a:pt x="21600" y="14106"/>
                </a:lnTo>
                <a:lnTo>
                  <a:pt x="20160" y="11902"/>
                </a:lnTo>
                <a:lnTo>
                  <a:pt x="18720" y="10139"/>
                </a:lnTo>
                <a:lnTo>
                  <a:pt x="15840" y="9257"/>
                </a:lnTo>
                <a:lnTo>
                  <a:pt x="12240" y="8816"/>
                </a:lnTo>
                <a:lnTo>
                  <a:pt x="8640" y="8816"/>
                </a:lnTo>
                <a:lnTo>
                  <a:pt x="7920" y="7935"/>
                </a:lnTo>
                <a:lnTo>
                  <a:pt x="7200" y="7494"/>
                </a:lnTo>
                <a:lnTo>
                  <a:pt x="8640" y="6612"/>
                </a:lnTo>
                <a:lnTo>
                  <a:pt x="21600" y="6612"/>
                </a:lnTo>
                <a:lnTo>
                  <a:pt x="21600" y="2204"/>
                </a:lnTo>
                <a:lnTo>
                  <a:pt x="14400" y="2204"/>
                </a:lnTo>
                <a:lnTo>
                  <a:pt x="144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8" name="Google Shape;1748;p50"/>
          <p:cNvSpPr/>
          <p:nvPr/>
        </p:nvSpPr>
        <p:spPr>
          <a:xfrm>
            <a:off x="8585200" y="9131300"/>
            <a:ext cx="321732" cy="419094"/>
          </a:xfrm>
          <a:custGeom>
            <a:rect b="b" l="l" r="r" t="t"/>
            <a:pathLst>
              <a:path extrusionOk="0" h="21600" w="21600">
                <a:moveTo>
                  <a:pt x="10937" y="0"/>
                </a:moveTo>
                <a:lnTo>
                  <a:pt x="8749" y="216"/>
                </a:lnTo>
                <a:lnTo>
                  <a:pt x="6835" y="864"/>
                </a:lnTo>
                <a:lnTo>
                  <a:pt x="4922" y="1296"/>
                </a:lnTo>
                <a:lnTo>
                  <a:pt x="3008" y="2376"/>
                </a:lnTo>
                <a:lnTo>
                  <a:pt x="1641" y="3672"/>
                </a:lnTo>
                <a:lnTo>
                  <a:pt x="1094" y="5400"/>
                </a:lnTo>
                <a:lnTo>
                  <a:pt x="0" y="8424"/>
                </a:lnTo>
                <a:lnTo>
                  <a:pt x="1094" y="12312"/>
                </a:lnTo>
                <a:lnTo>
                  <a:pt x="2461" y="13824"/>
                </a:lnTo>
                <a:lnTo>
                  <a:pt x="3828" y="15768"/>
                </a:lnTo>
                <a:lnTo>
                  <a:pt x="7109" y="19008"/>
                </a:lnTo>
                <a:lnTo>
                  <a:pt x="10937" y="21600"/>
                </a:lnTo>
                <a:lnTo>
                  <a:pt x="14491" y="19008"/>
                </a:lnTo>
                <a:lnTo>
                  <a:pt x="18046" y="15768"/>
                </a:lnTo>
                <a:lnTo>
                  <a:pt x="19413" y="13824"/>
                </a:lnTo>
                <a:lnTo>
                  <a:pt x="20506" y="12312"/>
                </a:lnTo>
                <a:lnTo>
                  <a:pt x="21327" y="10368"/>
                </a:lnTo>
                <a:lnTo>
                  <a:pt x="21600" y="8424"/>
                </a:lnTo>
                <a:lnTo>
                  <a:pt x="21327" y="6912"/>
                </a:lnTo>
                <a:lnTo>
                  <a:pt x="20506" y="5400"/>
                </a:lnTo>
                <a:lnTo>
                  <a:pt x="19959" y="3672"/>
                </a:lnTo>
                <a:lnTo>
                  <a:pt x="18592" y="2376"/>
                </a:lnTo>
                <a:lnTo>
                  <a:pt x="16952" y="1296"/>
                </a:lnTo>
                <a:lnTo>
                  <a:pt x="15038" y="864"/>
                </a:lnTo>
                <a:lnTo>
                  <a:pt x="12851" y="216"/>
                </a:lnTo>
                <a:lnTo>
                  <a:pt x="10937" y="0"/>
                </a:lnTo>
                <a:close/>
                <a:moveTo>
                  <a:pt x="10937" y="19008"/>
                </a:moveTo>
                <a:lnTo>
                  <a:pt x="8476" y="16848"/>
                </a:lnTo>
                <a:lnTo>
                  <a:pt x="5742" y="14040"/>
                </a:lnTo>
                <a:lnTo>
                  <a:pt x="4375" y="12744"/>
                </a:lnTo>
                <a:lnTo>
                  <a:pt x="3828" y="11448"/>
                </a:lnTo>
                <a:lnTo>
                  <a:pt x="3008" y="9936"/>
                </a:lnTo>
                <a:lnTo>
                  <a:pt x="2734" y="8424"/>
                </a:lnTo>
                <a:lnTo>
                  <a:pt x="2734" y="7128"/>
                </a:lnTo>
                <a:lnTo>
                  <a:pt x="3554" y="6048"/>
                </a:lnTo>
                <a:lnTo>
                  <a:pt x="4101" y="4968"/>
                </a:lnTo>
                <a:lnTo>
                  <a:pt x="5195" y="3888"/>
                </a:lnTo>
                <a:lnTo>
                  <a:pt x="7929" y="2592"/>
                </a:lnTo>
                <a:lnTo>
                  <a:pt x="9296" y="2160"/>
                </a:lnTo>
                <a:lnTo>
                  <a:pt x="12577" y="2160"/>
                </a:lnTo>
                <a:lnTo>
                  <a:pt x="13944" y="2592"/>
                </a:lnTo>
                <a:lnTo>
                  <a:pt x="16678" y="3888"/>
                </a:lnTo>
                <a:lnTo>
                  <a:pt x="18319" y="6048"/>
                </a:lnTo>
                <a:lnTo>
                  <a:pt x="18866" y="7128"/>
                </a:lnTo>
                <a:lnTo>
                  <a:pt x="18866" y="8424"/>
                </a:lnTo>
                <a:lnTo>
                  <a:pt x="18592" y="9936"/>
                </a:lnTo>
                <a:lnTo>
                  <a:pt x="18046" y="11448"/>
                </a:lnTo>
                <a:lnTo>
                  <a:pt x="17225" y="12744"/>
                </a:lnTo>
                <a:lnTo>
                  <a:pt x="15858" y="14040"/>
                </a:lnTo>
                <a:lnTo>
                  <a:pt x="13124" y="16848"/>
                </a:lnTo>
                <a:lnTo>
                  <a:pt x="10937" y="1900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50"/>
          <p:cNvSpPr/>
          <p:nvPr/>
        </p:nvSpPr>
        <p:spPr>
          <a:xfrm>
            <a:off x="5655733" y="9131300"/>
            <a:ext cx="334422" cy="419094"/>
          </a:xfrm>
          <a:custGeom>
            <a:rect b="b" l="l" r="r" t="t"/>
            <a:pathLst>
              <a:path extrusionOk="0" h="21600" w="21600">
                <a:moveTo>
                  <a:pt x="10663" y="0"/>
                </a:moveTo>
                <a:lnTo>
                  <a:pt x="8749" y="216"/>
                </a:lnTo>
                <a:lnTo>
                  <a:pt x="6835" y="864"/>
                </a:lnTo>
                <a:lnTo>
                  <a:pt x="4648" y="1296"/>
                </a:lnTo>
                <a:lnTo>
                  <a:pt x="3008" y="2376"/>
                </a:lnTo>
                <a:lnTo>
                  <a:pt x="1641" y="3672"/>
                </a:lnTo>
                <a:lnTo>
                  <a:pt x="1094" y="5400"/>
                </a:lnTo>
                <a:lnTo>
                  <a:pt x="273" y="6912"/>
                </a:lnTo>
                <a:lnTo>
                  <a:pt x="0" y="8424"/>
                </a:lnTo>
                <a:lnTo>
                  <a:pt x="273" y="10368"/>
                </a:lnTo>
                <a:lnTo>
                  <a:pt x="1094" y="12312"/>
                </a:lnTo>
                <a:lnTo>
                  <a:pt x="2461" y="13824"/>
                </a:lnTo>
                <a:lnTo>
                  <a:pt x="3554" y="15768"/>
                </a:lnTo>
                <a:lnTo>
                  <a:pt x="7109" y="19008"/>
                </a:lnTo>
                <a:lnTo>
                  <a:pt x="10663" y="21600"/>
                </a:lnTo>
                <a:lnTo>
                  <a:pt x="14491" y="19008"/>
                </a:lnTo>
                <a:lnTo>
                  <a:pt x="17772" y="15768"/>
                </a:lnTo>
                <a:lnTo>
                  <a:pt x="19139" y="13824"/>
                </a:lnTo>
                <a:lnTo>
                  <a:pt x="20506" y="12312"/>
                </a:lnTo>
                <a:lnTo>
                  <a:pt x="21327" y="10368"/>
                </a:lnTo>
                <a:lnTo>
                  <a:pt x="21600" y="8424"/>
                </a:lnTo>
                <a:lnTo>
                  <a:pt x="21327" y="6912"/>
                </a:lnTo>
                <a:lnTo>
                  <a:pt x="20506" y="5400"/>
                </a:lnTo>
                <a:lnTo>
                  <a:pt x="19959" y="3672"/>
                </a:lnTo>
                <a:lnTo>
                  <a:pt x="18592" y="2376"/>
                </a:lnTo>
                <a:lnTo>
                  <a:pt x="16952" y="1296"/>
                </a:lnTo>
                <a:lnTo>
                  <a:pt x="14765" y="864"/>
                </a:lnTo>
                <a:lnTo>
                  <a:pt x="12851" y="216"/>
                </a:lnTo>
                <a:lnTo>
                  <a:pt x="10663" y="0"/>
                </a:lnTo>
                <a:close/>
                <a:moveTo>
                  <a:pt x="10663" y="19008"/>
                </a:moveTo>
                <a:lnTo>
                  <a:pt x="8476" y="16848"/>
                </a:lnTo>
                <a:lnTo>
                  <a:pt x="5742" y="14040"/>
                </a:lnTo>
                <a:lnTo>
                  <a:pt x="4375" y="12744"/>
                </a:lnTo>
                <a:lnTo>
                  <a:pt x="3554" y="11448"/>
                </a:lnTo>
                <a:lnTo>
                  <a:pt x="3008" y="9936"/>
                </a:lnTo>
                <a:lnTo>
                  <a:pt x="2734" y="8424"/>
                </a:lnTo>
                <a:lnTo>
                  <a:pt x="2734" y="7128"/>
                </a:lnTo>
                <a:lnTo>
                  <a:pt x="3281" y="6048"/>
                </a:lnTo>
                <a:lnTo>
                  <a:pt x="4922" y="3888"/>
                </a:lnTo>
                <a:lnTo>
                  <a:pt x="7656" y="2592"/>
                </a:lnTo>
                <a:lnTo>
                  <a:pt x="9023" y="2160"/>
                </a:lnTo>
                <a:lnTo>
                  <a:pt x="12577" y="2160"/>
                </a:lnTo>
                <a:lnTo>
                  <a:pt x="13671" y="2592"/>
                </a:lnTo>
                <a:lnTo>
                  <a:pt x="16405" y="3888"/>
                </a:lnTo>
                <a:lnTo>
                  <a:pt x="17499" y="4968"/>
                </a:lnTo>
                <a:lnTo>
                  <a:pt x="18046" y="6048"/>
                </a:lnTo>
                <a:lnTo>
                  <a:pt x="18866" y="7128"/>
                </a:lnTo>
                <a:lnTo>
                  <a:pt x="18866" y="8424"/>
                </a:lnTo>
                <a:lnTo>
                  <a:pt x="18592" y="9936"/>
                </a:lnTo>
                <a:lnTo>
                  <a:pt x="17772" y="11448"/>
                </a:lnTo>
                <a:lnTo>
                  <a:pt x="17225" y="12744"/>
                </a:lnTo>
                <a:lnTo>
                  <a:pt x="15858" y="14040"/>
                </a:lnTo>
                <a:lnTo>
                  <a:pt x="13124" y="16848"/>
                </a:lnTo>
                <a:lnTo>
                  <a:pt x="10663" y="1900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p50"/>
          <p:cNvSpPr/>
          <p:nvPr/>
        </p:nvSpPr>
        <p:spPr>
          <a:xfrm>
            <a:off x="5744634" y="9220200"/>
            <a:ext cx="160866" cy="160866"/>
          </a:xfrm>
          <a:custGeom>
            <a:rect b="b" l="l" r="r" t="t"/>
            <a:pathLst>
              <a:path extrusionOk="0" h="21600" w="21600">
                <a:moveTo>
                  <a:pt x="13292" y="0"/>
                </a:moveTo>
                <a:lnTo>
                  <a:pt x="7754" y="0"/>
                </a:lnTo>
                <a:lnTo>
                  <a:pt x="7754" y="8308"/>
                </a:lnTo>
                <a:lnTo>
                  <a:pt x="0" y="8308"/>
                </a:lnTo>
                <a:lnTo>
                  <a:pt x="0" y="13292"/>
                </a:lnTo>
                <a:lnTo>
                  <a:pt x="7754" y="13292"/>
                </a:lnTo>
                <a:lnTo>
                  <a:pt x="7754" y="21600"/>
                </a:lnTo>
                <a:lnTo>
                  <a:pt x="13292" y="21600"/>
                </a:lnTo>
                <a:lnTo>
                  <a:pt x="13292" y="13292"/>
                </a:lnTo>
                <a:lnTo>
                  <a:pt x="21600" y="13292"/>
                </a:lnTo>
                <a:lnTo>
                  <a:pt x="21600" y="8308"/>
                </a:lnTo>
                <a:lnTo>
                  <a:pt x="13292" y="8308"/>
                </a:lnTo>
                <a:lnTo>
                  <a:pt x="13292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1" name="Google Shape;1751;p50"/>
          <p:cNvSpPr/>
          <p:nvPr/>
        </p:nvSpPr>
        <p:spPr>
          <a:xfrm>
            <a:off x="6633634" y="9131300"/>
            <a:ext cx="334422" cy="419094"/>
          </a:xfrm>
          <a:custGeom>
            <a:rect b="b" l="l" r="r" t="t"/>
            <a:pathLst>
              <a:path extrusionOk="0" h="21600" w="21600">
                <a:moveTo>
                  <a:pt x="10663" y="0"/>
                </a:moveTo>
                <a:lnTo>
                  <a:pt x="8749" y="216"/>
                </a:lnTo>
                <a:lnTo>
                  <a:pt x="6562" y="864"/>
                </a:lnTo>
                <a:lnTo>
                  <a:pt x="4648" y="1296"/>
                </a:lnTo>
                <a:lnTo>
                  <a:pt x="3008" y="2376"/>
                </a:lnTo>
                <a:lnTo>
                  <a:pt x="1641" y="3672"/>
                </a:lnTo>
                <a:lnTo>
                  <a:pt x="820" y="5400"/>
                </a:lnTo>
                <a:lnTo>
                  <a:pt x="273" y="6912"/>
                </a:lnTo>
                <a:lnTo>
                  <a:pt x="0" y="8424"/>
                </a:lnTo>
                <a:lnTo>
                  <a:pt x="273" y="10368"/>
                </a:lnTo>
                <a:lnTo>
                  <a:pt x="820" y="12312"/>
                </a:lnTo>
                <a:lnTo>
                  <a:pt x="2187" y="13824"/>
                </a:lnTo>
                <a:lnTo>
                  <a:pt x="3554" y="15768"/>
                </a:lnTo>
                <a:lnTo>
                  <a:pt x="7109" y="19008"/>
                </a:lnTo>
                <a:lnTo>
                  <a:pt x="10663" y="21600"/>
                </a:lnTo>
                <a:lnTo>
                  <a:pt x="14491" y="19008"/>
                </a:lnTo>
                <a:lnTo>
                  <a:pt x="17772" y="15768"/>
                </a:lnTo>
                <a:lnTo>
                  <a:pt x="19139" y="13824"/>
                </a:lnTo>
                <a:lnTo>
                  <a:pt x="20506" y="12312"/>
                </a:lnTo>
                <a:lnTo>
                  <a:pt x="21600" y="8424"/>
                </a:lnTo>
                <a:lnTo>
                  <a:pt x="20506" y="5400"/>
                </a:lnTo>
                <a:lnTo>
                  <a:pt x="19686" y="3672"/>
                </a:lnTo>
                <a:lnTo>
                  <a:pt x="18592" y="2376"/>
                </a:lnTo>
                <a:lnTo>
                  <a:pt x="16678" y="1296"/>
                </a:lnTo>
                <a:lnTo>
                  <a:pt x="14765" y="864"/>
                </a:lnTo>
                <a:lnTo>
                  <a:pt x="12851" y="216"/>
                </a:lnTo>
                <a:lnTo>
                  <a:pt x="10663" y="0"/>
                </a:lnTo>
                <a:close/>
                <a:moveTo>
                  <a:pt x="10663" y="19008"/>
                </a:moveTo>
                <a:lnTo>
                  <a:pt x="8476" y="16848"/>
                </a:lnTo>
                <a:lnTo>
                  <a:pt x="5742" y="14040"/>
                </a:lnTo>
                <a:lnTo>
                  <a:pt x="4375" y="12744"/>
                </a:lnTo>
                <a:lnTo>
                  <a:pt x="3554" y="11448"/>
                </a:lnTo>
                <a:lnTo>
                  <a:pt x="3008" y="9936"/>
                </a:lnTo>
                <a:lnTo>
                  <a:pt x="2734" y="8424"/>
                </a:lnTo>
                <a:lnTo>
                  <a:pt x="2734" y="7128"/>
                </a:lnTo>
                <a:lnTo>
                  <a:pt x="3828" y="4968"/>
                </a:lnTo>
                <a:lnTo>
                  <a:pt x="4922" y="3888"/>
                </a:lnTo>
                <a:lnTo>
                  <a:pt x="7656" y="2592"/>
                </a:lnTo>
                <a:lnTo>
                  <a:pt x="9023" y="2160"/>
                </a:lnTo>
                <a:lnTo>
                  <a:pt x="12304" y="2160"/>
                </a:lnTo>
                <a:lnTo>
                  <a:pt x="13671" y="2592"/>
                </a:lnTo>
                <a:lnTo>
                  <a:pt x="16405" y="3888"/>
                </a:lnTo>
                <a:lnTo>
                  <a:pt x="17499" y="4968"/>
                </a:lnTo>
                <a:lnTo>
                  <a:pt x="18046" y="6048"/>
                </a:lnTo>
                <a:lnTo>
                  <a:pt x="18866" y="7128"/>
                </a:lnTo>
                <a:lnTo>
                  <a:pt x="18866" y="8424"/>
                </a:lnTo>
                <a:lnTo>
                  <a:pt x="18592" y="9936"/>
                </a:lnTo>
                <a:lnTo>
                  <a:pt x="17772" y="11448"/>
                </a:lnTo>
                <a:lnTo>
                  <a:pt x="17225" y="12744"/>
                </a:lnTo>
                <a:lnTo>
                  <a:pt x="15858" y="14040"/>
                </a:lnTo>
                <a:lnTo>
                  <a:pt x="13124" y="16848"/>
                </a:lnTo>
                <a:lnTo>
                  <a:pt x="10663" y="1900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p50"/>
          <p:cNvSpPr/>
          <p:nvPr/>
        </p:nvSpPr>
        <p:spPr>
          <a:xfrm>
            <a:off x="6718301" y="9279466"/>
            <a:ext cx="1608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53" name="Google Shape;1753;p50"/>
          <p:cNvSpPr/>
          <p:nvPr/>
        </p:nvSpPr>
        <p:spPr>
          <a:xfrm>
            <a:off x="10536767" y="9131300"/>
            <a:ext cx="321732" cy="419094"/>
          </a:xfrm>
          <a:custGeom>
            <a:rect b="b" l="l" r="r" t="t"/>
            <a:pathLst>
              <a:path extrusionOk="0" h="21600" w="21600">
                <a:moveTo>
                  <a:pt x="10663" y="0"/>
                </a:moveTo>
                <a:lnTo>
                  <a:pt x="8749" y="216"/>
                </a:lnTo>
                <a:lnTo>
                  <a:pt x="6835" y="864"/>
                </a:lnTo>
                <a:lnTo>
                  <a:pt x="4648" y="1296"/>
                </a:lnTo>
                <a:lnTo>
                  <a:pt x="3008" y="2376"/>
                </a:lnTo>
                <a:lnTo>
                  <a:pt x="1641" y="3672"/>
                </a:lnTo>
                <a:lnTo>
                  <a:pt x="1094" y="5400"/>
                </a:lnTo>
                <a:lnTo>
                  <a:pt x="273" y="6912"/>
                </a:lnTo>
                <a:lnTo>
                  <a:pt x="0" y="8424"/>
                </a:lnTo>
                <a:lnTo>
                  <a:pt x="273" y="10368"/>
                </a:lnTo>
                <a:lnTo>
                  <a:pt x="1094" y="12312"/>
                </a:lnTo>
                <a:lnTo>
                  <a:pt x="2187" y="13824"/>
                </a:lnTo>
                <a:lnTo>
                  <a:pt x="3554" y="15768"/>
                </a:lnTo>
                <a:lnTo>
                  <a:pt x="7109" y="19008"/>
                </a:lnTo>
                <a:lnTo>
                  <a:pt x="10663" y="21600"/>
                </a:lnTo>
                <a:lnTo>
                  <a:pt x="14491" y="19008"/>
                </a:lnTo>
                <a:lnTo>
                  <a:pt x="17772" y="15768"/>
                </a:lnTo>
                <a:lnTo>
                  <a:pt x="19139" y="13824"/>
                </a:lnTo>
                <a:lnTo>
                  <a:pt x="20506" y="12312"/>
                </a:lnTo>
                <a:lnTo>
                  <a:pt x="21327" y="10368"/>
                </a:lnTo>
                <a:lnTo>
                  <a:pt x="21600" y="8424"/>
                </a:lnTo>
                <a:lnTo>
                  <a:pt x="21327" y="6912"/>
                </a:lnTo>
                <a:lnTo>
                  <a:pt x="20506" y="5400"/>
                </a:lnTo>
                <a:lnTo>
                  <a:pt x="19959" y="3672"/>
                </a:lnTo>
                <a:lnTo>
                  <a:pt x="18592" y="2376"/>
                </a:lnTo>
                <a:lnTo>
                  <a:pt x="16952" y="1296"/>
                </a:lnTo>
                <a:lnTo>
                  <a:pt x="14765" y="864"/>
                </a:lnTo>
                <a:lnTo>
                  <a:pt x="12851" y="216"/>
                </a:lnTo>
                <a:lnTo>
                  <a:pt x="10663" y="0"/>
                </a:lnTo>
                <a:close/>
                <a:moveTo>
                  <a:pt x="10663" y="19008"/>
                </a:moveTo>
                <a:lnTo>
                  <a:pt x="8476" y="16848"/>
                </a:lnTo>
                <a:lnTo>
                  <a:pt x="5742" y="14040"/>
                </a:lnTo>
                <a:lnTo>
                  <a:pt x="4375" y="12744"/>
                </a:lnTo>
                <a:lnTo>
                  <a:pt x="3554" y="11448"/>
                </a:lnTo>
                <a:lnTo>
                  <a:pt x="3008" y="9936"/>
                </a:lnTo>
                <a:lnTo>
                  <a:pt x="2734" y="8424"/>
                </a:lnTo>
                <a:lnTo>
                  <a:pt x="2734" y="7128"/>
                </a:lnTo>
                <a:lnTo>
                  <a:pt x="3281" y="6048"/>
                </a:lnTo>
                <a:lnTo>
                  <a:pt x="4922" y="3888"/>
                </a:lnTo>
                <a:lnTo>
                  <a:pt x="7656" y="2592"/>
                </a:lnTo>
                <a:lnTo>
                  <a:pt x="9023" y="2160"/>
                </a:lnTo>
                <a:lnTo>
                  <a:pt x="12304" y="2160"/>
                </a:lnTo>
                <a:lnTo>
                  <a:pt x="13671" y="2592"/>
                </a:lnTo>
                <a:lnTo>
                  <a:pt x="16405" y="3888"/>
                </a:lnTo>
                <a:lnTo>
                  <a:pt x="17499" y="4968"/>
                </a:lnTo>
                <a:lnTo>
                  <a:pt x="18046" y="6048"/>
                </a:lnTo>
                <a:lnTo>
                  <a:pt x="18866" y="7128"/>
                </a:lnTo>
                <a:lnTo>
                  <a:pt x="18866" y="8424"/>
                </a:lnTo>
                <a:lnTo>
                  <a:pt x="18592" y="9936"/>
                </a:lnTo>
                <a:lnTo>
                  <a:pt x="17772" y="11448"/>
                </a:lnTo>
                <a:lnTo>
                  <a:pt x="17225" y="12744"/>
                </a:lnTo>
                <a:lnTo>
                  <a:pt x="15858" y="14040"/>
                </a:lnTo>
                <a:lnTo>
                  <a:pt x="13124" y="16848"/>
                </a:lnTo>
                <a:lnTo>
                  <a:pt x="10663" y="1900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50"/>
          <p:cNvSpPr/>
          <p:nvPr/>
        </p:nvSpPr>
        <p:spPr>
          <a:xfrm>
            <a:off x="10621434" y="9220200"/>
            <a:ext cx="160866" cy="160866"/>
          </a:xfrm>
          <a:custGeom>
            <a:rect b="b" l="l" r="r" t="t"/>
            <a:pathLst>
              <a:path extrusionOk="0" h="21600" w="21600">
                <a:moveTo>
                  <a:pt x="10523" y="0"/>
                </a:moveTo>
                <a:lnTo>
                  <a:pt x="8862" y="0"/>
                </a:lnTo>
                <a:lnTo>
                  <a:pt x="6646" y="554"/>
                </a:lnTo>
                <a:lnTo>
                  <a:pt x="3323" y="3323"/>
                </a:lnTo>
                <a:lnTo>
                  <a:pt x="554" y="6646"/>
                </a:lnTo>
                <a:lnTo>
                  <a:pt x="0" y="8862"/>
                </a:lnTo>
                <a:lnTo>
                  <a:pt x="0" y="16062"/>
                </a:lnTo>
                <a:lnTo>
                  <a:pt x="2769" y="16062"/>
                </a:lnTo>
                <a:lnTo>
                  <a:pt x="2769" y="20492"/>
                </a:lnTo>
                <a:lnTo>
                  <a:pt x="3877" y="21600"/>
                </a:lnTo>
                <a:lnTo>
                  <a:pt x="17723" y="21600"/>
                </a:lnTo>
                <a:lnTo>
                  <a:pt x="18831" y="20492"/>
                </a:lnTo>
                <a:lnTo>
                  <a:pt x="18831" y="16062"/>
                </a:lnTo>
                <a:lnTo>
                  <a:pt x="21600" y="16062"/>
                </a:lnTo>
                <a:lnTo>
                  <a:pt x="21600" y="8862"/>
                </a:lnTo>
                <a:lnTo>
                  <a:pt x="21046" y="6646"/>
                </a:lnTo>
                <a:lnTo>
                  <a:pt x="18277" y="3323"/>
                </a:lnTo>
                <a:lnTo>
                  <a:pt x="14954" y="554"/>
                </a:lnTo>
                <a:lnTo>
                  <a:pt x="12738" y="0"/>
                </a:lnTo>
                <a:lnTo>
                  <a:pt x="10523" y="0"/>
                </a:lnTo>
                <a:close/>
                <a:moveTo>
                  <a:pt x="4985" y="13292"/>
                </a:moveTo>
                <a:lnTo>
                  <a:pt x="3877" y="13292"/>
                </a:lnTo>
                <a:lnTo>
                  <a:pt x="2769" y="12185"/>
                </a:lnTo>
                <a:lnTo>
                  <a:pt x="2769" y="9415"/>
                </a:lnTo>
                <a:lnTo>
                  <a:pt x="3877" y="8308"/>
                </a:lnTo>
                <a:lnTo>
                  <a:pt x="6646" y="8308"/>
                </a:lnTo>
                <a:lnTo>
                  <a:pt x="7754" y="9415"/>
                </a:lnTo>
                <a:lnTo>
                  <a:pt x="7754" y="12185"/>
                </a:lnTo>
                <a:lnTo>
                  <a:pt x="6646" y="13292"/>
                </a:lnTo>
                <a:lnTo>
                  <a:pt x="4985" y="13292"/>
                </a:lnTo>
                <a:close/>
                <a:moveTo>
                  <a:pt x="16062" y="13292"/>
                </a:moveTo>
                <a:lnTo>
                  <a:pt x="14954" y="13292"/>
                </a:lnTo>
                <a:lnTo>
                  <a:pt x="13846" y="12738"/>
                </a:lnTo>
                <a:lnTo>
                  <a:pt x="13292" y="12185"/>
                </a:lnTo>
                <a:lnTo>
                  <a:pt x="13292" y="9415"/>
                </a:lnTo>
                <a:lnTo>
                  <a:pt x="13846" y="8862"/>
                </a:lnTo>
                <a:lnTo>
                  <a:pt x="14954" y="8308"/>
                </a:lnTo>
                <a:lnTo>
                  <a:pt x="17723" y="8308"/>
                </a:lnTo>
                <a:lnTo>
                  <a:pt x="18831" y="9415"/>
                </a:lnTo>
                <a:lnTo>
                  <a:pt x="18831" y="12185"/>
                </a:lnTo>
                <a:lnTo>
                  <a:pt x="17723" y="13292"/>
                </a:lnTo>
                <a:lnTo>
                  <a:pt x="16062" y="1329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5" name="Google Shape;1755;p50"/>
          <p:cNvGrpSpPr/>
          <p:nvPr/>
        </p:nvGrpSpPr>
        <p:grpSpPr>
          <a:xfrm>
            <a:off x="1731433" y="9118598"/>
            <a:ext cx="381024" cy="410660"/>
            <a:chOff x="-1" y="-1"/>
            <a:chExt cx="381024" cy="410660"/>
          </a:xfrm>
        </p:grpSpPr>
        <p:sp>
          <p:nvSpPr>
            <p:cNvPr id="1756" name="Google Shape;1756;p50"/>
            <p:cNvSpPr/>
            <p:nvPr/>
          </p:nvSpPr>
          <p:spPr>
            <a:xfrm>
              <a:off x="98321" y="-1"/>
              <a:ext cx="196668" cy="348408"/>
            </a:xfrm>
            <a:custGeom>
              <a:rect b="b" l="l" r="r" t="t"/>
              <a:pathLst>
                <a:path extrusionOk="0" h="21600" w="21600">
                  <a:moveTo>
                    <a:pt x="10580" y="21600"/>
                  </a:moveTo>
                  <a:lnTo>
                    <a:pt x="9698" y="21343"/>
                  </a:lnTo>
                  <a:lnTo>
                    <a:pt x="8376" y="20829"/>
                  </a:lnTo>
                  <a:lnTo>
                    <a:pt x="3527" y="13886"/>
                  </a:lnTo>
                  <a:lnTo>
                    <a:pt x="882" y="9514"/>
                  </a:lnTo>
                  <a:lnTo>
                    <a:pt x="441" y="7714"/>
                  </a:lnTo>
                  <a:lnTo>
                    <a:pt x="0" y="6429"/>
                  </a:lnTo>
                  <a:lnTo>
                    <a:pt x="0" y="5143"/>
                  </a:lnTo>
                  <a:lnTo>
                    <a:pt x="882" y="3857"/>
                  </a:lnTo>
                  <a:lnTo>
                    <a:pt x="1322" y="2829"/>
                  </a:lnTo>
                  <a:lnTo>
                    <a:pt x="3086" y="1800"/>
                  </a:lnTo>
                  <a:lnTo>
                    <a:pt x="4849" y="1029"/>
                  </a:lnTo>
                  <a:lnTo>
                    <a:pt x="6171" y="771"/>
                  </a:lnTo>
                  <a:lnTo>
                    <a:pt x="8376" y="0"/>
                  </a:lnTo>
                  <a:lnTo>
                    <a:pt x="12784" y="0"/>
                  </a:lnTo>
                  <a:lnTo>
                    <a:pt x="14988" y="771"/>
                  </a:lnTo>
                  <a:lnTo>
                    <a:pt x="16751" y="1029"/>
                  </a:lnTo>
                  <a:lnTo>
                    <a:pt x="19837" y="2829"/>
                  </a:lnTo>
                  <a:lnTo>
                    <a:pt x="20278" y="3857"/>
                  </a:lnTo>
                  <a:lnTo>
                    <a:pt x="21600" y="5143"/>
                  </a:lnTo>
                  <a:lnTo>
                    <a:pt x="21600" y="6429"/>
                  </a:lnTo>
                  <a:lnTo>
                    <a:pt x="21159" y="7714"/>
                  </a:lnTo>
                  <a:lnTo>
                    <a:pt x="20278" y="9514"/>
                  </a:lnTo>
                  <a:lnTo>
                    <a:pt x="17633" y="13886"/>
                  </a:lnTo>
                  <a:lnTo>
                    <a:pt x="12784" y="20829"/>
                  </a:lnTo>
                  <a:lnTo>
                    <a:pt x="11902" y="21343"/>
                  </a:lnTo>
                  <a:lnTo>
                    <a:pt x="10580" y="21600"/>
                  </a:lnTo>
                  <a:close/>
                  <a:moveTo>
                    <a:pt x="10580" y="2571"/>
                  </a:moveTo>
                  <a:lnTo>
                    <a:pt x="7935" y="2829"/>
                  </a:lnTo>
                  <a:lnTo>
                    <a:pt x="6171" y="3857"/>
                  </a:lnTo>
                  <a:lnTo>
                    <a:pt x="4849" y="4886"/>
                  </a:lnTo>
                  <a:lnTo>
                    <a:pt x="3967" y="6429"/>
                  </a:lnTo>
                  <a:lnTo>
                    <a:pt x="4849" y="7971"/>
                  </a:lnTo>
                  <a:lnTo>
                    <a:pt x="6171" y="10800"/>
                  </a:lnTo>
                  <a:lnTo>
                    <a:pt x="10580" y="17229"/>
                  </a:lnTo>
                  <a:lnTo>
                    <a:pt x="14988" y="10800"/>
                  </a:lnTo>
                  <a:lnTo>
                    <a:pt x="16751" y="7971"/>
                  </a:lnTo>
                  <a:lnTo>
                    <a:pt x="17192" y="6429"/>
                  </a:lnTo>
                  <a:lnTo>
                    <a:pt x="16751" y="4886"/>
                  </a:lnTo>
                  <a:lnTo>
                    <a:pt x="13224" y="2829"/>
                  </a:lnTo>
                  <a:lnTo>
                    <a:pt x="10580" y="2571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7" name="Google Shape;1757;p50"/>
            <p:cNvSpPr/>
            <p:nvPr/>
          </p:nvSpPr>
          <p:spPr>
            <a:xfrm>
              <a:off x="159775" y="62222"/>
              <a:ext cx="61452" cy="62208"/>
            </a:xfrm>
            <a:custGeom>
              <a:rect b="b" l="l" r="r" t="t"/>
              <a:pathLst>
                <a:path extrusionOk="0" h="21600" w="21600">
                  <a:moveTo>
                    <a:pt x="21600" y="11520"/>
                  </a:moveTo>
                  <a:lnTo>
                    <a:pt x="21600" y="14400"/>
                  </a:lnTo>
                  <a:lnTo>
                    <a:pt x="14400" y="21600"/>
                  </a:lnTo>
                  <a:lnTo>
                    <a:pt x="7200" y="21600"/>
                  </a:lnTo>
                  <a:lnTo>
                    <a:pt x="2880" y="18720"/>
                  </a:lnTo>
                  <a:lnTo>
                    <a:pt x="0" y="14400"/>
                  </a:lnTo>
                  <a:lnTo>
                    <a:pt x="0" y="7200"/>
                  </a:lnTo>
                  <a:lnTo>
                    <a:pt x="7200" y="0"/>
                  </a:lnTo>
                  <a:lnTo>
                    <a:pt x="14400" y="0"/>
                  </a:lnTo>
                  <a:lnTo>
                    <a:pt x="17280" y="4320"/>
                  </a:lnTo>
                  <a:lnTo>
                    <a:pt x="21600" y="7200"/>
                  </a:lnTo>
                  <a:lnTo>
                    <a:pt x="21600" y="1152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8" name="Google Shape;1758;p50"/>
            <p:cNvSpPr/>
            <p:nvPr/>
          </p:nvSpPr>
          <p:spPr>
            <a:xfrm>
              <a:off x="-1" y="223981"/>
              <a:ext cx="381024" cy="186678"/>
            </a:xfrm>
            <a:custGeom>
              <a:rect b="b" l="l" r="r" t="t"/>
              <a:pathLst>
                <a:path extrusionOk="0" h="21600" w="21600">
                  <a:moveTo>
                    <a:pt x="19302" y="21600"/>
                  </a:moveTo>
                  <a:lnTo>
                    <a:pt x="2298" y="21600"/>
                  </a:lnTo>
                  <a:lnTo>
                    <a:pt x="1149" y="20640"/>
                  </a:lnTo>
                  <a:lnTo>
                    <a:pt x="460" y="19200"/>
                  </a:lnTo>
                  <a:lnTo>
                    <a:pt x="0" y="17280"/>
                  </a:lnTo>
                  <a:lnTo>
                    <a:pt x="460" y="14880"/>
                  </a:lnTo>
                  <a:lnTo>
                    <a:pt x="2528" y="2880"/>
                  </a:lnTo>
                  <a:lnTo>
                    <a:pt x="3217" y="1920"/>
                  </a:lnTo>
                  <a:lnTo>
                    <a:pt x="3447" y="960"/>
                  </a:lnTo>
                  <a:lnTo>
                    <a:pt x="4136" y="0"/>
                  </a:lnTo>
                  <a:lnTo>
                    <a:pt x="5745" y="0"/>
                  </a:lnTo>
                  <a:lnTo>
                    <a:pt x="5745" y="4800"/>
                  </a:lnTo>
                  <a:lnTo>
                    <a:pt x="4826" y="4800"/>
                  </a:lnTo>
                  <a:lnTo>
                    <a:pt x="2298" y="16800"/>
                  </a:lnTo>
                  <a:lnTo>
                    <a:pt x="19302" y="16800"/>
                  </a:lnTo>
                  <a:lnTo>
                    <a:pt x="16774" y="4800"/>
                  </a:lnTo>
                  <a:lnTo>
                    <a:pt x="15855" y="4800"/>
                  </a:lnTo>
                  <a:lnTo>
                    <a:pt x="15855" y="0"/>
                  </a:lnTo>
                  <a:lnTo>
                    <a:pt x="17694" y="0"/>
                  </a:lnTo>
                  <a:lnTo>
                    <a:pt x="18153" y="960"/>
                  </a:lnTo>
                  <a:lnTo>
                    <a:pt x="18383" y="1920"/>
                  </a:lnTo>
                  <a:lnTo>
                    <a:pt x="19072" y="2880"/>
                  </a:lnTo>
                  <a:lnTo>
                    <a:pt x="21370" y="14880"/>
                  </a:lnTo>
                  <a:lnTo>
                    <a:pt x="21600" y="17280"/>
                  </a:lnTo>
                  <a:lnTo>
                    <a:pt x="21370" y="19200"/>
                  </a:lnTo>
                  <a:lnTo>
                    <a:pt x="20451" y="20640"/>
                  </a:lnTo>
                  <a:lnTo>
                    <a:pt x="19302" y="2160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9" name="Google Shape;1759;p50"/>
          <p:cNvSpPr/>
          <p:nvPr/>
        </p:nvSpPr>
        <p:spPr>
          <a:xfrm>
            <a:off x="9622367" y="9245600"/>
            <a:ext cx="198990" cy="135486"/>
          </a:xfrm>
          <a:custGeom>
            <a:rect b="b" l="l" r="r" t="t"/>
            <a:pathLst>
              <a:path extrusionOk="0" h="21600" w="21600">
                <a:moveTo>
                  <a:pt x="18383" y="0"/>
                </a:moveTo>
                <a:lnTo>
                  <a:pt x="8732" y="13745"/>
                </a:lnTo>
                <a:lnTo>
                  <a:pt x="3217" y="6545"/>
                </a:lnTo>
                <a:lnTo>
                  <a:pt x="0" y="11127"/>
                </a:lnTo>
                <a:lnTo>
                  <a:pt x="7353" y="21600"/>
                </a:lnTo>
                <a:lnTo>
                  <a:pt x="9651" y="21600"/>
                </a:lnTo>
                <a:lnTo>
                  <a:pt x="21600" y="4582"/>
                </a:lnTo>
                <a:lnTo>
                  <a:pt x="18383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p50"/>
          <p:cNvSpPr/>
          <p:nvPr/>
        </p:nvSpPr>
        <p:spPr>
          <a:xfrm>
            <a:off x="9558866" y="9131300"/>
            <a:ext cx="321732" cy="419094"/>
          </a:xfrm>
          <a:custGeom>
            <a:rect b="b" l="l" r="r" t="t"/>
            <a:pathLst>
              <a:path extrusionOk="0" h="21600" w="21600">
                <a:moveTo>
                  <a:pt x="10937" y="0"/>
                </a:moveTo>
                <a:lnTo>
                  <a:pt x="8749" y="216"/>
                </a:lnTo>
                <a:lnTo>
                  <a:pt x="6835" y="864"/>
                </a:lnTo>
                <a:lnTo>
                  <a:pt x="4648" y="1296"/>
                </a:lnTo>
                <a:lnTo>
                  <a:pt x="3008" y="2376"/>
                </a:lnTo>
                <a:lnTo>
                  <a:pt x="1641" y="3672"/>
                </a:lnTo>
                <a:lnTo>
                  <a:pt x="1094" y="5400"/>
                </a:lnTo>
                <a:lnTo>
                  <a:pt x="273" y="6912"/>
                </a:lnTo>
                <a:lnTo>
                  <a:pt x="0" y="8424"/>
                </a:lnTo>
                <a:lnTo>
                  <a:pt x="273" y="10368"/>
                </a:lnTo>
                <a:lnTo>
                  <a:pt x="1094" y="12312"/>
                </a:lnTo>
                <a:lnTo>
                  <a:pt x="2461" y="13824"/>
                </a:lnTo>
                <a:lnTo>
                  <a:pt x="3828" y="15768"/>
                </a:lnTo>
                <a:lnTo>
                  <a:pt x="7109" y="19008"/>
                </a:lnTo>
                <a:lnTo>
                  <a:pt x="10937" y="21600"/>
                </a:lnTo>
                <a:lnTo>
                  <a:pt x="14491" y="19008"/>
                </a:lnTo>
                <a:lnTo>
                  <a:pt x="17772" y="15768"/>
                </a:lnTo>
                <a:lnTo>
                  <a:pt x="19139" y="13824"/>
                </a:lnTo>
                <a:lnTo>
                  <a:pt x="20506" y="12312"/>
                </a:lnTo>
                <a:lnTo>
                  <a:pt x="21327" y="10368"/>
                </a:lnTo>
                <a:lnTo>
                  <a:pt x="21600" y="8424"/>
                </a:lnTo>
                <a:lnTo>
                  <a:pt x="21327" y="6912"/>
                </a:lnTo>
                <a:lnTo>
                  <a:pt x="20506" y="5400"/>
                </a:lnTo>
                <a:lnTo>
                  <a:pt x="19959" y="3672"/>
                </a:lnTo>
                <a:lnTo>
                  <a:pt x="18592" y="2376"/>
                </a:lnTo>
                <a:lnTo>
                  <a:pt x="16952" y="1296"/>
                </a:lnTo>
                <a:lnTo>
                  <a:pt x="14765" y="864"/>
                </a:lnTo>
                <a:lnTo>
                  <a:pt x="12851" y="216"/>
                </a:lnTo>
                <a:lnTo>
                  <a:pt x="10937" y="0"/>
                </a:lnTo>
                <a:close/>
                <a:moveTo>
                  <a:pt x="10937" y="19008"/>
                </a:moveTo>
                <a:lnTo>
                  <a:pt x="8476" y="16848"/>
                </a:lnTo>
                <a:lnTo>
                  <a:pt x="5742" y="14040"/>
                </a:lnTo>
                <a:lnTo>
                  <a:pt x="4375" y="12744"/>
                </a:lnTo>
                <a:lnTo>
                  <a:pt x="3828" y="11448"/>
                </a:lnTo>
                <a:lnTo>
                  <a:pt x="3008" y="9936"/>
                </a:lnTo>
                <a:lnTo>
                  <a:pt x="2734" y="8424"/>
                </a:lnTo>
                <a:lnTo>
                  <a:pt x="2734" y="7128"/>
                </a:lnTo>
                <a:lnTo>
                  <a:pt x="3281" y="6048"/>
                </a:lnTo>
                <a:lnTo>
                  <a:pt x="4101" y="4968"/>
                </a:lnTo>
                <a:lnTo>
                  <a:pt x="5195" y="3888"/>
                </a:lnTo>
                <a:lnTo>
                  <a:pt x="6289" y="3240"/>
                </a:lnTo>
                <a:lnTo>
                  <a:pt x="7656" y="2592"/>
                </a:lnTo>
                <a:lnTo>
                  <a:pt x="9023" y="2160"/>
                </a:lnTo>
                <a:lnTo>
                  <a:pt x="12577" y="2160"/>
                </a:lnTo>
                <a:lnTo>
                  <a:pt x="13944" y="2592"/>
                </a:lnTo>
                <a:lnTo>
                  <a:pt x="15311" y="3240"/>
                </a:lnTo>
                <a:lnTo>
                  <a:pt x="16405" y="3888"/>
                </a:lnTo>
                <a:lnTo>
                  <a:pt x="17499" y="4968"/>
                </a:lnTo>
                <a:lnTo>
                  <a:pt x="18319" y="6048"/>
                </a:lnTo>
                <a:lnTo>
                  <a:pt x="18866" y="7128"/>
                </a:lnTo>
                <a:lnTo>
                  <a:pt x="18866" y="8424"/>
                </a:lnTo>
                <a:lnTo>
                  <a:pt x="18592" y="9936"/>
                </a:lnTo>
                <a:lnTo>
                  <a:pt x="17772" y="11448"/>
                </a:lnTo>
                <a:lnTo>
                  <a:pt x="17225" y="12744"/>
                </a:lnTo>
                <a:lnTo>
                  <a:pt x="15858" y="14040"/>
                </a:lnTo>
                <a:lnTo>
                  <a:pt x="13124" y="16848"/>
                </a:lnTo>
                <a:lnTo>
                  <a:pt x="10937" y="1900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p50"/>
          <p:cNvSpPr/>
          <p:nvPr/>
        </p:nvSpPr>
        <p:spPr>
          <a:xfrm>
            <a:off x="7607301" y="9131300"/>
            <a:ext cx="321732" cy="419094"/>
          </a:xfrm>
          <a:custGeom>
            <a:rect b="b" l="l" r="r" t="t"/>
            <a:pathLst>
              <a:path extrusionOk="0" h="21600" w="21600">
                <a:moveTo>
                  <a:pt x="10937" y="0"/>
                </a:moveTo>
                <a:lnTo>
                  <a:pt x="9023" y="216"/>
                </a:lnTo>
                <a:lnTo>
                  <a:pt x="6835" y="864"/>
                </a:lnTo>
                <a:lnTo>
                  <a:pt x="4922" y="1296"/>
                </a:lnTo>
                <a:lnTo>
                  <a:pt x="3281" y="2376"/>
                </a:lnTo>
                <a:lnTo>
                  <a:pt x="1914" y="3672"/>
                </a:lnTo>
                <a:lnTo>
                  <a:pt x="1094" y="5400"/>
                </a:lnTo>
                <a:lnTo>
                  <a:pt x="0" y="8424"/>
                </a:lnTo>
                <a:lnTo>
                  <a:pt x="1094" y="12312"/>
                </a:lnTo>
                <a:lnTo>
                  <a:pt x="2461" y="13824"/>
                </a:lnTo>
                <a:lnTo>
                  <a:pt x="3828" y="15768"/>
                </a:lnTo>
                <a:lnTo>
                  <a:pt x="7109" y="19008"/>
                </a:lnTo>
                <a:lnTo>
                  <a:pt x="10937" y="21600"/>
                </a:lnTo>
                <a:lnTo>
                  <a:pt x="14765" y="19008"/>
                </a:lnTo>
                <a:lnTo>
                  <a:pt x="18046" y="15768"/>
                </a:lnTo>
                <a:lnTo>
                  <a:pt x="19413" y="13824"/>
                </a:lnTo>
                <a:lnTo>
                  <a:pt x="20780" y="12312"/>
                </a:lnTo>
                <a:lnTo>
                  <a:pt x="21327" y="10368"/>
                </a:lnTo>
                <a:lnTo>
                  <a:pt x="21600" y="8424"/>
                </a:lnTo>
                <a:lnTo>
                  <a:pt x="21327" y="6912"/>
                </a:lnTo>
                <a:lnTo>
                  <a:pt x="20780" y="5400"/>
                </a:lnTo>
                <a:lnTo>
                  <a:pt x="19959" y="3672"/>
                </a:lnTo>
                <a:lnTo>
                  <a:pt x="18592" y="2376"/>
                </a:lnTo>
                <a:lnTo>
                  <a:pt x="16952" y="1296"/>
                </a:lnTo>
                <a:lnTo>
                  <a:pt x="15038" y="864"/>
                </a:lnTo>
                <a:lnTo>
                  <a:pt x="12851" y="216"/>
                </a:lnTo>
                <a:lnTo>
                  <a:pt x="10937" y="0"/>
                </a:lnTo>
                <a:close/>
                <a:moveTo>
                  <a:pt x="10937" y="19008"/>
                </a:moveTo>
                <a:lnTo>
                  <a:pt x="8476" y="16848"/>
                </a:lnTo>
                <a:lnTo>
                  <a:pt x="5742" y="14040"/>
                </a:lnTo>
                <a:lnTo>
                  <a:pt x="4648" y="12744"/>
                </a:lnTo>
                <a:lnTo>
                  <a:pt x="3828" y="11448"/>
                </a:lnTo>
                <a:lnTo>
                  <a:pt x="2734" y="8424"/>
                </a:lnTo>
                <a:lnTo>
                  <a:pt x="2734" y="7128"/>
                </a:lnTo>
                <a:lnTo>
                  <a:pt x="3554" y="6048"/>
                </a:lnTo>
                <a:lnTo>
                  <a:pt x="4101" y="4968"/>
                </a:lnTo>
                <a:lnTo>
                  <a:pt x="5195" y="3888"/>
                </a:lnTo>
                <a:lnTo>
                  <a:pt x="7929" y="2592"/>
                </a:lnTo>
                <a:lnTo>
                  <a:pt x="9296" y="2160"/>
                </a:lnTo>
                <a:lnTo>
                  <a:pt x="12577" y="2160"/>
                </a:lnTo>
                <a:lnTo>
                  <a:pt x="13944" y="2592"/>
                </a:lnTo>
                <a:lnTo>
                  <a:pt x="16678" y="3888"/>
                </a:lnTo>
                <a:lnTo>
                  <a:pt x="17772" y="4968"/>
                </a:lnTo>
                <a:lnTo>
                  <a:pt x="18319" y="6048"/>
                </a:lnTo>
                <a:lnTo>
                  <a:pt x="19139" y="7128"/>
                </a:lnTo>
                <a:lnTo>
                  <a:pt x="19139" y="8424"/>
                </a:lnTo>
                <a:lnTo>
                  <a:pt x="18046" y="11448"/>
                </a:lnTo>
                <a:lnTo>
                  <a:pt x="17225" y="12744"/>
                </a:lnTo>
                <a:lnTo>
                  <a:pt x="15858" y="14040"/>
                </a:lnTo>
                <a:lnTo>
                  <a:pt x="13397" y="16848"/>
                </a:lnTo>
                <a:lnTo>
                  <a:pt x="10937" y="1900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2" name="Google Shape;1762;p50"/>
          <p:cNvSpPr/>
          <p:nvPr/>
        </p:nvSpPr>
        <p:spPr>
          <a:xfrm>
            <a:off x="7696200" y="9220200"/>
            <a:ext cx="148176" cy="160866"/>
          </a:xfrm>
          <a:custGeom>
            <a:rect b="b" l="l" r="r" t="t"/>
            <a:pathLst>
              <a:path extrusionOk="0" h="21600" w="21600">
                <a:moveTo>
                  <a:pt x="17514" y="0"/>
                </a:moveTo>
                <a:lnTo>
                  <a:pt x="11092" y="6422"/>
                </a:lnTo>
                <a:lnTo>
                  <a:pt x="4670" y="0"/>
                </a:lnTo>
                <a:lnTo>
                  <a:pt x="0" y="4086"/>
                </a:lnTo>
                <a:lnTo>
                  <a:pt x="7005" y="10508"/>
                </a:lnTo>
                <a:lnTo>
                  <a:pt x="0" y="17514"/>
                </a:lnTo>
                <a:lnTo>
                  <a:pt x="4670" y="21600"/>
                </a:lnTo>
                <a:lnTo>
                  <a:pt x="11092" y="15178"/>
                </a:lnTo>
                <a:lnTo>
                  <a:pt x="17514" y="21600"/>
                </a:lnTo>
                <a:lnTo>
                  <a:pt x="21600" y="17514"/>
                </a:lnTo>
                <a:lnTo>
                  <a:pt x="15178" y="10508"/>
                </a:lnTo>
                <a:lnTo>
                  <a:pt x="21600" y="4086"/>
                </a:lnTo>
                <a:lnTo>
                  <a:pt x="17514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63" name="Google Shape;1763;p50"/>
          <p:cNvGrpSpPr/>
          <p:nvPr/>
        </p:nvGrpSpPr>
        <p:grpSpPr>
          <a:xfrm>
            <a:off x="1706033" y="10155766"/>
            <a:ext cx="457218" cy="359856"/>
            <a:chOff x="-1" y="-1"/>
            <a:chExt cx="457218" cy="359856"/>
          </a:xfrm>
        </p:grpSpPr>
        <p:sp>
          <p:nvSpPr>
            <p:cNvPr id="1764" name="Google Shape;1764;p50"/>
            <p:cNvSpPr/>
            <p:nvPr/>
          </p:nvSpPr>
          <p:spPr>
            <a:xfrm>
              <a:off x="-1" y="-1"/>
              <a:ext cx="457218" cy="359856"/>
            </a:xfrm>
            <a:custGeom>
              <a:rect b="b" l="l" r="r" t="t"/>
              <a:pathLst>
                <a:path extrusionOk="0" h="21600" w="21600">
                  <a:moveTo>
                    <a:pt x="21409" y="11045"/>
                  </a:moveTo>
                  <a:lnTo>
                    <a:pt x="18924" y="8345"/>
                  </a:lnTo>
                  <a:lnTo>
                    <a:pt x="18924" y="2945"/>
                  </a:lnTo>
                  <a:lnTo>
                    <a:pt x="18542" y="2700"/>
                  </a:lnTo>
                  <a:lnTo>
                    <a:pt x="18350" y="2209"/>
                  </a:lnTo>
                  <a:lnTo>
                    <a:pt x="14527" y="2209"/>
                  </a:lnTo>
                  <a:lnTo>
                    <a:pt x="14336" y="2700"/>
                  </a:lnTo>
                  <a:lnTo>
                    <a:pt x="14145" y="2945"/>
                  </a:lnTo>
                  <a:lnTo>
                    <a:pt x="14145" y="3436"/>
                  </a:lnTo>
                  <a:lnTo>
                    <a:pt x="11087" y="245"/>
                  </a:lnTo>
                  <a:lnTo>
                    <a:pt x="10322" y="0"/>
                  </a:lnTo>
                  <a:lnTo>
                    <a:pt x="9558" y="245"/>
                  </a:lnTo>
                  <a:lnTo>
                    <a:pt x="191" y="11045"/>
                  </a:lnTo>
                  <a:lnTo>
                    <a:pt x="0" y="11782"/>
                  </a:lnTo>
                  <a:lnTo>
                    <a:pt x="0" y="12273"/>
                  </a:lnTo>
                  <a:lnTo>
                    <a:pt x="382" y="13009"/>
                  </a:lnTo>
                  <a:lnTo>
                    <a:pt x="956" y="13255"/>
                  </a:lnTo>
                  <a:lnTo>
                    <a:pt x="2867" y="13255"/>
                  </a:lnTo>
                  <a:lnTo>
                    <a:pt x="2867" y="21109"/>
                  </a:lnTo>
                  <a:lnTo>
                    <a:pt x="3250" y="21600"/>
                  </a:lnTo>
                  <a:lnTo>
                    <a:pt x="18350" y="21600"/>
                  </a:lnTo>
                  <a:lnTo>
                    <a:pt x="18542" y="21355"/>
                  </a:lnTo>
                  <a:lnTo>
                    <a:pt x="18924" y="21109"/>
                  </a:lnTo>
                  <a:lnTo>
                    <a:pt x="18924" y="13255"/>
                  </a:lnTo>
                  <a:lnTo>
                    <a:pt x="20644" y="13255"/>
                  </a:lnTo>
                  <a:lnTo>
                    <a:pt x="21218" y="13009"/>
                  </a:lnTo>
                  <a:lnTo>
                    <a:pt x="21600" y="12273"/>
                  </a:lnTo>
                  <a:lnTo>
                    <a:pt x="21600" y="11782"/>
                  </a:lnTo>
                  <a:lnTo>
                    <a:pt x="21409" y="11045"/>
                  </a:lnTo>
                  <a:close/>
                  <a:moveTo>
                    <a:pt x="16057" y="4664"/>
                  </a:moveTo>
                  <a:lnTo>
                    <a:pt x="17012" y="4664"/>
                  </a:lnTo>
                  <a:lnTo>
                    <a:pt x="17012" y="6627"/>
                  </a:lnTo>
                  <a:lnTo>
                    <a:pt x="16057" y="5400"/>
                  </a:lnTo>
                  <a:lnTo>
                    <a:pt x="16057" y="4664"/>
                  </a:lnTo>
                  <a:close/>
                  <a:moveTo>
                    <a:pt x="9366" y="19145"/>
                  </a:moveTo>
                  <a:lnTo>
                    <a:pt x="9366" y="14482"/>
                  </a:lnTo>
                  <a:lnTo>
                    <a:pt x="6499" y="14482"/>
                  </a:lnTo>
                  <a:lnTo>
                    <a:pt x="6499" y="19145"/>
                  </a:lnTo>
                  <a:lnTo>
                    <a:pt x="4779" y="19145"/>
                  </a:lnTo>
                  <a:lnTo>
                    <a:pt x="4779" y="13255"/>
                  </a:lnTo>
                  <a:lnTo>
                    <a:pt x="17012" y="13255"/>
                  </a:lnTo>
                  <a:lnTo>
                    <a:pt x="17012" y="19145"/>
                  </a:lnTo>
                  <a:lnTo>
                    <a:pt x="9366" y="19145"/>
                  </a:lnTo>
                  <a:close/>
                  <a:moveTo>
                    <a:pt x="3250" y="10800"/>
                  </a:moveTo>
                  <a:lnTo>
                    <a:pt x="10322" y="2700"/>
                  </a:lnTo>
                  <a:lnTo>
                    <a:pt x="18159" y="10800"/>
                  </a:lnTo>
                  <a:lnTo>
                    <a:pt x="3250" y="1080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5" name="Google Shape;1765;p50"/>
            <p:cNvSpPr/>
            <p:nvPr/>
          </p:nvSpPr>
          <p:spPr>
            <a:xfrm>
              <a:off x="234779" y="235752"/>
              <a:ext cx="86400" cy="62100"/>
            </a:xfrm>
            <a:prstGeom prst="rect">
              <a:avLst/>
            </a:pr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</p:grpSp>
      <p:grpSp>
        <p:nvGrpSpPr>
          <p:cNvPr id="1766" name="Google Shape;1766;p50"/>
          <p:cNvGrpSpPr/>
          <p:nvPr/>
        </p:nvGrpSpPr>
        <p:grpSpPr>
          <a:xfrm>
            <a:off x="2679699" y="10109200"/>
            <a:ext cx="444474" cy="406404"/>
            <a:chOff x="-1" y="0"/>
            <a:chExt cx="444474" cy="406404"/>
          </a:xfrm>
        </p:grpSpPr>
        <p:sp>
          <p:nvSpPr>
            <p:cNvPr id="1767" name="Google Shape;1767;p50"/>
            <p:cNvSpPr/>
            <p:nvPr/>
          </p:nvSpPr>
          <p:spPr>
            <a:xfrm>
              <a:off x="-1" y="0"/>
              <a:ext cx="444474" cy="406404"/>
            </a:xfrm>
            <a:custGeom>
              <a:rect b="b" l="l" r="r" t="t"/>
              <a:pathLst>
                <a:path extrusionOk="0" h="21600" w="21600">
                  <a:moveTo>
                    <a:pt x="21600" y="10359"/>
                  </a:moveTo>
                  <a:lnTo>
                    <a:pt x="18600" y="3747"/>
                  </a:lnTo>
                  <a:lnTo>
                    <a:pt x="18200" y="3527"/>
                  </a:lnTo>
                  <a:lnTo>
                    <a:pt x="17800" y="3086"/>
                  </a:lnTo>
                  <a:lnTo>
                    <a:pt x="16800" y="3086"/>
                  </a:lnTo>
                  <a:lnTo>
                    <a:pt x="16800" y="441"/>
                  </a:lnTo>
                  <a:lnTo>
                    <a:pt x="16400" y="220"/>
                  </a:lnTo>
                  <a:lnTo>
                    <a:pt x="16200" y="0"/>
                  </a:lnTo>
                  <a:lnTo>
                    <a:pt x="12200" y="0"/>
                  </a:lnTo>
                  <a:lnTo>
                    <a:pt x="11800" y="441"/>
                  </a:lnTo>
                  <a:lnTo>
                    <a:pt x="11800" y="3086"/>
                  </a:lnTo>
                  <a:lnTo>
                    <a:pt x="9800" y="3086"/>
                  </a:lnTo>
                  <a:lnTo>
                    <a:pt x="9800" y="441"/>
                  </a:lnTo>
                  <a:lnTo>
                    <a:pt x="9400" y="0"/>
                  </a:lnTo>
                  <a:lnTo>
                    <a:pt x="5400" y="0"/>
                  </a:lnTo>
                  <a:lnTo>
                    <a:pt x="5200" y="220"/>
                  </a:lnTo>
                  <a:lnTo>
                    <a:pt x="4800" y="441"/>
                  </a:lnTo>
                  <a:lnTo>
                    <a:pt x="4800" y="3086"/>
                  </a:lnTo>
                  <a:lnTo>
                    <a:pt x="3800" y="3086"/>
                  </a:lnTo>
                  <a:lnTo>
                    <a:pt x="3400" y="3527"/>
                  </a:lnTo>
                  <a:lnTo>
                    <a:pt x="3000" y="3747"/>
                  </a:lnTo>
                  <a:lnTo>
                    <a:pt x="0" y="10359"/>
                  </a:lnTo>
                  <a:lnTo>
                    <a:pt x="0" y="10800"/>
                  </a:lnTo>
                  <a:lnTo>
                    <a:pt x="400" y="11682"/>
                  </a:lnTo>
                  <a:lnTo>
                    <a:pt x="1000" y="11902"/>
                  </a:lnTo>
                  <a:lnTo>
                    <a:pt x="3000" y="11902"/>
                  </a:lnTo>
                  <a:lnTo>
                    <a:pt x="3000" y="21159"/>
                  </a:lnTo>
                  <a:lnTo>
                    <a:pt x="3400" y="21600"/>
                  </a:lnTo>
                  <a:lnTo>
                    <a:pt x="18200" y="21600"/>
                  </a:lnTo>
                  <a:lnTo>
                    <a:pt x="18600" y="21159"/>
                  </a:lnTo>
                  <a:lnTo>
                    <a:pt x="18600" y="11902"/>
                  </a:lnTo>
                  <a:lnTo>
                    <a:pt x="20600" y="11902"/>
                  </a:lnTo>
                  <a:lnTo>
                    <a:pt x="21200" y="11682"/>
                  </a:lnTo>
                  <a:lnTo>
                    <a:pt x="21600" y="10800"/>
                  </a:lnTo>
                  <a:lnTo>
                    <a:pt x="21600" y="10359"/>
                  </a:lnTo>
                  <a:close/>
                  <a:moveTo>
                    <a:pt x="13800" y="2204"/>
                  </a:moveTo>
                  <a:lnTo>
                    <a:pt x="14800" y="2204"/>
                  </a:lnTo>
                  <a:lnTo>
                    <a:pt x="14800" y="3086"/>
                  </a:lnTo>
                  <a:lnTo>
                    <a:pt x="13800" y="3086"/>
                  </a:lnTo>
                  <a:lnTo>
                    <a:pt x="13800" y="2204"/>
                  </a:lnTo>
                  <a:close/>
                  <a:moveTo>
                    <a:pt x="6800" y="2204"/>
                  </a:moveTo>
                  <a:lnTo>
                    <a:pt x="7800" y="2204"/>
                  </a:lnTo>
                  <a:lnTo>
                    <a:pt x="7800" y="3086"/>
                  </a:lnTo>
                  <a:lnTo>
                    <a:pt x="6800" y="3086"/>
                  </a:lnTo>
                  <a:lnTo>
                    <a:pt x="6800" y="2204"/>
                  </a:lnTo>
                  <a:close/>
                  <a:moveTo>
                    <a:pt x="12800" y="19396"/>
                  </a:moveTo>
                  <a:lnTo>
                    <a:pt x="12800" y="17412"/>
                  </a:lnTo>
                  <a:lnTo>
                    <a:pt x="8800" y="17412"/>
                  </a:lnTo>
                  <a:lnTo>
                    <a:pt x="8800" y="19396"/>
                  </a:lnTo>
                  <a:lnTo>
                    <a:pt x="4800" y="19396"/>
                  </a:lnTo>
                  <a:lnTo>
                    <a:pt x="4800" y="11902"/>
                  </a:lnTo>
                  <a:lnTo>
                    <a:pt x="16800" y="11902"/>
                  </a:lnTo>
                  <a:lnTo>
                    <a:pt x="16800" y="19396"/>
                  </a:lnTo>
                  <a:lnTo>
                    <a:pt x="12800" y="19396"/>
                  </a:lnTo>
                  <a:close/>
                  <a:moveTo>
                    <a:pt x="2400" y="9698"/>
                  </a:moveTo>
                  <a:lnTo>
                    <a:pt x="4400" y="5290"/>
                  </a:lnTo>
                  <a:lnTo>
                    <a:pt x="17200" y="5290"/>
                  </a:lnTo>
                  <a:lnTo>
                    <a:pt x="19200" y="9698"/>
                  </a:lnTo>
                  <a:lnTo>
                    <a:pt x="2400" y="9698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8" name="Google Shape;1768;p50"/>
            <p:cNvSpPr/>
            <p:nvPr/>
          </p:nvSpPr>
          <p:spPr>
            <a:xfrm>
              <a:off x="111119" y="246301"/>
              <a:ext cx="61800" cy="61500"/>
            </a:xfrm>
            <a:prstGeom prst="rect">
              <a:avLst/>
            </a:pr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1769" name="Google Shape;1769;p50"/>
            <p:cNvSpPr/>
            <p:nvPr/>
          </p:nvSpPr>
          <p:spPr>
            <a:xfrm>
              <a:off x="259285" y="246301"/>
              <a:ext cx="61800" cy="61500"/>
            </a:xfrm>
            <a:prstGeom prst="rect">
              <a:avLst/>
            </a:pr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</p:grpSp>
      <p:sp>
        <p:nvSpPr>
          <p:cNvPr id="1770" name="Google Shape;1770;p50"/>
          <p:cNvSpPr/>
          <p:nvPr/>
        </p:nvSpPr>
        <p:spPr>
          <a:xfrm>
            <a:off x="3657599" y="10155767"/>
            <a:ext cx="444528" cy="359856"/>
          </a:xfrm>
          <a:custGeom>
            <a:rect b="b" l="l" r="r" t="t"/>
            <a:pathLst>
              <a:path extrusionOk="0" h="21600" w="21600">
                <a:moveTo>
                  <a:pt x="21200" y="5891"/>
                </a:moveTo>
                <a:lnTo>
                  <a:pt x="11200" y="0"/>
                </a:lnTo>
                <a:lnTo>
                  <a:pt x="10200" y="0"/>
                </a:lnTo>
                <a:lnTo>
                  <a:pt x="400" y="5891"/>
                </a:lnTo>
                <a:lnTo>
                  <a:pt x="200" y="6627"/>
                </a:lnTo>
                <a:lnTo>
                  <a:pt x="0" y="7118"/>
                </a:lnTo>
                <a:lnTo>
                  <a:pt x="0" y="10064"/>
                </a:lnTo>
                <a:lnTo>
                  <a:pt x="200" y="10555"/>
                </a:lnTo>
                <a:lnTo>
                  <a:pt x="400" y="10800"/>
                </a:lnTo>
                <a:lnTo>
                  <a:pt x="1800" y="10800"/>
                </a:lnTo>
                <a:lnTo>
                  <a:pt x="1800" y="21109"/>
                </a:lnTo>
                <a:lnTo>
                  <a:pt x="2200" y="21355"/>
                </a:lnTo>
                <a:lnTo>
                  <a:pt x="2400" y="21600"/>
                </a:lnTo>
                <a:lnTo>
                  <a:pt x="19200" y="21600"/>
                </a:lnTo>
                <a:lnTo>
                  <a:pt x="19600" y="21109"/>
                </a:lnTo>
                <a:lnTo>
                  <a:pt x="19600" y="10800"/>
                </a:lnTo>
                <a:lnTo>
                  <a:pt x="21200" y="10800"/>
                </a:lnTo>
                <a:lnTo>
                  <a:pt x="21400" y="10555"/>
                </a:lnTo>
                <a:lnTo>
                  <a:pt x="21600" y="10064"/>
                </a:lnTo>
                <a:lnTo>
                  <a:pt x="21600" y="7118"/>
                </a:lnTo>
                <a:lnTo>
                  <a:pt x="21400" y="6627"/>
                </a:lnTo>
                <a:lnTo>
                  <a:pt x="21200" y="5891"/>
                </a:lnTo>
                <a:close/>
                <a:moveTo>
                  <a:pt x="13800" y="12027"/>
                </a:moveTo>
                <a:lnTo>
                  <a:pt x="7800" y="12027"/>
                </a:lnTo>
                <a:lnTo>
                  <a:pt x="7800" y="10800"/>
                </a:lnTo>
                <a:lnTo>
                  <a:pt x="13800" y="10800"/>
                </a:lnTo>
                <a:lnTo>
                  <a:pt x="13800" y="12027"/>
                </a:lnTo>
                <a:close/>
                <a:moveTo>
                  <a:pt x="7800" y="14482"/>
                </a:moveTo>
                <a:lnTo>
                  <a:pt x="13800" y="14482"/>
                </a:lnTo>
                <a:lnTo>
                  <a:pt x="13800" y="15709"/>
                </a:lnTo>
                <a:lnTo>
                  <a:pt x="7800" y="15709"/>
                </a:lnTo>
                <a:lnTo>
                  <a:pt x="7800" y="14482"/>
                </a:lnTo>
                <a:close/>
                <a:moveTo>
                  <a:pt x="7800" y="18164"/>
                </a:moveTo>
                <a:lnTo>
                  <a:pt x="13800" y="18164"/>
                </a:lnTo>
                <a:lnTo>
                  <a:pt x="13800" y="19145"/>
                </a:lnTo>
                <a:lnTo>
                  <a:pt x="7800" y="19145"/>
                </a:lnTo>
                <a:lnTo>
                  <a:pt x="7800" y="18164"/>
                </a:lnTo>
                <a:close/>
                <a:moveTo>
                  <a:pt x="19600" y="8345"/>
                </a:moveTo>
                <a:lnTo>
                  <a:pt x="18200" y="8345"/>
                </a:lnTo>
                <a:lnTo>
                  <a:pt x="17600" y="9082"/>
                </a:lnTo>
                <a:lnTo>
                  <a:pt x="17600" y="19145"/>
                </a:lnTo>
                <a:lnTo>
                  <a:pt x="15600" y="19145"/>
                </a:lnTo>
                <a:lnTo>
                  <a:pt x="15600" y="9082"/>
                </a:lnTo>
                <a:lnTo>
                  <a:pt x="15400" y="8591"/>
                </a:lnTo>
                <a:lnTo>
                  <a:pt x="15200" y="8345"/>
                </a:lnTo>
                <a:lnTo>
                  <a:pt x="6400" y="8345"/>
                </a:lnTo>
                <a:lnTo>
                  <a:pt x="6000" y="8591"/>
                </a:lnTo>
                <a:lnTo>
                  <a:pt x="5800" y="9082"/>
                </a:lnTo>
                <a:lnTo>
                  <a:pt x="5800" y="19145"/>
                </a:lnTo>
                <a:lnTo>
                  <a:pt x="3800" y="19145"/>
                </a:lnTo>
                <a:lnTo>
                  <a:pt x="3800" y="9082"/>
                </a:lnTo>
                <a:lnTo>
                  <a:pt x="3600" y="8591"/>
                </a:lnTo>
                <a:lnTo>
                  <a:pt x="3400" y="8345"/>
                </a:lnTo>
                <a:lnTo>
                  <a:pt x="1800" y="8345"/>
                </a:lnTo>
                <a:lnTo>
                  <a:pt x="1800" y="7855"/>
                </a:lnTo>
                <a:lnTo>
                  <a:pt x="10800" y="2209"/>
                </a:lnTo>
                <a:lnTo>
                  <a:pt x="19600" y="7855"/>
                </a:lnTo>
                <a:lnTo>
                  <a:pt x="19600" y="834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50"/>
          <p:cNvSpPr/>
          <p:nvPr/>
        </p:nvSpPr>
        <p:spPr>
          <a:xfrm>
            <a:off x="5770034" y="10206567"/>
            <a:ext cx="33900" cy="507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72" name="Google Shape;1772;p50"/>
          <p:cNvSpPr/>
          <p:nvPr/>
        </p:nvSpPr>
        <p:spPr>
          <a:xfrm>
            <a:off x="5842000" y="10206567"/>
            <a:ext cx="38100" cy="507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73" name="Google Shape;1773;p50"/>
          <p:cNvSpPr/>
          <p:nvPr/>
        </p:nvSpPr>
        <p:spPr>
          <a:xfrm>
            <a:off x="5770034" y="10291234"/>
            <a:ext cx="339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74" name="Google Shape;1774;p50"/>
          <p:cNvSpPr/>
          <p:nvPr/>
        </p:nvSpPr>
        <p:spPr>
          <a:xfrm>
            <a:off x="5842000" y="10291234"/>
            <a:ext cx="381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75" name="Google Shape;1775;p50"/>
          <p:cNvSpPr/>
          <p:nvPr/>
        </p:nvSpPr>
        <p:spPr>
          <a:xfrm>
            <a:off x="5681133" y="10380133"/>
            <a:ext cx="381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76" name="Google Shape;1776;p50"/>
          <p:cNvSpPr/>
          <p:nvPr/>
        </p:nvSpPr>
        <p:spPr>
          <a:xfrm>
            <a:off x="5770034" y="10380133"/>
            <a:ext cx="339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77" name="Google Shape;1777;p50"/>
          <p:cNvSpPr/>
          <p:nvPr/>
        </p:nvSpPr>
        <p:spPr>
          <a:xfrm>
            <a:off x="5842000" y="10380133"/>
            <a:ext cx="381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78" name="Google Shape;1778;p50"/>
          <p:cNvSpPr/>
          <p:nvPr/>
        </p:nvSpPr>
        <p:spPr>
          <a:xfrm>
            <a:off x="5930901" y="10380133"/>
            <a:ext cx="339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79" name="Google Shape;1779;p50"/>
          <p:cNvSpPr/>
          <p:nvPr/>
        </p:nvSpPr>
        <p:spPr>
          <a:xfrm>
            <a:off x="5621866" y="10096500"/>
            <a:ext cx="406404" cy="419094"/>
          </a:xfrm>
          <a:custGeom>
            <a:rect b="b" l="l" r="r" t="t"/>
            <a:pathLst>
              <a:path extrusionOk="0" h="21600" w="21600">
                <a:moveTo>
                  <a:pt x="20509" y="11324"/>
                </a:moveTo>
                <a:lnTo>
                  <a:pt x="17236" y="11324"/>
                </a:lnTo>
                <a:lnTo>
                  <a:pt x="17236" y="2517"/>
                </a:lnTo>
                <a:lnTo>
                  <a:pt x="17018" y="2307"/>
                </a:lnTo>
                <a:lnTo>
                  <a:pt x="16582" y="2097"/>
                </a:lnTo>
                <a:lnTo>
                  <a:pt x="13964" y="2097"/>
                </a:lnTo>
                <a:lnTo>
                  <a:pt x="13964" y="419"/>
                </a:lnTo>
                <a:lnTo>
                  <a:pt x="13527" y="0"/>
                </a:lnTo>
                <a:lnTo>
                  <a:pt x="8073" y="0"/>
                </a:lnTo>
                <a:lnTo>
                  <a:pt x="7636" y="419"/>
                </a:lnTo>
                <a:lnTo>
                  <a:pt x="7636" y="2097"/>
                </a:lnTo>
                <a:lnTo>
                  <a:pt x="4800" y="2097"/>
                </a:lnTo>
                <a:lnTo>
                  <a:pt x="4364" y="2517"/>
                </a:lnTo>
                <a:lnTo>
                  <a:pt x="4364" y="11324"/>
                </a:lnTo>
                <a:lnTo>
                  <a:pt x="436" y="11324"/>
                </a:lnTo>
                <a:lnTo>
                  <a:pt x="0" y="11744"/>
                </a:lnTo>
                <a:lnTo>
                  <a:pt x="0" y="21181"/>
                </a:lnTo>
                <a:lnTo>
                  <a:pt x="436" y="21600"/>
                </a:lnTo>
                <a:lnTo>
                  <a:pt x="20945" y="21600"/>
                </a:lnTo>
                <a:lnTo>
                  <a:pt x="21164" y="21390"/>
                </a:lnTo>
                <a:lnTo>
                  <a:pt x="21600" y="21181"/>
                </a:lnTo>
                <a:lnTo>
                  <a:pt x="21600" y="11744"/>
                </a:lnTo>
                <a:lnTo>
                  <a:pt x="21164" y="11534"/>
                </a:lnTo>
                <a:lnTo>
                  <a:pt x="20945" y="11324"/>
                </a:lnTo>
                <a:lnTo>
                  <a:pt x="20509" y="11324"/>
                </a:lnTo>
                <a:close/>
                <a:moveTo>
                  <a:pt x="19418" y="19503"/>
                </a:moveTo>
                <a:lnTo>
                  <a:pt x="12873" y="19503"/>
                </a:lnTo>
                <a:lnTo>
                  <a:pt x="12873" y="17616"/>
                </a:lnTo>
                <a:lnTo>
                  <a:pt x="8509" y="17616"/>
                </a:lnTo>
                <a:lnTo>
                  <a:pt x="8509" y="19503"/>
                </a:lnTo>
                <a:lnTo>
                  <a:pt x="2182" y="19503"/>
                </a:lnTo>
                <a:lnTo>
                  <a:pt x="2182" y="13421"/>
                </a:lnTo>
                <a:lnTo>
                  <a:pt x="5891" y="13421"/>
                </a:lnTo>
                <a:lnTo>
                  <a:pt x="6545" y="12792"/>
                </a:lnTo>
                <a:lnTo>
                  <a:pt x="6545" y="3984"/>
                </a:lnTo>
                <a:lnTo>
                  <a:pt x="9164" y="3984"/>
                </a:lnTo>
                <a:lnTo>
                  <a:pt x="9600" y="3565"/>
                </a:lnTo>
                <a:lnTo>
                  <a:pt x="9600" y="2097"/>
                </a:lnTo>
                <a:lnTo>
                  <a:pt x="11782" y="2097"/>
                </a:lnTo>
                <a:lnTo>
                  <a:pt x="11782" y="3565"/>
                </a:lnTo>
                <a:lnTo>
                  <a:pt x="12218" y="3775"/>
                </a:lnTo>
                <a:lnTo>
                  <a:pt x="12436" y="3984"/>
                </a:lnTo>
                <a:lnTo>
                  <a:pt x="15055" y="3984"/>
                </a:lnTo>
                <a:lnTo>
                  <a:pt x="15055" y="12792"/>
                </a:lnTo>
                <a:lnTo>
                  <a:pt x="15273" y="13212"/>
                </a:lnTo>
                <a:lnTo>
                  <a:pt x="15709" y="13421"/>
                </a:lnTo>
                <a:lnTo>
                  <a:pt x="19418" y="13421"/>
                </a:lnTo>
                <a:lnTo>
                  <a:pt x="19418" y="1950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50"/>
          <p:cNvSpPr/>
          <p:nvPr/>
        </p:nvSpPr>
        <p:spPr>
          <a:xfrm>
            <a:off x="4618568" y="10096500"/>
            <a:ext cx="457218" cy="419094"/>
          </a:xfrm>
          <a:custGeom>
            <a:rect b="b" l="l" r="r" t="t"/>
            <a:pathLst>
              <a:path extrusionOk="0" h="21600" w="21600">
                <a:moveTo>
                  <a:pt x="20609" y="13421"/>
                </a:moveTo>
                <a:lnTo>
                  <a:pt x="16646" y="13421"/>
                </a:lnTo>
                <a:lnTo>
                  <a:pt x="16646" y="7130"/>
                </a:lnTo>
                <a:lnTo>
                  <a:pt x="15853" y="5033"/>
                </a:lnTo>
                <a:lnTo>
                  <a:pt x="15259" y="3984"/>
                </a:lnTo>
                <a:lnTo>
                  <a:pt x="14466" y="3565"/>
                </a:lnTo>
                <a:lnTo>
                  <a:pt x="13673" y="2726"/>
                </a:lnTo>
                <a:lnTo>
                  <a:pt x="12683" y="2307"/>
                </a:lnTo>
                <a:lnTo>
                  <a:pt x="11890" y="2097"/>
                </a:lnTo>
                <a:lnTo>
                  <a:pt x="11890" y="0"/>
                </a:lnTo>
                <a:lnTo>
                  <a:pt x="9908" y="0"/>
                </a:lnTo>
                <a:lnTo>
                  <a:pt x="9908" y="2097"/>
                </a:lnTo>
                <a:lnTo>
                  <a:pt x="8917" y="2307"/>
                </a:lnTo>
                <a:lnTo>
                  <a:pt x="7927" y="2726"/>
                </a:lnTo>
                <a:lnTo>
                  <a:pt x="7134" y="3565"/>
                </a:lnTo>
                <a:lnTo>
                  <a:pt x="6341" y="3984"/>
                </a:lnTo>
                <a:lnTo>
                  <a:pt x="5747" y="5033"/>
                </a:lnTo>
                <a:lnTo>
                  <a:pt x="4954" y="7130"/>
                </a:lnTo>
                <a:lnTo>
                  <a:pt x="4954" y="13421"/>
                </a:lnTo>
                <a:lnTo>
                  <a:pt x="594" y="13421"/>
                </a:lnTo>
                <a:lnTo>
                  <a:pt x="396" y="13631"/>
                </a:lnTo>
                <a:lnTo>
                  <a:pt x="0" y="13841"/>
                </a:lnTo>
                <a:lnTo>
                  <a:pt x="0" y="21181"/>
                </a:lnTo>
                <a:lnTo>
                  <a:pt x="396" y="21390"/>
                </a:lnTo>
                <a:lnTo>
                  <a:pt x="594" y="21600"/>
                </a:lnTo>
                <a:lnTo>
                  <a:pt x="21006" y="21600"/>
                </a:lnTo>
                <a:lnTo>
                  <a:pt x="21402" y="21390"/>
                </a:lnTo>
                <a:lnTo>
                  <a:pt x="21600" y="21181"/>
                </a:lnTo>
                <a:lnTo>
                  <a:pt x="21600" y="13841"/>
                </a:lnTo>
                <a:lnTo>
                  <a:pt x="21402" y="13631"/>
                </a:lnTo>
                <a:lnTo>
                  <a:pt x="21006" y="13421"/>
                </a:lnTo>
                <a:lnTo>
                  <a:pt x="20609" y="13421"/>
                </a:lnTo>
                <a:close/>
                <a:moveTo>
                  <a:pt x="6936" y="8179"/>
                </a:moveTo>
                <a:lnTo>
                  <a:pt x="6936" y="7340"/>
                </a:lnTo>
                <a:lnTo>
                  <a:pt x="7134" y="6711"/>
                </a:lnTo>
                <a:lnTo>
                  <a:pt x="8125" y="5452"/>
                </a:lnTo>
                <a:lnTo>
                  <a:pt x="9314" y="4404"/>
                </a:lnTo>
                <a:lnTo>
                  <a:pt x="10106" y="3984"/>
                </a:lnTo>
                <a:lnTo>
                  <a:pt x="11494" y="3984"/>
                </a:lnTo>
                <a:lnTo>
                  <a:pt x="12286" y="4404"/>
                </a:lnTo>
                <a:lnTo>
                  <a:pt x="13475" y="5452"/>
                </a:lnTo>
                <a:lnTo>
                  <a:pt x="14466" y="6711"/>
                </a:lnTo>
                <a:lnTo>
                  <a:pt x="14664" y="7340"/>
                </a:lnTo>
                <a:lnTo>
                  <a:pt x="14664" y="9227"/>
                </a:lnTo>
                <a:lnTo>
                  <a:pt x="6936" y="9227"/>
                </a:lnTo>
                <a:lnTo>
                  <a:pt x="6936" y="8179"/>
                </a:lnTo>
                <a:close/>
                <a:moveTo>
                  <a:pt x="19618" y="19503"/>
                </a:moveTo>
                <a:lnTo>
                  <a:pt x="1982" y="19503"/>
                </a:lnTo>
                <a:lnTo>
                  <a:pt x="1982" y="15518"/>
                </a:lnTo>
                <a:lnTo>
                  <a:pt x="6341" y="15518"/>
                </a:lnTo>
                <a:lnTo>
                  <a:pt x="6936" y="14889"/>
                </a:lnTo>
                <a:lnTo>
                  <a:pt x="6936" y="11324"/>
                </a:lnTo>
                <a:lnTo>
                  <a:pt x="14664" y="11324"/>
                </a:lnTo>
                <a:lnTo>
                  <a:pt x="14664" y="14889"/>
                </a:lnTo>
                <a:lnTo>
                  <a:pt x="15061" y="15099"/>
                </a:lnTo>
                <a:lnTo>
                  <a:pt x="15259" y="15518"/>
                </a:lnTo>
                <a:lnTo>
                  <a:pt x="19618" y="15518"/>
                </a:lnTo>
                <a:lnTo>
                  <a:pt x="19618" y="1950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50"/>
          <p:cNvSpPr/>
          <p:nvPr/>
        </p:nvSpPr>
        <p:spPr>
          <a:xfrm>
            <a:off x="4792133" y="10354733"/>
            <a:ext cx="381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82" name="Google Shape;1782;p50"/>
          <p:cNvSpPr/>
          <p:nvPr/>
        </p:nvSpPr>
        <p:spPr>
          <a:xfrm>
            <a:off x="4868333" y="10354733"/>
            <a:ext cx="381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83" name="Google Shape;1783;p50"/>
          <p:cNvSpPr/>
          <p:nvPr/>
        </p:nvSpPr>
        <p:spPr>
          <a:xfrm>
            <a:off x="4707466" y="10418234"/>
            <a:ext cx="38100" cy="339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84" name="Google Shape;1784;p50"/>
          <p:cNvSpPr/>
          <p:nvPr/>
        </p:nvSpPr>
        <p:spPr>
          <a:xfrm>
            <a:off x="4792133" y="10418234"/>
            <a:ext cx="38100" cy="339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85" name="Google Shape;1785;p50"/>
          <p:cNvSpPr/>
          <p:nvPr/>
        </p:nvSpPr>
        <p:spPr>
          <a:xfrm>
            <a:off x="4868333" y="10418234"/>
            <a:ext cx="38100" cy="339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86" name="Google Shape;1786;p50"/>
          <p:cNvSpPr/>
          <p:nvPr/>
        </p:nvSpPr>
        <p:spPr>
          <a:xfrm>
            <a:off x="4952999" y="10418234"/>
            <a:ext cx="38100" cy="339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87" name="Google Shape;1787;p50"/>
          <p:cNvSpPr/>
          <p:nvPr/>
        </p:nvSpPr>
        <p:spPr>
          <a:xfrm>
            <a:off x="6570133" y="10134600"/>
            <a:ext cx="444528" cy="381024"/>
          </a:xfrm>
          <a:custGeom>
            <a:rect b="b" l="l" r="r" t="t"/>
            <a:pathLst>
              <a:path extrusionOk="0" h="21600" w="21600">
                <a:moveTo>
                  <a:pt x="21600" y="12542"/>
                </a:moveTo>
                <a:lnTo>
                  <a:pt x="15600" y="12542"/>
                </a:lnTo>
                <a:lnTo>
                  <a:pt x="15000" y="9058"/>
                </a:lnTo>
                <a:lnTo>
                  <a:pt x="15800" y="8826"/>
                </a:lnTo>
                <a:lnTo>
                  <a:pt x="16200" y="8129"/>
                </a:lnTo>
                <a:lnTo>
                  <a:pt x="16600" y="7665"/>
                </a:lnTo>
                <a:lnTo>
                  <a:pt x="16800" y="6735"/>
                </a:lnTo>
                <a:lnTo>
                  <a:pt x="16800" y="0"/>
                </a:lnTo>
                <a:lnTo>
                  <a:pt x="14800" y="0"/>
                </a:lnTo>
                <a:lnTo>
                  <a:pt x="14800" y="2090"/>
                </a:lnTo>
                <a:lnTo>
                  <a:pt x="11800" y="2090"/>
                </a:lnTo>
                <a:lnTo>
                  <a:pt x="11800" y="0"/>
                </a:lnTo>
                <a:lnTo>
                  <a:pt x="9800" y="0"/>
                </a:lnTo>
                <a:lnTo>
                  <a:pt x="9800" y="2090"/>
                </a:lnTo>
                <a:lnTo>
                  <a:pt x="6800" y="2090"/>
                </a:lnTo>
                <a:lnTo>
                  <a:pt x="6800" y="0"/>
                </a:lnTo>
                <a:lnTo>
                  <a:pt x="5000" y="0"/>
                </a:lnTo>
                <a:lnTo>
                  <a:pt x="5000" y="6735"/>
                </a:lnTo>
                <a:lnTo>
                  <a:pt x="5200" y="7665"/>
                </a:lnTo>
                <a:lnTo>
                  <a:pt x="5400" y="8129"/>
                </a:lnTo>
                <a:lnTo>
                  <a:pt x="5800" y="8826"/>
                </a:lnTo>
                <a:lnTo>
                  <a:pt x="6600" y="9058"/>
                </a:lnTo>
                <a:lnTo>
                  <a:pt x="6200" y="12542"/>
                </a:lnTo>
                <a:lnTo>
                  <a:pt x="0" y="12542"/>
                </a:lnTo>
                <a:lnTo>
                  <a:pt x="0" y="14865"/>
                </a:lnTo>
                <a:lnTo>
                  <a:pt x="1000" y="14865"/>
                </a:lnTo>
                <a:lnTo>
                  <a:pt x="1000" y="21135"/>
                </a:lnTo>
                <a:lnTo>
                  <a:pt x="1400" y="21600"/>
                </a:lnTo>
                <a:lnTo>
                  <a:pt x="9400" y="21600"/>
                </a:lnTo>
                <a:lnTo>
                  <a:pt x="9800" y="21135"/>
                </a:lnTo>
                <a:lnTo>
                  <a:pt x="9800" y="18813"/>
                </a:lnTo>
                <a:lnTo>
                  <a:pt x="10000" y="18581"/>
                </a:lnTo>
                <a:lnTo>
                  <a:pt x="10400" y="18348"/>
                </a:lnTo>
                <a:lnTo>
                  <a:pt x="11400" y="18348"/>
                </a:lnTo>
                <a:lnTo>
                  <a:pt x="11800" y="18813"/>
                </a:lnTo>
                <a:lnTo>
                  <a:pt x="11800" y="21135"/>
                </a:lnTo>
                <a:lnTo>
                  <a:pt x="12000" y="21368"/>
                </a:lnTo>
                <a:lnTo>
                  <a:pt x="12400" y="21600"/>
                </a:lnTo>
                <a:lnTo>
                  <a:pt x="20200" y="21600"/>
                </a:lnTo>
                <a:lnTo>
                  <a:pt x="20600" y="21135"/>
                </a:lnTo>
                <a:lnTo>
                  <a:pt x="20600" y="14865"/>
                </a:lnTo>
                <a:lnTo>
                  <a:pt x="21600" y="14865"/>
                </a:lnTo>
                <a:lnTo>
                  <a:pt x="21600" y="12542"/>
                </a:lnTo>
                <a:close/>
                <a:moveTo>
                  <a:pt x="8600" y="6968"/>
                </a:moveTo>
                <a:lnTo>
                  <a:pt x="8400" y="6735"/>
                </a:lnTo>
                <a:lnTo>
                  <a:pt x="6800" y="6735"/>
                </a:lnTo>
                <a:lnTo>
                  <a:pt x="6800" y="4413"/>
                </a:lnTo>
                <a:lnTo>
                  <a:pt x="14800" y="4413"/>
                </a:lnTo>
                <a:lnTo>
                  <a:pt x="14800" y="6735"/>
                </a:lnTo>
                <a:lnTo>
                  <a:pt x="13200" y="6735"/>
                </a:lnTo>
                <a:lnTo>
                  <a:pt x="13000" y="6968"/>
                </a:lnTo>
                <a:lnTo>
                  <a:pt x="12800" y="7665"/>
                </a:lnTo>
                <a:lnTo>
                  <a:pt x="12800" y="8129"/>
                </a:lnTo>
                <a:lnTo>
                  <a:pt x="13600" y="12542"/>
                </a:lnTo>
                <a:lnTo>
                  <a:pt x="8200" y="12542"/>
                </a:lnTo>
                <a:lnTo>
                  <a:pt x="8800" y="8129"/>
                </a:lnTo>
                <a:lnTo>
                  <a:pt x="8800" y="7665"/>
                </a:lnTo>
                <a:lnTo>
                  <a:pt x="8600" y="6968"/>
                </a:lnTo>
                <a:close/>
                <a:moveTo>
                  <a:pt x="18800" y="19277"/>
                </a:moveTo>
                <a:lnTo>
                  <a:pt x="13800" y="19277"/>
                </a:lnTo>
                <a:lnTo>
                  <a:pt x="13600" y="17884"/>
                </a:lnTo>
                <a:lnTo>
                  <a:pt x="12800" y="17187"/>
                </a:lnTo>
                <a:lnTo>
                  <a:pt x="12000" y="16258"/>
                </a:lnTo>
                <a:lnTo>
                  <a:pt x="10800" y="16026"/>
                </a:lnTo>
                <a:lnTo>
                  <a:pt x="9600" y="16258"/>
                </a:lnTo>
                <a:lnTo>
                  <a:pt x="8200" y="17884"/>
                </a:lnTo>
                <a:lnTo>
                  <a:pt x="7800" y="19277"/>
                </a:lnTo>
                <a:lnTo>
                  <a:pt x="3000" y="19277"/>
                </a:lnTo>
                <a:lnTo>
                  <a:pt x="3000" y="14865"/>
                </a:lnTo>
                <a:lnTo>
                  <a:pt x="18800" y="14865"/>
                </a:lnTo>
                <a:lnTo>
                  <a:pt x="18800" y="1927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50"/>
          <p:cNvSpPr/>
          <p:nvPr/>
        </p:nvSpPr>
        <p:spPr>
          <a:xfrm>
            <a:off x="8547101" y="10109200"/>
            <a:ext cx="406404" cy="381024"/>
          </a:xfrm>
          <a:custGeom>
            <a:rect b="b" l="l" r="r" t="t"/>
            <a:pathLst>
              <a:path extrusionOk="0" h="21600" w="21600">
                <a:moveTo>
                  <a:pt x="21600" y="20206"/>
                </a:moveTo>
                <a:lnTo>
                  <a:pt x="20509" y="16723"/>
                </a:lnTo>
                <a:lnTo>
                  <a:pt x="20073" y="16258"/>
                </a:lnTo>
                <a:lnTo>
                  <a:pt x="19418" y="16026"/>
                </a:lnTo>
                <a:lnTo>
                  <a:pt x="18327" y="16026"/>
                </a:lnTo>
                <a:lnTo>
                  <a:pt x="18327" y="7897"/>
                </a:lnTo>
                <a:lnTo>
                  <a:pt x="20073" y="7897"/>
                </a:lnTo>
                <a:lnTo>
                  <a:pt x="20509" y="7432"/>
                </a:lnTo>
                <a:lnTo>
                  <a:pt x="20509" y="4413"/>
                </a:lnTo>
                <a:lnTo>
                  <a:pt x="20291" y="3948"/>
                </a:lnTo>
                <a:lnTo>
                  <a:pt x="19636" y="3252"/>
                </a:lnTo>
                <a:lnTo>
                  <a:pt x="11127" y="0"/>
                </a:lnTo>
                <a:lnTo>
                  <a:pt x="10473" y="0"/>
                </a:lnTo>
                <a:lnTo>
                  <a:pt x="1964" y="3252"/>
                </a:lnTo>
                <a:lnTo>
                  <a:pt x="1527" y="3948"/>
                </a:lnTo>
                <a:lnTo>
                  <a:pt x="1091" y="4413"/>
                </a:lnTo>
                <a:lnTo>
                  <a:pt x="1091" y="7432"/>
                </a:lnTo>
                <a:lnTo>
                  <a:pt x="1527" y="7665"/>
                </a:lnTo>
                <a:lnTo>
                  <a:pt x="1745" y="7897"/>
                </a:lnTo>
                <a:lnTo>
                  <a:pt x="3273" y="7897"/>
                </a:lnTo>
                <a:lnTo>
                  <a:pt x="3273" y="16026"/>
                </a:lnTo>
                <a:lnTo>
                  <a:pt x="2182" y="16026"/>
                </a:lnTo>
                <a:lnTo>
                  <a:pt x="1745" y="16258"/>
                </a:lnTo>
                <a:lnTo>
                  <a:pt x="1091" y="16723"/>
                </a:lnTo>
                <a:lnTo>
                  <a:pt x="0" y="20206"/>
                </a:lnTo>
                <a:lnTo>
                  <a:pt x="0" y="20903"/>
                </a:lnTo>
                <a:lnTo>
                  <a:pt x="436" y="21135"/>
                </a:lnTo>
                <a:lnTo>
                  <a:pt x="655" y="21600"/>
                </a:lnTo>
                <a:lnTo>
                  <a:pt x="21164" y="21600"/>
                </a:lnTo>
                <a:lnTo>
                  <a:pt x="21382" y="21135"/>
                </a:lnTo>
                <a:lnTo>
                  <a:pt x="21600" y="20903"/>
                </a:lnTo>
                <a:lnTo>
                  <a:pt x="21600" y="20206"/>
                </a:lnTo>
                <a:close/>
                <a:moveTo>
                  <a:pt x="16145" y="16026"/>
                </a:moveTo>
                <a:lnTo>
                  <a:pt x="14182" y="16026"/>
                </a:lnTo>
                <a:lnTo>
                  <a:pt x="14182" y="7897"/>
                </a:lnTo>
                <a:lnTo>
                  <a:pt x="16145" y="7897"/>
                </a:lnTo>
                <a:lnTo>
                  <a:pt x="16145" y="16026"/>
                </a:lnTo>
                <a:close/>
                <a:moveTo>
                  <a:pt x="12000" y="7897"/>
                </a:moveTo>
                <a:lnTo>
                  <a:pt x="12000" y="16026"/>
                </a:lnTo>
                <a:lnTo>
                  <a:pt x="9818" y="16026"/>
                </a:lnTo>
                <a:lnTo>
                  <a:pt x="9818" y="7897"/>
                </a:lnTo>
                <a:lnTo>
                  <a:pt x="12000" y="7897"/>
                </a:lnTo>
                <a:close/>
                <a:moveTo>
                  <a:pt x="3273" y="5342"/>
                </a:moveTo>
                <a:lnTo>
                  <a:pt x="10909" y="2323"/>
                </a:lnTo>
                <a:lnTo>
                  <a:pt x="18327" y="5342"/>
                </a:lnTo>
                <a:lnTo>
                  <a:pt x="18327" y="5574"/>
                </a:lnTo>
                <a:lnTo>
                  <a:pt x="3273" y="5574"/>
                </a:lnTo>
                <a:lnTo>
                  <a:pt x="3273" y="5342"/>
                </a:lnTo>
                <a:close/>
                <a:moveTo>
                  <a:pt x="5455" y="7897"/>
                </a:moveTo>
                <a:lnTo>
                  <a:pt x="7636" y="7897"/>
                </a:lnTo>
                <a:lnTo>
                  <a:pt x="7636" y="16026"/>
                </a:lnTo>
                <a:lnTo>
                  <a:pt x="5455" y="16026"/>
                </a:lnTo>
                <a:lnTo>
                  <a:pt x="5455" y="7897"/>
                </a:lnTo>
                <a:close/>
                <a:moveTo>
                  <a:pt x="2836" y="19510"/>
                </a:moveTo>
                <a:lnTo>
                  <a:pt x="3055" y="18348"/>
                </a:lnTo>
                <a:lnTo>
                  <a:pt x="18545" y="18348"/>
                </a:lnTo>
                <a:lnTo>
                  <a:pt x="18982" y="19510"/>
                </a:lnTo>
                <a:lnTo>
                  <a:pt x="2836" y="1951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50"/>
          <p:cNvSpPr/>
          <p:nvPr/>
        </p:nvSpPr>
        <p:spPr>
          <a:xfrm>
            <a:off x="9525000" y="10109200"/>
            <a:ext cx="406404" cy="431784"/>
          </a:xfrm>
          <a:custGeom>
            <a:rect b="b" l="l" r="r" t="t"/>
            <a:pathLst>
              <a:path extrusionOk="0" h="21600" w="21600">
                <a:moveTo>
                  <a:pt x="21382" y="4614"/>
                </a:moveTo>
                <a:lnTo>
                  <a:pt x="18109" y="419"/>
                </a:lnTo>
                <a:lnTo>
                  <a:pt x="17891" y="0"/>
                </a:lnTo>
                <a:lnTo>
                  <a:pt x="3709" y="0"/>
                </a:lnTo>
                <a:lnTo>
                  <a:pt x="3491" y="419"/>
                </a:lnTo>
                <a:lnTo>
                  <a:pt x="218" y="4614"/>
                </a:lnTo>
                <a:lnTo>
                  <a:pt x="0" y="5033"/>
                </a:lnTo>
                <a:lnTo>
                  <a:pt x="0" y="5662"/>
                </a:lnTo>
                <a:lnTo>
                  <a:pt x="655" y="5872"/>
                </a:lnTo>
                <a:lnTo>
                  <a:pt x="1091" y="6082"/>
                </a:lnTo>
                <a:lnTo>
                  <a:pt x="3273" y="6082"/>
                </a:lnTo>
                <a:lnTo>
                  <a:pt x="3273" y="15518"/>
                </a:lnTo>
                <a:lnTo>
                  <a:pt x="1091" y="15518"/>
                </a:lnTo>
                <a:lnTo>
                  <a:pt x="1091" y="17616"/>
                </a:lnTo>
                <a:lnTo>
                  <a:pt x="3273" y="17616"/>
                </a:lnTo>
                <a:lnTo>
                  <a:pt x="3273" y="21181"/>
                </a:lnTo>
                <a:lnTo>
                  <a:pt x="3709" y="21600"/>
                </a:lnTo>
                <a:lnTo>
                  <a:pt x="17891" y="21600"/>
                </a:lnTo>
                <a:lnTo>
                  <a:pt x="18327" y="21181"/>
                </a:lnTo>
                <a:lnTo>
                  <a:pt x="18327" y="17616"/>
                </a:lnTo>
                <a:lnTo>
                  <a:pt x="20509" y="17616"/>
                </a:lnTo>
                <a:lnTo>
                  <a:pt x="20509" y="15518"/>
                </a:lnTo>
                <a:lnTo>
                  <a:pt x="18327" y="15518"/>
                </a:lnTo>
                <a:lnTo>
                  <a:pt x="18327" y="6082"/>
                </a:lnTo>
                <a:lnTo>
                  <a:pt x="20509" y="6082"/>
                </a:lnTo>
                <a:lnTo>
                  <a:pt x="20945" y="5872"/>
                </a:lnTo>
                <a:lnTo>
                  <a:pt x="21600" y="5662"/>
                </a:lnTo>
                <a:lnTo>
                  <a:pt x="21600" y="5033"/>
                </a:lnTo>
                <a:lnTo>
                  <a:pt x="21382" y="4614"/>
                </a:lnTo>
                <a:close/>
                <a:moveTo>
                  <a:pt x="16145" y="19503"/>
                </a:moveTo>
                <a:lnTo>
                  <a:pt x="5455" y="19503"/>
                </a:lnTo>
                <a:lnTo>
                  <a:pt x="5455" y="17616"/>
                </a:lnTo>
                <a:lnTo>
                  <a:pt x="16145" y="17616"/>
                </a:lnTo>
                <a:lnTo>
                  <a:pt x="16145" y="19503"/>
                </a:lnTo>
                <a:close/>
                <a:moveTo>
                  <a:pt x="16145" y="15518"/>
                </a:moveTo>
                <a:lnTo>
                  <a:pt x="5455" y="15518"/>
                </a:lnTo>
                <a:lnTo>
                  <a:pt x="5455" y="6082"/>
                </a:lnTo>
                <a:lnTo>
                  <a:pt x="9818" y="6082"/>
                </a:lnTo>
                <a:lnTo>
                  <a:pt x="9818" y="8179"/>
                </a:lnTo>
                <a:lnTo>
                  <a:pt x="6982" y="8179"/>
                </a:lnTo>
                <a:lnTo>
                  <a:pt x="6764" y="8808"/>
                </a:lnTo>
                <a:lnTo>
                  <a:pt x="6545" y="9017"/>
                </a:lnTo>
                <a:lnTo>
                  <a:pt x="6545" y="9437"/>
                </a:lnTo>
                <a:lnTo>
                  <a:pt x="7636" y="13631"/>
                </a:lnTo>
                <a:lnTo>
                  <a:pt x="8073" y="14050"/>
                </a:lnTo>
                <a:lnTo>
                  <a:pt x="8727" y="14470"/>
                </a:lnTo>
                <a:lnTo>
                  <a:pt x="12873" y="14470"/>
                </a:lnTo>
                <a:lnTo>
                  <a:pt x="13527" y="14050"/>
                </a:lnTo>
                <a:lnTo>
                  <a:pt x="13964" y="13631"/>
                </a:lnTo>
                <a:lnTo>
                  <a:pt x="15055" y="9437"/>
                </a:lnTo>
                <a:lnTo>
                  <a:pt x="15055" y="9017"/>
                </a:lnTo>
                <a:lnTo>
                  <a:pt x="14836" y="8808"/>
                </a:lnTo>
                <a:lnTo>
                  <a:pt x="14618" y="8179"/>
                </a:lnTo>
                <a:lnTo>
                  <a:pt x="11782" y="8179"/>
                </a:lnTo>
                <a:lnTo>
                  <a:pt x="11782" y="6082"/>
                </a:lnTo>
                <a:lnTo>
                  <a:pt x="16145" y="6082"/>
                </a:lnTo>
                <a:lnTo>
                  <a:pt x="16145" y="15518"/>
                </a:lnTo>
                <a:close/>
                <a:moveTo>
                  <a:pt x="12655" y="10276"/>
                </a:moveTo>
                <a:lnTo>
                  <a:pt x="12218" y="12373"/>
                </a:lnTo>
                <a:lnTo>
                  <a:pt x="9382" y="12373"/>
                </a:lnTo>
                <a:lnTo>
                  <a:pt x="8945" y="10276"/>
                </a:lnTo>
                <a:lnTo>
                  <a:pt x="12655" y="10276"/>
                </a:lnTo>
                <a:close/>
                <a:moveTo>
                  <a:pt x="3273" y="3984"/>
                </a:moveTo>
                <a:lnTo>
                  <a:pt x="4800" y="2097"/>
                </a:lnTo>
                <a:lnTo>
                  <a:pt x="16800" y="2097"/>
                </a:lnTo>
                <a:lnTo>
                  <a:pt x="18327" y="3984"/>
                </a:lnTo>
                <a:lnTo>
                  <a:pt x="3273" y="398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50"/>
          <p:cNvSpPr/>
          <p:nvPr/>
        </p:nvSpPr>
        <p:spPr>
          <a:xfrm>
            <a:off x="10511367" y="10380133"/>
            <a:ext cx="368280" cy="160866"/>
          </a:xfrm>
          <a:custGeom>
            <a:rect b="b" l="l" r="r" t="t"/>
            <a:pathLst>
              <a:path extrusionOk="0" h="21600" w="21600">
                <a:moveTo>
                  <a:pt x="20387" y="21600"/>
                </a:moveTo>
                <a:lnTo>
                  <a:pt x="1213" y="21600"/>
                </a:lnTo>
                <a:lnTo>
                  <a:pt x="485" y="21046"/>
                </a:lnTo>
                <a:lnTo>
                  <a:pt x="0" y="19938"/>
                </a:lnTo>
                <a:lnTo>
                  <a:pt x="0" y="18277"/>
                </a:lnTo>
                <a:lnTo>
                  <a:pt x="4126" y="8862"/>
                </a:lnTo>
                <a:lnTo>
                  <a:pt x="5339" y="5538"/>
                </a:lnTo>
                <a:lnTo>
                  <a:pt x="6067" y="2769"/>
                </a:lnTo>
                <a:lnTo>
                  <a:pt x="6067" y="1108"/>
                </a:lnTo>
                <a:lnTo>
                  <a:pt x="6553" y="0"/>
                </a:lnTo>
                <a:lnTo>
                  <a:pt x="15047" y="0"/>
                </a:lnTo>
                <a:lnTo>
                  <a:pt x="15533" y="1108"/>
                </a:lnTo>
                <a:lnTo>
                  <a:pt x="15533" y="2769"/>
                </a:lnTo>
                <a:lnTo>
                  <a:pt x="16261" y="5538"/>
                </a:lnTo>
                <a:lnTo>
                  <a:pt x="17231" y="8862"/>
                </a:lnTo>
                <a:lnTo>
                  <a:pt x="19173" y="12738"/>
                </a:lnTo>
                <a:lnTo>
                  <a:pt x="21600" y="18277"/>
                </a:lnTo>
                <a:lnTo>
                  <a:pt x="21600" y="19938"/>
                </a:lnTo>
                <a:lnTo>
                  <a:pt x="20872" y="21046"/>
                </a:lnTo>
                <a:lnTo>
                  <a:pt x="20387" y="21600"/>
                </a:lnTo>
                <a:close/>
                <a:moveTo>
                  <a:pt x="4369" y="16062"/>
                </a:moveTo>
                <a:lnTo>
                  <a:pt x="16989" y="16062"/>
                </a:lnTo>
                <a:lnTo>
                  <a:pt x="15047" y="11077"/>
                </a:lnTo>
                <a:lnTo>
                  <a:pt x="14076" y="8308"/>
                </a:lnTo>
                <a:lnTo>
                  <a:pt x="13348" y="5538"/>
                </a:lnTo>
                <a:lnTo>
                  <a:pt x="8009" y="5538"/>
                </a:lnTo>
                <a:lnTo>
                  <a:pt x="7524" y="8308"/>
                </a:lnTo>
                <a:lnTo>
                  <a:pt x="6553" y="11077"/>
                </a:lnTo>
                <a:lnTo>
                  <a:pt x="4369" y="1606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1" name="Google Shape;1791;p50"/>
          <p:cNvSpPr/>
          <p:nvPr/>
        </p:nvSpPr>
        <p:spPr>
          <a:xfrm>
            <a:off x="10511367" y="10109200"/>
            <a:ext cx="368280" cy="245538"/>
          </a:xfrm>
          <a:custGeom>
            <a:rect b="b" l="l" r="r" t="t"/>
            <a:pathLst>
              <a:path extrusionOk="0" h="21600" w="21600">
                <a:moveTo>
                  <a:pt x="14319" y="21600"/>
                </a:moveTo>
                <a:lnTo>
                  <a:pt x="11892" y="21600"/>
                </a:lnTo>
                <a:lnTo>
                  <a:pt x="11892" y="13546"/>
                </a:lnTo>
                <a:lnTo>
                  <a:pt x="12135" y="12814"/>
                </a:lnTo>
                <a:lnTo>
                  <a:pt x="12620" y="12447"/>
                </a:lnTo>
                <a:lnTo>
                  <a:pt x="18445" y="12447"/>
                </a:lnTo>
                <a:lnTo>
                  <a:pt x="18930" y="12081"/>
                </a:lnTo>
                <a:lnTo>
                  <a:pt x="19173" y="11715"/>
                </a:lnTo>
                <a:lnTo>
                  <a:pt x="19173" y="9885"/>
                </a:lnTo>
                <a:lnTo>
                  <a:pt x="18445" y="8786"/>
                </a:lnTo>
                <a:lnTo>
                  <a:pt x="15047" y="8786"/>
                </a:lnTo>
                <a:lnTo>
                  <a:pt x="14076" y="8420"/>
                </a:lnTo>
                <a:lnTo>
                  <a:pt x="13834" y="7688"/>
                </a:lnTo>
                <a:lnTo>
                  <a:pt x="13348" y="5858"/>
                </a:lnTo>
                <a:lnTo>
                  <a:pt x="12620" y="4393"/>
                </a:lnTo>
                <a:lnTo>
                  <a:pt x="11892" y="4027"/>
                </a:lnTo>
                <a:lnTo>
                  <a:pt x="10679" y="3661"/>
                </a:lnTo>
                <a:lnTo>
                  <a:pt x="9465" y="4027"/>
                </a:lnTo>
                <a:lnTo>
                  <a:pt x="8980" y="4393"/>
                </a:lnTo>
                <a:lnTo>
                  <a:pt x="8009" y="5858"/>
                </a:lnTo>
                <a:lnTo>
                  <a:pt x="7766" y="7688"/>
                </a:lnTo>
                <a:lnTo>
                  <a:pt x="7524" y="8420"/>
                </a:lnTo>
                <a:lnTo>
                  <a:pt x="6553" y="8786"/>
                </a:lnTo>
                <a:lnTo>
                  <a:pt x="2912" y="8786"/>
                </a:lnTo>
                <a:lnTo>
                  <a:pt x="2670" y="9519"/>
                </a:lnTo>
                <a:lnTo>
                  <a:pt x="2427" y="9885"/>
                </a:lnTo>
                <a:lnTo>
                  <a:pt x="2427" y="11715"/>
                </a:lnTo>
                <a:lnTo>
                  <a:pt x="2912" y="12447"/>
                </a:lnTo>
                <a:lnTo>
                  <a:pt x="8980" y="12447"/>
                </a:lnTo>
                <a:lnTo>
                  <a:pt x="9222" y="12814"/>
                </a:lnTo>
                <a:lnTo>
                  <a:pt x="9465" y="13546"/>
                </a:lnTo>
                <a:lnTo>
                  <a:pt x="9465" y="21600"/>
                </a:lnTo>
                <a:lnTo>
                  <a:pt x="7281" y="21600"/>
                </a:lnTo>
                <a:lnTo>
                  <a:pt x="7281" y="16108"/>
                </a:lnTo>
                <a:lnTo>
                  <a:pt x="3640" y="16108"/>
                </a:lnTo>
                <a:lnTo>
                  <a:pt x="2184" y="15742"/>
                </a:lnTo>
                <a:lnTo>
                  <a:pt x="243" y="12814"/>
                </a:lnTo>
                <a:lnTo>
                  <a:pt x="0" y="10617"/>
                </a:lnTo>
                <a:lnTo>
                  <a:pt x="243" y="8420"/>
                </a:lnTo>
                <a:lnTo>
                  <a:pt x="1213" y="6956"/>
                </a:lnTo>
                <a:lnTo>
                  <a:pt x="2184" y="5858"/>
                </a:lnTo>
                <a:lnTo>
                  <a:pt x="3640" y="5125"/>
                </a:lnTo>
                <a:lnTo>
                  <a:pt x="5582" y="5125"/>
                </a:lnTo>
                <a:lnTo>
                  <a:pt x="6553" y="2929"/>
                </a:lnTo>
                <a:lnTo>
                  <a:pt x="7766" y="1098"/>
                </a:lnTo>
                <a:lnTo>
                  <a:pt x="8980" y="366"/>
                </a:lnTo>
                <a:lnTo>
                  <a:pt x="10679" y="0"/>
                </a:lnTo>
                <a:lnTo>
                  <a:pt x="12620" y="366"/>
                </a:lnTo>
                <a:lnTo>
                  <a:pt x="13834" y="1098"/>
                </a:lnTo>
                <a:lnTo>
                  <a:pt x="15047" y="2929"/>
                </a:lnTo>
                <a:lnTo>
                  <a:pt x="15775" y="5125"/>
                </a:lnTo>
                <a:lnTo>
                  <a:pt x="17960" y="5125"/>
                </a:lnTo>
                <a:lnTo>
                  <a:pt x="19416" y="5858"/>
                </a:lnTo>
                <a:lnTo>
                  <a:pt x="20387" y="6956"/>
                </a:lnTo>
                <a:lnTo>
                  <a:pt x="21115" y="8420"/>
                </a:lnTo>
                <a:lnTo>
                  <a:pt x="21600" y="10617"/>
                </a:lnTo>
                <a:lnTo>
                  <a:pt x="21115" y="12814"/>
                </a:lnTo>
                <a:lnTo>
                  <a:pt x="20387" y="14278"/>
                </a:lnTo>
                <a:lnTo>
                  <a:pt x="19416" y="15742"/>
                </a:lnTo>
                <a:lnTo>
                  <a:pt x="17960" y="16108"/>
                </a:lnTo>
                <a:lnTo>
                  <a:pt x="14319" y="16108"/>
                </a:lnTo>
                <a:lnTo>
                  <a:pt x="14319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50"/>
          <p:cNvSpPr/>
          <p:nvPr/>
        </p:nvSpPr>
        <p:spPr>
          <a:xfrm>
            <a:off x="1744133" y="11057466"/>
            <a:ext cx="321732" cy="469908"/>
          </a:xfrm>
          <a:custGeom>
            <a:rect b="b" l="l" r="r" t="t"/>
            <a:pathLst>
              <a:path extrusionOk="0" h="21600" w="21600">
                <a:moveTo>
                  <a:pt x="18866" y="12316"/>
                </a:moveTo>
                <a:lnTo>
                  <a:pt x="18866" y="6632"/>
                </a:lnTo>
                <a:lnTo>
                  <a:pt x="19413" y="6442"/>
                </a:lnTo>
                <a:lnTo>
                  <a:pt x="20233" y="5874"/>
                </a:lnTo>
                <a:lnTo>
                  <a:pt x="20233" y="5495"/>
                </a:lnTo>
                <a:lnTo>
                  <a:pt x="19959" y="4926"/>
                </a:lnTo>
                <a:lnTo>
                  <a:pt x="11757" y="379"/>
                </a:lnTo>
                <a:lnTo>
                  <a:pt x="10663" y="0"/>
                </a:lnTo>
                <a:lnTo>
                  <a:pt x="9843" y="379"/>
                </a:lnTo>
                <a:lnTo>
                  <a:pt x="1641" y="4926"/>
                </a:lnTo>
                <a:lnTo>
                  <a:pt x="1367" y="5495"/>
                </a:lnTo>
                <a:lnTo>
                  <a:pt x="1367" y="5874"/>
                </a:lnTo>
                <a:lnTo>
                  <a:pt x="1914" y="6442"/>
                </a:lnTo>
                <a:lnTo>
                  <a:pt x="2734" y="6632"/>
                </a:lnTo>
                <a:lnTo>
                  <a:pt x="2734" y="12316"/>
                </a:lnTo>
                <a:lnTo>
                  <a:pt x="0" y="12316"/>
                </a:lnTo>
                <a:lnTo>
                  <a:pt x="0" y="14021"/>
                </a:lnTo>
                <a:lnTo>
                  <a:pt x="4922" y="14021"/>
                </a:lnTo>
                <a:lnTo>
                  <a:pt x="3008" y="21600"/>
                </a:lnTo>
                <a:lnTo>
                  <a:pt x="7929" y="21600"/>
                </a:lnTo>
                <a:lnTo>
                  <a:pt x="10663" y="19326"/>
                </a:lnTo>
                <a:lnTo>
                  <a:pt x="13397" y="21600"/>
                </a:lnTo>
                <a:lnTo>
                  <a:pt x="18592" y="21600"/>
                </a:lnTo>
                <a:lnTo>
                  <a:pt x="16405" y="14021"/>
                </a:lnTo>
                <a:lnTo>
                  <a:pt x="21600" y="14021"/>
                </a:lnTo>
                <a:lnTo>
                  <a:pt x="21600" y="12316"/>
                </a:lnTo>
                <a:lnTo>
                  <a:pt x="18866" y="12316"/>
                </a:lnTo>
                <a:close/>
                <a:moveTo>
                  <a:pt x="10663" y="2274"/>
                </a:moveTo>
                <a:lnTo>
                  <a:pt x="15038" y="4737"/>
                </a:lnTo>
                <a:lnTo>
                  <a:pt x="6289" y="4737"/>
                </a:lnTo>
                <a:lnTo>
                  <a:pt x="10663" y="2274"/>
                </a:lnTo>
                <a:close/>
                <a:moveTo>
                  <a:pt x="6289" y="20084"/>
                </a:moveTo>
                <a:lnTo>
                  <a:pt x="7382" y="16105"/>
                </a:lnTo>
                <a:lnTo>
                  <a:pt x="9023" y="17621"/>
                </a:lnTo>
                <a:lnTo>
                  <a:pt x="6289" y="20084"/>
                </a:lnTo>
                <a:close/>
                <a:moveTo>
                  <a:pt x="8476" y="14021"/>
                </a:moveTo>
                <a:lnTo>
                  <a:pt x="13124" y="14021"/>
                </a:lnTo>
                <a:lnTo>
                  <a:pt x="10663" y="16105"/>
                </a:lnTo>
                <a:lnTo>
                  <a:pt x="8476" y="14021"/>
                </a:lnTo>
                <a:close/>
                <a:moveTo>
                  <a:pt x="12304" y="17621"/>
                </a:moveTo>
                <a:lnTo>
                  <a:pt x="14218" y="16105"/>
                </a:lnTo>
                <a:lnTo>
                  <a:pt x="15038" y="20084"/>
                </a:lnTo>
                <a:lnTo>
                  <a:pt x="12304" y="17621"/>
                </a:lnTo>
                <a:close/>
                <a:moveTo>
                  <a:pt x="16132" y="12316"/>
                </a:moveTo>
                <a:lnTo>
                  <a:pt x="5468" y="12316"/>
                </a:lnTo>
                <a:lnTo>
                  <a:pt x="5468" y="6632"/>
                </a:lnTo>
                <a:lnTo>
                  <a:pt x="16132" y="6632"/>
                </a:lnTo>
                <a:lnTo>
                  <a:pt x="16132" y="1231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50"/>
          <p:cNvSpPr/>
          <p:nvPr/>
        </p:nvSpPr>
        <p:spPr>
          <a:xfrm>
            <a:off x="2658533" y="11120967"/>
            <a:ext cx="478386" cy="368280"/>
          </a:xfrm>
          <a:custGeom>
            <a:rect b="b" l="l" r="r" t="t"/>
            <a:pathLst>
              <a:path extrusionOk="0" h="21600" w="21600">
                <a:moveTo>
                  <a:pt x="19769" y="19173"/>
                </a:moveTo>
                <a:lnTo>
                  <a:pt x="19769" y="10921"/>
                </a:lnTo>
                <a:lnTo>
                  <a:pt x="19586" y="10193"/>
                </a:lnTo>
                <a:lnTo>
                  <a:pt x="19403" y="9708"/>
                </a:lnTo>
                <a:lnTo>
                  <a:pt x="15742" y="7281"/>
                </a:lnTo>
                <a:lnTo>
                  <a:pt x="14827" y="7281"/>
                </a:lnTo>
                <a:lnTo>
                  <a:pt x="11166" y="9708"/>
                </a:lnTo>
                <a:lnTo>
                  <a:pt x="10983" y="10193"/>
                </a:lnTo>
                <a:lnTo>
                  <a:pt x="10800" y="10921"/>
                </a:lnTo>
                <a:lnTo>
                  <a:pt x="10800" y="19173"/>
                </a:lnTo>
                <a:lnTo>
                  <a:pt x="8969" y="19173"/>
                </a:lnTo>
                <a:lnTo>
                  <a:pt x="8969" y="4126"/>
                </a:lnTo>
                <a:lnTo>
                  <a:pt x="8786" y="2670"/>
                </a:lnTo>
                <a:lnTo>
                  <a:pt x="8054" y="1213"/>
                </a:lnTo>
                <a:lnTo>
                  <a:pt x="6956" y="243"/>
                </a:lnTo>
                <a:lnTo>
                  <a:pt x="5858" y="0"/>
                </a:lnTo>
                <a:lnTo>
                  <a:pt x="4759" y="243"/>
                </a:lnTo>
                <a:lnTo>
                  <a:pt x="3661" y="1213"/>
                </a:lnTo>
                <a:lnTo>
                  <a:pt x="2929" y="2670"/>
                </a:lnTo>
                <a:lnTo>
                  <a:pt x="2746" y="4126"/>
                </a:lnTo>
                <a:lnTo>
                  <a:pt x="2746" y="19173"/>
                </a:lnTo>
                <a:lnTo>
                  <a:pt x="0" y="19173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9173"/>
                </a:lnTo>
                <a:lnTo>
                  <a:pt x="19769" y="19173"/>
                </a:lnTo>
                <a:close/>
                <a:moveTo>
                  <a:pt x="7139" y="12135"/>
                </a:moveTo>
                <a:lnTo>
                  <a:pt x="4393" y="12135"/>
                </a:lnTo>
                <a:lnTo>
                  <a:pt x="4393" y="8494"/>
                </a:lnTo>
                <a:lnTo>
                  <a:pt x="7139" y="8494"/>
                </a:lnTo>
                <a:lnTo>
                  <a:pt x="7139" y="12135"/>
                </a:lnTo>
                <a:close/>
                <a:moveTo>
                  <a:pt x="5858" y="2427"/>
                </a:moveTo>
                <a:lnTo>
                  <a:pt x="6224" y="2427"/>
                </a:lnTo>
                <a:lnTo>
                  <a:pt x="7139" y="3640"/>
                </a:lnTo>
                <a:lnTo>
                  <a:pt x="7139" y="6067"/>
                </a:lnTo>
                <a:lnTo>
                  <a:pt x="4393" y="6067"/>
                </a:lnTo>
                <a:lnTo>
                  <a:pt x="4393" y="3640"/>
                </a:lnTo>
                <a:lnTo>
                  <a:pt x="4942" y="3155"/>
                </a:lnTo>
                <a:lnTo>
                  <a:pt x="5308" y="2427"/>
                </a:lnTo>
                <a:lnTo>
                  <a:pt x="5858" y="2427"/>
                </a:lnTo>
                <a:close/>
                <a:moveTo>
                  <a:pt x="4393" y="19173"/>
                </a:moveTo>
                <a:lnTo>
                  <a:pt x="4393" y="14319"/>
                </a:lnTo>
                <a:lnTo>
                  <a:pt x="7139" y="14319"/>
                </a:lnTo>
                <a:lnTo>
                  <a:pt x="7139" y="19173"/>
                </a:lnTo>
                <a:lnTo>
                  <a:pt x="4393" y="19173"/>
                </a:lnTo>
                <a:close/>
                <a:moveTo>
                  <a:pt x="17207" y="19173"/>
                </a:moveTo>
                <a:lnTo>
                  <a:pt x="17207" y="15533"/>
                </a:lnTo>
                <a:lnTo>
                  <a:pt x="13546" y="15533"/>
                </a:lnTo>
                <a:lnTo>
                  <a:pt x="13546" y="19173"/>
                </a:lnTo>
                <a:lnTo>
                  <a:pt x="12631" y="19173"/>
                </a:lnTo>
                <a:lnTo>
                  <a:pt x="12631" y="11407"/>
                </a:lnTo>
                <a:lnTo>
                  <a:pt x="15376" y="9708"/>
                </a:lnTo>
                <a:lnTo>
                  <a:pt x="17939" y="11407"/>
                </a:lnTo>
                <a:lnTo>
                  <a:pt x="17939" y="19173"/>
                </a:lnTo>
                <a:lnTo>
                  <a:pt x="17207" y="1917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4" name="Google Shape;1794;p50"/>
          <p:cNvSpPr/>
          <p:nvPr/>
        </p:nvSpPr>
        <p:spPr>
          <a:xfrm>
            <a:off x="4682066" y="11082866"/>
            <a:ext cx="334422" cy="444528"/>
          </a:xfrm>
          <a:custGeom>
            <a:rect b="b" l="l" r="r" t="t"/>
            <a:pathLst>
              <a:path extrusionOk="0" h="21600" w="21600">
                <a:moveTo>
                  <a:pt x="21600" y="12683"/>
                </a:moveTo>
                <a:lnTo>
                  <a:pt x="16678" y="12683"/>
                </a:lnTo>
                <a:lnTo>
                  <a:pt x="15311" y="9908"/>
                </a:lnTo>
                <a:lnTo>
                  <a:pt x="17499" y="9908"/>
                </a:lnTo>
                <a:lnTo>
                  <a:pt x="17499" y="7927"/>
                </a:lnTo>
                <a:lnTo>
                  <a:pt x="14491" y="7927"/>
                </a:lnTo>
                <a:lnTo>
                  <a:pt x="13397" y="3963"/>
                </a:lnTo>
                <a:lnTo>
                  <a:pt x="13397" y="2576"/>
                </a:lnTo>
                <a:lnTo>
                  <a:pt x="12304" y="594"/>
                </a:lnTo>
                <a:lnTo>
                  <a:pt x="11484" y="396"/>
                </a:lnTo>
                <a:lnTo>
                  <a:pt x="10937" y="0"/>
                </a:lnTo>
                <a:lnTo>
                  <a:pt x="10116" y="396"/>
                </a:lnTo>
                <a:lnTo>
                  <a:pt x="9570" y="594"/>
                </a:lnTo>
                <a:lnTo>
                  <a:pt x="8203" y="2576"/>
                </a:lnTo>
                <a:lnTo>
                  <a:pt x="8203" y="3963"/>
                </a:lnTo>
                <a:lnTo>
                  <a:pt x="7109" y="7927"/>
                </a:lnTo>
                <a:lnTo>
                  <a:pt x="4101" y="7927"/>
                </a:lnTo>
                <a:lnTo>
                  <a:pt x="4101" y="9908"/>
                </a:lnTo>
                <a:lnTo>
                  <a:pt x="6562" y="9908"/>
                </a:lnTo>
                <a:lnTo>
                  <a:pt x="5195" y="12683"/>
                </a:lnTo>
                <a:lnTo>
                  <a:pt x="0" y="12683"/>
                </a:lnTo>
                <a:lnTo>
                  <a:pt x="0" y="14664"/>
                </a:lnTo>
                <a:lnTo>
                  <a:pt x="4101" y="14664"/>
                </a:lnTo>
                <a:lnTo>
                  <a:pt x="2461" y="17637"/>
                </a:lnTo>
                <a:lnTo>
                  <a:pt x="273" y="20015"/>
                </a:lnTo>
                <a:lnTo>
                  <a:pt x="0" y="20609"/>
                </a:lnTo>
                <a:lnTo>
                  <a:pt x="0" y="21006"/>
                </a:lnTo>
                <a:lnTo>
                  <a:pt x="820" y="21402"/>
                </a:lnTo>
                <a:lnTo>
                  <a:pt x="1367" y="21600"/>
                </a:lnTo>
                <a:lnTo>
                  <a:pt x="8749" y="21600"/>
                </a:lnTo>
                <a:lnTo>
                  <a:pt x="9570" y="21006"/>
                </a:lnTo>
                <a:lnTo>
                  <a:pt x="9570" y="18628"/>
                </a:lnTo>
                <a:lnTo>
                  <a:pt x="12304" y="18628"/>
                </a:lnTo>
                <a:lnTo>
                  <a:pt x="12304" y="21006"/>
                </a:lnTo>
                <a:lnTo>
                  <a:pt x="12577" y="21402"/>
                </a:lnTo>
                <a:lnTo>
                  <a:pt x="12851" y="21600"/>
                </a:lnTo>
                <a:lnTo>
                  <a:pt x="20233" y="21600"/>
                </a:lnTo>
                <a:lnTo>
                  <a:pt x="21053" y="21402"/>
                </a:lnTo>
                <a:lnTo>
                  <a:pt x="21600" y="21006"/>
                </a:lnTo>
                <a:lnTo>
                  <a:pt x="21600" y="20609"/>
                </a:lnTo>
                <a:lnTo>
                  <a:pt x="21327" y="20015"/>
                </a:lnTo>
                <a:lnTo>
                  <a:pt x="19139" y="17637"/>
                </a:lnTo>
                <a:lnTo>
                  <a:pt x="17499" y="14664"/>
                </a:lnTo>
                <a:lnTo>
                  <a:pt x="21600" y="14664"/>
                </a:lnTo>
                <a:lnTo>
                  <a:pt x="21600" y="12683"/>
                </a:lnTo>
                <a:close/>
                <a:moveTo>
                  <a:pt x="10937" y="3963"/>
                </a:moveTo>
                <a:lnTo>
                  <a:pt x="11757" y="7927"/>
                </a:lnTo>
                <a:lnTo>
                  <a:pt x="9843" y="7927"/>
                </a:lnTo>
                <a:lnTo>
                  <a:pt x="10937" y="3963"/>
                </a:lnTo>
                <a:close/>
                <a:moveTo>
                  <a:pt x="9023" y="9908"/>
                </a:moveTo>
                <a:lnTo>
                  <a:pt x="12577" y="9908"/>
                </a:lnTo>
                <a:lnTo>
                  <a:pt x="13397" y="12683"/>
                </a:lnTo>
                <a:lnTo>
                  <a:pt x="8203" y="12683"/>
                </a:lnTo>
                <a:lnTo>
                  <a:pt x="9023" y="9908"/>
                </a:lnTo>
                <a:close/>
                <a:moveTo>
                  <a:pt x="17772" y="19618"/>
                </a:moveTo>
                <a:lnTo>
                  <a:pt x="14765" y="19618"/>
                </a:lnTo>
                <a:lnTo>
                  <a:pt x="14765" y="18628"/>
                </a:lnTo>
                <a:lnTo>
                  <a:pt x="14491" y="17835"/>
                </a:lnTo>
                <a:lnTo>
                  <a:pt x="14218" y="17240"/>
                </a:lnTo>
                <a:lnTo>
                  <a:pt x="13124" y="16844"/>
                </a:lnTo>
                <a:lnTo>
                  <a:pt x="12304" y="16646"/>
                </a:lnTo>
                <a:lnTo>
                  <a:pt x="9570" y="16646"/>
                </a:lnTo>
                <a:lnTo>
                  <a:pt x="8476" y="16844"/>
                </a:lnTo>
                <a:lnTo>
                  <a:pt x="7382" y="17240"/>
                </a:lnTo>
                <a:lnTo>
                  <a:pt x="7109" y="17835"/>
                </a:lnTo>
                <a:lnTo>
                  <a:pt x="6835" y="18628"/>
                </a:lnTo>
                <a:lnTo>
                  <a:pt x="6835" y="19618"/>
                </a:lnTo>
                <a:lnTo>
                  <a:pt x="3828" y="19618"/>
                </a:lnTo>
                <a:lnTo>
                  <a:pt x="5742" y="17240"/>
                </a:lnTo>
                <a:lnTo>
                  <a:pt x="7109" y="14664"/>
                </a:lnTo>
                <a:lnTo>
                  <a:pt x="14491" y="14664"/>
                </a:lnTo>
                <a:lnTo>
                  <a:pt x="15858" y="17240"/>
                </a:lnTo>
                <a:lnTo>
                  <a:pt x="17772" y="1961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95" name="Google Shape;1795;p50"/>
          <p:cNvGrpSpPr/>
          <p:nvPr/>
        </p:nvGrpSpPr>
        <p:grpSpPr>
          <a:xfrm>
            <a:off x="3670300" y="11057466"/>
            <a:ext cx="406404" cy="431784"/>
            <a:chOff x="-1" y="0"/>
            <a:chExt cx="406404" cy="431784"/>
          </a:xfrm>
        </p:grpSpPr>
        <p:sp>
          <p:nvSpPr>
            <p:cNvPr id="1796" name="Google Shape;1796;p50"/>
            <p:cNvSpPr/>
            <p:nvPr/>
          </p:nvSpPr>
          <p:spPr>
            <a:xfrm>
              <a:off x="-1" y="0"/>
              <a:ext cx="406404" cy="431784"/>
            </a:xfrm>
            <a:custGeom>
              <a:rect b="b" l="l" r="r" t="t"/>
              <a:pathLst>
                <a:path extrusionOk="0" h="21600" w="21600">
                  <a:moveTo>
                    <a:pt x="20509" y="12462"/>
                  </a:moveTo>
                  <a:lnTo>
                    <a:pt x="14182" y="12462"/>
                  </a:lnTo>
                  <a:lnTo>
                    <a:pt x="14182" y="9554"/>
                  </a:lnTo>
                  <a:lnTo>
                    <a:pt x="14836" y="9138"/>
                  </a:lnTo>
                  <a:lnTo>
                    <a:pt x="15709" y="8308"/>
                  </a:lnTo>
                  <a:lnTo>
                    <a:pt x="16145" y="6231"/>
                  </a:lnTo>
                  <a:lnTo>
                    <a:pt x="15709" y="4154"/>
                  </a:lnTo>
                  <a:lnTo>
                    <a:pt x="14182" y="2492"/>
                  </a:lnTo>
                  <a:lnTo>
                    <a:pt x="12436" y="1038"/>
                  </a:lnTo>
                  <a:lnTo>
                    <a:pt x="11345" y="415"/>
                  </a:lnTo>
                  <a:lnTo>
                    <a:pt x="10909" y="0"/>
                  </a:lnTo>
                  <a:lnTo>
                    <a:pt x="10255" y="415"/>
                  </a:lnTo>
                  <a:lnTo>
                    <a:pt x="9164" y="1038"/>
                  </a:lnTo>
                  <a:lnTo>
                    <a:pt x="7636" y="2492"/>
                  </a:lnTo>
                  <a:lnTo>
                    <a:pt x="6109" y="4154"/>
                  </a:lnTo>
                  <a:lnTo>
                    <a:pt x="5673" y="5192"/>
                  </a:lnTo>
                  <a:lnTo>
                    <a:pt x="5455" y="6231"/>
                  </a:lnTo>
                  <a:lnTo>
                    <a:pt x="5673" y="7269"/>
                  </a:lnTo>
                  <a:lnTo>
                    <a:pt x="6109" y="8308"/>
                  </a:lnTo>
                  <a:lnTo>
                    <a:pt x="6764" y="9138"/>
                  </a:lnTo>
                  <a:lnTo>
                    <a:pt x="7636" y="9554"/>
                  </a:lnTo>
                  <a:lnTo>
                    <a:pt x="7636" y="12462"/>
                  </a:lnTo>
                  <a:lnTo>
                    <a:pt x="655" y="12462"/>
                  </a:lnTo>
                  <a:lnTo>
                    <a:pt x="436" y="12669"/>
                  </a:lnTo>
                  <a:lnTo>
                    <a:pt x="0" y="12877"/>
                  </a:lnTo>
                  <a:lnTo>
                    <a:pt x="0" y="21185"/>
                  </a:lnTo>
                  <a:lnTo>
                    <a:pt x="436" y="21392"/>
                  </a:lnTo>
                  <a:lnTo>
                    <a:pt x="655" y="21600"/>
                  </a:lnTo>
                  <a:lnTo>
                    <a:pt x="9164" y="21600"/>
                  </a:lnTo>
                  <a:lnTo>
                    <a:pt x="9600" y="21392"/>
                  </a:lnTo>
                  <a:lnTo>
                    <a:pt x="9818" y="21185"/>
                  </a:lnTo>
                  <a:lnTo>
                    <a:pt x="9818" y="19108"/>
                  </a:lnTo>
                  <a:lnTo>
                    <a:pt x="10909" y="18069"/>
                  </a:lnTo>
                  <a:lnTo>
                    <a:pt x="12000" y="19108"/>
                  </a:lnTo>
                  <a:lnTo>
                    <a:pt x="12000" y="21185"/>
                  </a:lnTo>
                  <a:lnTo>
                    <a:pt x="12436" y="21600"/>
                  </a:lnTo>
                  <a:lnTo>
                    <a:pt x="21164" y="21600"/>
                  </a:lnTo>
                  <a:lnTo>
                    <a:pt x="21600" y="21185"/>
                  </a:lnTo>
                  <a:lnTo>
                    <a:pt x="21600" y="12877"/>
                  </a:lnTo>
                  <a:lnTo>
                    <a:pt x="21164" y="12462"/>
                  </a:lnTo>
                  <a:lnTo>
                    <a:pt x="20509" y="12462"/>
                  </a:lnTo>
                  <a:close/>
                  <a:moveTo>
                    <a:pt x="10909" y="2492"/>
                  </a:moveTo>
                  <a:lnTo>
                    <a:pt x="13091" y="4362"/>
                  </a:lnTo>
                  <a:lnTo>
                    <a:pt x="13745" y="5400"/>
                  </a:lnTo>
                  <a:lnTo>
                    <a:pt x="14182" y="6231"/>
                  </a:lnTo>
                  <a:lnTo>
                    <a:pt x="14182" y="6646"/>
                  </a:lnTo>
                  <a:lnTo>
                    <a:pt x="13527" y="7477"/>
                  </a:lnTo>
                  <a:lnTo>
                    <a:pt x="13309" y="7685"/>
                  </a:lnTo>
                  <a:lnTo>
                    <a:pt x="12655" y="8100"/>
                  </a:lnTo>
                  <a:lnTo>
                    <a:pt x="12000" y="8308"/>
                  </a:lnTo>
                  <a:lnTo>
                    <a:pt x="9818" y="8308"/>
                  </a:lnTo>
                  <a:lnTo>
                    <a:pt x="8945" y="8100"/>
                  </a:lnTo>
                  <a:lnTo>
                    <a:pt x="8509" y="7685"/>
                  </a:lnTo>
                  <a:lnTo>
                    <a:pt x="7855" y="7477"/>
                  </a:lnTo>
                  <a:lnTo>
                    <a:pt x="7636" y="6646"/>
                  </a:lnTo>
                  <a:lnTo>
                    <a:pt x="7636" y="6231"/>
                  </a:lnTo>
                  <a:lnTo>
                    <a:pt x="7855" y="5400"/>
                  </a:lnTo>
                  <a:lnTo>
                    <a:pt x="8727" y="4362"/>
                  </a:lnTo>
                  <a:lnTo>
                    <a:pt x="10909" y="2492"/>
                  </a:lnTo>
                  <a:close/>
                  <a:moveTo>
                    <a:pt x="9818" y="10385"/>
                  </a:moveTo>
                  <a:lnTo>
                    <a:pt x="12000" y="10385"/>
                  </a:lnTo>
                  <a:lnTo>
                    <a:pt x="12000" y="12462"/>
                  </a:lnTo>
                  <a:lnTo>
                    <a:pt x="9818" y="12462"/>
                  </a:lnTo>
                  <a:lnTo>
                    <a:pt x="9818" y="10385"/>
                  </a:lnTo>
                  <a:close/>
                  <a:moveTo>
                    <a:pt x="19418" y="19523"/>
                  </a:moveTo>
                  <a:lnTo>
                    <a:pt x="14182" y="19523"/>
                  </a:lnTo>
                  <a:lnTo>
                    <a:pt x="14182" y="18069"/>
                  </a:lnTo>
                  <a:lnTo>
                    <a:pt x="13745" y="17654"/>
                  </a:lnTo>
                  <a:lnTo>
                    <a:pt x="11564" y="15785"/>
                  </a:lnTo>
                  <a:lnTo>
                    <a:pt x="11345" y="15369"/>
                  </a:lnTo>
                  <a:lnTo>
                    <a:pt x="10255" y="15369"/>
                  </a:lnTo>
                  <a:lnTo>
                    <a:pt x="10036" y="15785"/>
                  </a:lnTo>
                  <a:lnTo>
                    <a:pt x="7855" y="17654"/>
                  </a:lnTo>
                  <a:lnTo>
                    <a:pt x="7636" y="18069"/>
                  </a:lnTo>
                  <a:lnTo>
                    <a:pt x="7636" y="19523"/>
                  </a:lnTo>
                  <a:lnTo>
                    <a:pt x="2182" y="19523"/>
                  </a:lnTo>
                  <a:lnTo>
                    <a:pt x="2182" y="14331"/>
                  </a:lnTo>
                  <a:lnTo>
                    <a:pt x="19418" y="14331"/>
                  </a:lnTo>
                  <a:lnTo>
                    <a:pt x="19418" y="19523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7" name="Google Shape;1797;p50"/>
            <p:cNvSpPr/>
            <p:nvPr/>
          </p:nvSpPr>
          <p:spPr>
            <a:xfrm>
              <a:off x="283243" y="308421"/>
              <a:ext cx="36900" cy="36900"/>
            </a:xfrm>
            <a:prstGeom prst="rect">
              <a:avLst/>
            </a:pr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1798" name="Google Shape;1798;p50"/>
            <p:cNvSpPr/>
            <p:nvPr/>
          </p:nvSpPr>
          <p:spPr>
            <a:xfrm>
              <a:off x="86202" y="308421"/>
              <a:ext cx="36900" cy="36900"/>
            </a:xfrm>
            <a:prstGeom prst="rect">
              <a:avLst/>
            </a:pr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1799" name="Google Shape;1799;p50"/>
            <p:cNvSpPr/>
            <p:nvPr/>
          </p:nvSpPr>
          <p:spPr>
            <a:xfrm>
              <a:off x="24630" y="172716"/>
              <a:ext cx="36900" cy="61800"/>
            </a:xfrm>
            <a:prstGeom prst="rect">
              <a:avLst/>
            </a:pr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1800" name="Google Shape;1800;p50"/>
            <p:cNvSpPr/>
            <p:nvPr/>
          </p:nvSpPr>
          <p:spPr>
            <a:xfrm>
              <a:off x="344821" y="172716"/>
              <a:ext cx="36900" cy="61800"/>
            </a:xfrm>
            <a:prstGeom prst="rect">
              <a:avLst/>
            </a:pr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</p:grpSp>
      <p:sp>
        <p:nvSpPr>
          <p:cNvPr id="1801" name="Google Shape;1801;p50"/>
          <p:cNvSpPr/>
          <p:nvPr/>
        </p:nvSpPr>
        <p:spPr>
          <a:xfrm>
            <a:off x="6595533" y="11070167"/>
            <a:ext cx="406404" cy="469908"/>
          </a:xfrm>
          <a:custGeom>
            <a:rect b="b" l="l" r="r" t="t"/>
            <a:pathLst>
              <a:path extrusionOk="0" h="21600" w="21600">
                <a:moveTo>
                  <a:pt x="17412" y="9366"/>
                </a:moveTo>
                <a:lnTo>
                  <a:pt x="17853" y="9175"/>
                </a:lnTo>
                <a:lnTo>
                  <a:pt x="18073" y="8984"/>
                </a:lnTo>
                <a:lnTo>
                  <a:pt x="20057" y="6499"/>
                </a:lnTo>
                <a:lnTo>
                  <a:pt x="21600" y="6499"/>
                </a:lnTo>
                <a:lnTo>
                  <a:pt x="21600" y="4588"/>
                </a:lnTo>
                <a:lnTo>
                  <a:pt x="14106" y="4588"/>
                </a:lnTo>
                <a:lnTo>
                  <a:pt x="14106" y="2676"/>
                </a:lnTo>
                <a:lnTo>
                  <a:pt x="13886" y="1529"/>
                </a:lnTo>
                <a:lnTo>
                  <a:pt x="13004" y="573"/>
                </a:lnTo>
                <a:lnTo>
                  <a:pt x="12122" y="191"/>
                </a:lnTo>
                <a:lnTo>
                  <a:pt x="10800" y="0"/>
                </a:lnTo>
                <a:lnTo>
                  <a:pt x="9478" y="191"/>
                </a:lnTo>
                <a:lnTo>
                  <a:pt x="8596" y="573"/>
                </a:lnTo>
                <a:lnTo>
                  <a:pt x="7935" y="1529"/>
                </a:lnTo>
                <a:lnTo>
                  <a:pt x="7494" y="2676"/>
                </a:lnTo>
                <a:lnTo>
                  <a:pt x="7494" y="4588"/>
                </a:lnTo>
                <a:lnTo>
                  <a:pt x="0" y="4588"/>
                </a:lnTo>
                <a:lnTo>
                  <a:pt x="0" y="6499"/>
                </a:lnTo>
                <a:lnTo>
                  <a:pt x="1543" y="6499"/>
                </a:lnTo>
                <a:lnTo>
                  <a:pt x="3527" y="8984"/>
                </a:lnTo>
                <a:lnTo>
                  <a:pt x="3747" y="9175"/>
                </a:lnTo>
                <a:lnTo>
                  <a:pt x="4408" y="9366"/>
                </a:lnTo>
                <a:lnTo>
                  <a:pt x="6392" y="9366"/>
                </a:lnTo>
                <a:lnTo>
                  <a:pt x="6392" y="16821"/>
                </a:lnTo>
                <a:lnTo>
                  <a:pt x="5290" y="16821"/>
                </a:lnTo>
                <a:lnTo>
                  <a:pt x="4408" y="17586"/>
                </a:lnTo>
                <a:lnTo>
                  <a:pt x="3306" y="20453"/>
                </a:lnTo>
                <a:lnTo>
                  <a:pt x="3306" y="20644"/>
                </a:lnTo>
                <a:lnTo>
                  <a:pt x="3527" y="21218"/>
                </a:lnTo>
                <a:lnTo>
                  <a:pt x="3747" y="21409"/>
                </a:lnTo>
                <a:lnTo>
                  <a:pt x="4408" y="21600"/>
                </a:lnTo>
                <a:lnTo>
                  <a:pt x="17412" y="21600"/>
                </a:lnTo>
                <a:lnTo>
                  <a:pt x="17853" y="21409"/>
                </a:lnTo>
                <a:lnTo>
                  <a:pt x="18073" y="21218"/>
                </a:lnTo>
                <a:lnTo>
                  <a:pt x="18514" y="20644"/>
                </a:lnTo>
                <a:lnTo>
                  <a:pt x="18514" y="20453"/>
                </a:lnTo>
                <a:lnTo>
                  <a:pt x="17412" y="17586"/>
                </a:lnTo>
                <a:lnTo>
                  <a:pt x="16751" y="17204"/>
                </a:lnTo>
                <a:lnTo>
                  <a:pt x="16310" y="16821"/>
                </a:lnTo>
                <a:lnTo>
                  <a:pt x="15208" y="16821"/>
                </a:lnTo>
                <a:lnTo>
                  <a:pt x="15208" y="9366"/>
                </a:lnTo>
                <a:lnTo>
                  <a:pt x="17412" y="9366"/>
                </a:lnTo>
                <a:close/>
                <a:moveTo>
                  <a:pt x="16751" y="7455"/>
                </a:moveTo>
                <a:lnTo>
                  <a:pt x="14547" y="7455"/>
                </a:lnTo>
                <a:lnTo>
                  <a:pt x="15649" y="6499"/>
                </a:lnTo>
                <a:lnTo>
                  <a:pt x="17633" y="6499"/>
                </a:lnTo>
                <a:lnTo>
                  <a:pt x="16751" y="7455"/>
                </a:lnTo>
                <a:close/>
                <a:moveTo>
                  <a:pt x="9698" y="2676"/>
                </a:moveTo>
                <a:lnTo>
                  <a:pt x="9698" y="2294"/>
                </a:lnTo>
                <a:lnTo>
                  <a:pt x="9918" y="2103"/>
                </a:lnTo>
                <a:lnTo>
                  <a:pt x="10359" y="1912"/>
                </a:lnTo>
                <a:lnTo>
                  <a:pt x="11461" y="1912"/>
                </a:lnTo>
                <a:lnTo>
                  <a:pt x="11902" y="2294"/>
                </a:lnTo>
                <a:lnTo>
                  <a:pt x="11902" y="4588"/>
                </a:lnTo>
                <a:lnTo>
                  <a:pt x="9698" y="4588"/>
                </a:lnTo>
                <a:lnTo>
                  <a:pt x="9698" y="2676"/>
                </a:lnTo>
                <a:close/>
                <a:moveTo>
                  <a:pt x="4849" y="7455"/>
                </a:moveTo>
                <a:lnTo>
                  <a:pt x="3967" y="6499"/>
                </a:lnTo>
                <a:lnTo>
                  <a:pt x="12784" y="6499"/>
                </a:lnTo>
                <a:lnTo>
                  <a:pt x="8596" y="10513"/>
                </a:lnTo>
                <a:lnTo>
                  <a:pt x="8596" y="8028"/>
                </a:lnTo>
                <a:lnTo>
                  <a:pt x="8376" y="7646"/>
                </a:lnTo>
                <a:lnTo>
                  <a:pt x="8155" y="7455"/>
                </a:lnTo>
                <a:lnTo>
                  <a:pt x="4849" y="7455"/>
                </a:lnTo>
                <a:close/>
                <a:moveTo>
                  <a:pt x="15649" y="19688"/>
                </a:moveTo>
                <a:lnTo>
                  <a:pt x="5951" y="19688"/>
                </a:lnTo>
                <a:lnTo>
                  <a:pt x="6171" y="18733"/>
                </a:lnTo>
                <a:lnTo>
                  <a:pt x="15429" y="18733"/>
                </a:lnTo>
                <a:lnTo>
                  <a:pt x="15649" y="19688"/>
                </a:lnTo>
                <a:close/>
                <a:moveTo>
                  <a:pt x="8596" y="16821"/>
                </a:moveTo>
                <a:lnTo>
                  <a:pt x="8596" y="13381"/>
                </a:lnTo>
                <a:lnTo>
                  <a:pt x="13004" y="9175"/>
                </a:lnTo>
                <a:lnTo>
                  <a:pt x="13004" y="16821"/>
                </a:lnTo>
                <a:lnTo>
                  <a:pt x="8596" y="16821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50"/>
          <p:cNvSpPr/>
          <p:nvPr/>
        </p:nvSpPr>
        <p:spPr>
          <a:xfrm>
            <a:off x="7696200" y="10270066"/>
            <a:ext cx="160800" cy="465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03" name="Google Shape;1803;p50"/>
          <p:cNvSpPr/>
          <p:nvPr/>
        </p:nvSpPr>
        <p:spPr>
          <a:xfrm>
            <a:off x="7573434" y="10109200"/>
            <a:ext cx="406404" cy="160866"/>
          </a:xfrm>
          <a:custGeom>
            <a:rect b="b" l="l" r="r" t="t"/>
            <a:pathLst>
              <a:path extrusionOk="0" h="21600" w="21600">
                <a:moveTo>
                  <a:pt x="17412" y="0"/>
                </a:moveTo>
                <a:lnTo>
                  <a:pt x="3527" y="0"/>
                </a:lnTo>
                <a:lnTo>
                  <a:pt x="2645" y="554"/>
                </a:lnTo>
                <a:lnTo>
                  <a:pt x="1322" y="3323"/>
                </a:lnTo>
                <a:lnTo>
                  <a:pt x="220" y="6646"/>
                </a:lnTo>
                <a:lnTo>
                  <a:pt x="0" y="8862"/>
                </a:lnTo>
                <a:lnTo>
                  <a:pt x="0" y="12738"/>
                </a:lnTo>
                <a:lnTo>
                  <a:pt x="220" y="14954"/>
                </a:lnTo>
                <a:lnTo>
                  <a:pt x="1322" y="18277"/>
                </a:lnTo>
                <a:lnTo>
                  <a:pt x="2645" y="21046"/>
                </a:lnTo>
                <a:lnTo>
                  <a:pt x="3527" y="21600"/>
                </a:lnTo>
                <a:lnTo>
                  <a:pt x="5069" y="21600"/>
                </a:lnTo>
                <a:lnTo>
                  <a:pt x="5951" y="21046"/>
                </a:lnTo>
                <a:lnTo>
                  <a:pt x="7273" y="18277"/>
                </a:lnTo>
                <a:lnTo>
                  <a:pt x="8376" y="14954"/>
                </a:lnTo>
                <a:lnTo>
                  <a:pt x="8596" y="12738"/>
                </a:lnTo>
                <a:lnTo>
                  <a:pt x="8596" y="10523"/>
                </a:lnTo>
                <a:lnTo>
                  <a:pt x="8376" y="7754"/>
                </a:lnTo>
                <a:lnTo>
                  <a:pt x="8155" y="5538"/>
                </a:lnTo>
                <a:lnTo>
                  <a:pt x="13445" y="5538"/>
                </a:lnTo>
                <a:lnTo>
                  <a:pt x="13224" y="7754"/>
                </a:lnTo>
                <a:lnTo>
                  <a:pt x="13004" y="10523"/>
                </a:lnTo>
                <a:lnTo>
                  <a:pt x="13004" y="12738"/>
                </a:lnTo>
                <a:lnTo>
                  <a:pt x="13224" y="14954"/>
                </a:lnTo>
                <a:lnTo>
                  <a:pt x="14327" y="18277"/>
                </a:lnTo>
                <a:lnTo>
                  <a:pt x="15649" y="21046"/>
                </a:lnTo>
                <a:lnTo>
                  <a:pt x="16531" y="21600"/>
                </a:lnTo>
                <a:lnTo>
                  <a:pt x="18073" y="21600"/>
                </a:lnTo>
                <a:lnTo>
                  <a:pt x="18955" y="21046"/>
                </a:lnTo>
                <a:lnTo>
                  <a:pt x="20278" y="18277"/>
                </a:lnTo>
                <a:lnTo>
                  <a:pt x="21380" y="14954"/>
                </a:lnTo>
                <a:lnTo>
                  <a:pt x="21600" y="12738"/>
                </a:lnTo>
                <a:lnTo>
                  <a:pt x="21600" y="8862"/>
                </a:lnTo>
                <a:lnTo>
                  <a:pt x="21380" y="6646"/>
                </a:lnTo>
                <a:lnTo>
                  <a:pt x="20278" y="3323"/>
                </a:lnTo>
                <a:lnTo>
                  <a:pt x="18955" y="554"/>
                </a:lnTo>
                <a:lnTo>
                  <a:pt x="18073" y="0"/>
                </a:lnTo>
                <a:lnTo>
                  <a:pt x="17412" y="0"/>
                </a:lnTo>
                <a:close/>
                <a:moveTo>
                  <a:pt x="4188" y="16062"/>
                </a:moveTo>
                <a:lnTo>
                  <a:pt x="3527" y="15508"/>
                </a:lnTo>
                <a:lnTo>
                  <a:pt x="2645" y="14954"/>
                </a:lnTo>
                <a:lnTo>
                  <a:pt x="2424" y="12738"/>
                </a:lnTo>
                <a:lnTo>
                  <a:pt x="1984" y="10523"/>
                </a:lnTo>
                <a:lnTo>
                  <a:pt x="2424" y="8862"/>
                </a:lnTo>
                <a:lnTo>
                  <a:pt x="2645" y="6646"/>
                </a:lnTo>
                <a:lnTo>
                  <a:pt x="3527" y="6092"/>
                </a:lnTo>
                <a:lnTo>
                  <a:pt x="4188" y="5538"/>
                </a:lnTo>
                <a:lnTo>
                  <a:pt x="5951" y="6646"/>
                </a:lnTo>
                <a:lnTo>
                  <a:pt x="6171" y="8862"/>
                </a:lnTo>
                <a:lnTo>
                  <a:pt x="6392" y="10523"/>
                </a:lnTo>
                <a:lnTo>
                  <a:pt x="5951" y="14954"/>
                </a:lnTo>
                <a:lnTo>
                  <a:pt x="4188" y="16062"/>
                </a:lnTo>
                <a:close/>
                <a:moveTo>
                  <a:pt x="17412" y="16062"/>
                </a:moveTo>
                <a:lnTo>
                  <a:pt x="15649" y="14954"/>
                </a:lnTo>
                <a:lnTo>
                  <a:pt x="15208" y="10523"/>
                </a:lnTo>
                <a:lnTo>
                  <a:pt x="15429" y="8862"/>
                </a:lnTo>
                <a:lnTo>
                  <a:pt x="15649" y="6646"/>
                </a:lnTo>
                <a:lnTo>
                  <a:pt x="17412" y="5538"/>
                </a:lnTo>
                <a:lnTo>
                  <a:pt x="18073" y="6092"/>
                </a:lnTo>
                <a:lnTo>
                  <a:pt x="18955" y="6646"/>
                </a:lnTo>
                <a:lnTo>
                  <a:pt x="19176" y="8862"/>
                </a:lnTo>
                <a:lnTo>
                  <a:pt x="19396" y="10523"/>
                </a:lnTo>
                <a:lnTo>
                  <a:pt x="18955" y="14954"/>
                </a:lnTo>
                <a:lnTo>
                  <a:pt x="18073" y="15508"/>
                </a:lnTo>
                <a:lnTo>
                  <a:pt x="17412" y="1606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50"/>
          <p:cNvSpPr/>
          <p:nvPr/>
        </p:nvSpPr>
        <p:spPr>
          <a:xfrm>
            <a:off x="7696200" y="10329333"/>
            <a:ext cx="160866" cy="186246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5400" y="21600"/>
                </a:lnTo>
                <a:lnTo>
                  <a:pt x="5400" y="4909"/>
                </a:lnTo>
                <a:lnTo>
                  <a:pt x="8100" y="4909"/>
                </a:lnTo>
                <a:lnTo>
                  <a:pt x="8100" y="21600"/>
                </a:lnTo>
                <a:lnTo>
                  <a:pt x="13500" y="21600"/>
                </a:lnTo>
                <a:lnTo>
                  <a:pt x="13500" y="4909"/>
                </a:lnTo>
                <a:lnTo>
                  <a:pt x="16200" y="4909"/>
                </a:lnTo>
                <a:lnTo>
                  <a:pt x="1620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05" name="Google Shape;1805;p50"/>
          <p:cNvGrpSpPr/>
          <p:nvPr/>
        </p:nvGrpSpPr>
        <p:grpSpPr>
          <a:xfrm>
            <a:off x="7548034" y="11082865"/>
            <a:ext cx="444474" cy="406404"/>
            <a:chOff x="0" y="-1"/>
            <a:chExt cx="444474" cy="406404"/>
          </a:xfrm>
        </p:grpSpPr>
        <p:sp>
          <p:nvSpPr>
            <p:cNvPr id="1806" name="Google Shape;1806;p50"/>
            <p:cNvSpPr/>
            <p:nvPr/>
          </p:nvSpPr>
          <p:spPr>
            <a:xfrm>
              <a:off x="0" y="-1"/>
              <a:ext cx="407484" cy="406404"/>
            </a:xfrm>
            <a:custGeom>
              <a:rect b="b" l="l" r="r" t="t"/>
              <a:pathLst>
                <a:path extrusionOk="0" h="21600" w="21600">
                  <a:moveTo>
                    <a:pt x="19176" y="13091"/>
                  </a:moveTo>
                  <a:lnTo>
                    <a:pt x="15208" y="13091"/>
                  </a:lnTo>
                  <a:lnTo>
                    <a:pt x="15208" y="10909"/>
                  </a:lnTo>
                  <a:lnTo>
                    <a:pt x="13004" y="10909"/>
                  </a:lnTo>
                  <a:lnTo>
                    <a:pt x="13004" y="13091"/>
                  </a:lnTo>
                  <a:lnTo>
                    <a:pt x="8596" y="13091"/>
                  </a:lnTo>
                  <a:lnTo>
                    <a:pt x="8596" y="8727"/>
                  </a:lnTo>
                  <a:lnTo>
                    <a:pt x="10800" y="8727"/>
                  </a:lnTo>
                  <a:lnTo>
                    <a:pt x="10800" y="6545"/>
                  </a:lnTo>
                  <a:lnTo>
                    <a:pt x="8596" y="6545"/>
                  </a:lnTo>
                  <a:lnTo>
                    <a:pt x="8596" y="2400"/>
                  </a:lnTo>
                  <a:lnTo>
                    <a:pt x="10800" y="2182"/>
                  </a:lnTo>
                  <a:lnTo>
                    <a:pt x="10800" y="0"/>
                  </a:lnTo>
                  <a:lnTo>
                    <a:pt x="6392" y="873"/>
                  </a:lnTo>
                  <a:lnTo>
                    <a:pt x="4849" y="1964"/>
                  </a:lnTo>
                  <a:lnTo>
                    <a:pt x="3086" y="3273"/>
                  </a:lnTo>
                  <a:lnTo>
                    <a:pt x="1763" y="5018"/>
                  </a:lnTo>
                  <a:lnTo>
                    <a:pt x="661" y="6545"/>
                  </a:lnTo>
                  <a:lnTo>
                    <a:pt x="220" y="8727"/>
                  </a:lnTo>
                  <a:lnTo>
                    <a:pt x="0" y="10909"/>
                  </a:lnTo>
                  <a:lnTo>
                    <a:pt x="220" y="13091"/>
                  </a:lnTo>
                  <a:lnTo>
                    <a:pt x="661" y="15055"/>
                  </a:lnTo>
                  <a:lnTo>
                    <a:pt x="1763" y="16800"/>
                  </a:lnTo>
                  <a:lnTo>
                    <a:pt x="3086" y="18327"/>
                  </a:lnTo>
                  <a:lnTo>
                    <a:pt x="4849" y="19636"/>
                  </a:lnTo>
                  <a:lnTo>
                    <a:pt x="6392" y="20727"/>
                  </a:lnTo>
                  <a:lnTo>
                    <a:pt x="8596" y="21382"/>
                  </a:lnTo>
                  <a:lnTo>
                    <a:pt x="10800" y="21600"/>
                  </a:lnTo>
                  <a:lnTo>
                    <a:pt x="13004" y="21382"/>
                  </a:lnTo>
                  <a:lnTo>
                    <a:pt x="15208" y="20727"/>
                  </a:lnTo>
                  <a:lnTo>
                    <a:pt x="16751" y="19636"/>
                  </a:lnTo>
                  <a:lnTo>
                    <a:pt x="18514" y="18327"/>
                  </a:lnTo>
                  <a:lnTo>
                    <a:pt x="19837" y="16800"/>
                  </a:lnTo>
                  <a:lnTo>
                    <a:pt x="20939" y="15055"/>
                  </a:lnTo>
                  <a:lnTo>
                    <a:pt x="21380" y="13091"/>
                  </a:lnTo>
                  <a:lnTo>
                    <a:pt x="21600" y="10909"/>
                  </a:lnTo>
                  <a:lnTo>
                    <a:pt x="19396" y="10909"/>
                  </a:lnTo>
                  <a:lnTo>
                    <a:pt x="19176" y="13091"/>
                  </a:lnTo>
                  <a:close/>
                  <a:moveTo>
                    <a:pt x="6392" y="3273"/>
                  </a:moveTo>
                  <a:lnTo>
                    <a:pt x="6392" y="6545"/>
                  </a:lnTo>
                  <a:lnTo>
                    <a:pt x="3086" y="6545"/>
                  </a:lnTo>
                  <a:lnTo>
                    <a:pt x="4629" y="4582"/>
                  </a:lnTo>
                  <a:lnTo>
                    <a:pt x="6392" y="3273"/>
                  </a:lnTo>
                  <a:close/>
                  <a:moveTo>
                    <a:pt x="2424" y="8727"/>
                  </a:moveTo>
                  <a:lnTo>
                    <a:pt x="6392" y="8727"/>
                  </a:lnTo>
                  <a:lnTo>
                    <a:pt x="6392" y="13091"/>
                  </a:lnTo>
                  <a:lnTo>
                    <a:pt x="2424" y="13091"/>
                  </a:lnTo>
                  <a:lnTo>
                    <a:pt x="2204" y="10909"/>
                  </a:lnTo>
                  <a:lnTo>
                    <a:pt x="2424" y="8727"/>
                  </a:lnTo>
                  <a:close/>
                  <a:moveTo>
                    <a:pt x="3086" y="15055"/>
                  </a:moveTo>
                  <a:lnTo>
                    <a:pt x="6392" y="15055"/>
                  </a:lnTo>
                  <a:lnTo>
                    <a:pt x="6392" y="18327"/>
                  </a:lnTo>
                  <a:lnTo>
                    <a:pt x="4629" y="17018"/>
                  </a:lnTo>
                  <a:lnTo>
                    <a:pt x="3086" y="15055"/>
                  </a:lnTo>
                  <a:close/>
                  <a:moveTo>
                    <a:pt x="8596" y="19200"/>
                  </a:moveTo>
                  <a:lnTo>
                    <a:pt x="8596" y="15055"/>
                  </a:lnTo>
                  <a:lnTo>
                    <a:pt x="13004" y="15055"/>
                  </a:lnTo>
                  <a:lnTo>
                    <a:pt x="13004" y="19200"/>
                  </a:lnTo>
                  <a:lnTo>
                    <a:pt x="10800" y="19418"/>
                  </a:lnTo>
                  <a:lnTo>
                    <a:pt x="8596" y="19200"/>
                  </a:lnTo>
                  <a:close/>
                  <a:moveTo>
                    <a:pt x="15208" y="18327"/>
                  </a:moveTo>
                  <a:lnTo>
                    <a:pt x="15208" y="15055"/>
                  </a:lnTo>
                  <a:lnTo>
                    <a:pt x="18514" y="15055"/>
                  </a:lnTo>
                  <a:lnTo>
                    <a:pt x="16971" y="17018"/>
                  </a:lnTo>
                  <a:lnTo>
                    <a:pt x="15208" y="18327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7" name="Google Shape;1807;p50"/>
            <p:cNvSpPr/>
            <p:nvPr/>
          </p:nvSpPr>
          <p:spPr>
            <a:xfrm>
              <a:off x="209898" y="12312"/>
              <a:ext cx="234576" cy="172422"/>
            </a:xfrm>
            <a:custGeom>
              <a:rect b="b" l="l" r="r" t="t"/>
              <a:pathLst>
                <a:path extrusionOk="0" h="21600" w="21600">
                  <a:moveTo>
                    <a:pt x="21600" y="3014"/>
                  </a:moveTo>
                  <a:lnTo>
                    <a:pt x="20502" y="1507"/>
                  </a:lnTo>
                  <a:lnTo>
                    <a:pt x="19037" y="1507"/>
                  </a:lnTo>
                  <a:lnTo>
                    <a:pt x="13912" y="4521"/>
                  </a:lnTo>
                  <a:lnTo>
                    <a:pt x="8054" y="0"/>
                  </a:lnTo>
                  <a:lnTo>
                    <a:pt x="5492" y="1507"/>
                  </a:lnTo>
                  <a:lnTo>
                    <a:pt x="10983" y="6530"/>
                  </a:lnTo>
                  <a:lnTo>
                    <a:pt x="6956" y="9042"/>
                  </a:lnTo>
                  <a:lnTo>
                    <a:pt x="2563" y="7033"/>
                  </a:lnTo>
                  <a:lnTo>
                    <a:pt x="0" y="9042"/>
                  </a:lnTo>
                  <a:lnTo>
                    <a:pt x="7322" y="14065"/>
                  </a:lnTo>
                  <a:lnTo>
                    <a:pt x="11349" y="11553"/>
                  </a:lnTo>
                  <a:lnTo>
                    <a:pt x="8420" y="21600"/>
                  </a:lnTo>
                  <a:lnTo>
                    <a:pt x="11715" y="19088"/>
                  </a:lnTo>
                  <a:lnTo>
                    <a:pt x="15742" y="9042"/>
                  </a:lnTo>
                  <a:lnTo>
                    <a:pt x="20868" y="6028"/>
                  </a:lnTo>
                  <a:lnTo>
                    <a:pt x="21234" y="6028"/>
                  </a:lnTo>
                  <a:lnTo>
                    <a:pt x="21600" y="4521"/>
                  </a:lnTo>
                  <a:lnTo>
                    <a:pt x="21600" y="3014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8" name="Google Shape;1808;p50"/>
          <p:cNvSpPr/>
          <p:nvPr/>
        </p:nvSpPr>
        <p:spPr>
          <a:xfrm>
            <a:off x="8623301" y="11108266"/>
            <a:ext cx="245538" cy="406404"/>
          </a:xfrm>
          <a:custGeom>
            <a:rect b="b" l="l" r="r" t="t"/>
            <a:pathLst>
              <a:path extrusionOk="0" h="21600" w="21600">
                <a:moveTo>
                  <a:pt x="17939" y="6545"/>
                </a:moveTo>
                <a:lnTo>
                  <a:pt x="12814" y="6545"/>
                </a:lnTo>
                <a:lnTo>
                  <a:pt x="12814" y="2182"/>
                </a:lnTo>
                <a:lnTo>
                  <a:pt x="17939" y="2182"/>
                </a:lnTo>
                <a:lnTo>
                  <a:pt x="17939" y="0"/>
                </a:lnTo>
                <a:lnTo>
                  <a:pt x="3661" y="0"/>
                </a:lnTo>
                <a:lnTo>
                  <a:pt x="3661" y="2182"/>
                </a:lnTo>
                <a:lnTo>
                  <a:pt x="9153" y="2182"/>
                </a:lnTo>
                <a:lnTo>
                  <a:pt x="9153" y="6545"/>
                </a:lnTo>
                <a:lnTo>
                  <a:pt x="3661" y="6545"/>
                </a:lnTo>
                <a:lnTo>
                  <a:pt x="2197" y="6764"/>
                </a:lnTo>
                <a:lnTo>
                  <a:pt x="1098" y="6982"/>
                </a:lnTo>
                <a:lnTo>
                  <a:pt x="366" y="7855"/>
                </a:lnTo>
                <a:lnTo>
                  <a:pt x="0" y="8727"/>
                </a:lnTo>
                <a:lnTo>
                  <a:pt x="0" y="18327"/>
                </a:lnTo>
                <a:lnTo>
                  <a:pt x="366" y="19200"/>
                </a:lnTo>
                <a:lnTo>
                  <a:pt x="1098" y="20073"/>
                </a:lnTo>
                <a:lnTo>
                  <a:pt x="2197" y="20291"/>
                </a:lnTo>
                <a:lnTo>
                  <a:pt x="3661" y="20509"/>
                </a:lnTo>
                <a:lnTo>
                  <a:pt x="3661" y="21600"/>
                </a:lnTo>
                <a:lnTo>
                  <a:pt x="7322" y="21600"/>
                </a:lnTo>
                <a:lnTo>
                  <a:pt x="7322" y="20509"/>
                </a:lnTo>
                <a:lnTo>
                  <a:pt x="14644" y="20509"/>
                </a:lnTo>
                <a:lnTo>
                  <a:pt x="14644" y="21600"/>
                </a:lnTo>
                <a:lnTo>
                  <a:pt x="17939" y="21600"/>
                </a:lnTo>
                <a:lnTo>
                  <a:pt x="17939" y="20509"/>
                </a:lnTo>
                <a:lnTo>
                  <a:pt x="20868" y="20073"/>
                </a:lnTo>
                <a:lnTo>
                  <a:pt x="21600" y="18327"/>
                </a:lnTo>
                <a:lnTo>
                  <a:pt x="21600" y="8727"/>
                </a:lnTo>
                <a:lnTo>
                  <a:pt x="20868" y="6982"/>
                </a:lnTo>
                <a:lnTo>
                  <a:pt x="17939" y="6545"/>
                </a:lnTo>
                <a:close/>
                <a:moveTo>
                  <a:pt x="3661" y="18327"/>
                </a:moveTo>
                <a:lnTo>
                  <a:pt x="3661" y="8727"/>
                </a:lnTo>
                <a:lnTo>
                  <a:pt x="17939" y="8727"/>
                </a:lnTo>
                <a:lnTo>
                  <a:pt x="17939" y="18327"/>
                </a:lnTo>
                <a:lnTo>
                  <a:pt x="3661" y="1832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9" name="Google Shape;1809;p50"/>
          <p:cNvSpPr/>
          <p:nvPr/>
        </p:nvSpPr>
        <p:spPr>
          <a:xfrm>
            <a:off x="8707967" y="11294533"/>
            <a:ext cx="84672" cy="46548"/>
          </a:xfrm>
          <a:custGeom>
            <a:rect b="b" l="l" r="r" t="t"/>
            <a:pathLst>
              <a:path extrusionOk="0" h="21600" w="21600">
                <a:moveTo>
                  <a:pt x="0" y="15429"/>
                </a:moveTo>
                <a:lnTo>
                  <a:pt x="10800" y="15429"/>
                </a:lnTo>
                <a:lnTo>
                  <a:pt x="1080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lnTo>
                  <a:pt x="0" y="15429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50"/>
          <p:cNvSpPr/>
          <p:nvPr/>
        </p:nvSpPr>
        <p:spPr>
          <a:xfrm>
            <a:off x="1744133" y="12073466"/>
            <a:ext cx="381024" cy="393714"/>
          </a:xfrm>
          <a:custGeom>
            <a:rect b="b" l="l" r="r" t="t"/>
            <a:pathLst>
              <a:path extrusionOk="0" h="21600" w="21600">
                <a:moveTo>
                  <a:pt x="21140" y="19800"/>
                </a:moveTo>
                <a:lnTo>
                  <a:pt x="12179" y="4950"/>
                </a:lnTo>
                <a:lnTo>
                  <a:pt x="14477" y="900"/>
                </a:lnTo>
                <a:lnTo>
                  <a:pt x="12638" y="0"/>
                </a:lnTo>
                <a:lnTo>
                  <a:pt x="10800" y="2925"/>
                </a:lnTo>
                <a:lnTo>
                  <a:pt x="8732" y="0"/>
                </a:lnTo>
                <a:lnTo>
                  <a:pt x="7123" y="900"/>
                </a:lnTo>
                <a:lnTo>
                  <a:pt x="9191" y="4950"/>
                </a:lnTo>
                <a:lnTo>
                  <a:pt x="230" y="19800"/>
                </a:lnTo>
                <a:lnTo>
                  <a:pt x="0" y="20475"/>
                </a:lnTo>
                <a:lnTo>
                  <a:pt x="230" y="20925"/>
                </a:lnTo>
                <a:lnTo>
                  <a:pt x="460" y="21150"/>
                </a:lnTo>
                <a:lnTo>
                  <a:pt x="1149" y="21600"/>
                </a:lnTo>
                <a:lnTo>
                  <a:pt x="20451" y="21600"/>
                </a:lnTo>
                <a:lnTo>
                  <a:pt x="21600" y="20475"/>
                </a:lnTo>
                <a:lnTo>
                  <a:pt x="21140" y="19800"/>
                </a:lnTo>
                <a:close/>
                <a:moveTo>
                  <a:pt x="8962" y="19350"/>
                </a:moveTo>
                <a:lnTo>
                  <a:pt x="8962" y="17100"/>
                </a:lnTo>
                <a:lnTo>
                  <a:pt x="10111" y="15975"/>
                </a:lnTo>
                <a:lnTo>
                  <a:pt x="11260" y="15975"/>
                </a:lnTo>
                <a:lnTo>
                  <a:pt x="11949" y="16425"/>
                </a:lnTo>
                <a:lnTo>
                  <a:pt x="12409" y="17100"/>
                </a:lnTo>
                <a:lnTo>
                  <a:pt x="12409" y="19350"/>
                </a:lnTo>
                <a:lnTo>
                  <a:pt x="8962" y="19350"/>
                </a:lnTo>
                <a:close/>
                <a:moveTo>
                  <a:pt x="14706" y="19350"/>
                </a:moveTo>
                <a:lnTo>
                  <a:pt x="14706" y="17550"/>
                </a:lnTo>
                <a:lnTo>
                  <a:pt x="14477" y="16200"/>
                </a:lnTo>
                <a:lnTo>
                  <a:pt x="13557" y="14850"/>
                </a:lnTo>
                <a:lnTo>
                  <a:pt x="12179" y="13950"/>
                </a:lnTo>
                <a:lnTo>
                  <a:pt x="10800" y="13725"/>
                </a:lnTo>
                <a:lnTo>
                  <a:pt x="9191" y="13950"/>
                </a:lnTo>
                <a:lnTo>
                  <a:pt x="7813" y="14850"/>
                </a:lnTo>
                <a:lnTo>
                  <a:pt x="7123" y="16200"/>
                </a:lnTo>
                <a:lnTo>
                  <a:pt x="6664" y="17550"/>
                </a:lnTo>
                <a:lnTo>
                  <a:pt x="6664" y="19350"/>
                </a:lnTo>
                <a:lnTo>
                  <a:pt x="2987" y="19350"/>
                </a:lnTo>
                <a:lnTo>
                  <a:pt x="10800" y="7200"/>
                </a:lnTo>
                <a:lnTo>
                  <a:pt x="18383" y="19350"/>
                </a:lnTo>
                <a:lnTo>
                  <a:pt x="14706" y="1935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1" name="Google Shape;1811;p50"/>
          <p:cNvSpPr/>
          <p:nvPr/>
        </p:nvSpPr>
        <p:spPr>
          <a:xfrm>
            <a:off x="9525000" y="11082866"/>
            <a:ext cx="419094" cy="444528"/>
          </a:xfrm>
          <a:custGeom>
            <a:rect b="b" l="l" r="r" t="t"/>
            <a:pathLst>
              <a:path extrusionOk="0" h="21600" w="21600">
                <a:moveTo>
                  <a:pt x="20551" y="15655"/>
                </a:moveTo>
                <a:lnTo>
                  <a:pt x="16567" y="15853"/>
                </a:lnTo>
                <a:lnTo>
                  <a:pt x="13212" y="16250"/>
                </a:lnTo>
                <a:lnTo>
                  <a:pt x="11744" y="11890"/>
                </a:lnTo>
                <a:lnTo>
                  <a:pt x="12163" y="11097"/>
                </a:lnTo>
                <a:lnTo>
                  <a:pt x="13002" y="10305"/>
                </a:lnTo>
                <a:lnTo>
                  <a:pt x="13841" y="9908"/>
                </a:lnTo>
                <a:lnTo>
                  <a:pt x="14889" y="9512"/>
                </a:lnTo>
                <a:lnTo>
                  <a:pt x="15938" y="9314"/>
                </a:lnTo>
                <a:lnTo>
                  <a:pt x="16986" y="9314"/>
                </a:lnTo>
                <a:lnTo>
                  <a:pt x="18035" y="9512"/>
                </a:lnTo>
                <a:lnTo>
                  <a:pt x="18874" y="9908"/>
                </a:lnTo>
                <a:lnTo>
                  <a:pt x="19503" y="10106"/>
                </a:lnTo>
                <a:lnTo>
                  <a:pt x="19922" y="9908"/>
                </a:lnTo>
                <a:lnTo>
                  <a:pt x="20551" y="9512"/>
                </a:lnTo>
                <a:lnTo>
                  <a:pt x="20551" y="8323"/>
                </a:lnTo>
                <a:lnTo>
                  <a:pt x="19713" y="6936"/>
                </a:lnTo>
                <a:lnTo>
                  <a:pt x="18664" y="5152"/>
                </a:lnTo>
                <a:lnTo>
                  <a:pt x="17406" y="3963"/>
                </a:lnTo>
                <a:lnTo>
                  <a:pt x="15938" y="2972"/>
                </a:lnTo>
                <a:lnTo>
                  <a:pt x="14260" y="2180"/>
                </a:lnTo>
                <a:lnTo>
                  <a:pt x="12583" y="1783"/>
                </a:lnTo>
                <a:lnTo>
                  <a:pt x="10485" y="1585"/>
                </a:lnTo>
                <a:lnTo>
                  <a:pt x="8598" y="1783"/>
                </a:lnTo>
                <a:lnTo>
                  <a:pt x="8179" y="793"/>
                </a:lnTo>
                <a:lnTo>
                  <a:pt x="8179" y="396"/>
                </a:lnTo>
                <a:lnTo>
                  <a:pt x="7550" y="0"/>
                </a:lnTo>
                <a:lnTo>
                  <a:pt x="6711" y="0"/>
                </a:lnTo>
                <a:lnTo>
                  <a:pt x="6501" y="396"/>
                </a:lnTo>
                <a:lnTo>
                  <a:pt x="6291" y="594"/>
                </a:lnTo>
                <a:lnTo>
                  <a:pt x="6082" y="991"/>
                </a:lnTo>
                <a:lnTo>
                  <a:pt x="6291" y="1387"/>
                </a:lnTo>
                <a:lnTo>
                  <a:pt x="6501" y="2180"/>
                </a:lnTo>
                <a:lnTo>
                  <a:pt x="4823" y="3171"/>
                </a:lnTo>
                <a:lnTo>
                  <a:pt x="2936" y="4558"/>
                </a:lnTo>
                <a:lnTo>
                  <a:pt x="1887" y="5945"/>
                </a:lnTo>
                <a:lnTo>
                  <a:pt x="839" y="7728"/>
                </a:lnTo>
                <a:lnTo>
                  <a:pt x="419" y="9314"/>
                </a:lnTo>
                <a:lnTo>
                  <a:pt x="0" y="11295"/>
                </a:lnTo>
                <a:lnTo>
                  <a:pt x="419" y="13079"/>
                </a:lnTo>
                <a:lnTo>
                  <a:pt x="629" y="14466"/>
                </a:lnTo>
                <a:lnTo>
                  <a:pt x="1049" y="15061"/>
                </a:lnTo>
                <a:lnTo>
                  <a:pt x="1678" y="15259"/>
                </a:lnTo>
                <a:lnTo>
                  <a:pt x="2097" y="15061"/>
                </a:lnTo>
                <a:lnTo>
                  <a:pt x="2726" y="14664"/>
                </a:lnTo>
                <a:lnTo>
                  <a:pt x="3146" y="13673"/>
                </a:lnTo>
                <a:lnTo>
                  <a:pt x="3984" y="13079"/>
                </a:lnTo>
                <a:lnTo>
                  <a:pt x="5033" y="12484"/>
                </a:lnTo>
                <a:lnTo>
                  <a:pt x="5872" y="12088"/>
                </a:lnTo>
                <a:lnTo>
                  <a:pt x="8808" y="12088"/>
                </a:lnTo>
                <a:lnTo>
                  <a:pt x="9647" y="12286"/>
                </a:lnTo>
                <a:lnTo>
                  <a:pt x="11115" y="16646"/>
                </a:lnTo>
                <a:lnTo>
                  <a:pt x="7340" y="17835"/>
                </a:lnTo>
                <a:lnTo>
                  <a:pt x="4404" y="19222"/>
                </a:lnTo>
                <a:lnTo>
                  <a:pt x="1049" y="21600"/>
                </a:lnTo>
                <a:lnTo>
                  <a:pt x="21600" y="21600"/>
                </a:lnTo>
                <a:lnTo>
                  <a:pt x="21600" y="15655"/>
                </a:lnTo>
                <a:lnTo>
                  <a:pt x="20551" y="15655"/>
                </a:lnTo>
                <a:close/>
                <a:moveTo>
                  <a:pt x="5243" y="10305"/>
                </a:moveTo>
                <a:lnTo>
                  <a:pt x="3775" y="10899"/>
                </a:lnTo>
                <a:lnTo>
                  <a:pt x="2097" y="12088"/>
                </a:lnTo>
                <a:lnTo>
                  <a:pt x="2097" y="10503"/>
                </a:lnTo>
                <a:lnTo>
                  <a:pt x="2936" y="8125"/>
                </a:lnTo>
                <a:lnTo>
                  <a:pt x="3775" y="6936"/>
                </a:lnTo>
                <a:lnTo>
                  <a:pt x="4404" y="5945"/>
                </a:lnTo>
                <a:lnTo>
                  <a:pt x="5452" y="4954"/>
                </a:lnTo>
                <a:lnTo>
                  <a:pt x="6711" y="4558"/>
                </a:lnTo>
                <a:lnTo>
                  <a:pt x="8179" y="3765"/>
                </a:lnTo>
                <a:lnTo>
                  <a:pt x="9437" y="3567"/>
                </a:lnTo>
                <a:lnTo>
                  <a:pt x="10905" y="3567"/>
                </a:lnTo>
                <a:lnTo>
                  <a:pt x="12163" y="3765"/>
                </a:lnTo>
                <a:lnTo>
                  <a:pt x="13631" y="4161"/>
                </a:lnTo>
                <a:lnTo>
                  <a:pt x="14889" y="4756"/>
                </a:lnTo>
                <a:lnTo>
                  <a:pt x="15938" y="5350"/>
                </a:lnTo>
                <a:lnTo>
                  <a:pt x="16986" y="6341"/>
                </a:lnTo>
                <a:lnTo>
                  <a:pt x="17616" y="7332"/>
                </a:lnTo>
                <a:lnTo>
                  <a:pt x="15938" y="7332"/>
                </a:lnTo>
                <a:lnTo>
                  <a:pt x="14260" y="7728"/>
                </a:lnTo>
                <a:lnTo>
                  <a:pt x="13002" y="8125"/>
                </a:lnTo>
                <a:lnTo>
                  <a:pt x="11953" y="8917"/>
                </a:lnTo>
                <a:lnTo>
                  <a:pt x="10905" y="9512"/>
                </a:lnTo>
                <a:lnTo>
                  <a:pt x="10276" y="10305"/>
                </a:lnTo>
                <a:lnTo>
                  <a:pt x="8808" y="10106"/>
                </a:lnTo>
                <a:lnTo>
                  <a:pt x="7759" y="9908"/>
                </a:lnTo>
                <a:lnTo>
                  <a:pt x="5243" y="10305"/>
                </a:lnTo>
                <a:close/>
                <a:moveTo>
                  <a:pt x="19503" y="19618"/>
                </a:moveTo>
                <a:lnTo>
                  <a:pt x="8179" y="19618"/>
                </a:lnTo>
                <a:lnTo>
                  <a:pt x="10276" y="18826"/>
                </a:lnTo>
                <a:lnTo>
                  <a:pt x="12792" y="18429"/>
                </a:lnTo>
                <a:lnTo>
                  <a:pt x="15938" y="17835"/>
                </a:lnTo>
                <a:lnTo>
                  <a:pt x="19503" y="17637"/>
                </a:lnTo>
                <a:lnTo>
                  <a:pt x="19503" y="1961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p50"/>
          <p:cNvSpPr/>
          <p:nvPr/>
        </p:nvSpPr>
        <p:spPr>
          <a:xfrm>
            <a:off x="10473266" y="11082866"/>
            <a:ext cx="198990" cy="406404"/>
          </a:xfrm>
          <a:custGeom>
            <a:rect b="b" l="l" r="r" t="t"/>
            <a:pathLst>
              <a:path extrusionOk="0" h="21600" w="21600">
                <a:moveTo>
                  <a:pt x="11020" y="0"/>
                </a:moveTo>
                <a:lnTo>
                  <a:pt x="8376" y="436"/>
                </a:lnTo>
                <a:lnTo>
                  <a:pt x="6171" y="873"/>
                </a:lnTo>
                <a:lnTo>
                  <a:pt x="4849" y="1964"/>
                </a:lnTo>
                <a:lnTo>
                  <a:pt x="3967" y="3273"/>
                </a:lnTo>
                <a:lnTo>
                  <a:pt x="0" y="20509"/>
                </a:lnTo>
                <a:lnTo>
                  <a:pt x="0" y="21164"/>
                </a:lnTo>
                <a:lnTo>
                  <a:pt x="1322" y="21382"/>
                </a:lnTo>
                <a:lnTo>
                  <a:pt x="2204" y="21600"/>
                </a:lnTo>
                <a:lnTo>
                  <a:pt x="3086" y="21600"/>
                </a:lnTo>
                <a:lnTo>
                  <a:pt x="11020" y="19418"/>
                </a:lnTo>
                <a:lnTo>
                  <a:pt x="18514" y="21600"/>
                </a:lnTo>
                <a:lnTo>
                  <a:pt x="19396" y="21600"/>
                </a:lnTo>
                <a:lnTo>
                  <a:pt x="20718" y="21382"/>
                </a:lnTo>
                <a:lnTo>
                  <a:pt x="21600" y="21164"/>
                </a:lnTo>
                <a:lnTo>
                  <a:pt x="21600" y="20509"/>
                </a:lnTo>
                <a:lnTo>
                  <a:pt x="18073" y="3273"/>
                </a:lnTo>
                <a:lnTo>
                  <a:pt x="16751" y="1964"/>
                </a:lnTo>
                <a:lnTo>
                  <a:pt x="15869" y="873"/>
                </a:lnTo>
                <a:lnTo>
                  <a:pt x="13665" y="436"/>
                </a:lnTo>
                <a:lnTo>
                  <a:pt x="11020" y="0"/>
                </a:lnTo>
                <a:close/>
                <a:moveTo>
                  <a:pt x="8816" y="3273"/>
                </a:moveTo>
                <a:lnTo>
                  <a:pt x="8816" y="2836"/>
                </a:lnTo>
                <a:lnTo>
                  <a:pt x="9257" y="2400"/>
                </a:lnTo>
                <a:lnTo>
                  <a:pt x="9698" y="2182"/>
                </a:lnTo>
                <a:lnTo>
                  <a:pt x="11902" y="2182"/>
                </a:lnTo>
                <a:lnTo>
                  <a:pt x="13224" y="2836"/>
                </a:lnTo>
                <a:lnTo>
                  <a:pt x="13224" y="6982"/>
                </a:lnTo>
                <a:lnTo>
                  <a:pt x="11902" y="7636"/>
                </a:lnTo>
                <a:lnTo>
                  <a:pt x="9698" y="7636"/>
                </a:lnTo>
                <a:lnTo>
                  <a:pt x="9257" y="7418"/>
                </a:lnTo>
                <a:lnTo>
                  <a:pt x="8816" y="6982"/>
                </a:lnTo>
                <a:lnTo>
                  <a:pt x="8816" y="3273"/>
                </a:lnTo>
                <a:close/>
                <a:moveTo>
                  <a:pt x="11902" y="17236"/>
                </a:moveTo>
                <a:lnTo>
                  <a:pt x="9698" y="17236"/>
                </a:lnTo>
                <a:lnTo>
                  <a:pt x="4849" y="18545"/>
                </a:lnTo>
                <a:lnTo>
                  <a:pt x="7053" y="9164"/>
                </a:lnTo>
                <a:lnTo>
                  <a:pt x="8816" y="9600"/>
                </a:lnTo>
                <a:lnTo>
                  <a:pt x="11020" y="9818"/>
                </a:lnTo>
                <a:lnTo>
                  <a:pt x="13224" y="9600"/>
                </a:lnTo>
                <a:lnTo>
                  <a:pt x="14547" y="9164"/>
                </a:lnTo>
                <a:lnTo>
                  <a:pt x="16751" y="18545"/>
                </a:lnTo>
                <a:lnTo>
                  <a:pt x="11902" y="1723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50"/>
          <p:cNvSpPr/>
          <p:nvPr/>
        </p:nvSpPr>
        <p:spPr>
          <a:xfrm>
            <a:off x="10723034" y="11082866"/>
            <a:ext cx="194724" cy="406404"/>
          </a:xfrm>
          <a:custGeom>
            <a:rect b="b" l="l" r="r" t="t"/>
            <a:pathLst>
              <a:path extrusionOk="0" h="21600" w="21600">
                <a:moveTo>
                  <a:pt x="20304" y="436"/>
                </a:moveTo>
                <a:lnTo>
                  <a:pt x="19440" y="0"/>
                </a:lnTo>
                <a:lnTo>
                  <a:pt x="18144" y="0"/>
                </a:lnTo>
                <a:lnTo>
                  <a:pt x="10800" y="2182"/>
                </a:lnTo>
                <a:lnTo>
                  <a:pt x="3456" y="0"/>
                </a:lnTo>
                <a:lnTo>
                  <a:pt x="2160" y="0"/>
                </a:lnTo>
                <a:lnTo>
                  <a:pt x="1296" y="436"/>
                </a:lnTo>
                <a:lnTo>
                  <a:pt x="0" y="655"/>
                </a:lnTo>
                <a:lnTo>
                  <a:pt x="0" y="1091"/>
                </a:lnTo>
                <a:lnTo>
                  <a:pt x="3888" y="18327"/>
                </a:lnTo>
                <a:lnTo>
                  <a:pt x="4752" y="19636"/>
                </a:lnTo>
                <a:lnTo>
                  <a:pt x="6048" y="20727"/>
                </a:lnTo>
                <a:lnTo>
                  <a:pt x="8208" y="21382"/>
                </a:lnTo>
                <a:lnTo>
                  <a:pt x="10800" y="21600"/>
                </a:lnTo>
                <a:lnTo>
                  <a:pt x="13392" y="21382"/>
                </a:lnTo>
                <a:lnTo>
                  <a:pt x="15552" y="20727"/>
                </a:lnTo>
                <a:lnTo>
                  <a:pt x="16416" y="19636"/>
                </a:lnTo>
                <a:lnTo>
                  <a:pt x="17712" y="18327"/>
                </a:lnTo>
                <a:lnTo>
                  <a:pt x="21600" y="1091"/>
                </a:lnTo>
                <a:lnTo>
                  <a:pt x="21600" y="655"/>
                </a:lnTo>
                <a:lnTo>
                  <a:pt x="20304" y="436"/>
                </a:lnTo>
                <a:close/>
                <a:moveTo>
                  <a:pt x="9504" y="4364"/>
                </a:moveTo>
                <a:lnTo>
                  <a:pt x="11664" y="4364"/>
                </a:lnTo>
                <a:lnTo>
                  <a:pt x="16416" y="3055"/>
                </a:lnTo>
                <a:lnTo>
                  <a:pt x="14688" y="12655"/>
                </a:lnTo>
                <a:lnTo>
                  <a:pt x="12960" y="12218"/>
                </a:lnTo>
                <a:lnTo>
                  <a:pt x="10800" y="12000"/>
                </a:lnTo>
                <a:lnTo>
                  <a:pt x="8640" y="12218"/>
                </a:lnTo>
                <a:lnTo>
                  <a:pt x="6912" y="12655"/>
                </a:lnTo>
                <a:lnTo>
                  <a:pt x="4752" y="3055"/>
                </a:lnTo>
                <a:lnTo>
                  <a:pt x="9504" y="4364"/>
                </a:lnTo>
                <a:close/>
                <a:moveTo>
                  <a:pt x="8640" y="18327"/>
                </a:moveTo>
                <a:lnTo>
                  <a:pt x="8640" y="14618"/>
                </a:lnTo>
                <a:lnTo>
                  <a:pt x="9072" y="14400"/>
                </a:lnTo>
                <a:lnTo>
                  <a:pt x="9504" y="13964"/>
                </a:lnTo>
                <a:lnTo>
                  <a:pt x="11664" y="13964"/>
                </a:lnTo>
                <a:lnTo>
                  <a:pt x="12960" y="14618"/>
                </a:lnTo>
                <a:lnTo>
                  <a:pt x="12960" y="18982"/>
                </a:lnTo>
                <a:lnTo>
                  <a:pt x="12528" y="19200"/>
                </a:lnTo>
                <a:lnTo>
                  <a:pt x="11664" y="19418"/>
                </a:lnTo>
                <a:lnTo>
                  <a:pt x="9504" y="19418"/>
                </a:lnTo>
                <a:lnTo>
                  <a:pt x="8640" y="18982"/>
                </a:lnTo>
                <a:lnTo>
                  <a:pt x="8640" y="1832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14" name="Google Shape;1814;p50"/>
          <p:cNvGrpSpPr/>
          <p:nvPr/>
        </p:nvGrpSpPr>
        <p:grpSpPr>
          <a:xfrm>
            <a:off x="2658533" y="12060767"/>
            <a:ext cx="478348" cy="406500"/>
            <a:chOff x="0" y="0"/>
            <a:chExt cx="478348" cy="406500"/>
          </a:xfrm>
        </p:grpSpPr>
        <p:sp>
          <p:nvSpPr>
            <p:cNvPr id="1815" name="Google Shape;1815;p50"/>
            <p:cNvSpPr/>
            <p:nvPr/>
          </p:nvSpPr>
          <p:spPr>
            <a:xfrm>
              <a:off x="318915" y="24630"/>
              <a:ext cx="122634" cy="123174"/>
            </a:xfrm>
            <a:custGeom>
              <a:rect b="b" l="l" r="r" t="t"/>
              <a:pathLst>
                <a:path extrusionOk="0" h="21600" w="21600">
                  <a:moveTo>
                    <a:pt x="21600" y="10800"/>
                  </a:moveTo>
                  <a:lnTo>
                    <a:pt x="20855" y="6480"/>
                  </a:lnTo>
                  <a:lnTo>
                    <a:pt x="17876" y="3600"/>
                  </a:lnTo>
                  <a:lnTo>
                    <a:pt x="15641" y="720"/>
                  </a:lnTo>
                  <a:lnTo>
                    <a:pt x="11172" y="0"/>
                  </a:lnTo>
                  <a:lnTo>
                    <a:pt x="5959" y="720"/>
                  </a:lnTo>
                  <a:lnTo>
                    <a:pt x="3724" y="3600"/>
                  </a:lnTo>
                  <a:lnTo>
                    <a:pt x="745" y="6480"/>
                  </a:lnTo>
                  <a:lnTo>
                    <a:pt x="0" y="10800"/>
                  </a:lnTo>
                  <a:lnTo>
                    <a:pt x="745" y="15120"/>
                  </a:lnTo>
                  <a:lnTo>
                    <a:pt x="5959" y="20160"/>
                  </a:lnTo>
                  <a:lnTo>
                    <a:pt x="11172" y="21600"/>
                  </a:lnTo>
                  <a:lnTo>
                    <a:pt x="15641" y="20160"/>
                  </a:lnTo>
                  <a:lnTo>
                    <a:pt x="20855" y="15120"/>
                  </a:lnTo>
                  <a:lnTo>
                    <a:pt x="21600" y="10800"/>
                  </a:lnTo>
                  <a:close/>
                  <a:moveTo>
                    <a:pt x="11172" y="14400"/>
                  </a:moveTo>
                  <a:lnTo>
                    <a:pt x="8938" y="14400"/>
                  </a:lnTo>
                  <a:lnTo>
                    <a:pt x="8193" y="12960"/>
                  </a:lnTo>
                  <a:lnTo>
                    <a:pt x="7448" y="12240"/>
                  </a:lnTo>
                  <a:lnTo>
                    <a:pt x="7448" y="8640"/>
                  </a:lnTo>
                  <a:lnTo>
                    <a:pt x="8938" y="7200"/>
                  </a:lnTo>
                  <a:lnTo>
                    <a:pt x="12662" y="7200"/>
                  </a:lnTo>
                  <a:lnTo>
                    <a:pt x="14152" y="8640"/>
                  </a:lnTo>
                  <a:lnTo>
                    <a:pt x="14152" y="12240"/>
                  </a:lnTo>
                  <a:lnTo>
                    <a:pt x="13407" y="12960"/>
                  </a:lnTo>
                  <a:lnTo>
                    <a:pt x="12662" y="14400"/>
                  </a:lnTo>
                  <a:lnTo>
                    <a:pt x="11172" y="1440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6" name="Google Shape;1816;p50"/>
            <p:cNvSpPr/>
            <p:nvPr/>
          </p:nvSpPr>
          <p:spPr>
            <a:xfrm>
              <a:off x="282112" y="147780"/>
              <a:ext cx="196236" cy="258606"/>
            </a:xfrm>
            <a:custGeom>
              <a:rect b="b" l="l" r="r" t="t"/>
              <a:pathLst>
                <a:path extrusionOk="0" h="21600" w="21600">
                  <a:moveTo>
                    <a:pt x="11020" y="0"/>
                  </a:moveTo>
                  <a:lnTo>
                    <a:pt x="8816" y="0"/>
                  </a:lnTo>
                  <a:lnTo>
                    <a:pt x="6612" y="675"/>
                  </a:lnTo>
                  <a:lnTo>
                    <a:pt x="4849" y="1012"/>
                  </a:lnTo>
                  <a:lnTo>
                    <a:pt x="3086" y="2362"/>
                  </a:lnTo>
                  <a:lnTo>
                    <a:pt x="1763" y="3712"/>
                  </a:lnTo>
                  <a:lnTo>
                    <a:pt x="882" y="4725"/>
                  </a:lnTo>
                  <a:lnTo>
                    <a:pt x="0" y="6412"/>
                  </a:lnTo>
                  <a:lnTo>
                    <a:pt x="0" y="12488"/>
                  </a:lnTo>
                  <a:lnTo>
                    <a:pt x="882" y="13163"/>
                  </a:lnTo>
                  <a:lnTo>
                    <a:pt x="4408" y="13163"/>
                  </a:lnTo>
                  <a:lnTo>
                    <a:pt x="4408" y="20588"/>
                  </a:lnTo>
                  <a:lnTo>
                    <a:pt x="4849" y="20925"/>
                  </a:lnTo>
                  <a:lnTo>
                    <a:pt x="5290" y="21600"/>
                  </a:lnTo>
                  <a:lnTo>
                    <a:pt x="16310" y="21600"/>
                  </a:lnTo>
                  <a:lnTo>
                    <a:pt x="16751" y="20925"/>
                  </a:lnTo>
                  <a:lnTo>
                    <a:pt x="17192" y="20588"/>
                  </a:lnTo>
                  <a:lnTo>
                    <a:pt x="17192" y="13163"/>
                  </a:lnTo>
                  <a:lnTo>
                    <a:pt x="20718" y="13163"/>
                  </a:lnTo>
                  <a:lnTo>
                    <a:pt x="21600" y="12488"/>
                  </a:lnTo>
                  <a:lnTo>
                    <a:pt x="21600" y="6412"/>
                  </a:lnTo>
                  <a:lnTo>
                    <a:pt x="20718" y="4725"/>
                  </a:lnTo>
                  <a:lnTo>
                    <a:pt x="19837" y="3712"/>
                  </a:lnTo>
                  <a:lnTo>
                    <a:pt x="18514" y="2362"/>
                  </a:lnTo>
                  <a:lnTo>
                    <a:pt x="16751" y="1012"/>
                  </a:lnTo>
                  <a:lnTo>
                    <a:pt x="14988" y="675"/>
                  </a:lnTo>
                  <a:lnTo>
                    <a:pt x="12784" y="0"/>
                  </a:lnTo>
                  <a:lnTo>
                    <a:pt x="11020" y="0"/>
                  </a:lnTo>
                  <a:close/>
                  <a:moveTo>
                    <a:pt x="17192" y="9787"/>
                  </a:moveTo>
                  <a:lnTo>
                    <a:pt x="14106" y="9787"/>
                  </a:lnTo>
                  <a:lnTo>
                    <a:pt x="12784" y="10800"/>
                  </a:lnTo>
                  <a:lnTo>
                    <a:pt x="12784" y="18225"/>
                  </a:lnTo>
                  <a:lnTo>
                    <a:pt x="8816" y="18225"/>
                  </a:lnTo>
                  <a:lnTo>
                    <a:pt x="8816" y="10800"/>
                  </a:lnTo>
                  <a:lnTo>
                    <a:pt x="7494" y="9787"/>
                  </a:lnTo>
                  <a:lnTo>
                    <a:pt x="4408" y="9787"/>
                  </a:lnTo>
                  <a:lnTo>
                    <a:pt x="4408" y="8100"/>
                  </a:lnTo>
                  <a:lnTo>
                    <a:pt x="4849" y="6075"/>
                  </a:lnTo>
                  <a:lnTo>
                    <a:pt x="7935" y="3712"/>
                  </a:lnTo>
                  <a:lnTo>
                    <a:pt x="11020" y="3037"/>
                  </a:lnTo>
                  <a:lnTo>
                    <a:pt x="13665" y="3712"/>
                  </a:lnTo>
                  <a:lnTo>
                    <a:pt x="16751" y="6075"/>
                  </a:lnTo>
                  <a:lnTo>
                    <a:pt x="17192" y="8100"/>
                  </a:lnTo>
                  <a:lnTo>
                    <a:pt x="17192" y="9787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7" name="Google Shape;1817;p50"/>
            <p:cNvSpPr/>
            <p:nvPr/>
          </p:nvSpPr>
          <p:spPr>
            <a:xfrm>
              <a:off x="220787" y="0"/>
              <a:ext cx="36900" cy="406500"/>
            </a:xfrm>
            <a:prstGeom prst="rect">
              <a:avLst/>
            </a:pr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1818" name="Google Shape;1818;p50"/>
            <p:cNvSpPr/>
            <p:nvPr/>
          </p:nvSpPr>
          <p:spPr>
            <a:xfrm>
              <a:off x="36792" y="24630"/>
              <a:ext cx="122634" cy="123174"/>
            </a:xfrm>
            <a:custGeom>
              <a:rect b="b" l="l" r="r" t="t"/>
              <a:pathLst>
                <a:path extrusionOk="0" h="21600" w="21600">
                  <a:moveTo>
                    <a:pt x="21600" y="10800"/>
                  </a:moveTo>
                  <a:lnTo>
                    <a:pt x="20855" y="6480"/>
                  </a:lnTo>
                  <a:lnTo>
                    <a:pt x="17876" y="3600"/>
                  </a:lnTo>
                  <a:lnTo>
                    <a:pt x="15641" y="720"/>
                  </a:lnTo>
                  <a:lnTo>
                    <a:pt x="10428" y="0"/>
                  </a:lnTo>
                  <a:lnTo>
                    <a:pt x="5959" y="720"/>
                  </a:lnTo>
                  <a:lnTo>
                    <a:pt x="3724" y="3600"/>
                  </a:lnTo>
                  <a:lnTo>
                    <a:pt x="745" y="6480"/>
                  </a:lnTo>
                  <a:lnTo>
                    <a:pt x="0" y="10800"/>
                  </a:lnTo>
                  <a:lnTo>
                    <a:pt x="745" y="15120"/>
                  </a:lnTo>
                  <a:lnTo>
                    <a:pt x="5959" y="20160"/>
                  </a:lnTo>
                  <a:lnTo>
                    <a:pt x="10428" y="21600"/>
                  </a:lnTo>
                  <a:lnTo>
                    <a:pt x="15641" y="20160"/>
                  </a:lnTo>
                  <a:lnTo>
                    <a:pt x="20855" y="15120"/>
                  </a:lnTo>
                  <a:lnTo>
                    <a:pt x="21600" y="10800"/>
                  </a:lnTo>
                  <a:close/>
                  <a:moveTo>
                    <a:pt x="10428" y="14400"/>
                  </a:moveTo>
                  <a:lnTo>
                    <a:pt x="8938" y="14400"/>
                  </a:lnTo>
                  <a:lnTo>
                    <a:pt x="8193" y="12960"/>
                  </a:lnTo>
                  <a:lnTo>
                    <a:pt x="7448" y="12240"/>
                  </a:lnTo>
                  <a:lnTo>
                    <a:pt x="7448" y="8640"/>
                  </a:lnTo>
                  <a:lnTo>
                    <a:pt x="8938" y="7200"/>
                  </a:lnTo>
                  <a:lnTo>
                    <a:pt x="12662" y="7200"/>
                  </a:lnTo>
                  <a:lnTo>
                    <a:pt x="14152" y="8640"/>
                  </a:lnTo>
                  <a:lnTo>
                    <a:pt x="14152" y="12240"/>
                  </a:lnTo>
                  <a:lnTo>
                    <a:pt x="13407" y="12960"/>
                  </a:lnTo>
                  <a:lnTo>
                    <a:pt x="12662" y="14400"/>
                  </a:lnTo>
                  <a:lnTo>
                    <a:pt x="10428" y="1440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9" name="Google Shape;1819;p50"/>
            <p:cNvSpPr/>
            <p:nvPr/>
          </p:nvSpPr>
          <p:spPr>
            <a:xfrm>
              <a:off x="0" y="147780"/>
              <a:ext cx="196236" cy="258606"/>
            </a:xfrm>
            <a:custGeom>
              <a:rect b="b" l="l" r="r" t="t"/>
              <a:pathLst>
                <a:path extrusionOk="0" h="21600" w="21600">
                  <a:moveTo>
                    <a:pt x="18514" y="4388"/>
                  </a:moveTo>
                  <a:lnTo>
                    <a:pt x="15869" y="1012"/>
                  </a:lnTo>
                  <a:lnTo>
                    <a:pt x="13665" y="337"/>
                  </a:lnTo>
                  <a:lnTo>
                    <a:pt x="10580" y="0"/>
                  </a:lnTo>
                  <a:lnTo>
                    <a:pt x="7935" y="337"/>
                  </a:lnTo>
                  <a:lnTo>
                    <a:pt x="5731" y="1012"/>
                  </a:lnTo>
                  <a:lnTo>
                    <a:pt x="3086" y="4388"/>
                  </a:lnTo>
                  <a:lnTo>
                    <a:pt x="0" y="14513"/>
                  </a:lnTo>
                  <a:lnTo>
                    <a:pt x="0" y="15188"/>
                  </a:lnTo>
                  <a:lnTo>
                    <a:pt x="441" y="15525"/>
                  </a:lnTo>
                  <a:lnTo>
                    <a:pt x="882" y="16538"/>
                  </a:lnTo>
                  <a:lnTo>
                    <a:pt x="4849" y="16538"/>
                  </a:lnTo>
                  <a:lnTo>
                    <a:pt x="6612" y="20250"/>
                  </a:lnTo>
                  <a:lnTo>
                    <a:pt x="7494" y="20925"/>
                  </a:lnTo>
                  <a:lnTo>
                    <a:pt x="8816" y="21600"/>
                  </a:lnTo>
                  <a:lnTo>
                    <a:pt x="12784" y="21600"/>
                  </a:lnTo>
                  <a:lnTo>
                    <a:pt x="14106" y="20925"/>
                  </a:lnTo>
                  <a:lnTo>
                    <a:pt x="14988" y="20250"/>
                  </a:lnTo>
                  <a:lnTo>
                    <a:pt x="16751" y="16538"/>
                  </a:lnTo>
                  <a:lnTo>
                    <a:pt x="20718" y="16538"/>
                  </a:lnTo>
                  <a:lnTo>
                    <a:pt x="21159" y="15525"/>
                  </a:lnTo>
                  <a:lnTo>
                    <a:pt x="21600" y="15188"/>
                  </a:lnTo>
                  <a:lnTo>
                    <a:pt x="21600" y="14513"/>
                  </a:lnTo>
                  <a:lnTo>
                    <a:pt x="18514" y="4388"/>
                  </a:lnTo>
                  <a:close/>
                  <a:moveTo>
                    <a:pt x="14988" y="13163"/>
                  </a:moveTo>
                  <a:lnTo>
                    <a:pt x="14106" y="13163"/>
                  </a:lnTo>
                  <a:lnTo>
                    <a:pt x="13665" y="13500"/>
                  </a:lnTo>
                  <a:lnTo>
                    <a:pt x="11461" y="18225"/>
                  </a:lnTo>
                  <a:lnTo>
                    <a:pt x="10139" y="18225"/>
                  </a:lnTo>
                  <a:lnTo>
                    <a:pt x="7935" y="13837"/>
                  </a:lnTo>
                  <a:lnTo>
                    <a:pt x="7494" y="13163"/>
                  </a:lnTo>
                  <a:lnTo>
                    <a:pt x="4849" y="13163"/>
                  </a:lnTo>
                  <a:lnTo>
                    <a:pt x="5290" y="11475"/>
                  </a:lnTo>
                  <a:lnTo>
                    <a:pt x="7053" y="7088"/>
                  </a:lnTo>
                  <a:lnTo>
                    <a:pt x="7494" y="5400"/>
                  </a:lnTo>
                  <a:lnTo>
                    <a:pt x="7935" y="4388"/>
                  </a:lnTo>
                  <a:lnTo>
                    <a:pt x="9698" y="3037"/>
                  </a:lnTo>
                  <a:lnTo>
                    <a:pt x="11902" y="3037"/>
                  </a:lnTo>
                  <a:lnTo>
                    <a:pt x="13665" y="4388"/>
                  </a:lnTo>
                  <a:lnTo>
                    <a:pt x="14106" y="5400"/>
                  </a:lnTo>
                  <a:lnTo>
                    <a:pt x="14547" y="7088"/>
                  </a:lnTo>
                  <a:lnTo>
                    <a:pt x="16310" y="11475"/>
                  </a:lnTo>
                  <a:lnTo>
                    <a:pt x="16751" y="13163"/>
                  </a:lnTo>
                  <a:lnTo>
                    <a:pt x="14988" y="13163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0" name="Google Shape;1820;p50"/>
          <p:cNvGrpSpPr/>
          <p:nvPr/>
        </p:nvGrpSpPr>
        <p:grpSpPr>
          <a:xfrm>
            <a:off x="3657598" y="12035367"/>
            <a:ext cx="444528" cy="469904"/>
            <a:chOff x="-1" y="0"/>
            <a:chExt cx="444528" cy="469904"/>
          </a:xfrm>
        </p:grpSpPr>
        <p:sp>
          <p:nvSpPr>
            <p:cNvPr id="1821" name="Google Shape;1821;p50"/>
            <p:cNvSpPr/>
            <p:nvPr/>
          </p:nvSpPr>
          <p:spPr>
            <a:xfrm>
              <a:off x="37044" y="0"/>
              <a:ext cx="160542" cy="148392"/>
            </a:xfrm>
            <a:custGeom>
              <a:rect b="b" l="l" r="r" t="t"/>
              <a:pathLst>
                <a:path extrusionOk="0" h="21600" w="21600">
                  <a:moveTo>
                    <a:pt x="7589" y="11092"/>
                  </a:moveTo>
                  <a:lnTo>
                    <a:pt x="7589" y="21600"/>
                  </a:lnTo>
                  <a:lnTo>
                    <a:pt x="13427" y="21600"/>
                  </a:lnTo>
                  <a:lnTo>
                    <a:pt x="13427" y="11092"/>
                  </a:lnTo>
                  <a:lnTo>
                    <a:pt x="16930" y="15178"/>
                  </a:lnTo>
                  <a:lnTo>
                    <a:pt x="21600" y="10508"/>
                  </a:lnTo>
                  <a:lnTo>
                    <a:pt x="10508" y="0"/>
                  </a:lnTo>
                  <a:lnTo>
                    <a:pt x="0" y="10508"/>
                  </a:lnTo>
                  <a:lnTo>
                    <a:pt x="4086" y="15178"/>
                  </a:lnTo>
                  <a:lnTo>
                    <a:pt x="7589" y="11092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2" name="Google Shape;1822;p50"/>
            <p:cNvSpPr/>
            <p:nvPr/>
          </p:nvSpPr>
          <p:spPr>
            <a:xfrm>
              <a:off x="246945" y="0"/>
              <a:ext cx="148176" cy="160758"/>
            </a:xfrm>
            <a:custGeom>
              <a:rect b="b" l="l" r="r" t="t"/>
              <a:pathLst>
                <a:path extrusionOk="0" h="21600" w="21600">
                  <a:moveTo>
                    <a:pt x="21600" y="11092"/>
                  </a:moveTo>
                  <a:lnTo>
                    <a:pt x="17514" y="6422"/>
                  </a:lnTo>
                  <a:lnTo>
                    <a:pt x="13427" y="9924"/>
                  </a:lnTo>
                  <a:lnTo>
                    <a:pt x="13427" y="0"/>
                  </a:lnTo>
                  <a:lnTo>
                    <a:pt x="8173" y="0"/>
                  </a:lnTo>
                  <a:lnTo>
                    <a:pt x="8173" y="9924"/>
                  </a:lnTo>
                  <a:lnTo>
                    <a:pt x="4086" y="6422"/>
                  </a:lnTo>
                  <a:lnTo>
                    <a:pt x="0" y="11092"/>
                  </a:lnTo>
                  <a:lnTo>
                    <a:pt x="10508" y="21600"/>
                  </a:lnTo>
                  <a:lnTo>
                    <a:pt x="21600" y="11092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3" name="Google Shape;1823;p50"/>
            <p:cNvSpPr/>
            <p:nvPr/>
          </p:nvSpPr>
          <p:spPr>
            <a:xfrm>
              <a:off x="74083" y="222583"/>
              <a:ext cx="123498" cy="123660"/>
            </a:xfrm>
            <a:custGeom>
              <a:rect b="b" l="l" r="r" t="t"/>
              <a:pathLst>
                <a:path extrusionOk="0" h="21600" w="21600">
                  <a:moveTo>
                    <a:pt x="21600" y="10800"/>
                  </a:moveTo>
                  <a:lnTo>
                    <a:pt x="20880" y="6480"/>
                  </a:lnTo>
                  <a:lnTo>
                    <a:pt x="18000" y="3600"/>
                  </a:lnTo>
                  <a:lnTo>
                    <a:pt x="15120" y="1440"/>
                  </a:lnTo>
                  <a:lnTo>
                    <a:pt x="10800" y="0"/>
                  </a:lnTo>
                  <a:lnTo>
                    <a:pt x="6480" y="1440"/>
                  </a:lnTo>
                  <a:lnTo>
                    <a:pt x="3600" y="3600"/>
                  </a:lnTo>
                  <a:lnTo>
                    <a:pt x="720" y="6480"/>
                  </a:lnTo>
                  <a:lnTo>
                    <a:pt x="0" y="10800"/>
                  </a:lnTo>
                  <a:lnTo>
                    <a:pt x="720" y="15120"/>
                  </a:lnTo>
                  <a:lnTo>
                    <a:pt x="6480" y="20880"/>
                  </a:lnTo>
                  <a:lnTo>
                    <a:pt x="10800" y="21600"/>
                  </a:lnTo>
                  <a:lnTo>
                    <a:pt x="15120" y="20880"/>
                  </a:lnTo>
                  <a:lnTo>
                    <a:pt x="20880" y="15120"/>
                  </a:lnTo>
                  <a:lnTo>
                    <a:pt x="21600" y="10800"/>
                  </a:lnTo>
                  <a:close/>
                  <a:moveTo>
                    <a:pt x="10800" y="14400"/>
                  </a:moveTo>
                  <a:lnTo>
                    <a:pt x="9360" y="14400"/>
                  </a:lnTo>
                  <a:lnTo>
                    <a:pt x="7920" y="13680"/>
                  </a:lnTo>
                  <a:lnTo>
                    <a:pt x="7200" y="12960"/>
                  </a:lnTo>
                  <a:lnTo>
                    <a:pt x="7200" y="9360"/>
                  </a:lnTo>
                  <a:lnTo>
                    <a:pt x="7920" y="7920"/>
                  </a:lnTo>
                  <a:lnTo>
                    <a:pt x="9360" y="7200"/>
                  </a:lnTo>
                  <a:lnTo>
                    <a:pt x="12960" y="7200"/>
                  </a:lnTo>
                  <a:lnTo>
                    <a:pt x="13680" y="7920"/>
                  </a:lnTo>
                  <a:lnTo>
                    <a:pt x="14400" y="9360"/>
                  </a:lnTo>
                  <a:lnTo>
                    <a:pt x="14400" y="12960"/>
                  </a:lnTo>
                  <a:lnTo>
                    <a:pt x="12960" y="14400"/>
                  </a:lnTo>
                  <a:lnTo>
                    <a:pt x="10800" y="1440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4" name="Google Shape;1824;p50"/>
            <p:cNvSpPr/>
            <p:nvPr/>
          </p:nvSpPr>
          <p:spPr>
            <a:xfrm>
              <a:off x="74083" y="346241"/>
              <a:ext cx="123498" cy="61830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7200" y="21600"/>
                  </a:lnTo>
                  <a:lnTo>
                    <a:pt x="7200" y="17280"/>
                  </a:lnTo>
                  <a:lnTo>
                    <a:pt x="7920" y="15840"/>
                  </a:lnTo>
                  <a:lnTo>
                    <a:pt x="9360" y="14400"/>
                  </a:lnTo>
                  <a:lnTo>
                    <a:pt x="12960" y="14400"/>
                  </a:lnTo>
                  <a:lnTo>
                    <a:pt x="14400" y="17280"/>
                  </a:lnTo>
                  <a:lnTo>
                    <a:pt x="14400" y="21600"/>
                  </a:lnTo>
                  <a:lnTo>
                    <a:pt x="21600" y="21600"/>
                  </a:lnTo>
                  <a:lnTo>
                    <a:pt x="20880" y="12960"/>
                  </a:lnTo>
                  <a:lnTo>
                    <a:pt x="15120" y="1440"/>
                  </a:lnTo>
                  <a:lnTo>
                    <a:pt x="10800" y="0"/>
                  </a:lnTo>
                  <a:lnTo>
                    <a:pt x="6480" y="1440"/>
                  </a:lnTo>
                  <a:lnTo>
                    <a:pt x="720" y="1296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5" name="Google Shape;1825;p50"/>
            <p:cNvSpPr/>
            <p:nvPr/>
          </p:nvSpPr>
          <p:spPr>
            <a:xfrm>
              <a:off x="234600" y="222583"/>
              <a:ext cx="123498" cy="123660"/>
            </a:xfrm>
            <a:custGeom>
              <a:rect b="b" l="l" r="r" t="t"/>
              <a:pathLst>
                <a:path extrusionOk="0" h="21600" w="21600">
                  <a:moveTo>
                    <a:pt x="21600" y="10800"/>
                  </a:moveTo>
                  <a:lnTo>
                    <a:pt x="20855" y="6480"/>
                  </a:lnTo>
                  <a:lnTo>
                    <a:pt x="15641" y="1440"/>
                  </a:lnTo>
                  <a:lnTo>
                    <a:pt x="11172" y="0"/>
                  </a:lnTo>
                  <a:lnTo>
                    <a:pt x="5959" y="1440"/>
                  </a:lnTo>
                  <a:lnTo>
                    <a:pt x="745" y="6480"/>
                  </a:lnTo>
                  <a:lnTo>
                    <a:pt x="0" y="10800"/>
                  </a:lnTo>
                  <a:lnTo>
                    <a:pt x="745" y="15120"/>
                  </a:lnTo>
                  <a:lnTo>
                    <a:pt x="3724" y="18000"/>
                  </a:lnTo>
                  <a:lnTo>
                    <a:pt x="5959" y="20880"/>
                  </a:lnTo>
                  <a:lnTo>
                    <a:pt x="11172" y="21600"/>
                  </a:lnTo>
                  <a:lnTo>
                    <a:pt x="15641" y="20880"/>
                  </a:lnTo>
                  <a:lnTo>
                    <a:pt x="17876" y="18000"/>
                  </a:lnTo>
                  <a:lnTo>
                    <a:pt x="20855" y="15120"/>
                  </a:lnTo>
                  <a:lnTo>
                    <a:pt x="21600" y="10800"/>
                  </a:lnTo>
                  <a:close/>
                  <a:moveTo>
                    <a:pt x="11172" y="14400"/>
                  </a:moveTo>
                  <a:lnTo>
                    <a:pt x="8938" y="14400"/>
                  </a:lnTo>
                  <a:lnTo>
                    <a:pt x="7448" y="12960"/>
                  </a:lnTo>
                  <a:lnTo>
                    <a:pt x="7448" y="9360"/>
                  </a:lnTo>
                  <a:lnTo>
                    <a:pt x="8193" y="7920"/>
                  </a:lnTo>
                  <a:lnTo>
                    <a:pt x="8938" y="7200"/>
                  </a:lnTo>
                  <a:lnTo>
                    <a:pt x="12662" y="7200"/>
                  </a:lnTo>
                  <a:lnTo>
                    <a:pt x="13407" y="7920"/>
                  </a:lnTo>
                  <a:lnTo>
                    <a:pt x="14152" y="9360"/>
                  </a:lnTo>
                  <a:lnTo>
                    <a:pt x="14152" y="12960"/>
                  </a:lnTo>
                  <a:lnTo>
                    <a:pt x="12662" y="14400"/>
                  </a:lnTo>
                  <a:lnTo>
                    <a:pt x="11172" y="1440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50"/>
            <p:cNvSpPr/>
            <p:nvPr/>
          </p:nvSpPr>
          <p:spPr>
            <a:xfrm>
              <a:off x="234600" y="346241"/>
              <a:ext cx="123498" cy="61830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7448" y="21600"/>
                  </a:lnTo>
                  <a:lnTo>
                    <a:pt x="7448" y="17280"/>
                  </a:lnTo>
                  <a:lnTo>
                    <a:pt x="8938" y="14400"/>
                  </a:lnTo>
                  <a:lnTo>
                    <a:pt x="12662" y="14400"/>
                  </a:lnTo>
                  <a:lnTo>
                    <a:pt x="14152" y="17280"/>
                  </a:lnTo>
                  <a:lnTo>
                    <a:pt x="14152" y="21600"/>
                  </a:lnTo>
                  <a:lnTo>
                    <a:pt x="21600" y="21600"/>
                  </a:lnTo>
                  <a:lnTo>
                    <a:pt x="20855" y="12960"/>
                  </a:lnTo>
                  <a:lnTo>
                    <a:pt x="17876" y="7200"/>
                  </a:lnTo>
                  <a:lnTo>
                    <a:pt x="15641" y="1440"/>
                  </a:lnTo>
                  <a:lnTo>
                    <a:pt x="11172" y="0"/>
                  </a:lnTo>
                  <a:lnTo>
                    <a:pt x="5959" y="1440"/>
                  </a:lnTo>
                  <a:lnTo>
                    <a:pt x="3724" y="7200"/>
                  </a:lnTo>
                  <a:lnTo>
                    <a:pt x="745" y="1296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50"/>
            <p:cNvSpPr/>
            <p:nvPr/>
          </p:nvSpPr>
          <p:spPr>
            <a:xfrm>
              <a:off x="-1" y="173120"/>
              <a:ext cx="444528" cy="296784"/>
            </a:xfrm>
            <a:custGeom>
              <a:rect b="b" l="l" r="r" t="t"/>
              <a:pathLst>
                <a:path extrusionOk="0" h="21600" w="21600">
                  <a:moveTo>
                    <a:pt x="20600" y="0"/>
                  </a:moveTo>
                  <a:lnTo>
                    <a:pt x="400" y="0"/>
                  </a:lnTo>
                  <a:lnTo>
                    <a:pt x="0" y="584"/>
                  </a:lnTo>
                  <a:lnTo>
                    <a:pt x="0" y="20724"/>
                  </a:lnTo>
                  <a:lnTo>
                    <a:pt x="200" y="21016"/>
                  </a:lnTo>
                  <a:lnTo>
                    <a:pt x="400" y="21600"/>
                  </a:lnTo>
                  <a:lnTo>
                    <a:pt x="21200" y="21600"/>
                  </a:lnTo>
                  <a:lnTo>
                    <a:pt x="21400" y="21016"/>
                  </a:lnTo>
                  <a:lnTo>
                    <a:pt x="21600" y="20724"/>
                  </a:lnTo>
                  <a:lnTo>
                    <a:pt x="21600" y="584"/>
                  </a:lnTo>
                  <a:lnTo>
                    <a:pt x="21200" y="0"/>
                  </a:lnTo>
                  <a:lnTo>
                    <a:pt x="20600" y="0"/>
                  </a:lnTo>
                  <a:close/>
                  <a:moveTo>
                    <a:pt x="19600" y="18681"/>
                  </a:moveTo>
                  <a:lnTo>
                    <a:pt x="1800" y="18681"/>
                  </a:lnTo>
                  <a:lnTo>
                    <a:pt x="1800" y="2627"/>
                  </a:lnTo>
                  <a:lnTo>
                    <a:pt x="19600" y="2627"/>
                  </a:lnTo>
                  <a:lnTo>
                    <a:pt x="19600" y="18681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8" name="Google Shape;1828;p50"/>
          <p:cNvGrpSpPr/>
          <p:nvPr/>
        </p:nvGrpSpPr>
        <p:grpSpPr>
          <a:xfrm>
            <a:off x="5647266" y="12035367"/>
            <a:ext cx="355613" cy="457218"/>
            <a:chOff x="0" y="0"/>
            <a:chExt cx="355613" cy="457218"/>
          </a:xfrm>
        </p:grpSpPr>
        <p:sp>
          <p:nvSpPr>
            <p:cNvPr id="1829" name="Google Shape;1829;p50"/>
            <p:cNvSpPr/>
            <p:nvPr/>
          </p:nvSpPr>
          <p:spPr>
            <a:xfrm>
              <a:off x="73571" y="0"/>
              <a:ext cx="282042" cy="457218"/>
            </a:xfrm>
            <a:custGeom>
              <a:rect b="b" l="l" r="r" t="t"/>
              <a:pathLst>
                <a:path extrusionOk="0" h="21600" w="21600">
                  <a:moveTo>
                    <a:pt x="16904" y="0"/>
                  </a:moveTo>
                  <a:lnTo>
                    <a:pt x="3130" y="0"/>
                  </a:lnTo>
                  <a:lnTo>
                    <a:pt x="1878" y="198"/>
                  </a:lnTo>
                  <a:lnTo>
                    <a:pt x="626" y="594"/>
                  </a:lnTo>
                  <a:lnTo>
                    <a:pt x="313" y="1189"/>
                  </a:lnTo>
                  <a:lnTo>
                    <a:pt x="0" y="1982"/>
                  </a:lnTo>
                  <a:lnTo>
                    <a:pt x="0" y="3963"/>
                  </a:lnTo>
                  <a:lnTo>
                    <a:pt x="3130" y="3963"/>
                  </a:lnTo>
                  <a:lnTo>
                    <a:pt x="3130" y="1982"/>
                  </a:lnTo>
                  <a:lnTo>
                    <a:pt x="17530" y="1982"/>
                  </a:lnTo>
                  <a:lnTo>
                    <a:pt x="18157" y="2180"/>
                  </a:lnTo>
                  <a:lnTo>
                    <a:pt x="18470" y="2378"/>
                  </a:lnTo>
                  <a:lnTo>
                    <a:pt x="18470" y="16646"/>
                  </a:lnTo>
                  <a:lnTo>
                    <a:pt x="16904" y="16646"/>
                  </a:lnTo>
                  <a:lnTo>
                    <a:pt x="16904" y="15655"/>
                  </a:lnTo>
                  <a:lnTo>
                    <a:pt x="13774" y="15655"/>
                  </a:lnTo>
                  <a:lnTo>
                    <a:pt x="13774" y="19618"/>
                  </a:lnTo>
                  <a:lnTo>
                    <a:pt x="16904" y="19618"/>
                  </a:lnTo>
                  <a:lnTo>
                    <a:pt x="16904" y="18628"/>
                  </a:lnTo>
                  <a:lnTo>
                    <a:pt x="18470" y="18628"/>
                  </a:lnTo>
                  <a:lnTo>
                    <a:pt x="18470" y="21600"/>
                  </a:lnTo>
                  <a:lnTo>
                    <a:pt x="21600" y="21600"/>
                  </a:lnTo>
                  <a:lnTo>
                    <a:pt x="21600" y="2972"/>
                  </a:lnTo>
                  <a:lnTo>
                    <a:pt x="21287" y="1783"/>
                  </a:lnTo>
                  <a:lnTo>
                    <a:pt x="18783" y="198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50"/>
            <p:cNvSpPr/>
            <p:nvPr/>
          </p:nvSpPr>
          <p:spPr>
            <a:xfrm>
              <a:off x="73571" y="123566"/>
              <a:ext cx="49032" cy="49410"/>
            </a:xfrm>
            <a:custGeom>
              <a:rect b="b" l="l" r="r" t="t"/>
              <a:pathLst>
                <a:path extrusionOk="0" h="21600" w="21600">
                  <a:moveTo>
                    <a:pt x="10800" y="21600"/>
                  </a:moveTo>
                  <a:lnTo>
                    <a:pt x="15120" y="21600"/>
                  </a:lnTo>
                  <a:lnTo>
                    <a:pt x="17280" y="17280"/>
                  </a:lnTo>
                  <a:lnTo>
                    <a:pt x="21600" y="15120"/>
                  </a:lnTo>
                  <a:lnTo>
                    <a:pt x="21600" y="4320"/>
                  </a:lnTo>
                  <a:lnTo>
                    <a:pt x="17280" y="2160"/>
                  </a:lnTo>
                  <a:lnTo>
                    <a:pt x="15120" y="0"/>
                  </a:lnTo>
                  <a:lnTo>
                    <a:pt x="4320" y="0"/>
                  </a:lnTo>
                  <a:lnTo>
                    <a:pt x="0" y="4320"/>
                  </a:lnTo>
                  <a:lnTo>
                    <a:pt x="0" y="15120"/>
                  </a:lnTo>
                  <a:lnTo>
                    <a:pt x="2160" y="17280"/>
                  </a:lnTo>
                  <a:lnTo>
                    <a:pt x="4320" y="2160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50"/>
            <p:cNvSpPr/>
            <p:nvPr/>
          </p:nvSpPr>
          <p:spPr>
            <a:xfrm>
              <a:off x="36780" y="172993"/>
              <a:ext cx="36774" cy="4941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lnTo>
                    <a:pt x="4320" y="0"/>
                  </a:lnTo>
                  <a:lnTo>
                    <a:pt x="0" y="4320"/>
                  </a:lnTo>
                  <a:lnTo>
                    <a:pt x="0" y="15120"/>
                  </a:lnTo>
                  <a:lnTo>
                    <a:pt x="2160" y="19440"/>
                  </a:lnTo>
                  <a:lnTo>
                    <a:pt x="4320" y="21600"/>
                  </a:lnTo>
                  <a:lnTo>
                    <a:pt x="15120" y="21600"/>
                  </a:lnTo>
                  <a:lnTo>
                    <a:pt x="21600" y="15120"/>
                  </a:lnTo>
                  <a:lnTo>
                    <a:pt x="21600" y="4320"/>
                  </a:lnTo>
                  <a:lnTo>
                    <a:pt x="17280" y="2160"/>
                  </a:lnTo>
                  <a:lnTo>
                    <a:pt x="15120" y="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50"/>
            <p:cNvSpPr/>
            <p:nvPr/>
          </p:nvSpPr>
          <p:spPr>
            <a:xfrm>
              <a:off x="122619" y="172993"/>
              <a:ext cx="36774" cy="49410"/>
            </a:xfrm>
            <a:custGeom>
              <a:rect b="b" l="l" r="r" t="t"/>
              <a:pathLst>
                <a:path extrusionOk="0" h="21600" w="21600">
                  <a:moveTo>
                    <a:pt x="9600" y="0"/>
                  </a:moveTo>
                  <a:lnTo>
                    <a:pt x="4800" y="0"/>
                  </a:lnTo>
                  <a:lnTo>
                    <a:pt x="0" y="4320"/>
                  </a:lnTo>
                  <a:lnTo>
                    <a:pt x="0" y="15120"/>
                  </a:lnTo>
                  <a:lnTo>
                    <a:pt x="2400" y="19440"/>
                  </a:lnTo>
                  <a:lnTo>
                    <a:pt x="4800" y="21600"/>
                  </a:lnTo>
                  <a:lnTo>
                    <a:pt x="16800" y="21600"/>
                  </a:lnTo>
                  <a:lnTo>
                    <a:pt x="19200" y="19440"/>
                  </a:lnTo>
                  <a:lnTo>
                    <a:pt x="21600" y="15120"/>
                  </a:lnTo>
                  <a:lnTo>
                    <a:pt x="21600" y="4320"/>
                  </a:lnTo>
                  <a:lnTo>
                    <a:pt x="16800" y="0"/>
                  </a:lnTo>
                  <a:lnTo>
                    <a:pt x="9600" y="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50"/>
            <p:cNvSpPr/>
            <p:nvPr/>
          </p:nvSpPr>
          <p:spPr>
            <a:xfrm>
              <a:off x="73571" y="222420"/>
              <a:ext cx="49032" cy="4941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lnTo>
                    <a:pt x="4320" y="0"/>
                  </a:lnTo>
                  <a:lnTo>
                    <a:pt x="2160" y="4320"/>
                  </a:lnTo>
                  <a:lnTo>
                    <a:pt x="0" y="6480"/>
                  </a:lnTo>
                  <a:lnTo>
                    <a:pt x="0" y="17280"/>
                  </a:lnTo>
                  <a:lnTo>
                    <a:pt x="4320" y="21600"/>
                  </a:lnTo>
                  <a:lnTo>
                    <a:pt x="15120" y="21600"/>
                  </a:lnTo>
                  <a:lnTo>
                    <a:pt x="17280" y="19440"/>
                  </a:lnTo>
                  <a:lnTo>
                    <a:pt x="21600" y="17280"/>
                  </a:lnTo>
                  <a:lnTo>
                    <a:pt x="21600" y="6480"/>
                  </a:lnTo>
                  <a:lnTo>
                    <a:pt x="17280" y="4320"/>
                  </a:lnTo>
                  <a:lnTo>
                    <a:pt x="15120" y="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50"/>
            <p:cNvSpPr/>
            <p:nvPr/>
          </p:nvSpPr>
          <p:spPr>
            <a:xfrm>
              <a:off x="0" y="222420"/>
              <a:ext cx="36774" cy="4941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lnTo>
                    <a:pt x="4320" y="0"/>
                  </a:lnTo>
                  <a:lnTo>
                    <a:pt x="2160" y="4320"/>
                  </a:lnTo>
                  <a:lnTo>
                    <a:pt x="0" y="6480"/>
                  </a:lnTo>
                  <a:lnTo>
                    <a:pt x="0" y="17280"/>
                  </a:lnTo>
                  <a:lnTo>
                    <a:pt x="4320" y="21600"/>
                  </a:lnTo>
                  <a:lnTo>
                    <a:pt x="15120" y="21600"/>
                  </a:lnTo>
                  <a:lnTo>
                    <a:pt x="19440" y="19440"/>
                  </a:lnTo>
                  <a:lnTo>
                    <a:pt x="21600" y="17280"/>
                  </a:lnTo>
                  <a:lnTo>
                    <a:pt x="21600" y="6480"/>
                  </a:lnTo>
                  <a:lnTo>
                    <a:pt x="15120" y="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50"/>
            <p:cNvSpPr/>
            <p:nvPr/>
          </p:nvSpPr>
          <p:spPr>
            <a:xfrm>
              <a:off x="159400" y="222420"/>
              <a:ext cx="36774" cy="49410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lnTo>
                    <a:pt x="6480" y="0"/>
                  </a:lnTo>
                  <a:lnTo>
                    <a:pt x="4320" y="4320"/>
                  </a:lnTo>
                  <a:lnTo>
                    <a:pt x="0" y="6480"/>
                  </a:lnTo>
                  <a:lnTo>
                    <a:pt x="0" y="17280"/>
                  </a:lnTo>
                  <a:lnTo>
                    <a:pt x="4320" y="19440"/>
                  </a:lnTo>
                  <a:lnTo>
                    <a:pt x="6480" y="21600"/>
                  </a:lnTo>
                  <a:lnTo>
                    <a:pt x="17280" y="21600"/>
                  </a:lnTo>
                  <a:lnTo>
                    <a:pt x="21600" y="17280"/>
                  </a:lnTo>
                  <a:lnTo>
                    <a:pt x="21600" y="6480"/>
                  </a:lnTo>
                  <a:lnTo>
                    <a:pt x="19440" y="4320"/>
                  </a:lnTo>
                  <a:lnTo>
                    <a:pt x="17280" y="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6" name="Google Shape;1836;p50"/>
          <p:cNvGrpSpPr/>
          <p:nvPr/>
        </p:nvGrpSpPr>
        <p:grpSpPr>
          <a:xfrm>
            <a:off x="4610100" y="12035367"/>
            <a:ext cx="478386" cy="457218"/>
            <a:chOff x="-1" y="0"/>
            <a:chExt cx="478386" cy="457218"/>
          </a:xfrm>
        </p:grpSpPr>
        <p:sp>
          <p:nvSpPr>
            <p:cNvPr id="1837" name="Google Shape;1837;p50"/>
            <p:cNvSpPr/>
            <p:nvPr/>
          </p:nvSpPr>
          <p:spPr>
            <a:xfrm>
              <a:off x="245311" y="86502"/>
              <a:ext cx="36774" cy="37098"/>
            </a:xfrm>
            <a:custGeom>
              <a:rect b="b" l="l" r="r" t="t"/>
              <a:pathLst>
                <a:path extrusionOk="0" h="21600" w="21600">
                  <a:moveTo>
                    <a:pt x="12000" y="0"/>
                  </a:moveTo>
                  <a:lnTo>
                    <a:pt x="4800" y="0"/>
                  </a:lnTo>
                  <a:lnTo>
                    <a:pt x="0" y="4320"/>
                  </a:lnTo>
                  <a:lnTo>
                    <a:pt x="0" y="15120"/>
                  </a:lnTo>
                  <a:lnTo>
                    <a:pt x="2400" y="17280"/>
                  </a:lnTo>
                  <a:lnTo>
                    <a:pt x="4800" y="21600"/>
                  </a:lnTo>
                  <a:lnTo>
                    <a:pt x="16800" y="21600"/>
                  </a:lnTo>
                  <a:lnTo>
                    <a:pt x="19200" y="17280"/>
                  </a:lnTo>
                  <a:lnTo>
                    <a:pt x="21600" y="15120"/>
                  </a:lnTo>
                  <a:lnTo>
                    <a:pt x="21600" y="4320"/>
                  </a:lnTo>
                  <a:lnTo>
                    <a:pt x="16800" y="0"/>
                  </a:lnTo>
                  <a:lnTo>
                    <a:pt x="12000" y="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50"/>
            <p:cNvSpPr/>
            <p:nvPr/>
          </p:nvSpPr>
          <p:spPr>
            <a:xfrm>
              <a:off x="196248" y="135928"/>
              <a:ext cx="49086" cy="37098"/>
            </a:xfrm>
            <a:custGeom>
              <a:rect b="b" l="l" r="r" t="t"/>
              <a:pathLst>
                <a:path extrusionOk="0" h="21600" w="21600">
                  <a:moveTo>
                    <a:pt x="10800" y="21600"/>
                  </a:moveTo>
                  <a:lnTo>
                    <a:pt x="15120" y="21600"/>
                  </a:lnTo>
                  <a:lnTo>
                    <a:pt x="17280" y="19440"/>
                  </a:lnTo>
                  <a:lnTo>
                    <a:pt x="21600" y="17280"/>
                  </a:lnTo>
                  <a:lnTo>
                    <a:pt x="21600" y="6480"/>
                  </a:lnTo>
                  <a:lnTo>
                    <a:pt x="15120" y="0"/>
                  </a:lnTo>
                  <a:lnTo>
                    <a:pt x="4320" y="0"/>
                  </a:lnTo>
                  <a:lnTo>
                    <a:pt x="2160" y="2160"/>
                  </a:lnTo>
                  <a:lnTo>
                    <a:pt x="0" y="6480"/>
                  </a:lnTo>
                  <a:lnTo>
                    <a:pt x="0" y="17280"/>
                  </a:lnTo>
                  <a:lnTo>
                    <a:pt x="4320" y="2160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50"/>
            <p:cNvSpPr/>
            <p:nvPr/>
          </p:nvSpPr>
          <p:spPr>
            <a:xfrm>
              <a:off x="282106" y="135928"/>
              <a:ext cx="36774" cy="37098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lnTo>
                    <a:pt x="6480" y="0"/>
                  </a:lnTo>
                  <a:lnTo>
                    <a:pt x="0" y="6480"/>
                  </a:lnTo>
                  <a:lnTo>
                    <a:pt x="0" y="17280"/>
                  </a:lnTo>
                  <a:lnTo>
                    <a:pt x="4320" y="19440"/>
                  </a:lnTo>
                  <a:lnTo>
                    <a:pt x="6480" y="21600"/>
                  </a:lnTo>
                  <a:lnTo>
                    <a:pt x="17280" y="21600"/>
                  </a:lnTo>
                  <a:lnTo>
                    <a:pt x="21600" y="17280"/>
                  </a:lnTo>
                  <a:lnTo>
                    <a:pt x="21600" y="6480"/>
                  </a:lnTo>
                  <a:lnTo>
                    <a:pt x="19440" y="2160"/>
                  </a:lnTo>
                  <a:lnTo>
                    <a:pt x="17280" y="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50"/>
            <p:cNvSpPr/>
            <p:nvPr/>
          </p:nvSpPr>
          <p:spPr>
            <a:xfrm>
              <a:off x="245311" y="185355"/>
              <a:ext cx="36774" cy="37098"/>
            </a:xfrm>
            <a:custGeom>
              <a:rect b="b" l="l" r="r" t="t"/>
              <a:pathLst>
                <a:path extrusionOk="0" h="21600" w="21600">
                  <a:moveTo>
                    <a:pt x="12000" y="0"/>
                  </a:moveTo>
                  <a:lnTo>
                    <a:pt x="4800" y="0"/>
                  </a:lnTo>
                  <a:lnTo>
                    <a:pt x="2400" y="4320"/>
                  </a:lnTo>
                  <a:lnTo>
                    <a:pt x="0" y="6480"/>
                  </a:lnTo>
                  <a:lnTo>
                    <a:pt x="0" y="17280"/>
                  </a:lnTo>
                  <a:lnTo>
                    <a:pt x="4800" y="21600"/>
                  </a:lnTo>
                  <a:lnTo>
                    <a:pt x="16800" y="21600"/>
                  </a:lnTo>
                  <a:lnTo>
                    <a:pt x="21600" y="17280"/>
                  </a:lnTo>
                  <a:lnTo>
                    <a:pt x="21600" y="6480"/>
                  </a:lnTo>
                  <a:lnTo>
                    <a:pt x="19200" y="4320"/>
                  </a:lnTo>
                  <a:lnTo>
                    <a:pt x="16800" y="0"/>
                  </a:lnTo>
                  <a:lnTo>
                    <a:pt x="12000" y="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1" name="Google Shape;1841;p50"/>
            <p:cNvSpPr/>
            <p:nvPr/>
          </p:nvSpPr>
          <p:spPr>
            <a:xfrm>
              <a:off x="159448" y="185355"/>
              <a:ext cx="36774" cy="37098"/>
            </a:xfrm>
            <a:custGeom>
              <a:rect b="b" l="l" r="r" t="t"/>
              <a:pathLst>
                <a:path extrusionOk="0" h="21600" w="21600">
                  <a:moveTo>
                    <a:pt x="10800" y="21600"/>
                  </a:moveTo>
                  <a:lnTo>
                    <a:pt x="15120" y="21600"/>
                  </a:lnTo>
                  <a:lnTo>
                    <a:pt x="17280" y="19440"/>
                  </a:lnTo>
                  <a:lnTo>
                    <a:pt x="21600" y="17280"/>
                  </a:lnTo>
                  <a:lnTo>
                    <a:pt x="21600" y="6480"/>
                  </a:lnTo>
                  <a:lnTo>
                    <a:pt x="17280" y="4320"/>
                  </a:lnTo>
                  <a:lnTo>
                    <a:pt x="15120" y="0"/>
                  </a:lnTo>
                  <a:lnTo>
                    <a:pt x="4320" y="0"/>
                  </a:lnTo>
                  <a:lnTo>
                    <a:pt x="2160" y="4320"/>
                  </a:lnTo>
                  <a:lnTo>
                    <a:pt x="0" y="6480"/>
                  </a:lnTo>
                  <a:lnTo>
                    <a:pt x="0" y="17280"/>
                  </a:lnTo>
                  <a:lnTo>
                    <a:pt x="4320" y="2160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2" name="Google Shape;1842;p50"/>
            <p:cNvSpPr/>
            <p:nvPr/>
          </p:nvSpPr>
          <p:spPr>
            <a:xfrm>
              <a:off x="318905" y="185355"/>
              <a:ext cx="36774" cy="37098"/>
            </a:xfrm>
            <a:custGeom>
              <a:rect b="b" l="l" r="r" t="t"/>
              <a:pathLst>
                <a:path extrusionOk="0" h="21600" w="21600">
                  <a:moveTo>
                    <a:pt x="10800" y="21600"/>
                  </a:moveTo>
                  <a:lnTo>
                    <a:pt x="17280" y="21600"/>
                  </a:lnTo>
                  <a:lnTo>
                    <a:pt x="21600" y="17280"/>
                  </a:lnTo>
                  <a:lnTo>
                    <a:pt x="21600" y="6480"/>
                  </a:lnTo>
                  <a:lnTo>
                    <a:pt x="19440" y="4320"/>
                  </a:lnTo>
                  <a:lnTo>
                    <a:pt x="17280" y="0"/>
                  </a:lnTo>
                  <a:lnTo>
                    <a:pt x="6480" y="0"/>
                  </a:lnTo>
                  <a:lnTo>
                    <a:pt x="4320" y="4320"/>
                  </a:lnTo>
                  <a:lnTo>
                    <a:pt x="0" y="6480"/>
                  </a:lnTo>
                  <a:lnTo>
                    <a:pt x="0" y="17280"/>
                  </a:lnTo>
                  <a:lnTo>
                    <a:pt x="4320" y="19440"/>
                  </a:lnTo>
                  <a:lnTo>
                    <a:pt x="6480" y="2160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3" name="Google Shape;1843;p50"/>
            <p:cNvSpPr/>
            <p:nvPr/>
          </p:nvSpPr>
          <p:spPr>
            <a:xfrm>
              <a:off x="-1" y="0"/>
              <a:ext cx="478386" cy="457218"/>
            </a:xfrm>
            <a:custGeom>
              <a:rect b="b" l="l" r="r" t="t"/>
              <a:pathLst>
                <a:path extrusionOk="0" h="21600" w="21600">
                  <a:moveTo>
                    <a:pt x="21600" y="12683"/>
                  </a:moveTo>
                  <a:lnTo>
                    <a:pt x="19785" y="12683"/>
                  </a:lnTo>
                  <a:lnTo>
                    <a:pt x="19785" y="2972"/>
                  </a:lnTo>
                  <a:lnTo>
                    <a:pt x="19603" y="1783"/>
                  </a:lnTo>
                  <a:lnTo>
                    <a:pt x="18151" y="198"/>
                  </a:lnTo>
                  <a:lnTo>
                    <a:pt x="17062" y="0"/>
                  </a:lnTo>
                  <a:lnTo>
                    <a:pt x="10891" y="0"/>
                  </a:lnTo>
                  <a:lnTo>
                    <a:pt x="10891" y="2972"/>
                  </a:lnTo>
                  <a:lnTo>
                    <a:pt x="12524" y="2972"/>
                  </a:lnTo>
                  <a:lnTo>
                    <a:pt x="12524" y="1982"/>
                  </a:lnTo>
                  <a:lnTo>
                    <a:pt x="17607" y="1982"/>
                  </a:lnTo>
                  <a:lnTo>
                    <a:pt x="17970" y="2378"/>
                  </a:lnTo>
                  <a:lnTo>
                    <a:pt x="17970" y="12683"/>
                  </a:lnTo>
                  <a:lnTo>
                    <a:pt x="0" y="12683"/>
                  </a:lnTo>
                  <a:lnTo>
                    <a:pt x="0" y="14664"/>
                  </a:lnTo>
                  <a:lnTo>
                    <a:pt x="1815" y="14664"/>
                  </a:lnTo>
                  <a:lnTo>
                    <a:pt x="1815" y="15655"/>
                  </a:lnTo>
                  <a:lnTo>
                    <a:pt x="1997" y="16844"/>
                  </a:lnTo>
                  <a:lnTo>
                    <a:pt x="2723" y="18033"/>
                  </a:lnTo>
                  <a:lnTo>
                    <a:pt x="3449" y="18826"/>
                  </a:lnTo>
                  <a:lnTo>
                    <a:pt x="4538" y="19618"/>
                  </a:lnTo>
                  <a:lnTo>
                    <a:pt x="3267" y="21600"/>
                  </a:lnTo>
                  <a:lnTo>
                    <a:pt x="5445" y="21600"/>
                  </a:lnTo>
                  <a:lnTo>
                    <a:pt x="6716" y="19618"/>
                  </a:lnTo>
                  <a:lnTo>
                    <a:pt x="14884" y="19618"/>
                  </a:lnTo>
                  <a:lnTo>
                    <a:pt x="16155" y="21600"/>
                  </a:lnTo>
                  <a:lnTo>
                    <a:pt x="18514" y="21600"/>
                  </a:lnTo>
                  <a:lnTo>
                    <a:pt x="17062" y="19618"/>
                  </a:lnTo>
                  <a:lnTo>
                    <a:pt x="18151" y="18826"/>
                  </a:lnTo>
                  <a:lnTo>
                    <a:pt x="18877" y="18033"/>
                  </a:lnTo>
                  <a:lnTo>
                    <a:pt x="19603" y="16844"/>
                  </a:lnTo>
                  <a:lnTo>
                    <a:pt x="19785" y="15655"/>
                  </a:lnTo>
                  <a:lnTo>
                    <a:pt x="19785" y="14664"/>
                  </a:lnTo>
                  <a:lnTo>
                    <a:pt x="21600" y="14664"/>
                  </a:lnTo>
                  <a:lnTo>
                    <a:pt x="21600" y="12683"/>
                  </a:lnTo>
                  <a:close/>
                  <a:moveTo>
                    <a:pt x="17970" y="15655"/>
                  </a:moveTo>
                  <a:lnTo>
                    <a:pt x="17788" y="16448"/>
                  </a:lnTo>
                  <a:lnTo>
                    <a:pt x="17607" y="17042"/>
                  </a:lnTo>
                  <a:lnTo>
                    <a:pt x="16881" y="17439"/>
                  </a:lnTo>
                  <a:lnTo>
                    <a:pt x="16155" y="17637"/>
                  </a:lnTo>
                  <a:lnTo>
                    <a:pt x="5445" y="17637"/>
                  </a:lnTo>
                  <a:lnTo>
                    <a:pt x="4719" y="17439"/>
                  </a:lnTo>
                  <a:lnTo>
                    <a:pt x="4175" y="17042"/>
                  </a:lnTo>
                  <a:lnTo>
                    <a:pt x="3812" y="16448"/>
                  </a:lnTo>
                  <a:lnTo>
                    <a:pt x="3630" y="15655"/>
                  </a:lnTo>
                  <a:lnTo>
                    <a:pt x="3630" y="14664"/>
                  </a:lnTo>
                  <a:lnTo>
                    <a:pt x="17970" y="14664"/>
                  </a:lnTo>
                  <a:lnTo>
                    <a:pt x="17970" y="15655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4" name="Google Shape;1844;p50"/>
          <p:cNvSpPr/>
          <p:nvPr/>
        </p:nvSpPr>
        <p:spPr>
          <a:xfrm>
            <a:off x="6595533" y="12145434"/>
            <a:ext cx="406404" cy="321732"/>
          </a:xfrm>
          <a:custGeom>
            <a:rect b="b" l="l" r="r" t="t"/>
            <a:pathLst>
              <a:path extrusionOk="0" h="21600" w="21600">
                <a:moveTo>
                  <a:pt x="21159" y="10663"/>
                </a:moveTo>
                <a:lnTo>
                  <a:pt x="19616" y="10116"/>
                </a:lnTo>
                <a:lnTo>
                  <a:pt x="19616" y="0"/>
                </a:lnTo>
                <a:lnTo>
                  <a:pt x="17412" y="0"/>
                </a:lnTo>
                <a:lnTo>
                  <a:pt x="17412" y="2734"/>
                </a:lnTo>
                <a:lnTo>
                  <a:pt x="4408" y="2734"/>
                </a:lnTo>
                <a:lnTo>
                  <a:pt x="4408" y="0"/>
                </a:lnTo>
                <a:lnTo>
                  <a:pt x="2204" y="0"/>
                </a:lnTo>
                <a:lnTo>
                  <a:pt x="2204" y="10116"/>
                </a:lnTo>
                <a:lnTo>
                  <a:pt x="441" y="10663"/>
                </a:lnTo>
                <a:lnTo>
                  <a:pt x="220" y="11484"/>
                </a:lnTo>
                <a:lnTo>
                  <a:pt x="0" y="12030"/>
                </a:lnTo>
                <a:lnTo>
                  <a:pt x="0" y="21600"/>
                </a:lnTo>
                <a:lnTo>
                  <a:pt x="2204" y="21600"/>
                </a:lnTo>
                <a:lnTo>
                  <a:pt x="2204" y="18866"/>
                </a:lnTo>
                <a:lnTo>
                  <a:pt x="19616" y="18866"/>
                </a:lnTo>
                <a:lnTo>
                  <a:pt x="19616" y="21600"/>
                </a:lnTo>
                <a:lnTo>
                  <a:pt x="21600" y="21600"/>
                </a:lnTo>
                <a:lnTo>
                  <a:pt x="21600" y="12030"/>
                </a:lnTo>
                <a:lnTo>
                  <a:pt x="21380" y="11484"/>
                </a:lnTo>
                <a:lnTo>
                  <a:pt x="21159" y="10663"/>
                </a:lnTo>
                <a:close/>
                <a:moveTo>
                  <a:pt x="17412" y="5195"/>
                </a:moveTo>
                <a:lnTo>
                  <a:pt x="17412" y="9023"/>
                </a:lnTo>
                <a:lnTo>
                  <a:pt x="14547" y="8476"/>
                </a:lnTo>
                <a:lnTo>
                  <a:pt x="11902" y="7929"/>
                </a:lnTo>
                <a:lnTo>
                  <a:pt x="11902" y="5195"/>
                </a:lnTo>
                <a:lnTo>
                  <a:pt x="17412" y="5195"/>
                </a:lnTo>
                <a:close/>
                <a:moveTo>
                  <a:pt x="4408" y="5195"/>
                </a:moveTo>
                <a:lnTo>
                  <a:pt x="9698" y="5195"/>
                </a:lnTo>
                <a:lnTo>
                  <a:pt x="9698" y="7929"/>
                </a:lnTo>
                <a:lnTo>
                  <a:pt x="4408" y="9023"/>
                </a:lnTo>
                <a:lnTo>
                  <a:pt x="4408" y="5195"/>
                </a:lnTo>
                <a:close/>
                <a:moveTo>
                  <a:pt x="2204" y="13124"/>
                </a:moveTo>
                <a:lnTo>
                  <a:pt x="4408" y="12030"/>
                </a:lnTo>
                <a:lnTo>
                  <a:pt x="6392" y="11484"/>
                </a:lnTo>
                <a:lnTo>
                  <a:pt x="8596" y="10937"/>
                </a:lnTo>
                <a:lnTo>
                  <a:pt x="10800" y="10663"/>
                </a:lnTo>
                <a:lnTo>
                  <a:pt x="13004" y="10937"/>
                </a:lnTo>
                <a:lnTo>
                  <a:pt x="17412" y="12030"/>
                </a:lnTo>
                <a:lnTo>
                  <a:pt x="19616" y="13124"/>
                </a:lnTo>
                <a:lnTo>
                  <a:pt x="19616" y="16132"/>
                </a:lnTo>
                <a:lnTo>
                  <a:pt x="2204" y="16132"/>
                </a:lnTo>
                <a:lnTo>
                  <a:pt x="2204" y="1312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45" name="Google Shape;1845;p50"/>
          <p:cNvGrpSpPr/>
          <p:nvPr/>
        </p:nvGrpSpPr>
        <p:grpSpPr>
          <a:xfrm>
            <a:off x="7594598" y="12060766"/>
            <a:ext cx="385237" cy="406404"/>
            <a:chOff x="-1" y="-1"/>
            <a:chExt cx="385237" cy="406404"/>
          </a:xfrm>
        </p:grpSpPr>
        <p:sp>
          <p:nvSpPr>
            <p:cNvPr id="1846" name="Google Shape;1846;p50"/>
            <p:cNvSpPr/>
            <p:nvPr/>
          </p:nvSpPr>
          <p:spPr>
            <a:xfrm>
              <a:off x="-1" y="147780"/>
              <a:ext cx="223800" cy="36900"/>
            </a:xfrm>
            <a:prstGeom prst="rect">
              <a:avLst/>
            </a:pr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1847" name="Google Shape;1847;p50"/>
            <p:cNvSpPr/>
            <p:nvPr/>
          </p:nvSpPr>
          <p:spPr>
            <a:xfrm>
              <a:off x="0" y="-1"/>
              <a:ext cx="385236" cy="406404"/>
            </a:xfrm>
            <a:custGeom>
              <a:rect b="b" l="l" r="r" t="t"/>
              <a:pathLst>
                <a:path extrusionOk="0" h="21600" w="21600">
                  <a:moveTo>
                    <a:pt x="19277" y="0"/>
                  </a:moveTo>
                  <a:lnTo>
                    <a:pt x="16026" y="0"/>
                  </a:lnTo>
                  <a:lnTo>
                    <a:pt x="15097" y="218"/>
                  </a:lnTo>
                  <a:lnTo>
                    <a:pt x="14168" y="655"/>
                  </a:lnTo>
                  <a:lnTo>
                    <a:pt x="13935" y="1309"/>
                  </a:lnTo>
                  <a:lnTo>
                    <a:pt x="13703" y="2182"/>
                  </a:lnTo>
                  <a:lnTo>
                    <a:pt x="13703" y="10691"/>
                  </a:lnTo>
                  <a:lnTo>
                    <a:pt x="465" y="10691"/>
                  </a:lnTo>
                  <a:lnTo>
                    <a:pt x="232" y="11127"/>
                  </a:lnTo>
                  <a:lnTo>
                    <a:pt x="0" y="11345"/>
                  </a:lnTo>
                  <a:lnTo>
                    <a:pt x="0" y="12655"/>
                  </a:lnTo>
                  <a:lnTo>
                    <a:pt x="232" y="13527"/>
                  </a:lnTo>
                  <a:lnTo>
                    <a:pt x="1394" y="14836"/>
                  </a:lnTo>
                  <a:lnTo>
                    <a:pt x="2787" y="15927"/>
                  </a:lnTo>
                  <a:lnTo>
                    <a:pt x="3716" y="16145"/>
                  </a:lnTo>
                  <a:lnTo>
                    <a:pt x="9987" y="16145"/>
                  </a:lnTo>
                  <a:lnTo>
                    <a:pt x="9058" y="20073"/>
                  </a:lnTo>
                  <a:lnTo>
                    <a:pt x="9058" y="20727"/>
                  </a:lnTo>
                  <a:lnTo>
                    <a:pt x="9523" y="21600"/>
                  </a:lnTo>
                  <a:lnTo>
                    <a:pt x="21135" y="21600"/>
                  </a:lnTo>
                  <a:lnTo>
                    <a:pt x="21368" y="21164"/>
                  </a:lnTo>
                  <a:lnTo>
                    <a:pt x="21600" y="20945"/>
                  </a:lnTo>
                  <a:lnTo>
                    <a:pt x="21600" y="2182"/>
                  </a:lnTo>
                  <a:lnTo>
                    <a:pt x="21368" y="1309"/>
                  </a:lnTo>
                  <a:lnTo>
                    <a:pt x="21135" y="655"/>
                  </a:lnTo>
                  <a:lnTo>
                    <a:pt x="20206" y="218"/>
                  </a:lnTo>
                  <a:lnTo>
                    <a:pt x="19277" y="0"/>
                  </a:lnTo>
                  <a:close/>
                  <a:moveTo>
                    <a:pt x="19277" y="2182"/>
                  </a:moveTo>
                  <a:lnTo>
                    <a:pt x="19277" y="4364"/>
                  </a:lnTo>
                  <a:lnTo>
                    <a:pt x="16026" y="4364"/>
                  </a:lnTo>
                  <a:lnTo>
                    <a:pt x="16026" y="2182"/>
                  </a:lnTo>
                  <a:lnTo>
                    <a:pt x="19277" y="2182"/>
                  </a:lnTo>
                  <a:close/>
                  <a:moveTo>
                    <a:pt x="11613" y="19418"/>
                  </a:moveTo>
                  <a:lnTo>
                    <a:pt x="12542" y="15273"/>
                  </a:lnTo>
                  <a:lnTo>
                    <a:pt x="12542" y="14836"/>
                  </a:lnTo>
                  <a:lnTo>
                    <a:pt x="12310" y="14182"/>
                  </a:lnTo>
                  <a:lnTo>
                    <a:pt x="11845" y="13964"/>
                  </a:lnTo>
                  <a:lnTo>
                    <a:pt x="4413" y="13964"/>
                  </a:lnTo>
                  <a:lnTo>
                    <a:pt x="3252" y="13745"/>
                  </a:lnTo>
                  <a:lnTo>
                    <a:pt x="2555" y="12873"/>
                  </a:lnTo>
                  <a:lnTo>
                    <a:pt x="15329" y="12873"/>
                  </a:lnTo>
                  <a:lnTo>
                    <a:pt x="15561" y="12655"/>
                  </a:lnTo>
                  <a:lnTo>
                    <a:pt x="16026" y="12436"/>
                  </a:lnTo>
                  <a:lnTo>
                    <a:pt x="16026" y="6545"/>
                  </a:lnTo>
                  <a:lnTo>
                    <a:pt x="19277" y="6545"/>
                  </a:lnTo>
                  <a:lnTo>
                    <a:pt x="19277" y="19418"/>
                  </a:lnTo>
                  <a:lnTo>
                    <a:pt x="11613" y="19418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51"/>
          <p:cNvSpPr/>
          <p:nvPr/>
        </p:nvSpPr>
        <p:spPr>
          <a:xfrm>
            <a:off x="13665200" y="1816101"/>
            <a:ext cx="156654" cy="182034"/>
          </a:xfrm>
          <a:custGeom>
            <a:rect b="b" l="l" r="r" t="t"/>
            <a:pathLst>
              <a:path extrusionOk="0" h="21600" w="21600">
                <a:moveTo>
                  <a:pt x="5718" y="1473"/>
                </a:moveTo>
                <a:lnTo>
                  <a:pt x="7624" y="5400"/>
                </a:lnTo>
                <a:lnTo>
                  <a:pt x="7624" y="8836"/>
                </a:lnTo>
                <a:lnTo>
                  <a:pt x="6988" y="12764"/>
                </a:lnTo>
                <a:lnTo>
                  <a:pt x="5082" y="16200"/>
                </a:lnTo>
                <a:lnTo>
                  <a:pt x="2541" y="19145"/>
                </a:lnTo>
                <a:lnTo>
                  <a:pt x="0" y="21600"/>
                </a:lnTo>
                <a:lnTo>
                  <a:pt x="2541" y="21600"/>
                </a:lnTo>
                <a:lnTo>
                  <a:pt x="6988" y="21109"/>
                </a:lnTo>
                <a:lnTo>
                  <a:pt x="10165" y="19636"/>
                </a:lnTo>
                <a:lnTo>
                  <a:pt x="13976" y="18164"/>
                </a:lnTo>
                <a:lnTo>
                  <a:pt x="15882" y="15709"/>
                </a:lnTo>
                <a:lnTo>
                  <a:pt x="17788" y="12764"/>
                </a:lnTo>
                <a:lnTo>
                  <a:pt x="20329" y="6382"/>
                </a:lnTo>
                <a:lnTo>
                  <a:pt x="20965" y="1473"/>
                </a:lnTo>
                <a:lnTo>
                  <a:pt x="21600" y="0"/>
                </a:lnTo>
                <a:lnTo>
                  <a:pt x="15882" y="0"/>
                </a:lnTo>
                <a:lnTo>
                  <a:pt x="11435" y="491"/>
                </a:lnTo>
                <a:lnTo>
                  <a:pt x="5718" y="147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51"/>
          <p:cNvSpPr/>
          <p:nvPr/>
        </p:nvSpPr>
        <p:spPr>
          <a:xfrm>
            <a:off x="13432367" y="1816101"/>
            <a:ext cx="152388" cy="182034"/>
          </a:xfrm>
          <a:custGeom>
            <a:rect b="b" l="l" r="r" t="t"/>
            <a:pathLst>
              <a:path extrusionOk="0" h="21600" w="21600">
                <a:moveTo>
                  <a:pt x="15429" y="1473"/>
                </a:moveTo>
                <a:lnTo>
                  <a:pt x="9874" y="491"/>
                </a:lnTo>
                <a:lnTo>
                  <a:pt x="5554" y="0"/>
                </a:lnTo>
                <a:lnTo>
                  <a:pt x="0" y="0"/>
                </a:lnTo>
                <a:lnTo>
                  <a:pt x="1234" y="1473"/>
                </a:lnTo>
                <a:lnTo>
                  <a:pt x="1851" y="6382"/>
                </a:lnTo>
                <a:lnTo>
                  <a:pt x="3703" y="12764"/>
                </a:lnTo>
                <a:lnTo>
                  <a:pt x="5554" y="15709"/>
                </a:lnTo>
                <a:lnTo>
                  <a:pt x="8640" y="18164"/>
                </a:lnTo>
                <a:lnTo>
                  <a:pt x="14811" y="21109"/>
                </a:lnTo>
                <a:lnTo>
                  <a:pt x="18514" y="21600"/>
                </a:lnTo>
                <a:lnTo>
                  <a:pt x="21600" y="21600"/>
                </a:lnTo>
                <a:lnTo>
                  <a:pt x="18514" y="19145"/>
                </a:lnTo>
                <a:lnTo>
                  <a:pt x="16046" y="16200"/>
                </a:lnTo>
                <a:lnTo>
                  <a:pt x="14811" y="12764"/>
                </a:lnTo>
                <a:lnTo>
                  <a:pt x="13577" y="8836"/>
                </a:lnTo>
                <a:lnTo>
                  <a:pt x="13577" y="5400"/>
                </a:lnTo>
                <a:lnTo>
                  <a:pt x="15429" y="147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51"/>
          <p:cNvSpPr/>
          <p:nvPr/>
        </p:nvSpPr>
        <p:spPr>
          <a:xfrm>
            <a:off x="13546666" y="1727199"/>
            <a:ext cx="156654" cy="376758"/>
          </a:xfrm>
          <a:custGeom>
            <a:rect b="b" l="l" r="r" t="t"/>
            <a:pathLst>
              <a:path extrusionOk="0" h="21600" w="21600">
                <a:moveTo>
                  <a:pt x="21600" y="9148"/>
                </a:moveTo>
                <a:lnTo>
                  <a:pt x="21600" y="7369"/>
                </a:lnTo>
                <a:lnTo>
                  <a:pt x="19749" y="5591"/>
                </a:lnTo>
                <a:lnTo>
                  <a:pt x="16046" y="2795"/>
                </a:lnTo>
                <a:lnTo>
                  <a:pt x="12343" y="1016"/>
                </a:lnTo>
                <a:lnTo>
                  <a:pt x="11109" y="0"/>
                </a:lnTo>
                <a:lnTo>
                  <a:pt x="9257" y="1016"/>
                </a:lnTo>
                <a:lnTo>
                  <a:pt x="5554" y="2795"/>
                </a:lnTo>
                <a:lnTo>
                  <a:pt x="1851" y="5591"/>
                </a:lnTo>
                <a:lnTo>
                  <a:pt x="0" y="7369"/>
                </a:lnTo>
                <a:lnTo>
                  <a:pt x="0" y="9148"/>
                </a:lnTo>
                <a:lnTo>
                  <a:pt x="2469" y="12706"/>
                </a:lnTo>
                <a:lnTo>
                  <a:pt x="5554" y="13976"/>
                </a:lnTo>
                <a:lnTo>
                  <a:pt x="8023" y="14739"/>
                </a:lnTo>
                <a:lnTo>
                  <a:pt x="8023" y="21600"/>
                </a:lnTo>
                <a:lnTo>
                  <a:pt x="14194" y="21600"/>
                </a:lnTo>
                <a:lnTo>
                  <a:pt x="14194" y="14739"/>
                </a:lnTo>
                <a:lnTo>
                  <a:pt x="19131" y="12706"/>
                </a:lnTo>
                <a:lnTo>
                  <a:pt x="20983" y="10927"/>
                </a:lnTo>
                <a:lnTo>
                  <a:pt x="21600" y="914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51"/>
          <p:cNvSpPr/>
          <p:nvPr/>
        </p:nvSpPr>
        <p:spPr>
          <a:xfrm>
            <a:off x="14545733" y="1672167"/>
            <a:ext cx="105900" cy="804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56" name="Google Shape;1856;p51"/>
          <p:cNvSpPr/>
          <p:nvPr/>
        </p:nvSpPr>
        <p:spPr>
          <a:xfrm>
            <a:off x="14545733" y="1998133"/>
            <a:ext cx="105900" cy="1059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57" name="Google Shape;1857;p51"/>
          <p:cNvSpPr/>
          <p:nvPr/>
        </p:nvSpPr>
        <p:spPr>
          <a:xfrm>
            <a:off x="14545733" y="1765301"/>
            <a:ext cx="300564" cy="207414"/>
          </a:xfrm>
          <a:custGeom>
            <a:rect b="b" l="l" r="r" t="t"/>
            <a:pathLst>
              <a:path extrusionOk="0" h="21600" w="21600">
                <a:moveTo>
                  <a:pt x="13774" y="15496"/>
                </a:moveTo>
                <a:lnTo>
                  <a:pt x="11896" y="15965"/>
                </a:lnTo>
                <a:lnTo>
                  <a:pt x="15026" y="12209"/>
                </a:lnTo>
                <a:lnTo>
                  <a:pt x="17217" y="7983"/>
                </a:lnTo>
                <a:lnTo>
                  <a:pt x="18783" y="4226"/>
                </a:lnTo>
                <a:lnTo>
                  <a:pt x="20035" y="0"/>
                </a:lnTo>
                <a:lnTo>
                  <a:pt x="17217" y="1878"/>
                </a:lnTo>
                <a:lnTo>
                  <a:pt x="14713" y="4226"/>
                </a:lnTo>
                <a:lnTo>
                  <a:pt x="11896" y="7513"/>
                </a:lnTo>
                <a:lnTo>
                  <a:pt x="10330" y="9861"/>
                </a:lnTo>
                <a:lnTo>
                  <a:pt x="9078" y="12209"/>
                </a:lnTo>
                <a:lnTo>
                  <a:pt x="7513" y="16904"/>
                </a:lnTo>
                <a:lnTo>
                  <a:pt x="7513" y="3287"/>
                </a:lnTo>
                <a:lnTo>
                  <a:pt x="0" y="3287"/>
                </a:lnTo>
                <a:lnTo>
                  <a:pt x="0" y="19722"/>
                </a:lnTo>
                <a:lnTo>
                  <a:pt x="6574" y="19722"/>
                </a:lnTo>
                <a:lnTo>
                  <a:pt x="11583" y="21600"/>
                </a:lnTo>
                <a:lnTo>
                  <a:pt x="14087" y="21600"/>
                </a:lnTo>
                <a:lnTo>
                  <a:pt x="16904" y="20191"/>
                </a:lnTo>
                <a:lnTo>
                  <a:pt x="19096" y="19252"/>
                </a:lnTo>
                <a:lnTo>
                  <a:pt x="21600" y="17374"/>
                </a:lnTo>
                <a:lnTo>
                  <a:pt x="19096" y="15965"/>
                </a:lnTo>
                <a:lnTo>
                  <a:pt x="16904" y="15496"/>
                </a:lnTo>
                <a:lnTo>
                  <a:pt x="13774" y="1549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p51"/>
          <p:cNvSpPr/>
          <p:nvPr/>
        </p:nvSpPr>
        <p:spPr>
          <a:xfrm>
            <a:off x="16480367" y="1998133"/>
            <a:ext cx="444474" cy="105840"/>
          </a:xfrm>
          <a:custGeom>
            <a:rect b="b" l="l" r="r" t="t"/>
            <a:pathLst>
              <a:path extrusionOk="0" h="21600" w="21600">
                <a:moveTo>
                  <a:pt x="19906" y="0"/>
                </a:moveTo>
                <a:lnTo>
                  <a:pt x="17788" y="4909"/>
                </a:lnTo>
                <a:lnTo>
                  <a:pt x="15459" y="8836"/>
                </a:lnTo>
                <a:lnTo>
                  <a:pt x="13129" y="10800"/>
                </a:lnTo>
                <a:lnTo>
                  <a:pt x="10800" y="11782"/>
                </a:lnTo>
                <a:lnTo>
                  <a:pt x="8471" y="10800"/>
                </a:lnTo>
                <a:lnTo>
                  <a:pt x="6141" y="8836"/>
                </a:lnTo>
                <a:lnTo>
                  <a:pt x="3812" y="4909"/>
                </a:lnTo>
                <a:lnTo>
                  <a:pt x="1694" y="0"/>
                </a:lnTo>
                <a:lnTo>
                  <a:pt x="0" y="5891"/>
                </a:lnTo>
                <a:lnTo>
                  <a:pt x="2753" y="13745"/>
                </a:lnTo>
                <a:lnTo>
                  <a:pt x="5294" y="18655"/>
                </a:lnTo>
                <a:lnTo>
                  <a:pt x="7835" y="20618"/>
                </a:lnTo>
                <a:lnTo>
                  <a:pt x="10800" y="21600"/>
                </a:lnTo>
                <a:lnTo>
                  <a:pt x="13765" y="20618"/>
                </a:lnTo>
                <a:lnTo>
                  <a:pt x="16306" y="18655"/>
                </a:lnTo>
                <a:lnTo>
                  <a:pt x="18847" y="13745"/>
                </a:lnTo>
                <a:lnTo>
                  <a:pt x="21600" y="5891"/>
                </a:lnTo>
                <a:lnTo>
                  <a:pt x="19906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p51"/>
          <p:cNvSpPr/>
          <p:nvPr/>
        </p:nvSpPr>
        <p:spPr>
          <a:xfrm>
            <a:off x="16586200" y="1672167"/>
            <a:ext cx="232848" cy="338688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3200" y="21600"/>
                </a:lnTo>
                <a:lnTo>
                  <a:pt x="15200" y="20780"/>
                </a:lnTo>
                <a:lnTo>
                  <a:pt x="17200" y="20233"/>
                </a:lnTo>
                <a:lnTo>
                  <a:pt x="18800" y="19139"/>
                </a:lnTo>
                <a:lnTo>
                  <a:pt x="20000" y="18046"/>
                </a:lnTo>
                <a:lnTo>
                  <a:pt x="21200" y="16678"/>
                </a:lnTo>
                <a:lnTo>
                  <a:pt x="21600" y="15311"/>
                </a:lnTo>
                <a:lnTo>
                  <a:pt x="21600" y="13944"/>
                </a:lnTo>
                <a:lnTo>
                  <a:pt x="21200" y="11757"/>
                </a:lnTo>
                <a:lnTo>
                  <a:pt x="20000" y="9296"/>
                </a:lnTo>
                <a:lnTo>
                  <a:pt x="18400" y="7109"/>
                </a:lnTo>
                <a:lnTo>
                  <a:pt x="16400" y="4922"/>
                </a:lnTo>
                <a:lnTo>
                  <a:pt x="12400" y="1367"/>
                </a:lnTo>
                <a:lnTo>
                  <a:pt x="10800" y="0"/>
                </a:lnTo>
                <a:lnTo>
                  <a:pt x="9200" y="1367"/>
                </a:lnTo>
                <a:lnTo>
                  <a:pt x="5200" y="4922"/>
                </a:lnTo>
                <a:lnTo>
                  <a:pt x="3600" y="7109"/>
                </a:lnTo>
                <a:lnTo>
                  <a:pt x="1600" y="9296"/>
                </a:lnTo>
                <a:lnTo>
                  <a:pt x="400" y="11757"/>
                </a:lnTo>
                <a:lnTo>
                  <a:pt x="0" y="13944"/>
                </a:lnTo>
                <a:lnTo>
                  <a:pt x="0" y="15311"/>
                </a:lnTo>
                <a:lnTo>
                  <a:pt x="400" y="16678"/>
                </a:lnTo>
                <a:lnTo>
                  <a:pt x="1600" y="18046"/>
                </a:lnTo>
                <a:lnTo>
                  <a:pt x="2800" y="19139"/>
                </a:lnTo>
                <a:lnTo>
                  <a:pt x="4400" y="20233"/>
                </a:lnTo>
                <a:lnTo>
                  <a:pt x="6400" y="20780"/>
                </a:lnTo>
                <a:lnTo>
                  <a:pt x="8400" y="21600"/>
                </a:lnTo>
                <a:lnTo>
                  <a:pt x="10800" y="21600"/>
                </a:lnTo>
                <a:close/>
                <a:moveTo>
                  <a:pt x="10800" y="16405"/>
                </a:moveTo>
                <a:lnTo>
                  <a:pt x="12400" y="16132"/>
                </a:lnTo>
                <a:lnTo>
                  <a:pt x="14800" y="14491"/>
                </a:lnTo>
                <a:lnTo>
                  <a:pt x="15200" y="13397"/>
                </a:lnTo>
                <a:lnTo>
                  <a:pt x="18400" y="13397"/>
                </a:lnTo>
                <a:lnTo>
                  <a:pt x="18400" y="14491"/>
                </a:lnTo>
                <a:lnTo>
                  <a:pt x="17600" y="15311"/>
                </a:lnTo>
                <a:lnTo>
                  <a:pt x="16400" y="17225"/>
                </a:lnTo>
                <a:lnTo>
                  <a:pt x="13600" y="18046"/>
                </a:lnTo>
                <a:lnTo>
                  <a:pt x="12400" y="18592"/>
                </a:lnTo>
                <a:lnTo>
                  <a:pt x="10800" y="18592"/>
                </a:lnTo>
                <a:lnTo>
                  <a:pt x="10800" y="1640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0" name="Google Shape;1860;p51"/>
          <p:cNvSpPr/>
          <p:nvPr/>
        </p:nvSpPr>
        <p:spPr>
          <a:xfrm>
            <a:off x="18571634" y="1752599"/>
            <a:ext cx="131220" cy="131220"/>
          </a:xfrm>
          <a:custGeom>
            <a:rect b="b" l="l" r="r" t="t"/>
            <a:pathLst>
              <a:path extrusionOk="0" h="21600" w="21600">
                <a:moveTo>
                  <a:pt x="18813" y="18514"/>
                </a:moveTo>
                <a:lnTo>
                  <a:pt x="20206" y="14657"/>
                </a:lnTo>
                <a:lnTo>
                  <a:pt x="21600" y="11571"/>
                </a:lnTo>
                <a:lnTo>
                  <a:pt x="20206" y="7714"/>
                </a:lnTo>
                <a:lnTo>
                  <a:pt x="18116" y="5400"/>
                </a:lnTo>
                <a:lnTo>
                  <a:pt x="13239" y="3086"/>
                </a:lnTo>
                <a:lnTo>
                  <a:pt x="7665" y="1543"/>
                </a:lnTo>
                <a:lnTo>
                  <a:pt x="0" y="0"/>
                </a:lnTo>
                <a:lnTo>
                  <a:pt x="2090" y="7714"/>
                </a:lnTo>
                <a:lnTo>
                  <a:pt x="4181" y="14657"/>
                </a:lnTo>
                <a:lnTo>
                  <a:pt x="5574" y="17743"/>
                </a:lnTo>
                <a:lnTo>
                  <a:pt x="7665" y="19286"/>
                </a:lnTo>
                <a:lnTo>
                  <a:pt x="10452" y="21600"/>
                </a:lnTo>
                <a:lnTo>
                  <a:pt x="13239" y="21600"/>
                </a:lnTo>
                <a:lnTo>
                  <a:pt x="18813" y="1851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51"/>
          <p:cNvSpPr/>
          <p:nvPr/>
        </p:nvSpPr>
        <p:spPr>
          <a:xfrm>
            <a:off x="18728266" y="1701799"/>
            <a:ext cx="194724" cy="245538"/>
          </a:xfrm>
          <a:custGeom>
            <a:rect b="b" l="l" r="r" t="t"/>
            <a:pathLst>
              <a:path extrusionOk="0" h="21600" w="21600">
                <a:moveTo>
                  <a:pt x="4909" y="16108"/>
                </a:moveTo>
                <a:lnTo>
                  <a:pt x="5400" y="14278"/>
                </a:lnTo>
                <a:lnTo>
                  <a:pt x="8345" y="15376"/>
                </a:lnTo>
                <a:lnTo>
                  <a:pt x="10800" y="15376"/>
                </a:lnTo>
                <a:lnTo>
                  <a:pt x="13745" y="14644"/>
                </a:lnTo>
                <a:lnTo>
                  <a:pt x="16200" y="13546"/>
                </a:lnTo>
                <a:lnTo>
                  <a:pt x="17182" y="12081"/>
                </a:lnTo>
                <a:lnTo>
                  <a:pt x="18655" y="10251"/>
                </a:lnTo>
                <a:lnTo>
                  <a:pt x="20618" y="5858"/>
                </a:lnTo>
                <a:lnTo>
                  <a:pt x="21600" y="0"/>
                </a:lnTo>
                <a:lnTo>
                  <a:pt x="14236" y="1098"/>
                </a:lnTo>
                <a:lnTo>
                  <a:pt x="8345" y="2563"/>
                </a:lnTo>
                <a:lnTo>
                  <a:pt x="5891" y="3661"/>
                </a:lnTo>
                <a:lnTo>
                  <a:pt x="3927" y="4393"/>
                </a:lnTo>
                <a:lnTo>
                  <a:pt x="2455" y="6224"/>
                </a:lnTo>
                <a:lnTo>
                  <a:pt x="1473" y="8054"/>
                </a:lnTo>
                <a:lnTo>
                  <a:pt x="1473" y="9885"/>
                </a:lnTo>
                <a:lnTo>
                  <a:pt x="2455" y="10983"/>
                </a:lnTo>
                <a:lnTo>
                  <a:pt x="491" y="13912"/>
                </a:lnTo>
                <a:lnTo>
                  <a:pt x="0" y="16108"/>
                </a:lnTo>
                <a:lnTo>
                  <a:pt x="0" y="21600"/>
                </a:lnTo>
                <a:lnTo>
                  <a:pt x="4909" y="21600"/>
                </a:lnTo>
                <a:lnTo>
                  <a:pt x="4909" y="1610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51"/>
          <p:cNvSpPr/>
          <p:nvPr/>
        </p:nvSpPr>
        <p:spPr>
          <a:xfrm>
            <a:off x="18601266" y="1972733"/>
            <a:ext cx="296352" cy="143910"/>
          </a:xfrm>
          <a:custGeom>
            <a:rect b="b" l="l" r="r" t="t"/>
            <a:pathLst>
              <a:path extrusionOk="0" h="21600" w="21600">
                <a:moveTo>
                  <a:pt x="19988" y="0"/>
                </a:moveTo>
                <a:lnTo>
                  <a:pt x="1290" y="0"/>
                </a:lnTo>
                <a:lnTo>
                  <a:pt x="645" y="1271"/>
                </a:lnTo>
                <a:lnTo>
                  <a:pt x="0" y="1906"/>
                </a:lnTo>
                <a:lnTo>
                  <a:pt x="0" y="3812"/>
                </a:lnTo>
                <a:lnTo>
                  <a:pt x="2579" y="19694"/>
                </a:lnTo>
                <a:lnTo>
                  <a:pt x="3224" y="20965"/>
                </a:lnTo>
                <a:lnTo>
                  <a:pt x="4191" y="21600"/>
                </a:lnTo>
                <a:lnTo>
                  <a:pt x="17731" y="21600"/>
                </a:lnTo>
                <a:lnTo>
                  <a:pt x="18376" y="20965"/>
                </a:lnTo>
                <a:lnTo>
                  <a:pt x="19343" y="19694"/>
                </a:lnTo>
                <a:lnTo>
                  <a:pt x="21600" y="3812"/>
                </a:lnTo>
                <a:lnTo>
                  <a:pt x="21600" y="1906"/>
                </a:lnTo>
                <a:lnTo>
                  <a:pt x="21278" y="1271"/>
                </a:lnTo>
                <a:lnTo>
                  <a:pt x="20310" y="0"/>
                </a:lnTo>
                <a:lnTo>
                  <a:pt x="19988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p51"/>
          <p:cNvSpPr/>
          <p:nvPr/>
        </p:nvSpPr>
        <p:spPr>
          <a:xfrm>
            <a:off x="19625733" y="1972733"/>
            <a:ext cx="296352" cy="143910"/>
          </a:xfrm>
          <a:custGeom>
            <a:rect b="b" l="l" r="r" t="t"/>
            <a:pathLst>
              <a:path extrusionOk="0" h="21600" w="21600">
                <a:moveTo>
                  <a:pt x="20955" y="1271"/>
                </a:moveTo>
                <a:lnTo>
                  <a:pt x="20310" y="0"/>
                </a:lnTo>
                <a:lnTo>
                  <a:pt x="1290" y="0"/>
                </a:lnTo>
                <a:lnTo>
                  <a:pt x="322" y="1271"/>
                </a:lnTo>
                <a:lnTo>
                  <a:pt x="0" y="1906"/>
                </a:lnTo>
                <a:lnTo>
                  <a:pt x="0" y="3812"/>
                </a:lnTo>
                <a:lnTo>
                  <a:pt x="2579" y="19694"/>
                </a:lnTo>
                <a:lnTo>
                  <a:pt x="3224" y="20965"/>
                </a:lnTo>
                <a:lnTo>
                  <a:pt x="3869" y="21600"/>
                </a:lnTo>
                <a:lnTo>
                  <a:pt x="17409" y="21600"/>
                </a:lnTo>
                <a:lnTo>
                  <a:pt x="18376" y="20965"/>
                </a:lnTo>
                <a:lnTo>
                  <a:pt x="19021" y="19694"/>
                </a:lnTo>
                <a:lnTo>
                  <a:pt x="21600" y="3812"/>
                </a:lnTo>
                <a:lnTo>
                  <a:pt x="21600" y="1906"/>
                </a:lnTo>
                <a:lnTo>
                  <a:pt x="20955" y="1271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4" name="Google Shape;1864;p51"/>
          <p:cNvSpPr/>
          <p:nvPr/>
        </p:nvSpPr>
        <p:spPr>
          <a:xfrm>
            <a:off x="19663834" y="1701799"/>
            <a:ext cx="220158" cy="245538"/>
          </a:xfrm>
          <a:custGeom>
            <a:rect b="b" l="l" r="r" t="t"/>
            <a:pathLst>
              <a:path extrusionOk="0" h="21600" w="21600">
                <a:moveTo>
                  <a:pt x="4849" y="10617"/>
                </a:moveTo>
                <a:lnTo>
                  <a:pt x="4849" y="10983"/>
                </a:lnTo>
                <a:lnTo>
                  <a:pt x="3527" y="11715"/>
                </a:lnTo>
                <a:lnTo>
                  <a:pt x="2645" y="12447"/>
                </a:lnTo>
                <a:lnTo>
                  <a:pt x="2204" y="13546"/>
                </a:lnTo>
                <a:lnTo>
                  <a:pt x="2204" y="14278"/>
                </a:lnTo>
                <a:lnTo>
                  <a:pt x="2645" y="15742"/>
                </a:lnTo>
                <a:lnTo>
                  <a:pt x="3086" y="16841"/>
                </a:lnTo>
                <a:lnTo>
                  <a:pt x="4849" y="17573"/>
                </a:lnTo>
                <a:lnTo>
                  <a:pt x="6612" y="17939"/>
                </a:lnTo>
                <a:lnTo>
                  <a:pt x="8376" y="17573"/>
                </a:lnTo>
                <a:lnTo>
                  <a:pt x="8376" y="21600"/>
                </a:lnTo>
                <a:lnTo>
                  <a:pt x="12784" y="21600"/>
                </a:lnTo>
                <a:lnTo>
                  <a:pt x="12784" y="17573"/>
                </a:lnTo>
                <a:lnTo>
                  <a:pt x="14988" y="17939"/>
                </a:lnTo>
                <a:lnTo>
                  <a:pt x="16751" y="17573"/>
                </a:lnTo>
                <a:lnTo>
                  <a:pt x="18514" y="16841"/>
                </a:lnTo>
                <a:lnTo>
                  <a:pt x="18955" y="15742"/>
                </a:lnTo>
                <a:lnTo>
                  <a:pt x="19396" y="14278"/>
                </a:lnTo>
                <a:lnTo>
                  <a:pt x="19396" y="13546"/>
                </a:lnTo>
                <a:lnTo>
                  <a:pt x="18955" y="12447"/>
                </a:lnTo>
                <a:lnTo>
                  <a:pt x="17633" y="11715"/>
                </a:lnTo>
                <a:lnTo>
                  <a:pt x="16751" y="10983"/>
                </a:lnTo>
                <a:lnTo>
                  <a:pt x="16751" y="10617"/>
                </a:lnTo>
                <a:lnTo>
                  <a:pt x="18955" y="10251"/>
                </a:lnTo>
                <a:lnTo>
                  <a:pt x="20718" y="9885"/>
                </a:lnTo>
                <a:lnTo>
                  <a:pt x="21600" y="6956"/>
                </a:lnTo>
                <a:lnTo>
                  <a:pt x="21159" y="5858"/>
                </a:lnTo>
                <a:lnTo>
                  <a:pt x="20718" y="4393"/>
                </a:lnTo>
                <a:lnTo>
                  <a:pt x="17192" y="3661"/>
                </a:lnTo>
                <a:lnTo>
                  <a:pt x="16310" y="3661"/>
                </a:lnTo>
                <a:lnTo>
                  <a:pt x="14988" y="4027"/>
                </a:lnTo>
                <a:lnTo>
                  <a:pt x="14988" y="2563"/>
                </a:lnTo>
                <a:lnTo>
                  <a:pt x="14106" y="1098"/>
                </a:lnTo>
                <a:lnTo>
                  <a:pt x="12343" y="366"/>
                </a:lnTo>
                <a:lnTo>
                  <a:pt x="10580" y="0"/>
                </a:lnTo>
                <a:lnTo>
                  <a:pt x="9257" y="366"/>
                </a:lnTo>
                <a:lnTo>
                  <a:pt x="7494" y="1098"/>
                </a:lnTo>
                <a:lnTo>
                  <a:pt x="6612" y="2563"/>
                </a:lnTo>
                <a:lnTo>
                  <a:pt x="6612" y="4027"/>
                </a:lnTo>
                <a:lnTo>
                  <a:pt x="5290" y="3661"/>
                </a:lnTo>
                <a:lnTo>
                  <a:pt x="4408" y="3661"/>
                </a:lnTo>
                <a:lnTo>
                  <a:pt x="882" y="4393"/>
                </a:lnTo>
                <a:lnTo>
                  <a:pt x="441" y="5858"/>
                </a:lnTo>
                <a:lnTo>
                  <a:pt x="0" y="6956"/>
                </a:lnTo>
                <a:lnTo>
                  <a:pt x="882" y="9885"/>
                </a:lnTo>
                <a:lnTo>
                  <a:pt x="2645" y="10251"/>
                </a:lnTo>
                <a:lnTo>
                  <a:pt x="4849" y="10617"/>
                </a:lnTo>
                <a:close/>
                <a:moveTo>
                  <a:pt x="10580" y="5125"/>
                </a:moveTo>
                <a:lnTo>
                  <a:pt x="12343" y="5858"/>
                </a:lnTo>
                <a:lnTo>
                  <a:pt x="14106" y="6224"/>
                </a:lnTo>
                <a:lnTo>
                  <a:pt x="14547" y="7688"/>
                </a:lnTo>
                <a:lnTo>
                  <a:pt x="14988" y="8786"/>
                </a:lnTo>
                <a:lnTo>
                  <a:pt x="14106" y="11715"/>
                </a:lnTo>
                <a:lnTo>
                  <a:pt x="10580" y="12447"/>
                </a:lnTo>
                <a:lnTo>
                  <a:pt x="9257" y="12081"/>
                </a:lnTo>
                <a:lnTo>
                  <a:pt x="7494" y="11715"/>
                </a:lnTo>
                <a:lnTo>
                  <a:pt x="6612" y="8786"/>
                </a:lnTo>
                <a:lnTo>
                  <a:pt x="7053" y="7688"/>
                </a:lnTo>
                <a:lnTo>
                  <a:pt x="7494" y="6224"/>
                </a:lnTo>
                <a:lnTo>
                  <a:pt x="9257" y="5858"/>
                </a:lnTo>
                <a:lnTo>
                  <a:pt x="10580" y="512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51"/>
          <p:cNvSpPr/>
          <p:nvPr/>
        </p:nvSpPr>
        <p:spPr>
          <a:xfrm>
            <a:off x="15455902" y="1646767"/>
            <a:ext cx="364068" cy="262494"/>
          </a:xfrm>
          <a:custGeom>
            <a:rect b="b" l="l" r="r" t="t"/>
            <a:pathLst>
              <a:path extrusionOk="0" h="21600" w="21600">
                <a:moveTo>
                  <a:pt x="16457" y="21600"/>
                </a:moveTo>
                <a:lnTo>
                  <a:pt x="21600" y="21600"/>
                </a:lnTo>
                <a:lnTo>
                  <a:pt x="21600" y="13180"/>
                </a:lnTo>
                <a:lnTo>
                  <a:pt x="21343" y="11715"/>
                </a:lnTo>
                <a:lnTo>
                  <a:pt x="20057" y="9519"/>
                </a:lnTo>
                <a:lnTo>
                  <a:pt x="18257" y="7688"/>
                </a:lnTo>
                <a:lnTo>
                  <a:pt x="17486" y="7322"/>
                </a:lnTo>
                <a:lnTo>
                  <a:pt x="11314" y="7322"/>
                </a:lnTo>
                <a:lnTo>
                  <a:pt x="11314" y="3661"/>
                </a:lnTo>
                <a:lnTo>
                  <a:pt x="15171" y="3661"/>
                </a:lnTo>
                <a:lnTo>
                  <a:pt x="15171" y="0"/>
                </a:lnTo>
                <a:lnTo>
                  <a:pt x="5143" y="0"/>
                </a:lnTo>
                <a:lnTo>
                  <a:pt x="5143" y="3661"/>
                </a:lnTo>
                <a:lnTo>
                  <a:pt x="8743" y="3661"/>
                </a:lnTo>
                <a:lnTo>
                  <a:pt x="8743" y="7322"/>
                </a:lnTo>
                <a:lnTo>
                  <a:pt x="0" y="7322"/>
                </a:lnTo>
                <a:lnTo>
                  <a:pt x="0" y="14278"/>
                </a:lnTo>
                <a:lnTo>
                  <a:pt x="16457" y="14278"/>
                </a:lnTo>
                <a:lnTo>
                  <a:pt x="16457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p51"/>
          <p:cNvSpPr/>
          <p:nvPr/>
        </p:nvSpPr>
        <p:spPr>
          <a:xfrm>
            <a:off x="15756466" y="1947333"/>
            <a:ext cx="50814" cy="5081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0" y="15120"/>
                </a:lnTo>
                <a:lnTo>
                  <a:pt x="2160" y="17280"/>
                </a:lnTo>
                <a:lnTo>
                  <a:pt x="4320" y="21600"/>
                </a:lnTo>
                <a:lnTo>
                  <a:pt x="15120" y="21600"/>
                </a:lnTo>
                <a:lnTo>
                  <a:pt x="21600" y="15120"/>
                </a:lnTo>
                <a:lnTo>
                  <a:pt x="21600" y="4320"/>
                </a:lnTo>
                <a:lnTo>
                  <a:pt x="19440" y="2160"/>
                </a:lnTo>
                <a:lnTo>
                  <a:pt x="15120" y="0"/>
                </a:lnTo>
                <a:lnTo>
                  <a:pt x="4320" y="0"/>
                </a:lnTo>
                <a:lnTo>
                  <a:pt x="0" y="4320"/>
                </a:lnTo>
                <a:lnTo>
                  <a:pt x="0" y="108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51"/>
          <p:cNvSpPr/>
          <p:nvPr/>
        </p:nvSpPr>
        <p:spPr>
          <a:xfrm>
            <a:off x="15714133" y="1998133"/>
            <a:ext cx="42336" cy="5081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2160" y="2160"/>
                </a:lnTo>
                <a:lnTo>
                  <a:pt x="0" y="6480"/>
                </a:lnTo>
                <a:lnTo>
                  <a:pt x="0" y="17280"/>
                </a:lnTo>
                <a:lnTo>
                  <a:pt x="2160" y="19440"/>
                </a:lnTo>
                <a:lnTo>
                  <a:pt x="6480" y="21600"/>
                </a:ln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216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51"/>
          <p:cNvSpPr/>
          <p:nvPr/>
        </p:nvSpPr>
        <p:spPr>
          <a:xfrm>
            <a:off x="15807266" y="1998133"/>
            <a:ext cx="38124" cy="5081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2160" y="2160"/>
                </a:lnTo>
                <a:lnTo>
                  <a:pt x="0" y="6480"/>
                </a:lnTo>
                <a:lnTo>
                  <a:pt x="0" y="17280"/>
                </a:lnTo>
                <a:lnTo>
                  <a:pt x="4320" y="21600"/>
                </a:lnTo>
                <a:lnTo>
                  <a:pt x="15120" y="21600"/>
                </a:lnTo>
                <a:lnTo>
                  <a:pt x="17280" y="19440"/>
                </a:lnTo>
                <a:lnTo>
                  <a:pt x="21600" y="17280"/>
                </a:lnTo>
                <a:lnTo>
                  <a:pt x="21600" y="648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51"/>
          <p:cNvSpPr/>
          <p:nvPr/>
        </p:nvSpPr>
        <p:spPr>
          <a:xfrm>
            <a:off x="15756466" y="2048933"/>
            <a:ext cx="50814" cy="55026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2160" y="4320"/>
                </a:lnTo>
                <a:lnTo>
                  <a:pt x="0" y="6480"/>
                </a:lnTo>
                <a:lnTo>
                  <a:pt x="0" y="17280"/>
                </a:lnTo>
                <a:lnTo>
                  <a:pt x="4320" y="21600"/>
                </a:lnTo>
                <a:lnTo>
                  <a:pt x="15120" y="21600"/>
                </a:lnTo>
                <a:lnTo>
                  <a:pt x="19440" y="19440"/>
                </a:lnTo>
                <a:lnTo>
                  <a:pt x="21600" y="17280"/>
                </a:lnTo>
                <a:lnTo>
                  <a:pt x="21600" y="648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51"/>
          <p:cNvSpPr/>
          <p:nvPr/>
        </p:nvSpPr>
        <p:spPr>
          <a:xfrm>
            <a:off x="15676033" y="2048933"/>
            <a:ext cx="38124" cy="55026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4320" y="4320"/>
                </a:lnTo>
                <a:lnTo>
                  <a:pt x="0" y="6480"/>
                </a:lnTo>
                <a:lnTo>
                  <a:pt x="0" y="17280"/>
                </a:lnTo>
                <a:lnTo>
                  <a:pt x="4320" y="19440"/>
                </a:lnTo>
                <a:lnTo>
                  <a:pt x="6480" y="21600"/>
                </a:ln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432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51"/>
          <p:cNvSpPr/>
          <p:nvPr/>
        </p:nvSpPr>
        <p:spPr>
          <a:xfrm>
            <a:off x="15845367" y="2048933"/>
            <a:ext cx="38124" cy="55026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2160" y="4320"/>
                </a:lnTo>
                <a:lnTo>
                  <a:pt x="0" y="6480"/>
                </a:lnTo>
                <a:lnTo>
                  <a:pt x="0" y="17280"/>
                </a:lnTo>
                <a:lnTo>
                  <a:pt x="4320" y="21600"/>
                </a:lnTo>
                <a:lnTo>
                  <a:pt x="15120" y="21600"/>
                </a:lnTo>
                <a:lnTo>
                  <a:pt x="17280" y="19440"/>
                </a:lnTo>
                <a:lnTo>
                  <a:pt x="21600" y="17280"/>
                </a:lnTo>
                <a:lnTo>
                  <a:pt x="21600" y="6480"/>
                </a:lnTo>
                <a:lnTo>
                  <a:pt x="17280" y="432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2" name="Google Shape;1872;p51"/>
          <p:cNvSpPr/>
          <p:nvPr/>
        </p:nvSpPr>
        <p:spPr>
          <a:xfrm>
            <a:off x="21704303" y="1659466"/>
            <a:ext cx="283608" cy="169344"/>
          </a:xfrm>
          <a:custGeom>
            <a:rect b="b" l="l" r="r" t="t"/>
            <a:pathLst>
              <a:path extrusionOk="0" h="21600" w="21600">
                <a:moveTo>
                  <a:pt x="655" y="18900"/>
                </a:moveTo>
                <a:lnTo>
                  <a:pt x="4255" y="16200"/>
                </a:lnTo>
                <a:lnTo>
                  <a:pt x="5564" y="19440"/>
                </a:lnTo>
                <a:lnTo>
                  <a:pt x="7527" y="20520"/>
                </a:lnTo>
                <a:lnTo>
                  <a:pt x="10145" y="21600"/>
                </a:lnTo>
                <a:lnTo>
                  <a:pt x="12109" y="20520"/>
                </a:lnTo>
                <a:lnTo>
                  <a:pt x="13745" y="19440"/>
                </a:lnTo>
                <a:lnTo>
                  <a:pt x="15055" y="18360"/>
                </a:lnTo>
                <a:lnTo>
                  <a:pt x="17673" y="12960"/>
                </a:lnTo>
                <a:lnTo>
                  <a:pt x="20945" y="5400"/>
                </a:lnTo>
                <a:lnTo>
                  <a:pt x="21600" y="3240"/>
                </a:lnTo>
                <a:lnTo>
                  <a:pt x="20291" y="2700"/>
                </a:lnTo>
                <a:lnTo>
                  <a:pt x="16364" y="1620"/>
                </a:lnTo>
                <a:lnTo>
                  <a:pt x="13418" y="0"/>
                </a:lnTo>
                <a:lnTo>
                  <a:pt x="8509" y="0"/>
                </a:lnTo>
                <a:lnTo>
                  <a:pt x="6873" y="1620"/>
                </a:lnTo>
                <a:lnTo>
                  <a:pt x="5564" y="2700"/>
                </a:lnTo>
                <a:lnTo>
                  <a:pt x="4909" y="4320"/>
                </a:lnTo>
                <a:lnTo>
                  <a:pt x="3927" y="5940"/>
                </a:lnTo>
                <a:lnTo>
                  <a:pt x="3273" y="10260"/>
                </a:lnTo>
                <a:lnTo>
                  <a:pt x="3273" y="12960"/>
                </a:lnTo>
                <a:lnTo>
                  <a:pt x="0" y="14580"/>
                </a:lnTo>
                <a:lnTo>
                  <a:pt x="655" y="18900"/>
                </a:lnTo>
                <a:close/>
                <a:moveTo>
                  <a:pt x="10145" y="4320"/>
                </a:moveTo>
                <a:lnTo>
                  <a:pt x="14073" y="4860"/>
                </a:lnTo>
                <a:lnTo>
                  <a:pt x="18000" y="5940"/>
                </a:lnTo>
                <a:lnTo>
                  <a:pt x="15055" y="12960"/>
                </a:lnTo>
                <a:lnTo>
                  <a:pt x="12764" y="15660"/>
                </a:lnTo>
                <a:lnTo>
                  <a:pt x="11127" y="17280"/>
                </a:lnTo>
                <a:lnTo>
                  <a:pt x="8836" y="17280"/>
                </a:lnTo>
                <a:lnTo>
                  <a:pt x="7527" y="16200"/>
                </a:lnTo>
                <a:lnTo>
                  <a:pt x="6545" y="14580"/>
                </a:lnTo>
                <a:lnTo>
                  <a:pt x="12436" y="11340"/>
                </a:lnTo>
                <a:lnTo>
                  <a:pt x="11782" y="7560"/>
                </a:lnTo>
                <a:lnTo>
                  <a:pt x="5564" y="11340"/>
                </a:lnTo>
                <a:lnTo>
                  <a:pt x="5891" y="8640"/>
                </a:lnTo>
                <a:lnTo>
                  <a:pt x="6873" y="5940"/>
                </a:lnTo>
                <a:lnTo>
                  <a:pt x="8182" y="4860"/>
                </a:lnTo>
                <a:lnTo>
                  <a:pt x="10145" y="432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3" name="Google Shape;1873;p51"/>
          <p:cNvSpPr/>
          <p:nvPr/>
        </p:nvSpPr>
        <p:spPr>
          <a:xfrm>
            <a:off x="21649267" y="1866901"/>
            <a:ext cx="338688" cy="249750"/>
          </a:xfrm>
          <a:custGeom>
            <a:rect b="b" l="l" r="r" t="t"/>
            <a:pathLst>
              <a:path extrusionOk="0" h="21600" w="21600">
                <a:moveTo>
                  <a:pt x="18000" y="1098"/>
                </a:moveTo>
                <a:lnTo>
                  <a:pt x="17723" y="366"/>
                </a:lnTo>
                <a:lnTo>
                  <a:pt x="16892" y="0"/>
                </a:lnTo>
                <a:lnTo>
                  <a:pt x="4708" y="0"/>
                </a:lnTo>
                <a:lnTo>
                  <a:pt x="3877" y="366"/>
                </a:lnTo>
                <a:lnTo>
                  <a:pt x="3600" y="1098"/>
                </a:lnTo>
                <a:lnTo>
                  <a:pt x="0" y="10251"/>
                </a:lnTo>
                <a:lnTo>
                  <a:pt x="0" y="17207"/>
                </a:lnTo>
                <a:lnTo>
                  <a:pt x="554" y="17939"/>
                </a:lnTo>
                <a:lnTo>
                  <a:pt x="2492" y="17939"/>
                </a:lnTo>
                <a:lnTo>
                  <a:pt x="2492" y="19769"/>
                </a:lnTo>
                <a:lnTo>
                  <a:pt x="3877" y="21600"/>
                </a:lnTo>
                <a:lnTo>
                  <a:pt x="5262" y="21600"/>
                </a:lnTo>
                <a:lnTo>
                  <a:pt x="6092" y="20868"/>
                </a:lnTo>
                <a:lnTo>
                  <a:pt x="6646" y="19769"/>
                </a:lnTo>
                <a:lnTo>
                  <a:pt x="6646" y="17939"/>
                </a:lnTo>
                <a:lnTo>
                  <a:pt x="14954" y="17939"/>
                </a:lnTo>
                <a:lnTo>
                  <a:pt x="14954" y="19769"/>
                </a:lnTo>
                <a:lnTo>
                  <a:pt x="15508" y="20868"/>
                </a:lnTo>
                <a:lnTo>
                  <a:pt x="16338" y="21600"/>
                </a:lnTo>
                <a:lnTo>
                  <a:pt x="17723" y="21600"/>
                </a:lnTo>
                <a:lnTo>
                  <a:pt x="19108" y="19769"/>
                </a:lnTo>
                <a:lnTo>
                  <a:pt x="19108" y="17939"/>
                </a:lnTo>
                <a:lnTo>
                  <a:pt x="21046" y="17939"/>
                </a:lnTo>
                <a:lnTo>
                  <a:pt x="21600" y="17207"/>
                </a:lnTo>
                <a:lnTo>
                  <a:pt x="21600" y="10251"/>
                </a:lnTo>
                <a:lnTo>
                  <a:pt x="18000" y="1098"/>
                </a:lnTo>
                <a:close/>
                <a:moveTo>
                  <a:pt x="6646" y="14644"/>
                </a:moveTo>
                <a:lnTo>
                  <a:pt x="2492" y="14644"/>
                </a:lnTo>
                <a:lnTo>
                  <a:pt x="2492" y="10983"/>
                </a:lnTo>
                <a:lnTo>
                  <a:pt x="6646" y="10983"/>
                </a:lnTo>
                <a:lnTo>
                  <a:pt x="6646" y="14644"/>
                </a:lnTo>
                <a:close/>
                <a:moveTo>
                  <a:pt x="3877" y="7322"/>
                </a:moveTo>
                <a:lnTo>
                  <a:pt x="5262" y="3661"/>
                </a:lnTo>
                <a:lnTo>
                  <a:pt x="16338" y="3661"/>
                </a:lnTo>
                <a:lnTo>
                  <a:pt x="17723" y="7322"/>
                </a:lnTo>
                <a:lnTo>
                  <a:pt x="3877" y="7322"/>
                </a:lnTo>
                <a:close/>
                <a:moveTo>
                  <a:pt x="19108" y="14644"/>
                </a:moveTo>
                <a:lnTo>
                  <a:pt x="14954" y="14644"/>
                </a:lnTo>
                <a:lnTo>
                  <a:pt x="14954" y="10983"/>
                </a:lnTo>
                <a:lnTo>
                  <a:pt x="19108" y="10983"/>
                </a:lnTo>
                <a:lnTo>
                  <a:pt x="19108" y="1464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51"/>
          <p:cNvSpPr/>
          <p:nvPr/>
        </p:nvSpPr>
        <p:spPr>
          <a:xfrm>
            <a:off x="22779569" y="1684866"/>
            <a:ext cx="287874" cy="169344"/>
          </a:xfrm>
          <a:custGeom>
            <a:rect b="b" l="l" r="r" t="t"/>
            <a:pathLst>
              <a:path extrusionOk="0" h="21600" w="21600">
                <a:moveTo>
                  <a:pt x="655" y="18900"/>
                </a:moveTo>
                <a:lnTo>
                  <a:pt x="4255" y="16200"/>
                </a:lnTo>
                <a:lnTo>
                  <a:pt x="5564" y="19440"/>
                </a:lnTo>
                <a:lnTo>
                  <a:pt x="7527" y="20520"/>
                </a:lnTo>
                <a:lnTo>
                  <a:pt x="9818" y="21600"/>
                </a:lnTo>
                <a:lnTo>
                  <a:pt x="12109" y="20520"/>
                </a:lnTo>
                <a:lnTo>
                  <a:pt x="13418" y="19980"/>
                </a:lnTo>
                <a:lnTo>
                  <a:pt x="14727" y="17820"/>
                </a:lnTo>
                <a:lnTo>
                  <a:pt x="17673" y="13500"/>
                </a:lnTo>
                <a:lnTo>
                  <a:pt x="19964" y="8100"/>
                </a:lnTo>
                <a:lnTo>
                  <a:pt x="21600" y="3240"/>
                </a:lnTo>
                <a:lnTo>
                  <a:pt x="16036" y="1620"/>
                </a:lnTo>
                <a:lnTo>
                  <a:pt x="12764" y="0"/>
                </a:lnTo>
                <a:lnTo>
                  <a:pt x="8182" y="0"/>
                </a:lnTo>
                <a:lnTo>
                  <a:pt x="6873" y="1620"/>
                </a:lnTo>
                <a:lnTo>
                  <a:pt x="5564" y="2700"/>
                </a:lnTo>
                <a:lnTo>
                  <a:pt x="4582" y="4320"/>
                </a:lnTo>
                <a:lnTo>
                  <a:pt x="3927" y="5940"/>
                </a:lnTo>
                <a:lnTo>
                  <a:pt x="3600" y="8100"/>
                </a:lnTo>
                <a:lnTo>
                  <a:pt x="2945" y="10260"/>
                </a:lnTo>
                <a:lnTo>
                  <a:pt x="2945" y="12960"/>
                </a:lnTo>
                <a:lnTo>
                  <a:pt x="0" y="14580"/>
                </a:lnTo>
                <a:lnTo>
                  <a:pt x="655" y="18900"/>
                </a:lnTo>
                <a:close/>
                <a:moveTo>
                  <a:pt x="9818" y="4320"/>
                </a:moveTo>
                <a:lnTo>
                  <a:pt x="14073" y="4860"/>
                </a:lnTo>
                <a:lnTo>
                  <a:pt x="18000" y="5940"/>
                </a:lnTo>
                <a:lnTo>
                  <a:pt x="14727" y="12960"/>
                </a:lnTo>
                <a:lnTo>
                  <a:pt x="12764" y="15660"/>
                </a:lnTo>
                <a:lnTo>
                  <a:pt x="11127" y="17280"/>
                </a:lnTo>
                <a:lnTo>
                  <a:pt x="8836" y="17280"/>
                </a:lnTo>
                <a:lnTo>
                  <a:pt x="7527" y="16200"/>
                </a:lnTo>
                <a:lnTo>
                  <a:pt x="6218" y="14580"/>
                </a:lnTo>
                <a:lnTo>
                  <a:pt x="12436" y="11340"/>
                </a:lnTo>
                <a:lnTo>
                  <a:pt x="11455" y="7560"/>
                </a:lnTo>
                <a:lnTo>
                  <a:pt x="5564" y="11340"/>
                </a:lnTo>
                <a:lnTo>
                  <a:pt x="5891" y="8640"/>
                </a:lnTo>
                <a:lnTo>
                  <a:pt x="6873" y="5940"/>
                </a:lnTo>
                <a:lnTo>
                  <a:pt x="7855" y="4860"/>
                </a:lnTo>
                <a:lnTo>
                  <a:pt x="9818" y="432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5" name="Google Shape;1875;p51"/>
          <p:cNvSpPr/>
          <p:nvPr/>
        </p:nvSpPr>
        <p:spPr>
          <a:xfrm>
            <a:off x="22639867" y="1777999"/>
            <a:ext cx="427572" cy="338688"/>
          </a:xfrm>
          <a:custGeom>
            <a:rect b="b" l="l" r="r" t="t"/>
            <a:pathLst>
              <a:path extrusionOk="0" h="21600" w="21600">
                <a:moveTo>
                  <a:pt x="20509" y="8203"/>
                </a:moveTo>
                <a:lnTo>
                  <a:pt x="4364" y="8203"/>
                </a:lnTo>
                <a:lnTo>
                  <a:pt x="4364" y="2734"/>
                </a:lnTo>
                <a:lnTo>
                  <a:pt x="3927" y="2461"/>
                </a:lnTo>
                <a:lnTo>
                  <a:pt x="1745" y="547"/>
                </a:lnTo>
                <a:lnTo>
                  <a:pt x="1091" y="0"/>
                </a:lnTo>
                <a:lnTo>
                  <a:pt x="655" y="0"/>
                </a:lnTo>
                <a:lnTo>
                  <a:pt x="436" y="820"/>
                </a:lnTo>
                <a:lnTo>
                  <a:pt x="0" y="1367"/>
                </a:lnTo>
                <a:lnTo>
                  <a:pt x="0" y="21053"/>
                </a:lnTo>
                <a:lnTo>
                  <a:pt x="436" y="21327"/>
                </a:lnTo>
                <a:lnTo>
                  <a:pt x="655" y="21600"/>
                </a:lnTo>
                <a:lnTo>
                  <a:pt x="21164" y="21600"/>
                </a:lnTo>
                <a:lnTo>
                  <a:pt x="21600" y="21053"/>
                </a:lnTo>
                <a:lnTo>
                  <a:pt x="21600" y="8749"/>
                </a:lnTo>
                <a:lnTo>
                  <a:pt x="21164" y="8203"/>
                </a:lnTo>
                <a:lnTo>
                  <a:pt x="20509" y="8203"/>
                </a:lnTo>
                <a:close/>
                <a:moveTo>
                  <a:pt x="8727" y="18866"/>
                </a:moveTo>
                <a:lnTo>
                  <a:pt x="5455" y="18866"/>
                </a:lnTo>
                <a:lnTo>
                  <a:pt x="5455" y="16405"/>
                </a:lnTo>
                <a:lnTo>
                  <a:pt x="8727" y="16405"/>
                </a:lnTo>
                <a:lnTo>
                  <a:pt x="8727" y="18866"/>
                </a:lnTo>
                <a:close/>
                <a:moveTo>
                  <a:pt x="8727" y="13671"/>
                </a:moveTo>
                <a:lnTo>
                  <a:pt x="5455" y="13671"/>
                </a:lnTo>
                <a:lnTo>
                  <a:pt x="5455" y="10937"/>
                </a:lnTo>
                <a:lnTo>
                  <a:pt x="8727" y="10937"/>
                </a:lnTo>
                <a:lnTo>
                  <a:pt x="8727" y="13671"/>
                </a:lnTo>
                <a:close/>
                <a:moveTo>
                  <a:pt x="14182" y="18866"/>
                </a:moveTo>
                <a:lnTo>
                  <a:pt x="10909" y="18866"/>
                </a:lnTo>
                <a:lnTo>
                  <a:pt x="10909" y="16405"/>
                </a:lnTo>
                <a:lnTo>
                  <a:pt x="14182" y="16405"/>
                </a:lnTo>
                <a:lnTo>
                  <a:pt x="14182" y="18866"/>
                </a:lnTo>
                <a:close/>
                <a:moveTo>
                  <a:pt x="14182" y="13671"/>
                </a:moveTo>
                <a:lnTo>
                  <a:pt x="10909" y="13671"/>
                </a:lnTo>
                <a:lnTo>
                  <a:pt x="10909" y="10937"/>
                </a:lnTo>
                <a:lnTo>
                  <a:pt x="14182" y="10937"/>
                </a:lnTo>
                <a:lnTo>
                  <a:pt x="14182" y="13671"/>
                </a:lnTo>
                <a:close/>
                <a:moveTo>
                  <a:pt x="19418" y="18866"/>
                </a:moveTo>
                <a:lnTo>
                  <a:pt x="16145" y="18866"/>
                </a:lnTo>
                <a:lnTo>
                  <a:pt x="16145" y="16405"/>
                </a:lnTo>
                <a:lnTo>
                  <a:pt x="19418" y="16405"/>
                </a:lnTo>
                <a:lnTo>
                  <a:pt x="19418" y="18866"/>
                </a:lnTo>
                <a:close/>
                <a:moveTo>
                  <a:pt x="19418" y="13671"/>
                </a:moveTo>
                <a:lnTo>
                  <a:pt x="16145" y="13671"/>
                </a:lnTo>
                <a:lnTo>
                  <a:pt x="16145" y="10937"/>
                </a:lnTo>
                <a:lnTo>
                  <a:pt x="19418" y="10937"/>
                </a:lnTo>
                <a:lnTo>
                  <a:pt x="19418" y="13671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51"/>
          <p:cNvSpPr/>
          <p:nvPr/>
        </p:nvSpPr>
        <p:spPr>
          <a:xfrm>
            <a:off x="13597466" y="2675466"/>
            <a:ext cx="262494" cy="127008"/>
          </a:xfrm>
          <a:custGeom>
            <a:rect b="b" l="l" r="r" t="t"/>
            <a:pathLst>
              <a:path extrusionOk="0" h="21600" w="21600">
                <a:moveTo>
                  <a:pt x="17939" y="3600"/>
                </a:moveTo>
                <a:lnTo>
                  <a:pt x="16475" y="5040"/>
                </a:lnTo>
                <a:lnTo>
                  <a:pt x="15376" y="5760"/>
                </a:lnTo>
                <a:lnTo>
                  <a:pt x="14644" y="3600"/>
                </a:lnTo>
                <a:lnTo>
                  <a:pt x="13546" y="2160"/>
                </a:lnTo>
                <a:lnTo>
                  <a:pt x="12081" y="0"/>
                </a:lnTo>
                <a:lnTo>
                  <a:pt x="9519" y="0"/>
                </a:lnTo>
                <a:lnTo>
                  <a:pt x="8054" y="2160"/>
                </a:lnTo>
                <a:lnTo>
                  <a:pt x="6590" y="3600"/>
                </a:lnTo>
                <a:lnTo>
                  <a:pt x="6224" y="5760"/>
                </a:lnTo>
                <a:lnTo>
                  <a:pt x="4759" y="5040"/>
                </a:lnTo>
                <a:lnTo>
                  <a:pt x="3661" y="3600"/>
                </a:lnTo>
                <a:lnTo>
                  <a:pt x="2197" y="5040"/>
                </a:lnTo>
                <a:lnTo>
                  <a:pt x="732" y="5760"/>
                </a:lnTo>
                <a:lnTo>
                  <a:pt x="366" y="8640"/>
                </a:lnTo>
                <a:lnTo>
                  <a:pt x="0" y="10800"/>
                </a:lnTo>
                <a:lnTo>
                  <a:pt x="732" y="16560"/>
                </a:lnTo>
                <a:lnTo>
                  <a:pt x="3661" y="18000"/>
                </a:lnTo>
                <a:lnTo>
                  <a:pt x="4759" y="17280"/>
                </a:lnTo>
                <a:lnTo>
                  <a:pt x="6224" y="16560"/>
                </a:lnTo>
                <a:lnTo>
                  <a:pt x="6590" y="18000"/>
                </a:lnTo>
                <a:lnTo>
                  <a:pt x="8054" y="20160"/>
                </a:lnTo>
                <a:lnTo>
                  <a:pt x="9519" y="21600"/>
                </a:lnTo>
                <a:lnTo>
                  <a:pt x="12081" y="21600"/>
                </a:lnTo>
                <a:lnTo>
                  <a:pt x="13546" y="20160"/>
                </a:lnTo>
                <a:lnTo>
                  <a:pt x="15376" y="16560"/>
                </a:lnTo>
                <a:lnTo>
                  <a:pt x="16475" y="17280"/>
                </a:lnTo>
                <a:lnTo>
                  <a:pt x="17939" y="18000"/>
                </a:lnTo>
                <a:lnTo>
                  <a:pt x="19403" y="17280"/>
                </a:lnTo>
                <a:lnTo>
                  <a:pt x="20502" y="16560"/>
                </a:lnTo>
                <a:lnTo>
                  <a:pt x="21234" y="13680"/>
                </a:lnTo>
                <a:lnTo>
                  <a:pt x="21600" y="10800"/>
                </a:lnTo>
                <a:lnTo>
                  <a:pt x="21234" y="8640"/>
                </a:lnTo>
                <a:lnTo>
                  <a:pt x="20502" y="5760"/>
                </a:lnTo>
                <a:lnTo>
                  <a:pt x="19403" y="5040"/>
                </a:lnTo>
                <a:lnTo>
                  <a:pt x="17939" y="3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51"/>
          <p:cNvSpPr/>
          <p:nvPr/>
        </p:nvSpPr>
        <p:spPr>
          <a:xfrm>
            <a:off x="13415433" y="2844799"/>
            <a:ext cx="419094" cy="296352"/>
          </a:xfrm>
          <a:custGeom>
            <a:rect b="b" l="l" r="r" t="t"/>
            <a:pathLst>
              <a:path extrusionOk="0" h="21600" w="21600">
                <a:moveTo>
                  <a:pt x="16774" y="1252"/>
                </a:moveTo>
                <a:lnTo>
                  <a:pt x="16085" y="313"/>
                </a:lnTo>
                <a:lnTo>
                  <a:pt x="15626" y="0"/>
                </a:lnTo>
                <a:lnTo>
                  <a:pt x="5974" y="0"/>
                </a:lnTo>
                <a:lnTo>
                  <a:pt x="5285" y="313"/>
                </a:lnTo>
                <a:lnTo>
                  <a:pt x="4826" y="1252"/>
                </a:lnTo>
                <a:lnTo>
                  <a:pt x="0" y="19722"/>
                </a:lnTo>
                <a:lnTo>
                  <a:pt x="0" y="20661"/>
                </a:lnTo>
                <a:lnTo>
                  <a:pt x="460" y="21600"/>
                </a:lnTo>
                <a:lnTo>
                  <a:pt x="20911" y="21600"/>
                </a:lnTo>
                <a:lnTo>
                  <a:pt x="21600" y="20661"/>
                </a:lnTo>
                <a:lnTo>
                  <a:pt x="21600" y="19722"/>
                </a:lnTo>
                <a:lnTo>
                  <a:pt x="16774" y="1252"/>
                </a:lnTo>
                <a:close/>
                <a:moveTo>
                  <a:pt x="10800" y="9391"/>
                </a:moveTo>
                <a:lnTo>
                  <a:pt x="11260" y="9391"/>
                </a:lnTo>
                <a:lnTo>
                  <a:pt x="11489" y="9704"/>
                </a:lnTo>
                <a:lnTo>
                  <a:pt x="11949" y="10017"/>
                </a:lnTo>
                <a:lnTo>
                  <a:pt x="11949" y="11583"/>
                </a:lnTo>
                <a:lnTo>
                  <a:pt x="11489" y="11896"/>
                </a:lnTo>
                <a:lnTo>
                  <a:pt x="11260" y="12209"/>
                </a:lnTo>
                <a:lnTo>
                  <a:pt x="10111" y="12209"/>
                </a:lnTo>
                <a:lnTo>
                  <a:pt x="9651" y="11583"/>
                </a:lnTo>
                <a:lnTo>
                  <a:pt x="9651" y="10017"/>
                </a:lnTo>
                <a:lnTo>
                  <a:pt x="10111" y="9391"/>
                </a:lnTo>
                <a:lnTo>
                  <a:pt x="10800" y="9391"/>
                </a:lnTo>
                <a:close/>
                <a:moveTo>
                  <a:pt x="8272" y="3757"/>
                </a:moveTo>
                <a:lnTo>
                  <a:pt x="9421" y="7200"/>
                </a:lnTo>
                <a:lnTo>
                  <a:pt x="8732" y="8139"/>
                </a:lnTo>
                <a:lnTo>
                  <a:pt x="8502" y="8765"/>
                </a:lnTo>
                <a:lnTo>
                  <a:pt x="7813" y="9704"/>
                </a:lnTo>
                <a:lnTo>
                  <a:pt x="7813" y="10643"/>
                </a:lnTo>
                <a:lnTo>
                  <a:pt x="5055" y="10643"/>
                </a:lnTo>
                <a:lnTo>
                  <a:pt x="5285" y="8452"/>
                </a:lnTo>
                <a:lnTo>
                  <a:pt x="5974" y="6574"/>
                </a:lnTo>
                <a:lnTo>
                  <a:pt x="6664" y="5009"/>
                </a:lnTo>
                <a:lnTo>
                  <a:pt x="8272" y="3757"/>
                </a:lnTo>
                <a:close/>
                <a:moveTo>
                  <a:pt x="10800" y="18470"/>
                </a:moveTo>
                <a:lnTo>
                  <a:pt x="8732" y="18157"/>
                </a:lnTo>
                <a:lnTo>
                  <a:pt x="7353" y="16904"/>
                </a:lnTo>
                <a:lnTo>
                  <a:pt x="8962" y="13461"/>
                </a:lnTo>
                <a:lnTo>
                  <a:pt x="9881" y="14400"/>
                </a:lnTo>
                <a:lnTo>
                  <a:pt x="11489" y="14400"/>
                </a:lnTo>
                <a:lnTo>
                  <a:pt x="12409" y="13461"/>
                </a:lnTo>
                <a:lnTo>
                  <a:pt x="14017" y="16904"/>
                </a:lnTo>
                <a:lnTo>
                  <a:pt x="12638" y="18157"/>
                </a:lnTo>
                <a:lnTo>
                  <a:pt x="10800" y="18470"/>
                </a:lnTo>
                <a:close/>
                <a:moveTo>
                  <a:pt x="13328" y="10643"/>
                </a:moveTo>
                <a:lnTo>
                  <a:pt x="13328" y="9704"/>
                </a:lnTo>
                <a:lnTo>
                  <a:pt x="13098" y="8765"/>
                </a:lnTo>
                <a:lnTo>
                  <a:pt x="12409" y="8139"/>
                </a:lnTo>
                <a:lnTo>
                  <a:pt x="11949" y="7200"/>
                </a:lnTo>
                <a:lnTo>
                  <a:pt x="13328" y="3757"/>
                </a:lnTo>
                <a:lnTo>
                  <a:pt x="14477" y="5009"/>
                </a:lnTo>
                <a:lnTo>
                  <a:pt x="15626" y="6574"/>
                </a:lnTo>
                <a:lnTo>
                  <a:pt x="16085" y="8452"/>
                </a:lnTo>
                <a:lnTo>
                  <a:pt x="16315" y="10643"/>
                </a:lnTo>
                <a:lnTo>
                  <a:pt x="13328" y="1064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51"/>
          <p:cNvSpPr/>
          <p:nvPr/>
        </p:nvSpPr>
        <p:spPr>
          <a:xfrm>
            <a:off x="20781434" y="1701799"/>
            <a:ext cx="381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79" name="Google Shape;1879;p51"/>
          <p:cNvSpPr/>
          <p:nvPr/>
        </p:nvSpPr>
        <p:spPr>
          <a:xfrm>
            <a:off x="20857634" y="1727199"/>
            <a:ext cx="67716" cy="63504"/>
          </a:xfrm>
          <a:custGeom>
            <a:rect b="b" l="l" r="r" t="t"/>
            <a:pathLst>
              <a:path extrusionOk="0" h="21600" w="21600">
                <a:moveTo>
                  <a:pt x="21600" y="10080"/>
                </a:moveTo>
                <a:lnTo>
                  <a:pt x="10080" y="0"/>
                </a:lnTo>
                <a:lnTo>
                  <a:pt x="0" y="10080"/>
                </a:lnTo>
                <a:lnTo>
                  <a:pt x="10080" y="21600"/>
                </a:lnTo>
                <a:lnTo>
                  <a:pt x="21600" y="1008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51"/>
          <p:cNvSpPr/>
          <p:nvPr/>
        </p:nvSpPr>
        <p:spPr>
          <a:xfrm>
            <a:off x="20912667" y="1816101"/>
            <a:ext cx="38100" cy="507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81" name="Google Shape;1881;p51"/>
          <p:cNvSpPr/>
          <p:nvPr/>
        </p:nvSpPr>
        <p:spPr>
          <a:xfrm>
            <a:off x="20675600" y="1727199"/>
            <a:ext cx="67716" cy="63504"/>
          </a:xfrm>
          <a:custGeom>
            <a:rect b="b" l="l" r="r" t="t"/>
            <a:pathLst>
              <a:path extrusionOk="0" h="21600" w="21600">
                <a:moveTo>
                  <a:pt x="21600" y="10080"/>
                </a:moveTo>
                <a:lnTo>
                  <a:pt x="10080" y="0"/>
                </a:lnTo>
                <a:lnTo>
                  <a:pt x="0" y="10080"/>
                </a:lnTo>
                <a:lnTo>
                  <a:pt x="10080" y="21600"/>
                </a:lnTo>
                <a:lnTo>
                  <a:pt x="21600" y="1008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51"/>
          <p:cNvSpPr/>
          <p:nvPr/>
        </p:nvSpPr>
        <p:spPr>
          <a:xfrm>
            <a:off x="20650200" y="1816101"/>
            <a:ext cx="38100" cy="507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83" name="Google Shape;1883;p51"/>
          <p:cNvSpPr/>
          <p:nvPr/>
        </p:nvSpPr>
        <p:spPr>
          <a:xfrm>
            <a:off x="20586702" y="1909234"/>
            <a:ext cx="101628" cy="182034"/>
          </a:xfrm>
          <a:custGeom>
            <a:rect b="b" l="l" r="r" t="t"/>
            <a:pathLst>
              <a:path extrusionOk="0" h="21600" w="21600">
                <a:moveTo>
                  <a:pt x="4320" y="0"/>
                </a:moveTo>
                <a:lnTo>
                  <a:pt x="1728" y="0"/>
                </a:lnTo>
                <a:lnTo>
                  <a:pt x="0" y="1054"/>
                </a:lnTo>
                <a:lnTo>
                  <a:pt x="0" y="21600"/>
                </a:lnTo>
                <a:lnTo>
                  <a:pt x="21600" y="0"/>
                </a:lnTo>
                <a:lnTo>
                  <a:pt x="432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4" name="Google Shape;1884;p51"/>
          <p:cNvSpPr/>
          <p:nvPr/>
        </p:nvSpPr>
        <p:spPr>
          <a:xfrm>
            <a:off x="20819533" y="1909234"/>
            <a:ext cx="105840" cy="207414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4320" y="21600"/>
                </a:lnTo>
                <a:lnTo>
                  <a:pt x="21600" y="21600"/>
                </a:lnTo>
                <a:lnTo>
                  <a:pt x="864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5" name="Google Shape;1885;p51"/>
          <p:cNvSpPr/>
          <p:nvPr/>
        </p:nvSpPr>
        <p:spPr>
          <a:xfrm>
            <a:off x="20912667" y="1909234"/>
            <a:ext cx="101628" cy="182034"/>
          </a:xfrm>
          <a:custGeom>
            <a:rect b="b" l="l" r="r" t="t"/>
            <a:pathLst>
              <a:path extrusionOk="0" h="21600" w="21600">
                <a:moveTo>
                  <a:pt x="17280" y="0"/>
                </a:moveTo>
                <a:lnTo>
                  <a:pt x="0" y="0"/>
                </a:lnTo>
                <a:lnTo>
                  <a:pt x="21600" y="21600"/>
                </a:lnTo>
                <a:lnTo>
                  <a:pt x="21600" y="1054"/>
                </a:lnTo>
                <a:lnTo>
                  <a:pt x="19872" y="527"/>
                </a:lnTo>
                <a:lnTo>
                  <a:pt x="19008" y="0"/>
                </a:lnTo>
                <a:lnTo>
                  <a:pt x="1728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51"/>
          <p:cNvSpPr/>
          <p:nvPr/>
        </p:nvSpPr>
        <p:spPr>
          <a:xfrm>
            <a:off x="20675600" y="1909234"/>
            <a:ext cx="105840" cy="20741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17100" y="21600"/>
                </a:lnTo>
                <a:lnTo>
                  <a:pt x="21600" y="0"/>
                </a:lnTo>
                <a:lnTo>
                  <a:pt x="1260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7" name="Google Shape;1887;p51"/>
          <p:cNvSpPr/>
          <p:nvPr/>
        </p:nvSpPr>
        <p:spPr>
          <a:xfrm>
            <a:off x="20717933" y="1752599"/>
            <a:ext cx="165078" cy="131220"/>
          </a:xfrm>
          <a:custGeom>
            <a:rect b="b" l="l" r="r" t="t"/>
            <a:pathLst>
              <a:path extrusionOk="0" h="21600" w="21600">
                <a:moveTo>
                  <a:pt x="0" y="14400"/>
                </a:moveTo>
                <a:lnTo>
                  <a:pt x="1080" y="18000"/>
                </a:lnTo>
                <a:lnTo>
                  <a:pt x="1620" y="21600"/>
                </a:lnTo>
                <a:lnTo>
                  <a:pt x="19980" y="21600"/>
                </a:lnTo>
                <a:lnTo>
                  <a:pt x="21060" y="18000"/>
                </a:lnTo>
                <a:lnTo>
                  <a:pt x="21600" y="14400"/>
                </a:lnTo>
                <a:lnTo>
                  <a:pt x="21600" y="11520"/>
                </a:lnTo>
                <a:lnTo>
                  <a:pt x="21060" y="9360"/>
                </a:lnTo>
                <a:lnTo>
                  <a:pt x="18360" y="5040"/>
                </a:lnTo>
                <a:lnTo>
                  <a:pt x="15120" y="1440"/>
                </a:lnTo>
                <a:lnTo>
                  <a:pt x="12960" y="0"/>
                </a:lnTo>
                <a:lnTo>
                  <a:pt x="9180" y="0"/>
                </a:lnTo>
                <a:lnTo>
                  <a:pt x="7020" y="1440"/>
                </a:lnTo>
                <a:lnTo>
                  <a:pt x="3780" y="5040"/>
                </a:lnTo>
                <a:lnTo>
                  <a:pt x="1080" y="9360"/>
                </a:lnTo>
                <a:lnTo>
                  <a:pt x="0" y="11520"/>
                </a:lnTo>
                <a:lnTo>
                  <a:pt x="0" y="144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p51"/>
          <p:cNvSpPr/>
          <p:nvPr/>
        </p:nvSpPr>
        <p:spPr>
          <a:xfrm>
            <a:off x="14558433" y="2764367"/>
            <a:ext cx="169344" cy="275184"/>
          </a:xfrm>
          <a:custGeom>
            <a:rect b="b" l="l" r="r" t="t"/>
            <a:pathLst>
              <a:path extrusionOk="0" h="21600" w="21600">
                <a:moveTo>
                  <a:pt x="13292" y="0"/>
                </a:moveTo>
                <a:lnTo>
                  <a:pt x="6646" y="0"/>
                </a:lnTo>
                <a:lnTo>
                  <a:pt x="6092" y="337"/>
                </a:lnTo>
                <a:lnTo>
                  <a:pt x="5538" y="1012"/>
                </a:lnTo>
                <a:lnTo>
                  <a:pt x="5538" y="3375"/>
                </a:lnTo>
                <a:lnTo>
                  <a:pt x="1108" y="3375"/>
                </a:lnTo>
                <a:lnTo>
                  <a:pt x="554" y="3712"/>
                </a:lnTo>
                <a:lnTo>
                  <a:pt x="0" y="4387"/>
                </a:lnTo>
                <a:lnTo>
                  <a:pt x="0" y="18225"/>
                </a:lnTo>
                <a:lnTo>
                  <a:pt x="1108" y="20925"/>
                </a:lnTo>
                <a:lnTo>
                  <a:pt x="5538" y="21600"/>
                </a:lnTo>
                <a:lnTo>
                  <a:pt x="16062" y="21600"/>
                </a:lnTo>
                <a:lnTo>
                  <a:pt x="20492" y="20925"/>
                </a:lnTo>
                <a:lnTo>
                  <a:pt x="21600" y="18225"/>
                </a:lnTo>
                <a:lnTo>
                  <a:pt x="21600" y="4387"/>
                </a:lnTo>
                <a:lnTo>
                  <a:pt x="21046" y="3712"/>
                </a:lnTo>
                <a:lnTo>
                  <a:pt x="20492" y="3375"/>
                </a:lnTo>
                <a:lnTo>
                  <a:pt x="16062" y="3375"/>
                </a:lnTo>
                <a:lnTo>
                  <a:pt x="16062" y="1012"/>
                </a:lnTo>
                <a:lnTo>
                  <a:pt x="15508" y="337"/>
                </a:lnTo>
                <a:lnTo>
                  <a:pt x="14954" y="0"/>
                </a:lnTo>
                <a:lnTo>
                  <a:pt x="13292" y="0"/>
                </a:lnTo>
                <a:close/>
                <a:moveTo>
                  <a:pt x="17723" y="11812"/>
                </a:moveTo>
                <a:lnTo>
                  <a:pt x="8308" y="18225"/>
                </a:lnTo>
                <a:lnTo>
                  <a:pt x="8308" y="13500"/>
                </a:lnTo>
                <a:lnTo>
                  <a:pt x="3877" y="13500"/>
                </a:lnTo>
                <a:lnTo>
                  <a:pt x="13292" y="6750"/>
                </a:lnTo>
                <a:lnTo>
                  <a:pt x="13292" y="11812"/>
                </a:lnTo>
                <a:lnTo>
                  <a:pt x="17723" y="1181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51"/>
          <p:cNvSpPr/>
          <p:nvPr/>
        </p:nvSpPr>
        <p:spPr>
          <a:xfrm>
            <a:off x="14393333" y="2908301"/>
            <a:ext cx="491076" cy="232848"/>
          </a:xfrm>
          <a:custGeom>
            <a:rect b="b" l="l" r="r" t="t"/>
            <a:pathLst>
              <a:path extrusionOk="0" h="21600" w="21600">
                <a:moveTo>
                  <a:pt x="11278" y="17600"/>
                </a:moveTo>
                <a:lnTo>
                  <a:pt x="9940" y="17600"/>
                </a:lnTo>
                <a:lnTo>
                  <a:pt x="8602" y="16800"/>
                </a:lnTo>
                <a:lnTo>
                  <a:pt x="7455" y="15600"/>
                </a:lnTo>
                <a:lnTo>
                  <a:pt x="6117" y="14000"/>
                </a:lnTo>
                <a:lnTo>
                  <a:pt x="5161" y="12400"/>
                </a:lnTo>
                <a:lnTo>
                  <a:pt x="4588" y="10400"/>
                </a:lnTo>
                <a:lnTo>
                  <a:pt x="3823" y="7600"/>
                </a:lnTo>
                <a:lnTo>
                  <a:pt x="3441" y="4800"/>
                </a:lnTo>
                <a:lnTo>
                  <a:pt x="5735" y="0"/>
                </a:lnTo>
                <a:lnTo>
                  <a:pt x="0" y="0"/>
                </a:lnTo>
                <a:lnTo>
                  <a:pt x="0" y="11600"/>
                </a:lnTo>
                <a:lnTo>
                  <a:pt x="1720" y="8400"/>
                </a:lnTo>
                <a:lnTo>
                  <a:pt x="2485" y="10800"/>
                </a:lnTo>
                <a:lnTo>
                  <a:pt x="3441" y="13600"/>
                </a:lnTo>
                <a:lnTo>
                  <a:pt x="4205" y="15600"/>
                </a:lnTo>
                <a:lnTo>
                  <a:pt x="6881" y="19600"/>
                </a:lnTo>
                <a:lnTo>
                  <a:pt x="8219" y="20400"/>
                </a:lnTo>
                <a:lnTo>
                  <a:pt x="9749" y="21200"/>
                </a:lnTo>
                <a:lnTo>
                  <a:pt x="11278" y="21600"/>
                </a:lnTo>
                <a:lnTo>
                  <a:pt x="13189" y="21200"/>
                </a:lnTo>
                <a:lnTo>
                  <a:pt x="16630" y="18800"/>
                </a:lnTo>
                <a:lnTo>
                  <a:pt x="17968" y="16800"/>
                </a:lnTo>
                <a:lnTo>
                  <a:pt x="19306" y="13600"/>
                </a:lnTo>
                <a:lnTo>
                  <a:pt x="20262" y="10800"/>
                </a:lnTo>
                <a:lnTo>
                  <a:pt x="21027" y="7200"/>
                </a:lnTo>
                <a:lnTo>
                  <a:pt x="21600" y="4000"/>
                </a:lnTo>
                <a:lnTo>
                  <a:pt x="19688" y="4000"/>
                </a:lnTo>
                <a:lnTo>
                  <a:pt x="19115" y="6800"/>
                </a:lnTo>
                <a:lnTo>
                  <a:pt x="18350" y="9200"/>
                </a:lnTo>
                <a:lnTo>
                  <a:pt x="17777" y="11600"/>
                </a:lnTo>
                <a:lnTo>
                  <a:pt x="16821" y="13600"/>
                </a:lnTo>
                <a:lnTo>
                  <a:pt x="15674" y="15200"/>
                </a:lnTo>
                <a:lnTo>
                  <a:pt x="14145" y="16800"/>
                </a:lnTo>
                <a:lnTo>
                  <a:pt x="12807" y="17200"/>
                </a:lnTo>
                <a:lnTo>
                  <a:pt x="11278" y="17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51"/>
          <p:cNvSpPr/>
          <p:nvPr/>
        </p:nvSpPr>
        <p:spPr>
          <a:xfrm>
            <a:off x="14418733" y="2675466"/>
            <a:ext cx="491076" cy="232848"/>
          </a:xfrm>
          <a:custGeom>
            <a:rect b="b" l="l" r="r" t="t"/>
            <a:pathLst>
              <a:path extrusionOk="0" h="21600" w="21600">
                <a:moveTo>
                  <a:pt x="19880" y="13353"/>
                </a:moveTo>
                <a:lnTo>
                  <a:pt x="19115" y="10996"/>
                </a:lnTo>
                <a:lnTo>
                  <a:pt x="18159" y="7855"/>
                </a:lnTo>
                <a:lnTo>
                  <a:pt x="17204" y="5891"/>
                </a:lnTo>
                <a:lnTo>
                  <a:pt x="16057" y="3927"/>
                </a:lnTo>
                <a:lnTo>
                  <a:pt x="14719" y="1964"/>
                </a:lnTo>
                <a:lnTo>
                  <a:pt x="13381" y="1178"/>
                </a:lnTo>
                <a:lnTo>
                  <a:pt x="11851" y="785"/>
                </a:lnTo>
                <a:lnTo>
                  <a:pt x="10131" y="0"/>
                </a:lnTo>
                <a:lnTo>
                  <a:pt x="6690" y="1571"/>
                </a:lnTo>
                <a:lnTo>
                  <a:pt x="4970" y="3142"/>
                </a:lnTo>
                <a:lnTo>
                  <a:pt x="3632" y="5105"/>
                </a:lnTo>
                <a:lnTo>
                  <a:pt x="2294" y="7855"/>
                </a:lnTo>
                <a:lnTo>
                  <a:pt x="1338" y="10996"/>
                </a:lnTo>
                <a:lnTo>
                  <a:pt x="573" y="14138"/>
                </a:lnTo>
                <a:lnTo>
                  <a:pt x="0" y="17673"/>
                </a:lnTo>
                <a:lnTo>
                  <a:pt x="1912" y="17673"/>
                </a:lnTo>
                <a:lnTo>
                  <a:pt x="2485" y="14531"/>
                </a:lnTo>
                <a:lnTo>
                  <a:pt x="3058" y="12175"/>
                </a:lnTo>
                <a:lnTo>
                  <a:pt x="3823" y="9818"/>
                </a:lnTo>
                <a:lnTo>
                  <a:pt x="4779" y="7855"/>
                </a:lnTo>
                <a:lnTo>
                  <a:pt x="5926" y="6284"/>
                </a:lnTo>
                <a:lnTo>
                  <a:pt x="7455" y="5105"/>
                </a:lnTo>
                <a:lnTo>
                  <a:pt x="8793" y="4713"/>
                </a:lnTo>
                <a:lnTo>
                  <a:pt x="10131" y="3927"/>
                </a:lnTo>
                <a:lnTo>
                  <a:pt x="11660" y="3927"/>
                </a:lnTo>
                <a:lnTo>
                  <a:pt x="12998" y="5105"/>
                </a:lnTo>
                <a:lnTo>
                  <a:pt x="14145" y="5891"/>
                </a:lnTo>
                <a:lnTo>
                  <a:pt x="15483" y="7462"/>
                </a:lnTo>
                <a:lnTo>
                  <a:pt x="16439" y="9425"/>
                </a:lnTo>
                <a:lnTo>
                  <a:pt x="17012" y="11389"/>
                </a:lnTo>
                <a:lnTo>
                  <a:pt x="17777" y="13745"/>
                </a:lnTo>
                <a:lnTo>
                  <a:pt x="18159" y="16495"/>
                </a:lnTo>
                <a:lnTo>
                  <a:pt x="15865" y="21600"/>
                </a:lnTo>
                <a:lnTo>
                  <a:pt x="21600" y="21600"/>
                </a:lnTo>
                <a:lnTo>
                  <a:pt x="21600" y="9818"/>
                </a:lnTo>
                <a:lnTo>
                  <a:pt x="19880" y="1335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51"/>
          <p:cNvSpPr/>
          <p:nvPr/>
        </p:nvSpPr>
        <p:spPr>
          <a:xfrm>
            <a:off x="17805400" y="1909234"/>
            <a:ext cx="131220" cy="207414"/>
          </a:xfrm>
          <a:custGeom>
            <a:rect b="b" l="l" r="r" t="t"/>
            <a:pathLst>
              <a:path extrusionOk="0" h="21600" w="21600">
                <a:moveTo>
                  <a:pt x="14152" y="2204"/>
                </a:moveTo>
                <a:lnTo>
                  <a:pt x="14152" y="11020"/>
                </a:lnTo>
                <a:lnTo>
                  <a:pt x="6703" y="14988"/>
                </a:lnTo>
                <a:lnTo>
                  <a:pt x="6703" y="8816"/>
                </a:lnTo>
                <a:lnTo>
                  <a:pt x="0" y="11020"/>
                </a:lnTo>
                <a:lnTo>
                  <a:pt x="0" y="21600"/>
                </a:lnTo>
                <a:lnTo>
                  <a:pt x="14152" y="21600"/>
                </a:lnTo>
                <a:lnTo>
                  <a:pt x="21600" y="13224"/>
                </a:lnTo>
                <a:lnTo>
                  <a:pt x="21600" y="0"/>
                </a:lnTo>
                <a:lnTo>
                  <a:pt x="14152" y="220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p51"/>
          <p:cNvSpPr/>
          <p:nvPr/>
        </p:nvSpPr>
        <p:spPr>
          <a:xfrm>
            <a:off x="17509066" y="1909234"/>
            <a:ext cx="131220" cy="207414"/>
          </a:xfrm>
          <a:custGeom>
            <a:rect b="b" l="l" r="r" t="t"/>
            <a:pathLst>
              <a:path extrusionOk="0" h="21600" w="21600">
                <a:moveTo>
                  <a:pt x="14152" y="14988"/>
                </a:moveTo>
                <a:lnTo>
                  <a:pt x="6703" y="11020"/>
                </a:lnTo>
                <a:lnTo>
                  <a:pt x="6703" y="2204"/>
                </a:lnTo>
                <a:lnTo>
                  <a:pt x="0" y="0"/>
                </a:lnTo>
                <a:lnTo>
                  <a:pt x="0" y="13224"/>
                </a:lnTo>
                <a:lnTo>
                  <a:pt x="6703" y="21600"/>
                </a:lnTo>
                <a:lnTo>
                  <a:pt x="21600" y="21600"/>
                </a:lnTo>
                <a:lnTo>
                  <a:pt x="21600" y="11020"/>
                </a:lnTo>
                <a:lnTo>
                  <a:pt x="14152" y="8816"/>
                </a:lnTo>
                <a:lnTo>
                  <a:pt x="14152" y="1498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3" name="Google Shape;1893;p51"/>
          <p:cNvSpPr/>
          <p:nvPr/>
        </p:nvSpPr>
        <p:spPr>
          <a:xfrm>
            <a:off x="17610666" y="1701799"/>
            <a:ext cx="224370" cy="296352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9072" y="1565"/>
                </a:lnTo>
                <a:lnTo>
                  <a:pt x="5616" y="5322"/>
                </a:lnTo>
                <a:lnTo>
                  <a:pt x="1728" y="10017"/>
                </a:lnTo>
                <a:lnTo>
                  <a:pt x="432" y="11896"/>
                </a:lnTo>
                <a:lnTo>
                  <a:pt x="0" y="13774"/>
                </a:lnTo>
                <a:lnTo>
                  <a:pt x="0" y="15339"/>
                </a:lnTo>
                <a:lnTo>
                  <a:pt x="1296" y="16904"/>
                </a:lnTo>
                <a:lnTo>
                  <a:pt x="1728" y="18157"/>
                </a:lnTo>
                <a:lnTo>
                  <a:pt x="3456" y="19096"/>
                </a:lnTo>
                <a:lnTo>
                  <a:pt x="4752" y="20348"/>
                </a:lnTo>
                <a:lnTo>
                  <a:pt x="6480" y="20661"/>
                </a:lnTo>
                <a:lnTo>
                  <a:pt x="8640" y="21600"/>
                </a:lnTo>
                <a:lnTo>
                  <a:pt x="12960" y="21600"/>
                </a:lnTo>
                <a:lnTo>
                  <a:pt x="15120" y="20661"/>
                </a:lnTo>
                <a:lnTo>
                  <a:pt x="16416" y="20348"/>
                </a:lnTo>
                <a:lnTo>
                  <a:pt x="18144" y="19096"/>
                </a:lnTo>
                <a:lnTo>
                  <a:pt x="19872" y="18157"/>
                </a:lnTo>
                <a:lnTo>
                  <a:pt x="20304" y="16904"/>
                </a:lnTo>
                <a:lnTo>
                  <a:pt x="21600" y="15339"/>
                </a:lnTo>
                <a:lnTo>
                  <a:pt x="21600" y="13774"/>
                </a:lnTo>
                <a:lnTo>
                  <a:pt x="19872" y="10017"/>
                </a:lnTo>
                <a:lnTo>
                  <a:pt x="15984" y="5322"/>
                </a:lnTo>
                <a:lnTo>
                  <a:pt x="12528" y="1565"/>
                </a:lnTo>
                <a:lnTo>
                  <a:pt x="10800" y="0"/>
                </a:lnTo>
                <a:close/>
                <a:moveTo>
                  <a:pt x="12528" y="18470"/>
                </a:moveTo>
                <a:lnTo>
                  <a:pt x="12528" y="16904"/>
                </a:lnTo>
                <a:lnTo>
                  <a:pt x="15120" y="15026"/>
                </a:lnTo>
                <a:lnTo>
                  <a:pt x="17280" y="15026"/>
                </a:lnTo>
                <a:lnTo>
                  <a:pt x="16416" y="15965"/>
                </a:lnTo>
                <a:lnTo>
                  <a:pt x="15120" y="16904"/>
                </a:lnTo>
                <a:lnTo>
                  <a:pt x="13824" y="18157"/>
                </a:lnTo>
                <a:lnTo>
                  <a:pt x="12528" y="1847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4" name="Google Shape;1894;p51"/>
          <p:cNvSpPr/>
          <p:nvPr/>
        </p:nvSpPr>
        <p:spPr>
          <a:xfrm>
            <a:off x="16831733" y="2802466"/>
            <a:ext cx="80460" cy="9315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1600"/>
                </a:lnTo>
                <a:lnTo>
                  <a:pt x="19326" y="10286"/>
                </a:lnTo>
                <a:lnTo>
                  <a:pt x="13642" y="0"/>
                </a:lnTo>
                <a:lnTo>
                  <a:pt x="7958" y="4114"/>
                </a:lnTo>
                <a:lnTo>
                  <a:pt x="5684" y="8229"/>
                </a:lnTo>
                <a:lnTo>
                  <a:pt x="2274" y="15429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5" name="Google Shape;1895;p51"/>
          <p:cNvSpPr/>
          <p:nvPr/>
        </p:nvSpPr>
        <p:spPr>
          <a:xfrm>
            <a:off x="16831733" y="2933701"/>
            <a:ext cx="80460" cy="88884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274" y="6171"/>
                </a:lnTo>
                <a:lnTo>
                  <a:pt x="5684" y="12343"/>
                </a:lnTo>
                <a:lnTo>
                  <a:pt x="7958" y="17486"/>
                </a:lnTo>
                <a:lnTo>
                  <a:pt x="13642" y="21600"/>
                </a:lnTo>
                <a:lnTo>
                  <a:pt x="19326" y="11314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6" name="Google Shape;1896;p51"/>
          <p:cNvSpPr/>
          <p:nvPr/>
        </p:nvSpPr>
        <p:spPr>
          <a:xfrm>
            <a:off x="16717433" y="2700866"/>
            <a:ext cx="139698" cy="19472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10452" y="21600"/>
                </a:lnTo>
                <a:lnTo>
                  <a:pt x="11845" y="17280"/>
                </a:lnTo>
                <a:lnTo>
                  <a:pt x="13935" y="13920"/>
                </a:lnTo>
                <a:lnTo>
                  <a:pt x="17419" y="10080"/>
                </a:lnTo>
                <a:lnTo>
                  <a:pt x="21600" y="7200"/>
                </a:lnTo>
                <a:lnTo>
                  <a:pt x="17419" y="4800"/>
                </a:lnTo>
                <a:lnTo>
                  <a:pt x="11845" y="2400"/>
                </a:lnTo>
                <a:lnTo>
                  <a:pt x="6271" y="144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7" name="Google Shape;1897;p51"/>
          <p:cNvSpPr/>
          <p:nvPr/>
        </p:nvSpPr>
        <p:spPr>
          <a:xfrm>
            <a:off x="16548102" y="2700866"/>
            <a:ext cx="131220" cy="194724"/>
          </a:xfrm>
          <a:custGeom>
            <a:rect b="b" l="l" r="r" t="t"/>
            <a:pathLst>
              <a:path extrusionOk="0" h="21600" w="21600">
                <a:moveTo>
                  <a:pt x="11148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15329" y="1440"/>
                </a:lnTo>
                <a:lnTo>
                  <a:pt x="9755" y="2400"/>
                </a:lnTo>
                <a:lnTo>
                  <a:pt x="4181" y="4800"/>
                </a:lnTo>
                <a:lnTo>
                  <a:pt x="0" y="7200"/>
                </a:lnTo>
                <a:lnTo>
                  <a:pt x="4181" y="10080"/>
                </a:lnTo>
                <a:lnTo>
                  <a:pt x="7665" y="13920"/>
                </a:lnTo>
                <a:lnTo>
                  <a:pt x="9755" y="17280"/>
                </a:lnTo>
                <a:lnTo>
                  <a:pt x="11148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51"/>
          <p:cNvSpPr/>
          <p:nvPr/>
        </p:nvSpPr>
        <p:spPr>
          <a:xfrm>
            <a:off x="16480367" y="2933701"/>
            <a:ext cx="93150" cy="88884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274" y="11314"/>
                </a:lnTo>
                <a:lnTo>
                  <a:pt x="7958" y="21600"/>
                </a:lnTo>
                <a:lnTo>
                  <a:pt x="13642" y="17486"/>
                </a:lnTo>
                <a:lnTo>
                  <a:pt x="17053" y="12343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9" name="Google Shape;1899;p51"/>
          <p:cNvSpPr/>
          <p:nvPr/>
        </p:nvSpPr>
        <p:spPr>
          <a:xfrm>
            <a:off x="16480367" y="2802466"/>
            <a:ext cx="93150" cy="93150"/>
          </a:xfrm>
          <a:custGeom>
            <a:rect b="b" l="l" r="r" t="t"/>
            <a:pathLst>
              <a:path extrusionOk="0" h="21600" w="21600">
                <a:moveTo>
                  <a:pt x="7958" y="0"/>
                </a:moveTo>
                <a:lnTo>
                  <a:pt x="2274" y="10286"/>
                </a:lnTo>
                <a:lnTo>
                  <a:pt x="0" y="21600"/>
                </a:lnTo>
                <a:lnTo>
                  <a:pt x="21600" y="21600"/>
                </a:lnTo>
                <a:lnTo>
                  <a:pt x="19326" y="15429"/>
                </a:lnTo>
                <a:lnTo>
                  <a:pt x="17053" y="8229"/>
                </a:lnTo>
                <a:lnTo>
                  <a:pt x="13642" y="4114"/>
                </a:lnTo>
                <a:lnTo>
                  <a:pt x="7958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51"/>
          <p:cNvSpPr/>
          <p:nvPr/>
        </p:nvSpPr>
        <p:spPr>
          <a:xfrm>
            <a:off x="16717433" y="2933701"/>
            <a:ext cx="139698" cy="194724"/>
          </a:xfrm>
          <a:custGeom>
            <a:rect b="b" l="l" r="r" t="t"/>
            <a:pathLst>
              <a:path extrusionOk="0" h="21600" w="21600">
                <a:moveTo>
                  <a:pt x="10452" y="0"/>
                </a:moveTo>
                <a:lnTo>
                  <a:pt x="0" y="0"/>
                </a:lnTo>
                <a:lnTo>
                  <a:pt x="0" y="21600"/>
                </a:lnTo>
                <a:lnTo>
                  <a:pt x="6271" y="20618"/>
                </a:lnTo>
                <a:lnTo>
                  <a:pt x="11845" y="19145"/>
                </a:lnTo>
                <a:lnTo>
                  <a:pt x="17419" y="16691"/>
                </a:lnTo>
                <a:lnTo>
                  <a:pt x="21600" y="14236"/>
                </a:lnTo>
                <a:lnTo>
                  <a:pt x="17419" y="11291"/>
                </a:lnTo>
                <a:lnTo>
                  <a:pt x="13935" y="7855"/>
                </a:lnTo>
                <a:lnTo>
                  <a:pt x="11845" y="3927"/>
                </a:lnTo>
                <a:lnTo>
                  <a:pt x="10452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1" name="Google Shape;1901;p51"/>
          <p:cNvSpPr/>
          <p:nvPr/>
        </p:nvSpPr>
        <p:spPr>
          <a:xfrm>
            <a:off x="16548102" y="2933701"/>
            <a:ext cx="131220" cy="194724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11148" y="0"/>
                </a:lnTo>
                <a:lnTo>
                  <a:pt x="9755" y="3927"/>
                </a:lnTo>
                <a:lnTo>
                  <a:pt x="7665" y="7855"/>
                </a:lnTo>
                <a:lnTo>
                  <a:pt x="4181" y="11291"/>
                </a:lnTo>
                <a:lnTo>
                  <a:pt x="0" y="14236"/>
                </a:lnTo>
                <a:lnTo>
                  <a:pt x="4181" y="16691"/>
                </a:lnTo>
                <a:lnTo>
                  <a:pt x="9755" y="19145"/>
                </a:lnTo>
                <a:lnTo>
                  <a:pt x="15329" y="20618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p51"/>
          <p:cNvSpPr/>
          <p:nvPr/>
        </p:nvSpPr>
        <p:spPr>
          <a:xfrm>
            <a:off x="15481302" y="2764367"/>
            <a:ext cx="389448" cy="245538"/>
          </a:xfrm>
          <a:custGeom>
            <a:rect b="b" l="l" r="r" t="t"/>
            <a:pathLst>
              <a:path extrusionOk="0" h="21600" w="21600">
                <a:moveTo>
                  <a:pt x="19173" y="0"/>
                </a:moveTo>
                <a:lnTo>
                  <a:pt x="16746" y="0"/>
                </a:lnTo>
                <a:lnTo>
                  <a:pt x="15775" y="366"/>
                </a:lnTo>
                <a:lnTo>
                  <a:pt x="15047" y="1098"/>
                </a:lnTo>
                <a:lnTo>
                  <a:pt x="14562" y="2197"/>
                </a:lnTo>
                <a:lnTo>
                  <a:pt x="14319" y="3661"/>
                </a:lnTo>
                <a:lnTo>
                  <a:pt x="14319" y="9153"/>
                </a:lnTo>
                <a:lnTo>
                  <a:pt x="7038" y="9153"/>
                </a:lnTo>
                <a:lnTo>
                  <a:pt x="7038" y="3661"/>
                </a:lnTo>
                <a:lnTo>
                  <a:pt x="6796" y="2197"/>
                </a:lnTo>
                <a:lnTo>
                  <a:pt x="6553" y="1098"/>
                </a:lnTo>
                <a:lnTo>
                  <a:pt x="5582" y="366"/>
                </a:lnTo>
                <a:lnTo>
                  <a:pt x="4854" y="0"/>
                </a:lnTo>
                <a:lnTo>
                  <a:pt x="2427" y="0"/>
                </a:lnTo>
                <a:lnTo>
                  <a:pt x="1456" y="366"/>
                </a:lnTo>
                <a:lnTo>
                  <a:pt x="485" y="1098"/>
                </a:lnTo>
                <a:lnTo>
                  <a:pt x="243" y="2197"/>
                </a:lnTo>
                <a:lnTo>
                  <a:pt x="0" y="3661"/>
                </a:lnTo>
                <a:lnTo>
                  <a:pt x="0" y="18305"/>
                </a:lnTo>
                <a:lnTo>
                  <a:pt x="243" y="19403"/>
                </a:lnTo>
                <a:lnTo>
                  <a:pt x="485" y="20868"/>
                </a:lnTo>
                <a:lnTo>
                  <a:pt x="2427" y="21600"/>
                </a:lnTo>
                <a:lnTo>
                  <a:pt x="4854" y="21600"/>
                </a:lnTo>
                <a:lnTo>
                  <a:pt x="5582" y="21234"/>
                </a:lnTo>
                <a:lnTo>
                  <a:pt x="6553" y="20868"/>
                </a:lnTo>
                <a:lnTo>
                  <a:pt x="6796" y="19403"/>
                </a:lnTo>
                <a:lnTo>
                  <a:pt x="7038" y="18305"/>
                </a:lnTo>
                <a:lnTo>
                  <a:pt x="7038" y="12814"/>
                </a:lnTo>
                <a:lnTo>
                  <a:pt x="14319" y="12814"/>
                </a:lnTo>
                <a:lnTo>
                  <a:pt x="14319" y="18305"/>
                </a:lnTo>
                <a:lnTo>
                  <a:pt x="14562" y="19403"/>
                </a:lnTo>
                <a:lnTo>
                  <a:pt x="15047" y="20868"/>
                </a:lnTo>
                <a:lnTo>
                  <a:pt x="15775" y="21234"/>
                </a:lnTo>
                <a:lnTo>
                  <a:pt x="16746" y="21600"/>
                </a:lnTo>
                <a:lnTo>
                  <a:pt x="19173" y="21600"/>
                </a:lnTo>
                <a:lnTo>
                  <a:pt x="19901" y="21234"/>
                </a:lnTo>
                <a:lnTo>
                  <a:pt x="20872" y="20868"/>
                </a:lnTo>
                <a:lnTo>
                  <a:pt x="21115" y="19403"/>
                </a:lnTo>
                <a:lnTo>
                  <a:pt x="21600" y="18305"/>
                </a:lnTo>
                <a:lnTo>
                  <a:pt x="21600" y="3661"/>
                </a:lnTo>
                <a:lnTo>
                  <a:pt x="21115" y="2197"/>
                </a:lnTo>
                <a:lnTo>
                  <a:pt x="20872" y="1098"/>
                </a:lnTo>
                <a:lnTo>
                  <a:pt x="19901" y="366"/>
                </a:lnTo>
                <a:lnTo>
                  <a:pt x="19173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3" name="Google Shape;1903;p51"/>
          <p:cNvSpPr/>
          <p:nvPr/>
        </p:nvSpPr>
        <p:spPr>
          <a:xfrm>
            <a:off x="15883466" y="2844799"/>
            <a:ext cx="42300" cy="888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04" name="Google Shape;1904;p51"/>
          <p:cNvSpPr/>
          <p:nvPr/>
        </p:nvSpPr>
        <p:spPr>
          <a:xfrm>
            <a:off x="15417800" y="2844799"/>
            <a:ext cx="38100" cy="888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05" name="Google Shape;1905;p51"/>
          <p:cNvSpPr/>
          <p:nvPr/>
        </p:nvSpPr>
        <p:spPr>
          <a:xfrm>
            <a:off x="18571634" y="2713567"/>
            <a:ext cx="93150" cy="114318"/>
          </a:xfrm>
          <a:custGeom>
            <a:rect b="b" l="l" r="r" t="t"/>
            <a:pathLst>
              <a:path extrusionOk="0" h="21600" w="21600">
                <a:moveTo>
                  <a:pt x="21600" y="8640"/>
                </a:moveTo>
                <a:lnTo>
                  <a:pt x="20520" y="5184"/>
                </a:lnTo>
                <a:lnTo>
                  <a:pt x="18360" y="2592"/>
                </a:lnTo>
                <a:lnTo>
                  <a:pt x="15120" y="1728"/>
                </a:lnTo>
                <a:lnTo>
                  <a:pt x="10800" y="0"/>
                </a:lnTo>
                <a:lnTo>
                  <a:pt x="6480" y="1728"/>
                </a:lnTo>
                <a:lnTo>
                  <a:pt x="3240" y="2592"/>
                </a:lnTo>
                <a:lnTo>
                  <a:pt x="1080" y="5184"/>
                </a:lnTo>
                <a:lnTo>
                  <a:pt x="0" y="864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864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51"/>
          <p:cNvSpPr/>
          <p:nvPr/>
        </p:nvSpPr>
        <p:spPr>
          <a:xfrm>
            <a:off x="18533533" y="2844799"/>
            <a:ext cx="156654" cy="321732"/>
          </a:xfrm>
          <a:custGeom>
            <a:rect b="b" l="l" r="r" t="t"/>
            <a:pathLst>
              <a:path extrusionOk="0" h="21600" w="21600">
                <a:moveTo>
                  <a:pt x="18000" y="0"/>
                </a:moveTo>
                <a:lnTo>
                  <a:pt x="6000" y="0"/>
                </a:lnTo>
                <a:lnTo>
                  <a:pt x="6000" y="1459"/>
                </a:lnTo>
                <a:lnTo>
                  <a:pt x="5400" y="2919"/>
                </a:lnTo>
                <a:lnTo>
                  <a:pt x="3000" y="4962"/>
                </a:lnTo>
                <a:lnTo>
                  <a:pt x="1200" y="7881"/>
                </a:lnTo>
                <a:lnTo>
                  <a:pt x="0" y="9632"/>
                </a:lnTo>
                <a:lnTo>
                  <a:pt x="0" y="13719"/>
                </a:lnTo>
                <a:lnTo>
                  <a:pt x="1200" y="15470"/>
                </a:lnTo>
                <a:lnTo>
                  <a:pt x="3000" y="18681"/>
                </a:lnTo>
                <a:lnTo>
                  <a:pt x="6000" y="20724"/>
                </a:lnTo>
                <a:lnTo>
                  <a:pt x="7800" y="21308"/>
                </a:lnTo>
                <a:lnTo>
                  <a:pt x="9000" y="21600"/>
                </a:lnTo>
                <a:lnTo>
                  <a:pt x="15000" y="21600"/>
                </a:lnTo>
                <a:lnTo>
                  <a:pt x="16200" y="21308"/>
                </a:lnTo>
                <a:lnTo>
                  <a:pt x="18000" y="20724"/>
                </a:lnTo>
                <a:lnTo>
                  <a:pt x="21000" y="18389"/>
                </a:lnTo>
                <a:lnTo>
                  <a:pt x="18600" y="15762"/>
                </a:lnTo>
                <a:lnTo>
                  <a:pt x="18000" y="12843"/>
                </a:lnTo>
                <a:lnTo>
                  <a:pt x="18000" y="11092"/>
                </a:lnTo>
                <a:lnTo>
                  <a:pt x="18600" y="9341"/>
                </a:lnTo>
                <a:lnTo>
                  <a:pt x="20400" y="7881"/>
                </a:lnTo>
                <a:lnTo>
                  <a:pt x="21600" y="6422"/>
                </a:lnTo>
                <a:lnTo>
                  <a:pt x="19200" y="3503"/>
                </a:lnTo>
                <a:lnTo>
                  <a:pt x="180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7" name="Google Shape;1907;p51"/>
          <p:cNvSpPr/>
          <p:nvPr/>
        </p:nvSpPr>
        <p:spPr>
          <a:xfrm>
            <a:off x="18702866" y="2908301"/>
            <a:ext cx="258228" cy="258228"/>
          </a:xfrm>
          <a:custGeom>
            <a:rect b="b" l="l" r="r" t="t"/>
            <a:pathLst>
              <a:path extrusionOk="0" h="21600" w="21600">
                <a:moveTo>
                  <a:pt x="10617" y="0"/>
                </a:moveTo>
                <a:lnTo>
                  <a:pt x="8420" y="0"/>
                </a:lnTo>
                <a:lnTo>
                  <a:pt x="6590" y="732"/>
                </a:lnTo>
                <a:lnTo>
                  <a:pt x="2929" y="2929"/>
                </a:lnTo>
                <a:lnTo>
                  <a:pt x="732" y="6590"/>
                </a:lnTo>
                <a:lnTo>
                  <a:pt x="0" y="8420"/>
                </a:lnTo>
                <a:lnTo>
                  <a:pt x="0" y="12814"/>
                </a:lnTo>
                <a:lnTo>
                  <a:pt x="732" y="14644"/>
                </a:lnTo>
                <a:lnTo>
                  <a:pt x="2929" y="18305"/>
                </a:lnTo>
                <a:lnTo>
                  <a:pt x="4759" y="19769"/>
                </a:lnTo>
                <a:lnTo>
                  <a:pt x="6590" y="20502"/>
                </a:lnTo>
                <a:lnTo>
                  <a:pt x="8420" y="21600"/>
                </a:lnTo>
                <a:lnTo>
                  <a:pt x="13180" y="21600"/>
                </a:lnTo>
                <a:lnTo>
                  <a:pt x="14644" y="20502"/>
                </a:lnTo>
                <a:lnTo>
                  <a:pt x="16475" y="19769"/>
                </a:lnTo>
                <a:lnTo>
                  <a:pt x="18305" y="18305"/>
                </a:lnTo>
                <a:lnTo>
                  <a:pt x="19769" y="16475"/>
                </a:lnTo>
                <a:lnTo>
                  <a:pt x="20868" y="14644"/>
                </a:lnTo>
                <a:lnTo>
                  <a:pt x="21600" y="12814"/>
                </a:lnTo>
                <a:lnTo>
                  <a:pt x="21600" y="8420"/>
                </a:lnTo>
                <a:lnTo>
                  <a:pt x="20868" y="6590"/>
                </a:lnTo>
                <a:lnTo>
                  <a:pt x="19769" y="4759"/>
                </a:lnTo>
                <a:lnTo>
                  <a:pt x="18305" y="2929"/>
                </a:lnTo>
                <a:lnTo>
                  <a:pt x="14644" y="732"/>
                </a:lnTo>
                <a:lnTo>
                  <a:pt x="13180" y="0"/>
                </a:lnTo>
                <a:lnTo>
                  <a:pt x="10617" y="0"/>
                </a:lnTo>
                <a:close/>
                <a:moveTo>
                  <a:pt x="7322" y="6956"/>
                </a:moveTo>
                <a:lnTo>
                  <a:pt x="6224" y="6956"/>
                </a:lnTo>
                <a:lnTo>
                  <a:pt x="5492" y="6224"/>
                </a:lnTo>
                <a:lnTo>
                  <a:pt x="5492" y="4393"/>
                </a:lnTo>
                <a:lnTo>
                  <a:pt x="6224" y="3661"/>
                </a:lnTo>
                <a:lnTo>
                  <a:pt x="8054" y="3661"/>
                </a:lnTo>
                <a:lnTo>
                  <a:pt x="8786" y="4393"/>
                </a:lnTo>
                <a:lnTo>
                  <a:pt x="8786" y="6224"/>
                </a:lnTo>
                <a:lnTo>
                  <a:pt x="8054" y="6956"/>
                </a:lnTo>
                <a:lnTo>
                  <a:pt x="7322" y="6956"/>
                </a:lnTo>
                <a:close/>
                <a:moveTo>
                  <a:pt x="10617" y="12447"/>
                </a:moveTo>
                <a:lnTo>
                  <a:pt x="9885" y="12447"/>
                </a:lnTo>
                <a:lnTo>
                  <a:pt x="9519" y="12081"/>
                </a:lnTo>
                <a:lnTo>
                  <a:pt x="8786" y="11715"/>
                </a:lnTo>
                <a:lnTo>
                  <a:pt x="8786" y="9885"/>
                </a:lnTo>
                <a:lnTo>
                  <a:pt x="9519" y="9519"/>
                </a:lnTo>
                <a:lnTo>
                  <a:pt x="9885" y="8786"/>
                </a:lnTo>
                <a:lnTo>
                  <a:pt x="11715" y="8786"/>
                </a:lnTo>
                <a:lnTo>
                  <a:pt x="12081" y="9519"/>
                </a:lnTo>
                <a:lnTo>
                  <a:pt x="12447" y="9885"/>
                </a:lnTo>
                <a:lnTo>
                  <a:pt x="12447" y="11715"/>
                </a:lnTo>
                <a:lnTo>
                  <a:pt x="11715" y="12447"/>
                </a:lnTo>
                <a:lnTo>
                  <a:pt x="10617" y="12447"/>
                </a:lnTo>
                <a:close/>
                <a:moveTo>
                  <a:pt x="14278" y="6956"/>
                </a:moveTo>
                <a:lnTo>
                  <a:pt x="13546" y="6956"/>
                </a:lnTo>
                <a:lnTo>
                  <a:pt x="13180" y="6590"/>
                </a:lnTo>
                <a:lnTo>
                  <a:pt x="12447" y="6224"/>
                </a:lnTo>
                <a:lnTo>
                  <a:pt x="12447" y="4393"/>
                </a:lnTo>
                <a:lnTo>
                  <a:pt x="13180" y="4027"/>
                </a:lnTo>
                <a:lnTo>
                  <a:pt x="13546" y="3661"/>
                </a:lnTo>
                <a:lnTo>
                  <a:pt x="15376" y="3661"/>
                </a:lnTo>
                <a:lnTo>
                  <a:pt x="16108" y="4393"/>
                </a:lnTo>
                <a:lnTo>
                  <a:pt x="16108" y="6224"/>
                </a:lnTo>
                <a:lnTo>
                  <a:pt x="15376" y="6956"/>
                </a:lnTo>
                <a:lnTo>
                  <a:pt x="14278" y="695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p51"/>
          <p:cNvSpPr/>
          <p:nvPr/>
        </p:nvSpPr>
        <p:spPr>
          <a:xfrm>
            <a:off x="19638434" y="2895599"/>
            <a:ext cx="270918" cy="207414"/>
          </a:xfrm>
          <a:custGeom>
            <a:rect b="b" l="l" r="r" t="t"/>
            <a:pathLst>
              <a:path extrusionOk="0" h="21600" w="21600">
                <a:moveTo>
                  <a:pt x="4725" y="21600"/>
                </a:moveTo>
                <a:lnTo>
                  <a:pt x="8100" y="20736"/>
                </a:lnTo>
                <a:lnTo>
                  <a:pt x="10462" y="18576"/>
                </a:lnTo>
                <a:lnTo>
                  <a:pt x="13500" y="16416"/>
                </a:lnTo>
                <a:lnTo>
                  <a:pt x="15525" y="14256"/>
                </a:lnTo>
                <a:lnTo>
                  <a:pt x="17550" y="11664"/>
                </a:lnTo>
                <a:lnTo>
                  <a:pt x="19238" y="8640"/>
                </a:lnTo>
                <a:lnTo>
                  <a:pt x="20925" y="5184"/>
                </a:lnTo>
                <a:lnTo>
                  <a:pt x="21600" y="2592"/>
                </a:lnTo>
                <a:lnTo>
                  <a:pt x="19575" y="864"/>
                </a:lnTo>
                <a:lnTo>
                  <a:pt x="17550" y="0"/>
                </a:lnTo>
                <a:lnTo>
                  <a:pt x="14850" y="6912"/>
                </a:lnTo>
                <a:lnTo>
                  <a:pt x="13163" y="9504"/>
                </a:lnTo>
                <a:lnTo>
                  <a:pt x="10800" y="12096"/>
                </a:lnTo>
                <a:lnTo>
                  <a:pt x="8775" y="14256"/>
                </a:lnTo>
                <a:lnTo>
                  <a:pt x="6075" y="16416"/>
                </a:lnTo>
                <a:lnTo>
                  <a:pt x="3375" y="17280"/>
                </a:lnTo>
                <a:lnTo>
                  <a:pt x="0" y="18576"/>
                </a:lnTo>
                <a:lnTo>
                  <a:pt x="2362" y="20304"/>
                </a:lnTo>
                <a:lnTo>
                  <a:pt x="4725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9" name="Google Shape;1909;p51"/>
          <p:cNvSpPr/>
          <p:nvPr/>
        </p:nvSpPr>
        <p:spPr>
          <a:xfrm>
            <a:off x="19727333" y="2882901"/>
            <a:ext cx="105840" cy="88884"/>
          </a:xfrm>
          <a:custGeom>
            <a:rect b="b" l="l" r="r" t="t"/>
            <a:pathLst>
              <a:path extrusionOk="0" h="21600" w="21600">
                <a:moveTo>
                  <a:pt x="0" y="3086"/>
                </a:moveTo>
                <a:lnTo>
                  <a:pt x="4500" y="13371"/>
                </a:lnTo>
                <a:lnTo>
                  <a:pt x="9900" y="21600"/>
                </a:lnTo>
                <a:lnTo>
                  <a:pt x="17100" y="13371"/>
                </a:lnTo>
                <a:lnTo>
                  <a:pt x="21600" y="2057"/>
                </a:lnTo>
                <a:lnTo>
                  <a:pt x="9900" y="0"/>
                </a:lnTo>
                <a:lnTo>
                  <a:pt x="0" y="308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0" name="Google Shape;1910;p51"/>
          <p:cNvSpPr/>
          <p:nvPr/>
        </p:nvSpPr>
        <p:spPr>
          <a:xfrm>
            <a:off x="19625733" y="2713567"/>
            <a:ext cx="118530" cy="309042"/>
          </a:xfrm>
          <a:custGeom>
            <a:rect b="b" l="l" r="r" t="t"/>
            <a:pathLst>
              <a:path extrusionOk="0" h="21600" w="21600">
                <a:moveTo>
                  <a:pt x="21600" y="19200"/>
                </a:moveTo>
                <a:lnTo>
                  <a:pt x="17600" y="17400"/>
                </a:lnTo>
                <a:lnTo>
                  <a:pt x="15200" y="15300"/>
                </a:lnTo>
                <a:lnTo>
                  <a:pt x="12000" y="12900"/>
                </a:lnTo>
                <a:lnTo>
                  <a:pt x="9600" y="10500"/>
                </a:lnTo>
                <a:lnTo>
                  <a:pt x="8800" y="7800"/>
                </a:lnTo>
                <a:lnTo>
                  <a:pt x="8800" y="5100"/>
                </a:lnTo>
                <a:lnTo>
                  <a:pt x="9600" y="2700"/>
                </a:lnTo>
                <a:lnTo>
                  <a:pt x="12000" y="0"/>
                </a:lnTo>
                <a:lnTo>
                  <a:pt x="6400" y="1200"/>
                </a:lnTo>
                <a:lnTo>
                  <a:pt x="800" y="2700"/>
                </a:lnTo>
                <a:lnTo>
                  <a:pt x="0" y="5100"/>
                </a:lnTo>
                <a:lnTo>
                  <a:pt x="0" y="10500"/>
                </a:lnTo>
                <a:lnTo>
                  <a:pt x="2400" y="12900"/>
                </a:lnTo>
                <a:lnTo>
                  <a:pt x="4000" y="15300"/>
                </a:lnTo>
                <a:lnTo>
                  <a:pt x="7200" y="17400"/>
                </a:lnTo>
                <a:lnTo>
                  <a:pt x="9600" y="19200"/>
                </a:lnTo>
                <a:lnTo>
                  <a:pt x="13600" y="21600"/>
                </a:lnTo>
                <a:lnTo>
                  <a:pt x="21600" y="192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1" name="Google Shape;1911;p51"/>
          <p:cNvSpPr/>
          <p:nvPr/>
        </p:nvSpPr>
        <p:spPr>
          <a:xfrm>
            <a:off x="19714634" y="2802466"/>
            <a:ext cx="275184" cy="118530"/>
          </a:xfrm>
          <a:custGeom>
            <a:rect b="b" l="l" r="r" t="t"/>
            <a:pathLst>
              <a:path extrusionOk="0" h="21600" w="21600">
                <a:moveTo>
                  <a:pt x="21600" y="19366"/>
                </a:moveTo>
                <a:lnTo>
                  <a:pt x="21600" y="14897"/>
                </a:lnTo>
                <a:lnTo>
                  <a:pt x="21262" y="9683"/>
                </a:lnTo>
                <a:lnTo>
                  <a:pt x="18562" y="7448"/>
                </a:lnTo>
                <a:lnTo>
                  <a:pt x="16200" y="4469"/>
                </a:lnTo>
                <a:lnTo>
                  <a:pt x="13162" y="1490"/>
                </a:lnTo>
                <a:lnTo>
                  <a:pt x="10800" y="745"/>
                </a:lnTo>
                <a:lnTo>
                  <a:pt x="8100" y="0"/>
                </a:lnTo>
                <a:lnTo>
                  <a:pt x="2700" y="0"/>
                </a:lnTo>
                <a:lnTo>
                  <a:pt x="0" y="745"/>
                </a:lnTo>
                <a:lnTo>
                  <a:pt x="337" y="9683"/>
                </a:lnTo>
                <a:lnTo>
                  <a:pt x="5737" y="8193"/>
                </a:lnTo>
                <a:lnTo>
                  <a:pt x="8775" y="8938"/>
                </a:lnTo>
                <a:lnTo>
                  <a:pt x="11475" y="9683"/>
                </a:lnTo>
                <a:lnTo>
                  <a:pt x="14175" y="11917"/>
                </a:lnTo>
                <a:lnTo>
                  <a:pt x="18900" y="17876"/>
                </a:lnTo>
                <a:lnTo>
                  <a:pt x="21600" y="21600"/>
                </a:lnTo>
                <a:lnTo>
                  <a:pt x="21600" y="1936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2" name="Google Shape;1912;p51"/>
          <p:cNvSpPr/>
          <p:nvPr/>
        </p:nvSpPr>
        <p:spPr>
          <a:xfrm>
            <a:off x="19714634" y="2700866"/>
            <a:ext cx="249750" cy="101628"/>
          </a:xfrm>
          <a:custGeom>
            <a:rect b="b" l="l" r="r" t="t"/>
            <a:pathLst>
              <a:path extrusionOk="0" h="21600" w="21600">
                <a:moveTo>
                  <a:pt x="0" y="14954"/>
                </a:moveTo>
                <a:lnTo>
                  <a:pt x="4926" y="13292"/>
                </a:lnTo>
                <a:lnTo>
                  <a:pt x="10611" y="13292"/>
                </a:lnTo>
                <a:lnTo>
                  <a:pt x="16295" y="16615"/>
                </a:lnTo>
                <a:lnTo>
                  <a:pt x="21600" y="21600"/>
                </a:lnTo>
                <a:lnTo>
                  <a:pt x="20084" y="17446"/>
                </a:lnTo>
                <a:lnTo>
                  <a:pt x="18568" y="12462"/>
                </a:lnTo>
                <a:lnTo>
                  <a:pt x="16674" y="9138"/>
                </a:lnTo>
                <a:lnTo>
                  <a:pt x="14779" y="6646"/>
                </a:lnTo>
                <a:lnTo>
                  <a:pt x="12505" y="3323"/>
                </a:lnTo>
                <a:lnTo>
                  <a:pt x="7958" y="1662"/>
                </a:lnTo>
                <a:lnTo>
                  <a:pt x="4926" y="0"/>
                </a:lnTo>
                <a:lnTo>
                  <a:pt x="1895" y="1662"/>
                </a:lnTo>
                <a:lnTo>
                  <a:pt x="379" y="7477"/>
                </a:lnTo>
                <a:lnTo>
                  <a:pt x="0" y="1495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3" name="Google Shape;1913;p51"/>
          <p:cNvSpPr/>
          <p:nvPr/>
        </p:nvSpPr>
        <p:spPr>
          <a:xfrm>
            <a:off x="19756969" y="2933701"/>
            <a:ext cx="232848" cy="194724"/>
          </a:xfrm>
          <a:custGeom>
            <a:rect b="b" l="l" r="r" t="t"/>
            <a:pathLst>
              <a:path extrusionOk="0" h="21600" w="21600">
                <a:moveTo>
                  <a:pt x="17600" y="0"/>
                </a:moveTo>
                <a:lnTo>
                  <a:pt x="16400" y="2945"/>
                </a:lnTo>
                <a:lnTo>
                  <a:pt x="14800" y="6382"/>
                </a:lnTo>
                <a:lnTo>
                  <a:pt x="13200" y="9327"/>
                </a:lnTo>
                <a:lnTo>
                  <a:pt x="11200" y="12764"/>
                </a:lnTo>
                <a:lnTo>
                  <a:pt x="8400" y="14727"/>
                </a:lnTo>
                <a:lnTo>
                  <a:pt x="6000" y="17182"/>
                </a:lnTo>
                <a:lnTo>
                  <a:pt x="3200" y="19636"/>
                </a:lnTo>
                <a:lnTo>
                  <a:pt x="0" y="21600"/>
                </a:lnTo>
                <a:lnTo>
                  <a:pt x="3600" y="21600"/>
                </a:lnTo>
                <a:lnTo>
                  <a:pt x="7200" y="21109"/>
                </a:lnTo>
                <a:lnTo>
                  <a:pt x="13600" y="17182"/>
                </a:lnTo>
                <a:lnTo>
                  <a:pt x="16000" y="14727"/>
                </a:lnTo>
                <a:lnTo>
                  <a:pt x="18400" y="11291"/>
                </a:lnTo>
                <a:lnTo>
                  <a:pt x="20000" y="7855"/>
                </a:lnTo>
                <a:lnTo>
                  <a:pt x="21600" y="3927"/>
                </a:lnTo>
                <a:lnTo>
                  <a:pt x="17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4" name="Google Shape;1914;p51"/>
          <p:cNvSpPr/>
          <p:nvPr/>
        </p:nvSpPr>
        <p:spPr>
          <a:xfrm>
            <a:off x="19562234" y="2789767"/>
            <a:ext cx="114318" cy="262494"/>
          </a:xfrm>
          <a:custGeom>
            <a:rect b="b" l="l" r="r" t="t"/>
            <a:pathLst>
              <a:path extrusionOk="0" h="21600" w="21600">
                <a:moveTo>
                  <a:pt x="21600" y="20483"/>
                </a:moveTo>
                <a:lnTo>
                  <a:pt x="15785" y="16014"/>
                </a:lnTo>
                <a:lnTo>
                  <a:pt x="9969" y="10800"/>
                </a:lnTo>
                <a:lnTo>
                  <a:pt x="7477" y="5214"/>
                </a:lnTo>
                <a:lnTo>
                  <a:pt x="7477" y="0"/>
                </a:lnTo>
                <a:lnTo>
                  <a:pt x="4154" y="2234"/>
                </a:lnTo>
                <a:lnTo>
                  <a:pt x="2492" y="4469"/>
                </a:lnTo>
                <a:lnTo>
                  <a:pt x="0" y="7076"/>
                </a:lnTo>
                <a:lnTo>
                  <a:pt x="0" y="10055"/>
                </a:lnTo>
                <a:lnTo>
                  <a:pt x="831" y="13034"/>
                </a:lnTo>
                <a:lnTo>
                  <a:pt x="2492" y="16386"/>
                </a:lnTo>
                <a:lnTo>
                  <a:pt x="4985" y="18993"/>
                </a:lnTo>
                <a:lnTo>
                  <a:pt x="9138" y="21600"/>
                </a:lnTo>
                <a:lnTo>
                  <a:pt x="15785" y="21600"/>
                </a:lnTo>
                <a:lnTo>
                  <a:pt x="21600" y="2048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5" name="Google Shape;1915;p51"/>
          <p:cNvSpPr/>
          <p:nvPr/>
        </p:nvSpPr>
        <p:spPr>
          <a:xfrm>
            <a:off x="17741902" y="2738967"/>
            <a:ext cx="232848" cy="33868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5742"/>
                </a:lnTo>
                <a:lnTo>
                  <a:pt x="2400" y="6562"/>
                </a:lnTo>
                <a:lnTo>
                  <a:pt x="4400" y="7382"/>
                </a:lnTo>
                <a:lnTo>
                  <a:pt x="5200" y="9296"/>
                </a:lnTo>
                <a:lnTo>
                  <a:pt x="6000" y="10937"/>
                </a:lnTo>
                <a:lnTo>
                  <a:pt x="4400" y="14218"/>
                </a:lnTo>
                <a:lnTo>
                  <a:pt x="2400" y="15311"/>
                </a:lnTo>
                <a:lnTo>
                  <a:pt x="0" y="15858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6132"/>
                </a:lnTo>
                <a:lnTo>
                  <a:pt x="13600" y="16132"/>
                </a:lnTo>
                <a:lnTo>
                  <a:pt x="13600" y="5468"/>
                </a:lnTo>
                <a:lnTo>
                  <a:pt x="21600" y="5468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51"/>
          <p:cNvSpPr/>
          <p:nvPr/>
        </p:nvSpPr>
        <p:spPr>
          <a:xfrm>
            <a:off x="17470969" y="2738967"/>
            <a:ext cx="232848" cy="338688"/>
          </a:xfrm>
          <a:custGeom>
            <a:rect b="b" l="l" r="r" t="t"/>
            <a:pathLst>
              <a:path extrusionOk="0" h="21600" w="21600">
                <a:moveTo>
                  <a:pt x="15600" y="10937"/>
                </a:moveTo>
                <a:lnTo>
                  <a:pt x="16000" y="9296"/>
                </a:lnTo>
                <a:lnTo>
                  <a:pt x="17200" y="7382"/>
                </a:lnTo>
                <a:lnTo>
                  <a:pt x="19200" y="6562"/>
                </a:lnTo>
                <a:lnTo>
                  <a:pt x="21600" y="5742"/>
                </a:lnTo>
                <a:lnTo>
                  <a:pt x="21600" y="0"/>
                </a:lnTo>
                <a:lnTo>
                  <a:pt x="0" y="0"/>
                </a:lnTo>
                <a:lnTo>
                  <a:pt x="0" y="5468"/>
                </a:lnTo>
                <a:lnTo>
                  <a:pt x="7600" y="5468"/>
                </a:lnTo>
                <a:lnTo>
                  <a:pt x="7600" y="16132"/>
                </a:lnTo>
                <a:lnTo>
                  <a:pt x="0" y="1613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5858"/>
                </a:lnTo>
                <a:lnTo>
                  <a:pt x="19200" y="15311"/>
                </a:lnTo>
                <a:lnTo>
                  <a:pt x="17200" y="14218"/>
                </a:lnTo>
                <a:lnTo>
                  <a:pt x="16000" y="12577"/>
                </a:lnTo>
                <a:lnTo>
                  <a:pt x="15600" y="1093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7" name="Google Shape;1917;p51"/>
          <p:cNvSpPr/>
          <p:nvPr/>
        </p:nvSpPr>
        <p:spPr>
          <a:xfrm>
            <a:off x="17470969" y="2870199"/>
            <a:ext cx="38100" cy="888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18" name="Google Shape;1918;p51"/>
          <p:cNvSpPr/>
          <p:nvPr/>
        </p:nvSpPr>
        <p:spPr>
          <a:xfrm>
            <a:off x="17936634" y="2870199"/>
            <a:ext cx="38100" cy="888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19" name="Google Shape;1919;p51"/>
          <p:cNvSpPr/>
          <p:nvPr/>
        </p:nvSpPr>
        <p:spPr>
          <a:xfrm>
            <a:off x="17678400" y="2870199"/>
            <a:ext cx="88884" cy="8888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19440" y="6480"/>
                </a:lnTo>
                <a:lnTo>
                  <a:pt x="18360" y="2160"/>
                </a:lnTo>
                <a:lnTo>
                  <a:pt x="15120" y="1080"/>
                </a:lnTo>
                <a:lnTo>
                  <a:pt x="10800" y="0"/>
                </a:lnTo>
                <a:lnTo>
                  <a:pt x="2160" y="2160"/>
                </a:lnTo>
                <a:lnTo>
                  <a:pt x="0" y="10800"/>
                </a:lnTo>
                <a:lnTo>
                  <a:pt x="1080" y="14040"/>
                </a:lnTo>
                <a:lnTo>
                  <a:pt x="2160" y="18360"/>
                </a:lnTo>
                <a:lnTo>
                  <a:pt x="6480" y="19440"/>
                </a:lnTo>
                <a:lnTo>
                  <a:pt x="10800" y="21600"/>
                </a:lnTo>
                <a:lnTo>
                  <a:pt x="15120" y="19440"/>
                </a:lnTo>
                <a:lnTo>
                  <a:pt x="18360" y="18360"/>
                </a:lnTo>
                <a:lnTo>
                  <a:pt x="19440" y="1404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p51"/>
          <p:cNvSpPr/>
          <p:nvPr/>
        </p:nvSpPr>
        <p:spPr>
          <a:xfrm>
            <a:off x="20624800" y="2700866"/>
            <a:ext cx="351378" cy="440262"/>
          </a:xfrm>
          <a:custGeom>
            <a:rect b="b" l="l" r="r" t="t"/>
            <a:pathLst>
              <a:path extrusionOk="0" h="21600" w="21600">
                <a:moveTo>
                  <a:pt x="21600" y="7412"/>
                </a:moveTo>
                <a:lnTo>
                  <a:pt x="21600" y="6141"/>
                </a:lnTo>
                <a:lnTo>
                  <a:pt x="20780" y="4871"/>
                </a:lnTo>
                <a:lnTo>
                  <a:pt x="20233" y="3812"/>
                </a:lnTo>
                <a:lnTo>
                  <a:pt x="19413" y="2753"/>
                </a:lnTo>
                <a:lnTo>
                  <a:pt x="18592" y="1906"/>
                </a:lnTo>
                <a:lnTo>
                  <a:pt x="17225" y="1271"/>
                </a:lnTo>
                <a:lnTo>
                  <a:pt x="15858" y="424"/>
                </a:lnTo>
                <a:lnTo>
                  <a:pt x="14218" y="0"/>
                </a:lnTo>
                <a:lnTo>
                  <a:pt x="14765" y="1482"/>
                </a:lnTo>
                <a:lnTo>
                  <a:pt x="15311" y="3388"/>
                </a:lnTo>
                <a:lnTo>
                  <a:pt x="15858" y="5506"/>
                </a:lnTo>
                <a:lnTo>
                  <a:pt x="15858" y="7412"/>
                </a:lnTo>
                <a:lnTo>
                  <a:pt x="15311" y="11435"/>
                </a:lnTo>
                <a:lnTo>
                  <a:pt x="11484" y="18424"/>
                </a:lnTo>
                <a:lnTo>
                  <a:pt x="10116" y="18424"/>
                </a:lnTo>
                <a:lnTo>
                  <a:pt x="6015" y="11435"/>
                </a:lnTo>
                <a:lnTo>
                  <a:pt x="5742" y="7412"/>
                </a:lnTo>
                <a:lnTo>
                  <a:pt x="5742" y="5506"/>
                </a:lnTo>
                <a:lnTo>
                  <a:pt x="6015" y="3388"/>
                </a:lnTo>
                <a:lnTo>
                  <a:pt x="6562" y="1482"/>
                </a:lnTo>
                <a:lnTo>
                  <a:pt x="7382" y="0"/>
                </a:lnTo>
                <a:lnTo>
                  <a:pt x="5742" y="424"/>
                </a:lnTo>
                <a:lnTo>
                  <a:pt x="4375" y="1271"/>
                </a:lnTo>
                <a:lnTo>
                  <a:pt x="3008" y="1906"/>
                </a:lnTo>
                <a:lnTo>
                  <a:pt x="1914" y="2753"/>
                </a:lnTo>
                <a:lnTo>
                  <a:pt x="1367" y="3812"/>
                </a:lnTo>
                <a:lnTo>
                  <a:pt x="547" y="4871"/>
                </a:lnTo>
                <a:lnTo>
                  <a:pt x="0" y="6141"/>
                </a:lnTo>
                <a:lnTo>
                  <a:pt x="0" y="8471"/>
                </a:lnTo>
                <a:lnTo>
                  <a:pt x="273" y="9529"/>
                </a:lnTo>
                <a:lnTo>
                  <a:pt x="1641" y="11435"/>
                </a:lnTo>
                <a:lnTo>
                  <a:pt x="3281" y="12918"/>
                </a:lnTo>
                <a:lnTo>
                  <a:pt x="5195" y="14188"/>
                </a:lnTo>
                <a:lnTo>
                  <a:pt x="7656" y="18424"/>
                </a:lnTo>
                <a:lnTo>
                  <a:pt x="6562" y="18424"/>
                </a:lnTo>
                <a:lnTo>
                  <a:pt x="7929" y="21600"/>
                </a:lnTo>
                <a:lnTo>
                  <a:pt x="13397" y="21600"/>
                </a:lnTo>
                <a:lnTo>
                  <a:pt x="14765" y="18424"/>
                </a:lnTo>
                <a:lnTo>
                  <a:pt x="13671" y="18424"/>
                </a:lnTo>
                <a:lnTo>
                  <a:pt x="16132" y="14188"/>
                </a:lnTo>
                <a:lnTo>
                  <a:pt x="18046" y="12918"/>
                </a:lnTo>
                <a:lnTo>
                  <a:pt x="19959" y="11435"/>
                </a:lnTo>
                <a:lnTo>
                  <a:pt x="21053" y="9529"/>
                </a:lnTo>
                <a:lnTo>
                  <a:pt x="21600" y="8471"/>
                </a:lnTo>
                <a:lnTo>
                  <a:pt x="21600" y="741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1" name="Google Shape;1921;p51"/>
          <p:cNvSpPr/>
          <p:nvPr/>
        </p:nvSpPr>
        <p:spPr>
          <a:xfrm>
            <a:off x="20756034" y="2700866"/>
            <a:ext cx="88884" cy="309042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3745" y="21600"/>
                </a:lnTo>
                <a:lnTo>
                  <a:pt x="15709" y="20141"/>
                </a:lnTo>
                <a:lnTo>
                  <a:pt x="19636" y="18097"/>
                </a:lnTo>
                <a:lnTo>
                  <a:pt x="20618" y="14886"/>
                </a:lnTo>
                <a:lnTo>
                  <a:pt x="21600" y="10800"/>
                </a:lnTo>
                <a:lnTo>
                  <a:pt x="20618" y="7005"/>
                </a:lnTo>
                <a:lnTo>
                  <a:pt x="19636" y="3795"/>
                </a:lnTo>
                <a:lnTo>
                  <a:pt x="15709" y="1459"/>
                </a:lnTo>
                <a:lnTo>
                  <a:pt x="13745" y="0"/>
                </a:lnTo>
                <a:lnTo>
                  <a:pt x="8836" y="0"/>
                </a:lnTo>
                <a:lnTo>
                  <a:pt x="5891" y="1459"/>
                </a:lnTo>
                <a:lnTo>
                  <a:pt x="2945" y="3795"/>
                </a:lnTo>
                <a:lnTo>
                  <a:pt x="982" y="7005"/>
                </a:lnTo>
                <a:lnTo>
                  <a:pt x="0" y="10800"/>
                </a:lnTo>
                <a:lnTo>
                  <a:pt x="982" y="14886"/>
                </a:lnTo>
                <a:lnTo>
                  <a:pt x="2945" y="18097"/>
                </a:lnTo>
                <a:lnTo>
                  <a:pt x="5891" y="20141"/>
                </a:lnTo>
                <a:lnTo>
                  <a:pt x="8836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p51"/>
          <p:cNvSpPr/>
          <p:nvPr/>
        </p:nvSpPr>
        <p:spPr>
          <a:xfrm>
            <a:off x="14482233" y="3856567"/>
            <a:ext cx="182034" cy="38124"/>
          </a:xfrm>
          <a:custGeom>
            <a:rect b="b" l="l" r="r" t="t"/>
            <a:pathLst>
              <a:path extrusionOk="0" h="21600" w="21600">
                <a:moveTo>
                  <a:pt x="2455" y="21600"/>
                </a:moveTo>
                <a:lnTo>
                  <a:pt x="20618" y="21600"/>
                </a:lnTo>
                <a:lnTo>
                  <a:pt x="21109" y="17280"/>
                </a:lnTo>
                <a:lnTo>
                  <a:pt x="21600" y="15120"/>
                </a:lnTo>
                <a:lnTo>
                  <a:pt x="21600" y="4320"/>
                </a:lnTo>
                <a:lnTo>
                  <a:pt x="20618" y="0"/>
                </a:lnTo>
                <a:lnTo>
                  <a:pt x="982" y="0"/>
                </a:lnTo>
                <a:lnTo>
                  <a:pt x="0" y="4320"/>
                </a:lnTo>
                <a:lnTo>
                  <a:pt x="0" y="15120"/>
                </a:lnTo>
                <a:lnTo>
                  <a:pt x="491" y="17280"/>
                </a:lnTo>
                <a:lnTo>
                  <a:pt x="982" y="21600"/>
                </a:lnTo>
                <a:lnTo>
                  <a:pt x="2455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3" name="Google Shape;1923;p51"/>
          <p:cNvSpPr/>
          <p:nvPr/>
        </p:nvSpPr>
        <p:spPr>
          <a:xfrm>
            <a:off x="14740466" y="4013200"/>
            <a:ext cx="118530" cy="114318"/>
          </a:xfrm>
          <a:custGeom>
            <a:rect b="b" l="l" r="r" t="t"/>
            <a:pathLst>
              <a:path extrusionOk="0" h="21600" w="21600">
                <a:moveTo>
                  <a:pt x="2979" y="13292"/>
                </a:moveTo>
                <a:lnTo>
                  <a:pt x="0" y="13292"/>
                </a:lnTo>
                <a:lnTo>
                  <a:pt x="1490" y="16615"/>
                </a:lnTo>
                <a:lnTo>
                  <a:pt x="3724" y="19108"/>
                </a:lnTo>
                <a:lnTo>
                  <a:pt x="6703" y="20769"/>
                </a:lnTo>
                <a:lnTo>
                  <a:pt x="10428" y="21600"/>
                </a:lnTo>
                <a:lnTo>
                  <a:pt x="14897" y="20769"/>
                </a:lnTo>
                <a:lnTo>
                  <a:pt x="17876" y="18277"/>
                </a:lnTo>
                <a:lnTo>
                  <a:pt x="20855" y="14123"/>
                </a:lnTo>
                <a:lnTo>
                  <a:pt x="21600" y="9138"/>
                </a:lnTo>
                <a:lnTo>
                  <a:pt x="21600" y="5815"/>
                </a:lnTo>
                <a:lnTo>
                  <a:pt x="20855" y="4154"/>
                </a:lnTo>
                <a:lnTo>
                  <a:pt x="17876" y="0"/>
                </a:lnTo>
                <a:lnTo>
                  <a:pt x="15641" y="4985"/>
                </a:lnTo>
                <a:lnTo>
                  <a:pt x="8938" y="12462"/>
                </a:lnTo>
                <a:lnTo>
                  <a:pt x="2979" y="1329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51"/>
          <p:cNvSpPr/>
          <p:nvPr/>
        </p:nvSpPr>
        <p:spPr>
          <a:xfrm>
            <a:off x="14482233" y="4089400"/>
            <a:ext cx="118530" cy="38124"/>
          </a:xfrm>
          <a:custGeom>
            <a:rect b="b" l="l" r="r" t="t"/>
            <a:pathLst>
              <a:path extrusionOk="0" h="21600" w="21600">
                <a:moveTo>
                  <a:pt x="11200" y="21600"/>
                </a:moveTo>
                <a:lnTo>
                  <a:pt x="15200" y="19440"/>
                </a:lnTo>
                <a:lnTo>
                  <a:pt x="17600" y="15120"/>
                </a:lnTo>
                <a:lnTo>
                  <a:pt x="20800" y="8640"/>
                </a:lnTo>
                <a:lnTo>
                  <a:pt x="21600" y="0"/>
                </a:lnTo>
                <a:lnTo>
                  <a:pt x="0" y="0"/>
                </a:lnTo>
                <a:lnTo>
                  <a:pt x="800" y="8640"/>
                </a:lnTo>
                <a:lnTo>
                  <a:pt x="4000" y="15120"/>
                </a:lnTo>
                <a:lnTo>
                  <a:pt x="7200" y="19440"/>
                </a:lnTo>
                <a:lnTo>
                  <a:pt x="112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51"/>
          <p:cNvSpPr/>
          <p:nvPr/>
        </p:nvSpPr>
        <p:spPr>
          <a:xfrm>
            <a:off x="14431433" y="3763434"/>
            <a:ext cx="427572" cy="300564"/>
          </a:xfrm>
          <a:custGeom>
            <a:rect b="b" l="l" r="r" t="t"/>
            <a:pathLst>
              <a:path extrusionOk="0" h="21600" w="21600">
                <a:moveTo>
                  <a:pt x="19418" y="10330"/>
                </a:moveTo>
                <a:lnTo>
                  <a:pt x="19418" y="4696"/>
                </a:lnTo>
                <a:lnTo>
                  <a:pt x="19200" y="2817"/>
                </a:lnTo>
                <a:lnTo>
                  <a:pt x="17455" y="313"/>
                </a:lnTo>
                <a:lnTo>
                  <a:pt x="16145" y="0"/>
                </a:lnTo>
                <a:lnTo>
                  <a:pt x="13964" y="0"/>
                </a:lnTo>
                <a:lnTo>
                  <a:pt x="13964" y="3130"/>
                </a:lnTo>
                <a:lnTo>
                  <a:pt x="16800" y="3130"/>
                </a:lnTo>
                <a:lnTo>
                  <a:pt x="17236" y="3757"/>
                </a:lnTo>
                <a:lnTo>
                  <a:pt x="17236" y="17843"/>
                </a:lnTo>
                <a:lnTo>
                  <a:pt x="16800" y="18470"/>
                </a:lnTo>
                <a:lnTo>
                  <a:pt x="10691" y="18470"/>
                </a:lnTo>
                <a:lnTo>
                  <a:pt x="10691" y="10643"/>
                </a:lnTo>
                <a:lnTo>
                  <a:pt x="4364" y="10643"/>
                </a:lnTo>
                <a:lnTo>
                  <a:pt x="3273" y="11583"/>
                </a:lnTo>
                <a:lnTo>
                  <a:pt x="2400" y="11896"/>
                </a:lnTo>
                <a:lnTo>
                  <a:pt x="1745" y="13148"/>
                </a:lnTo>
                <a:lnTo>
                  <a:pt x="873" y="14400"/>
                </a:lnTo>
                <a:lnTo>
                  <a:pt x="655" y="15339"/>
                </a:lnTo>
                <a:lnTo>
                  <a:pt x="0" y="16904"/>
                </a:lnTo>
                <a:lnTo>
                  <a:pt x="0" y="21600"/>
                </a:lnTo>
                <a:lnTo>
                  <a:pt x="16145" y="21600"/>
                </a:lnTo>
                <a:lnTo>
                  <a:pt x="17455" y="21287"/>
                </a:lnTo>
                <a:lnTo>
                  <a:pt x="18327" y="20348"/>
                </a:lnTo>
                <a:lnTo>
                  <a:pt x="19200" y="18783"/>
                </a:lnTo>
                <a:lnTo>
                  <a:pt x="19418" y="16904"/>
                </a:lnTo>
                <a:lnTo>
                  <a:pt x="19418" y="14400"/>
                </a:lnTo>
                <a:lnTo>
                  <a:pt x="21600" y="15339"/>
                </a:lnTo>
                <a:lnTo>
                  <a:pt x="21600" y="9391"/>
                </a:lnTo>
                <a:lnTo>
                  <a:pt x="19418" y="1033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51"/>
          <p:cNvSpPr/>
          <p:nvPr/>
        </p:nvSpPr>
        <p:spPr>
          <a:xfrm>
            <a:off x="13457767" y="3738034"/>
            <a:ext cx="334422" cy="427572"/>
          </a:xfrm>
          <a:custGeom>
            <a:rect b="b" l="l" r="r" t="t"/>
            <a:pathLst>
              <a:path extrusionOk="0" h="21600" w="21600">
                <a:moveTo>
                  <a:pt x="18866" y="0"/>
                </a:moveTo>
                <a:lnTo>
                  <a:pt x="2734" y="0"/>
                </a:lnTo>
                <a:lnTo>
                  <a:pt x="1641" y="218"/>
                </a:lnTo>
                <a:lnTo>
                  <a:pt x="820" y="436"/>
                </a:lnTo>
                <a:lnTo>
                  <a:pt x="273" y="1309"/>
                </a:lnTo>
                <a:lnTo>
                  <a:pt x="0" y="2182"/>
                </a:lnTo>
                <a:lnTo>
                  <a:pt x="0" y="19418"/>
                </a:lnTo>
                <a:lnTo>
                  <a:pt x="273" y="20073"/>
                </a:lnTo>
                <a:lnTo>
                  <a:pt x="820" y="20945"/>
                </a:lnTo>
                <a:lnTo>
                  <a:pt x="1641" y="21164"/>
                </a:lnTo>
                <a:lnTo>
                  <a:pt x="2734" y="21600"/>
                </a:lnTo>
                <a:lnTo>
                  <a:pt x="3828" y="21164"/>
                </a:lnTo>
                <a:lnTo>
                  <a:pt x="4648" y="20945"/>
                </a:lnTo>
                <a:lnTo>
                  <a:pt x="5195" y="20073"/>
                </a:lnTo>
                <a:lnTo>
                  <a:pt x="5468" y="19418"/>
                </a:lnTo>
                <a:lnTo>
                  <a:pt x="16132" y="19418"/>
                </a:lnTo>
                <a:lnTo>
                  <a:pt x="16678" y="20073"/>
                </a:lnTo>
                <a:lnTo>
                  <a:pt x="16952" y="20945"/>
                </a:lnTo>
                <a:lnTo>
                  <a:pt x="18046" y="21164"/>
                </a:lnTo>
                <a:lnTo>
                  <a:pt x="18866" y="21600"/>
                </a:lnTo>
                <a:lnTo>
                  <a:pt x="19959" y="21164"/>
                </a:lnTo>
                <a:lnTo>
                  <a:pt x="21053" y="20945"/>
                </a:lnTo>
                <a:lnTo>
                  <a:pt x="21327" y="20073"/>
                </a:lnTo>
                <a:lnTo>
                  <a:pt x="21600" y="19418"/>
                </a:lnTo>
                <a:lnTo>
                  <a:pt x="21600" y="2182"/>
                </a:lnTo>
                <a:lnTo>
                  <a:pt x="21053" y="436"/>
                </a:lnTo>
                <a:lnTo>
                  <a:pt x="18866" y="0"/>
                </a:lnTo>
                <a:close/>
                <a:moveTo>
                  <a:pt x="2734" y="4364"/>
                </a:moveTo>
                <a:lnTo>
                  <a:pt x="18866" y="4364"/>
                </a:lnTo>
                <a:lnTo>
                  <a:pt x="18866" y="11782"/>
                </a:lnTo>
                <a:lnTo>
                  <a:pt x="2734" y="11782"/>
                </a:lnTo>
                <a:lnTo>
                  <a:pt x="2734" y="4364"/>
                </a:lnTo>
                <a:close/>
                <a:moveTo>
                  <a:pt x="4648" y="17236"/>
                </a:moveTo>
                <a:lnTo>
                  <a:pt x="4101" y="17236"/>
                </a:lnTo>
                <a:lnTo>
                  <a:pt x="3554" y="16582"/>
                </a:lnTo>
                <a:lnTo>
                  <a:pt x="2734" y="16145"/>
                </a:lnTo>
                <a:lnTo>
                  <a:pt x="2734" y="15055"/>
                </a:lnTo>
                <a:lnTo>
                  <a:pt x="3554" y="14618"/>
                </a:lnTo>
                <a:lnTo>
                  <a:pt x="4101" y="13964"/>
                </a:lnTo>
                <a:lnTo>
                  <a:pt x="5468" y="13964"/>
                </a:lnTo>
                <a:lnTo>
                  <a:pt x="6015" y="14618"/>
                </a:lnTo>
                <a:lnTo>
                  <a:pt x="6835" y="15055"/>
                </a:lnTo>
                <a:lnTo>
                  <a:pt x="6835" y="16145"/>
                </a:lnTo>
                <a:lnTo>
                  <a:pt x="6015" y="16582"/>
                </a:lnTo>
                <a:lnTo>
                  <a:pt x="5468" y="17236"/>
                </a:lnTo>
                <a:lnTo>
                  <a:pt x="4648" y="17236"/>
                </a:lnTo>
                <a:close/>
                <a:moveTo>
                  <a:pt x="14765" y="15709"/>
                </a:moveTo>
                <a:lnTo>
                  <a:pt x="14765" y="15055"/>
                </a:lnTo>
                <a:lnTo>
                  <a:pt x="15585" y="14618"/>
                </a:lnTo>
                <a:lnTo>
                  <a:pt x="16132" y="13964"/>
                </a:lnTo>
                <a:lnTo>
                  <a:pt x="17499" y="13964"/>
                </a:lnTo>
                <a:lnTo>
                  <a:pt x="18866" y="15055"/>
                </a:lnTo>
                <a:lnTo>
                  <a:pt x="18866" y="16145"/>
                </a:lnTo>
                <a:lnTo>
                  <a:pt x="17499" y="17236"/>
                </a:lnTo>
                <a:lnTo>
                  <a:pt x="16132" y="17236"/>
                </a:lnTo>
                <a:lnTo>
                  <a:pt x="15585" y="16582"/>
                </a:lnTo>
                <a:lnTo>
                  <a:pt x="14765" y="16145"/>
                </a:lnTo>
                <a:lnTo>
                  <a:pt x="14765" y="15709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7" name="Google Shape;1927;p51"/>
          <p:cNvSpPr/>
          <p:nvPr/>
        </p:nvSpPr>
        <p:spPr>
          <a:xfrm>
            <a:off x="13821833" y="3856567"/>
            <a:ext cx="38100" cy="762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28" name="Google Shape;1928;p51"/>
          <p:cNvSpPr/>
          <p:nvPr/>
        </p:nvSpPr>
        <p:spPr>
          <a:xfrm>
            <a:off x="13390033" y="3856567"/>
            <a:ext cx="42300" cy="762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29" name="Google Shape;1929;p51"/>
          <p:cNvSpPr/>
          <p:nvPr/>
        </p:nvSpPr>
        <p:spPr>
          <a:xfrm>
            <a:off x="15455902" y="3738034"/>
            <a:ext cx="427572" cy="414882"/>
          </a:xfrm>
          <a:custGeom>
            <a:rect b="b" l="l" r="r" t="t"/>
            <a:pathLst>
              <a:path extrusionOk="0" h="21600" w="21600">
                <a:moveTo>
                  <a:pt x="20509" y="11719"/>
                </a:moveTo>
                <a:lnTo>
                  <a:pt x="20509" y="6894"/>
                </a:lnTo>
                <a:lnTo>
                  <a:pt x="18327" y="6894"/>
                </a:lnTo>
                <a:lnTo>
                  <a:pt x="18327" y="11260"/>
                </a:lnTo>
                <a:lnTo>
                  <a:pt x="17236" y="11260"/>
                </a:lnTo>
                <a:lnTo>
                  <a:pt x="17236" y="4596"/>
                </a:lnTo>
                <a:lnTo>
                  <a:pt x="17018" y="3677"/>
                </a:lnTo>
                <a:lnTo>
                  <a:pt x="16582" y="2757"/>
                </a:lnTo>
                <a:lnTo>
                  <a:pt x="15927" y="2528"/>
                </a:lnTo>
                <a:lnTo>
                  <a:pt x="15055" y="2298"/>
                </a:lnTo>
                <a:lnTo>
                  <a:pt x="13964" y="2298"/>
                </a:lnTo>
                <a:lnTo>
                  <a:pt x="13964" y="0"/>
                </a:lnTo>
                <a:lnTo>
                  <a:pt x="7418" y="0"/>
                </a:lnTo>
                <a:lnTo>
                  <a:pt x="7418" y="2298"/>
                </a:lnTo>
                <a:lnTo>
                  <a:pt x="6545" y="2298"/>
                </a:lnTo>
                <a:lnTo>
                  <a:pt x="4800" y="2757"/>
                </a:lnTo>
                <a:lnTo>
                  <a:pt x="4364" y="4596"/>
                </a:lnTo>
                <a:lnTo>
                  <a:pt x="4364" y="11260"/>
                </a:lnTo>
                <a:lnTo>
                  <a:pt x="3273" y="11260"/>
                </a:lnTo>
                <a:lnTo>
                  <a:pt x="3273" y="6894"/>
                </a:lnTo>
                <a:lnTo>
                  <a:pt x="1091" y="6894"/>
                </a:lnTo>
                <a:lnTo>
                  <a:pt x="1091" y="11719"/>
                </a:lnTo>
                <a:lnTo>
                  <a:pt x="218" y="12409"/>
                </a:lnTo>
                <a:lnTo>
                  <a:pt x="0" y="13557"/>
                </a:lnTo>
                <a:lnTo>
                  <a:pt x="0" y="19302"/>
                </a:lnTo>
                <a:lnTo>
                  <a:pt x="2182" y="19302"/>
                </a:lnTo>
                <a:lnTo>
                  <a:pt x="2400" y="20221"/>
                </a:lnTo>
                <a:lnTo>
                  <a:pt x="2618" y="20911"/>
                </a:lnTo>
                <a:lnTo>
                  <a:pt x="3491" y="21140"/>
                </a:lnTo>
                <a:lnTo>
                  <a:pt x="4364" y="21600"/>
                </a:lnTo>
                <a:lnTo>
                  <a:pt x="5018" y="21140"/>
                </a:lnTo>
                <a:lnTo>
                  <a:pt x="5891" y="20911"/>
                </a:lnTo>
                <a:lnTo>
                  <a:pt x="6109" y="20221"/>
                </a:lnTo>
                <a:lnTo>
                  <a:pt x="6545" y="19302"/>
                </a:lnTo>
                <a:lnTo>
                  <a:pt x="15055" y="19302"/>
                </a:lnTo>
                <a:lnTo>
                  <a:pt x="15273" y="20221"/>
                </a:lnTo>
                <a:lnTo>
                  <a:pt x="15491" y="20911"/>
                </a:lnTo>
                <a:lnTo>
                  <a:pt x="16364" y="21140"/>
                </a:lnTo>
                <a:lnTo>
                  <a:pt x="17236" y="21600"/>
                </a:lnTo>
                <a:lnTo>
                  <a:pt x="18109" y="21140"/>
                </a:lnTo>
                <a:lnTo>
                  <a:pt x="18764" y="20911"/>
                </a:lnTo>
                <a:lnTo>
                  <a:pt x="18982" y="20221"/>
                </a:lnTo>
                <a:lnTo>
                  <a:pt x="19418" y="19302"/>
                </a:lnTo>
                <a:lnTo>
                  <a:pt x="21600" y="19302"/>
                </a:lnTo>
                <a:lnTo>
                  <a:pt x="21600" y="13557"/>
                </a:lnTo>
                <a:lnTo>
                  <a:pt x="21164" y="12409"/>
                </a:lnTo>
                <a:lnTo>
                  <a:pt x="20509" y="11719"/>
                </a:lnTo>
                <a:close/>
                <a:moveTo>
                  <a:pt x="4364" y="15855"/>
                </a:moveTo>
                <a:lnTo>
                  <a:pt x="4364" y="16545"/>
                </a:lnTo>
                <a:lnTo>
                  <a:pt x="3927" y="16774"/>
                </a:lnTo>
                <a:lnTo>
                  <a:pt x="3709" y="17004"/>
                </a:lnTo>
                <a:lnTo>
                  <a:pt x="2618" y="17004"/>
                </a:lnTo>
                <a:lnTo>
                  <a:pt x="2182" y="16545"/>
                </a:lnTo>
                <a:lnTo>
                  <a:pt x="2182" y="15396"/>
                </a:lnTo>
                <a:lnTo>
                  <a:pt x="2400" y="14936"/>
                </a:lnTo>
                <a:lnTo>
                  <a:pt x="2618" y="14706"/>
                </a:lnTo>
                <a:lnTo>
                  <a:pt x="3709" y="14706"/>
                </a:lnTo>
                <a:lnTo>
                  <a:pt x="4364" y="15396"/>
                </a:lnTo>
                <a:lnTo>
                  <a:pt x="4364" y="15855"/>
                </a:lnTo>
                <a:close/>
                <a:moveTo>
                  <a:pt x="9600" y="17004"/>
                </a:moveTo>
                <a:lnTo>
                  <a:pt x="7418" y="17004"/>
                </a:lnTo>
                <a:lnTo>
                  <a:pt x="7418" y="11260"/>
                </a:lnTo>
                <a:lnTo>
                  <a:pt x="9600" y="11260"/>
                </a:lnTo>
                <a:lnTo>
                  <a:pt x="9600" y="17004"/>
                </a:lnTo>
                <a:close/>
                <a:moveTo>
                  <a:pt x="13964" y="17004"/>
                </a:moveTo>
                <a:lnTo>
                  <a:pt x="11782" y="17004"/>
                </a:lnTo>
                <a:lnTo>
                  <a:pt x="11782" y="11260"/>
                </a:lnTo>
                <a:lnTo>
                  <a:pt x="13964" y="11260"/>
                </a:lnTo>
                <a:lnTo>
                  <a:pt x="13964" y="17004"/>
                </a:lnTo>
                <a:close/>
                <a:moveTo>
                  <a:pt x="6545" y="8043"/>
                </a:moveTo>
                <a:lnTo>
                  <a:pt x="6545" y="5745"/>
                </a:lnTo>
                <a:lnTo>
                  <a:pt x="15055" y="5745"/>
                </a:lnTo>
                <a:lnTo>
                  <a:pt x="15055" y="8043"/>
                </a:lnTo>
                <a:lnTo>
                  <a:pt x="6545" y="8043"/>
                </a:lnTo>
                <a:close/>
                <a:moveTo>
                  <a:pt x="18327" y="17004"/>
                </a:moveTo>
                <a:lnTo>
                  <a:pt x="17673" y="17004"/>
                </a:lnTo>
                <a:lnTo>
                  <a:pt x="17236" y="16545"/>
                </a:lnTo>
                <a:lnTo>
                  <a:pt x="17236" y="15396"/>
                </a:lnTo>
                <a:lnTo>
                  <a:pt x="17455" y="14936"/>
                </a:lnTo>
                <a:lnTo>
                  <a:pt x="17673" y="14706"/>
                </a:lnTo>
                <a:lnTo>
                  <a:pt x="18764" y="14706"/>
                </a:lnTo>
                <a:lnTo>
                  <a:pt x="19418" y="15396"/>
                </a:lnTo>
                <a:lnTo>
                  <a:pt x="19418" y="16545"/>
                </a:lnTo>
                <a:lnTo>
                  <a:pt x="18982" y="16774"/>
                </a:lnTo>
                <a:lnTo>
                  <a:pt x="18764" y="17004"/>
                </a:lnTo>
                <a:lnTo>
                  <a:pt x="18327" y="1700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51"/>
          <p:cNvSpPr/>
          <p:nvPr/>
        </p:nvSpPr>
        <p:spPr>
          <a:xfrm>
            <a:off x="16768233" y="4064000"/>
            <a:ext cx="76194" cy="8888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" y="2160"/>
                </a:lnTo>
                <a:lnTo>
                  <a:pt x="0" y="10800"/>
                </a:lnTo>
                <a:lnTo>
                  <a:pt x="1080" y="15120"/>
                </a:lnTo>
                <a:lnTo>
                  <a:pt x="2160" y="18360"/>
                </a:lnTo>
                <a:lnTo>
                  <a:pt x="6480" y="19440"/>
                </a:lnTo>
                <a:lnTo>
                  <a:pt x="10800" y="21600"/>
                </a:lnTo>
                <a:lnTo>
                  <a:pt x="14040" y="19440"/>
                </a:lnTo>
                <a:lnTo>
                  <a:pt x="18360" y="18360"/>
                </a:lnTo>
                <a:lnTo>
                  <a:pt x="19440" y="15120"/>
                </a:lnTo>
                <a:lnTo>
                  <a:pt x="21600" y="10800"/>
                </a:lnTo>
                <a:lnTo>
                  <a:pt x="19440" y="6480"/>
                </a:lnTo>
                <a:lnTo>
                  <a:pt x="18360" y="2160"/>
                </a:lnTo>
                <a:lnTo>
                  <a:pt x="14040" y="108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1" name="Google Shape;1931;p51"/>
          <p:cNvSpPr/>
          <p:nvPr/>
        </p:nvSpPr>
        <p:spPr>
          <a:xfrm>
            <a:off x="16573502" y="4064000"/>
            <a:ext cx="76194" cy="8888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7560" y="1080"/>
                </a:lnTo>
                <a:lnTo>
                  <a:pt x="3240" y="2160"/>
                </a:lnTo>
                <a:lnTo>
                  <a:pt x="2160" y="6480"/>
                </a:lnTo>
                <a:lnTo>
                  <a:pt x="0" y="10800"/>
                </a:lnTo>
                <a:lnTo>
                  <a:pt x="2160" y="15120"/>
                </a:lnTo>
                <a:lnTo>
                  <a:pt x="3240" y="18360"/>
                </a:lnTo>
                <a:lnTo>
                  <a:pt x="7560" y="19440"/>
                </a:lnTo>
                <a:lnTo>
                  <a:pt x="10800" y="21600"/>
                </a:lnTo>
                <a:lnTo>
                  <a:pt x="15120" y="19440"/>
                </a:lnTo>
                <a:lnTo>
                  <a:pt x="19440" y="18360"/>
                </a:lnTo>
                <a:lnTo>
                  <a:pt x="20520" y="15120"/>
                </a:lnTo>
                <a:lnTo>
                  <a:pt x="21600" y="10800"/>
                </a:lnTo>
                <a:lnTo>
                  <a:pt x="19440" y="216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51"/>
          <p:cNvSpPr/>
          <p:nvPr/>
        </p:nvSpPr>
        <p:spPr>
          <a:xfrm>
            <a:off x="16510000" y="3831167"/>
            <a:ext cx="402192" cy="270918"/>
          </a:xfrm>
          <a:custGeom>
            <a:rect b="b" l="l" r="r" t="t"/>
            <a:pathLst>
              <a:path extrusionOk="0" h="21600" w="21600">
                <a:moveTo>
                  <a:pt x="19510" y="5400"/>
                </a:moveTo>
                <a:lnTo>
                  <a:pt x="17884" y="3375"/>
                </a:lnTo>
                <a:lnTo>
                  <a:pt x="16490" y="1687"/>
                </a:lnTo>
                <a:lnTo>
                  <a:pt x="14632" y="337"/>
                </a:lnTo>
                <a:lnTo>
                  <a:pt x="12542" y="0"/>
                </a:lnTo>
                <a:lnTo>
                  <a:pt x="9290" y="675"/>
                </a:lnTo>
                <a:lnTo>
                  <a:pt x="6503" y="3375"/>
                </a:lnTo>
                <a:lnTo>
                  <a:pt x="5342" y="5062"/>
                </a:lnTo>
                <a:lnTo>
                  <a:pt x="4413" y="7087"/>
                </a:lnTo>
                <a:lnTo>
                  <a:pt x="3948" y="9112"/>
                </a:lnTo>
                <a:lnTo>
                  <a:pt x="3252" y="11138"/>
                </a:lnTo>
                <a:lnTo>
                  <a:pt x="3252" y="11475"/>
                </a:lnTo>
                <a:lnTo>
                  <a:pt x="2323" y="11475"/>
                </a:lnTo>
                <a:lnTo>
                  <a:pt x="1394" y="11813"/>
                </a:lnTo>
                <a:lnTo>
                  <a:pt x="465" y="12488"/>
                </a:lnTo>
                <a:lnTo>
                  <a:pt x="232" y="13500"/>
                </a:lnTo>
                <a:lnTo>
                  <a:pt x="0" y="14850"/>
                </a:lnTo>
                <a:lnTo>
                  <a:pt x="0" y="20588"/>
                </a:lnTo>
                <a:lnTo>
                  <a:pt x="232" y="21263"/>
                </a:lnTo>
                <a:lnTo>
                  <a:pt x="465" y="21600"/>
                </a:lnTo>
                <a:lnTo>
                  <a:pt x="2323" y="21600"/>
                </a:lnTo>
                <a:lnTo>
                  <a:pt x="2555" y="19575"/>
                </a:lnTo>
                <a:lnTo>
                  <a:pt x="3252" y="18225"/>
                </a:lnTo>
                <a:lnTo>
                  <a:pt x="4181" y="16875"/>
                </a:lnTo>
                <a:lnTo>
                  <a:pt x="5574" y="16538"/>
                </a:lnTo>
                <a:lnTo>
                  <a:pt x="6968" y="16875"/>
                </a:lnTo>
                <a:lnTo>
                  <a:pt x="8826" y="19575"/>
                </a:lnTo>
                <a:lnTo>
                  <a:pt x="9058" y="21600"/>
                </a:lnTo>
                <a:lnTo>
                  <a:pt x="12542" y="21600"/>
                </a:lnTo>
                <a:lnTo>
                  <a:pt x="12774" y="19575"/>
                </a:lnTo>
                <a:lnTo>
                  <a:pt x="14632" y="16875"/>
                </a:lnTo>
                <a:lnTo>
                  <a:pt x="16026" y="16538"/>
                </a:lnTo>
                <a:lnTo>
                  <a:pt x="17419" y="16875"/>
                </a:lnTo>
                <a:lnTo>
                  <a:pt x="18348" y="18225"/>
                </a:lnTo>
                <a:lnTo>
                  <a:pt x="19045" y="19575"/>
                </a:lnTo>
                <a:lnTo>
                  <a:pt x="19510" y="21600"/>
                </a:lnTo>
                <a:lnTo>
                  <a:pt x="21135" y="21600"/>
                </a:lnTo>
                <a:lnTo>
                  <a:pt x="21368" y="21263"/>
                </a:lnTo>
                <a:lnTo>
                  <a:pt x="21600" y="20588"/>
                </a:lnTo>
                <a:lnTo>
                  <a:pt x="21600" y="14850"/>
                </a:lnTo>
                <a:lnTo>
                  <a:pt x="21368" y="12488"/>
                </a:lnTo>
                <a:lnTo>
                  <a:pt x="21135" y="9787"/>
                </a:lnTo>
                <a:lnTo>
                  <a:pt x="20206" y="7425"/>
                </a:lnTo>
                <a:lnTo>
                  <a:pt x="19510" y="5400"/>
                </a:lnTo>
                <a:close/>
                <a:moveTo>
                  <a:pt x="5574" y="11475"/>
                </a:moveTo>
                <a:lnTo>
                  <a:pt x="6503" y="8100"/>
                </a:lnTo>
                <a:lnTo>
                  <a:pt x="7432" y="7087"/>
                </a:lnTo>
                <a:lnTo>
                  <a:pt x="7897" y="5737"/>
                </a:lnTo>
                <a:lnTo>
                  <a:pt x="9058" y="4387"/>
                </a:lnTo>
                <a:lnTo>
                  <a:pt x="10219" y="4050"/>
                </a:lnTo>
                <a:lnTo>
                  <a:pt x="11381" y="3375"/>
                </a:lnTo>
                <a:lnTo>
                  <a:pt x="13703" y="3375"/>
                </a:lnTo>
                <a:lnTo>
                  <a:pt x="14865" y="4050"/>
                </a:lnTo>
                <a:lnTo>
                  <a:pt x="16026" y="4387"/>
                </a:lnTo>
                <a:lnTo>
                  <a:pt x="17187" y="5737"/>
                </a:lnTo>
                <a:lnTo>
                  <a:pt x="17652" y="7087"/>
                </a:lnTo>
                <a:lnTo>
                  <a:pt x="18581" y="8100"/>
                </a:lnTo>
                <a:lnTo>
                  <a:pt x="19510" y="11475"/>
                </a:lnTo>
                <a:lnTo>
                  <a:pt x="5574" y="1147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p51"/>
          <p:cNvSpPr/>
          <p:nvPr/>
        </p:nvSpPr>
        <p:spPr>
          <a:xfrm>
            <a:off x="18702866" y="3958167"/>
            <a:ext cx="93150" cy="20741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864"/>
                </a:lnTo>
                <a:lnTo>
                  <a:pt x="2160" y="1296"/>
                </a:lnTo>
                <a:lnTo>
                  <a:pt x="1080" y="2592"/>
                </a:lnTo>
                <a:lnTo>
                  <a:pt x="0" y="4320"/>
                </a:lnTo>
                <a:lnTo>
                  <a:pt x="0" y="17280"/>
                </a:lnTo>
                <a:lnTo>
                  <a:pt x="1080" y="18576"/>
                </a:lnTo>
                <a:lnTo>
                  <a:pt x="2160" y="20304"/>
                </a:lnTo>
                <a:lnTo>
                  <a:pt x="6480" y="20736"/>
                </a:lnTo>
                <a:lnTo>
                  <a:pt x="10800" y="21600"/>
                </a:lnTo>
                <a:lnTo>
                  <a:pt x="14040" y="20736"/>
                </a:lnTo>
                <a:lnTo>
                  <a:pt x="18360" y="20304"/>
                </a:lnTo>
                <a:lnTo>
                  <a:pt x="19440" y="18576"/>
                </a:lnTo>
                <a:lnTo>
                  <a:pt x="21600" y="17280"/>
                </a:lnTo>
                <a:lnTo>
                  <a:pt x="21600" y="4320"/>
                </a:lnTo>
                <a:lnTo>
                  <a:pt x="19440" y="2592"/>
                </a:lnTo>
                <a:lnTo>
                  <a:pt x="18360" y="1296"/>
                </a:lnTo>
                <a:lnTo>
                  <a:pt x="14040" y="864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4" name="Google Shape;1934;p51"/>
          <p:cNvSpPr/>
          <p:nvPr/>
        </p:nvSpPr>
        <p:spPr>
          <a:xfrm>
            <a:off x="18571634" y="3725333"/>
            <a:ext cx="351378" cy="376758"/>
          </a:xfrm>
          <a:custGeom>
            <a:rect b="b" l="l" r="r" t="t"/>
            <a:pathLst>
              <a:path extrusionOk="0" h="21600" w="21600">
                <a:moveTo>
                  <a:pt x="15585" y="4854"/>
                </a:moveTo>
                <a:lnTo>
                  <a:pt x="21600" y="4854"/>
                </a:lnTo>
                <a:lnTo>
                  <a:pt x="21600" y="2427"/>
                </a:lnTo>
                <a:lnTo>
                  <a:pt x="16132" y="2427"/>
                </a:lnTo>
                <a:lnTo>
                  <a:pt x="16132" y="2184"/>
                </a:lnTo>
                <a:lnTo>
                  <a:pt x="15858" y="1456"/>
                </a:lnTo>
                <a:lnTo>
                  <a:pt x="14491" y="971"/>
                </a:lnTo>
                <a:lnTo>
                  <a:pt x="12851" y="243"/>
                </a:lnTo>
                <a:lnTo>
                  <a:pt x="10937" y="0"/>
                </a:lnTo>
                <a:lnTo>
                  <a:pt x="8749" y="243"/>
                </a:lnTo>
                <a:lnTo>
                  <a:pt x="7109" y="971"/>
                </a:lnTo>
                <a:lnTo>
                  <a:pt x="5742" y="1456"/>
                </a:lnTo>
                <a:lnTo>
                  <a:pt x="5468" y="2184"/>
                </a:lnTo>
                <a:lnTo>
                  <a:pt x="5468" y="2427"/>
                </a:lnTo>
                <a:lnTo>
                  <a:pt x="0" y="2427"/>
                </a:lnTo>
                <a:lnTo>
                  <a:pt x="0" y="4854"/>
                </a:lnTo>
                <a:lnTo>
                  <a:pt x="6015" y="4854"/>
                </a:lnTo>
                <a:lnTo>
                  <a:pt x="6835" y="6310"/>
                </a:lnTo>
                <a:lnTo>
                  <a:pt x="8203" y="7524"/>
                </a:lnTo>
                <a:lnTo>
                  <a:pt x="6835" y="8009"/>
                </a:lnTo>
                <a:lnTo>
                  <a:pt x="5468" y="8737"/>
                </a:lnTo>
                <a:lnTo>
                  <a:pt x="3554" y="10436"/>
                </a:lnTo>
                <a:lnTo>
                  <a:pt x="2461" y="11649"/>
                </a:lnTo>
                <a:lnTo>
                  <a:pt x="1641" y="12863"/>
                </a:lnTo>
                <a:lnTo>
                  <a:pt x="1367" y="14076"/>
                </a:lnTo>
                <a:lnTo>
                  <a:pt x="1367" y="20872"/>
                </a:lnTo>
                <a:lnTo>
                  <a:pt x="1641" y="21357"/>
                </a:lnTo>
                <a:lnTo>
                  <a:pt x="2187" y="21600"/>
                </a:lnTo>
                <a:lnTo>
                  <a:pt x="6835" y="21600"/>
                </a:lnTo>
                <a:lnTo>
                  <a:pt x="6835" y="14319"/>
                </a:lnTo>
                <a:lnTo>
                  <a:pt x="7109" y="13591"/>
                </a:lnTo>
                <a:lnTo>
                  <a:pt x="7382" y="12620"/>
                </a:lnTo>
                <a:lnTo>
                  <a:pt x="8476" y="12378"/>
                </a:lnTo>
                <a:lnTo>
                  <a:pt x="9570" y="11892"/>
                </a:lnTo>
                <a:lnTo>
                  <a:pt x="12304" y="11892"/>
                </a:lnTo>
                <a:lnTo>
                  <a:pt x="13124" y="12378"/>
                </a:lnTo>
                <a:lnTo>
                  <a:pt x="14218" y="12620"/>
                </a:lnTo>
                <a:lnTo>
                  <a:pt x="14491" y="13591"/>
                </a:lnTo>
                <a:lnTo>
                  <a:pt x="14765" y="14319"/>
                </a:lnTo>
                <a:lnTo>
                  <a:pt x="14765" y="21600"/>
                </a:lnTo>
                <a:lnTo>
                  <a:pt x="19686" y="21600"/>
                </a:lnTo>
                <a:lnTo>
                  <a:pt x="19959" y="21357"/>
                </a:lnTo>
                <a:lnTo>
                  <a:pt x="20233" y="20872"/>
                </a:lnTo>
                <a:lnTo>
                  <a:pt x="20233" y="14076"/>
                </a:lnTo>
                <a:lnTo>
                  <a:pt x="19959" y="12863"/>
                </a:lnTo>
                <a:lnTo>
                  <a:pt x="18319" y="10436"/>
                </a:lnTo>
                <a:lnTo>
                  <a:pt x="17225" y="9708"/>
                </a:lnTo>
                <a:lnTo>
                  <a:pt x="16132" y="8737"/>
                </a:lnTo>
                <a:lnTo>
                  <a:pt x="14765" y="8009"/>
                </a:lnTo>
                <a:lnTo>
                  <a:pt x="13671" y="7524"/>
                </a:lnTo>
                <a:lnTo>
                  <a:pt x="14765" y="6310"/>
                </a:lnTo>
                <a:lnTo>
                  <a:pt x="15585" y="4854"/>
                </a:lnTo>
                <a:close/>
                <a:moveTo>
                  <a:pt x="10937" y="2427"/>
                </a:moveTo>
                <a:lnTo>
                  <a:pt x="11484" y="2427"/>
                </a:lnTo>
                <a:lnTo>
                  <a:pt x="12304" y="2912"/>
                </a:lnTo>
                <a:lnTo>
                  <a:pt x="12851" y="3640"/>
                </a:lnTo>
                <a:lnTo>
                  <a:pt x="12851" y="4854"/>
                </a:lnTo>
                <a:lnTo>
                  <a:pt x="11484" y="6067"/>
                </a:lnTo>
                <a:lnTo>
                  <a:pt x="10116" y="6067"/>
                </a:lnTo>
                <a:lnTo>
                  <a:pt x="9570" y="5339"/>
                </a:lnTo>
                <a:lnTo>
                  <a:pt x="8749" y="4854"/>
                </a:lnTo>
                <a:lnTo>
                  <a:pt x="8749" y="3640"/>
                </a:lnTo>
                <a:lnTo>
                  <a:pt x="10116" y="2427"/>
                </a:lnTo>
                <a:lnTo>
                  <a:pt x="10937" y="242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51"/>
          <p:cNvSpPr/>
          <p:nvPr/>
        </p:nvSpPr>
        <p:spPr>
          <a:xfrm>
            <a:off x="21649267" y="2738967"/>
            <a:ext cx="2625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36" name="Google Shape;1936;p51"/>
          <p:cNvSpPr/>
          <p:nvPr/>
        </p:nvSpPr>
        <p:spPr>
          <a:xfrm>
            <a:off x="21585769" y="2802466"/>
            <a:ext cx="469908" cy="325944"/>
          </a:xfrm>
          <a:custGeom>
            <a:rect b="b" l="l" r="r" t="t"/>
            <a:pathLst>
              <a:path extrusionOk="0" h="21600" w="21600">
                <a:moveTo>
                  <a:pt x="19600" y="0"/>
                </a:moveTo>
                <a:lnTo>
                  <a:pt x="19600" y="2919"/>
                </a:lnTo>
                <a:lnTo>
                  <a:pt x="9800" y="2919"/>
                </a:lnTo>
                <a:lnTo>
                  <a:pt x="9800" y="0"/>
                </a:lnTo>
                <a:lnTo>
                  <a:pt x="7800" y="0"/>
                </a:lnTo>
                <a:lnTo>
                  <a:pt x="7800" y="2919"/>
                </a:lnTo>
                <a:lnTo>
                  <a:pt x="4400" y="2919"/>
                </a:lnTo>
                <a:lnTo>
                  <a:pt x="3600" y="3503"/>
                </a:lnTo>
                <a:lnTo>
                  <a:pt x="2600" y="4086"/>
                </a:lnTo>
                <a:lnTo>
                  <a:pt x="2200" y="4962"/>
                </a:lnTo>
                <a:lnTo>
                  <a:pt x="1600" y="6130"/>
                </a:lnTo>
                <a:lnTo>
                  <a:pt x="1200" y="7297"/>
                </a:lnTo>
                <a:lnTo>
                  <a:pt x="1000" y="8757"/>
                </a:lnTo>
                <a:lnTo>
                  <a:pt x="1000" y="10216"/>
                </a:lnTo>
                <a:lnTo>
                  <a:pt x="1200" y="11968"/>
                </a:lnTo>
                <a:lnTo>
                  <a:pt x="2000" y="13427"/>
                </a:lnTo>
                <a:lnTo>
                  <a:pt x="3000" y="14303"/>
                </a:lnTo>
                <a:lnTo>
                  <a:pt x="3800" y="15470"/>
                </a:lnTo>
                <a:lnTo>
                  <a:pt x="3800" y="18681"/>
                </a:lnTo>
                <a:lnTo>
                  <a:pt x="2400" y="18681"/>
                </a:lnTo>
                <a:lnTo>
                  <a:pt x="2000" y="18097"/>
                </a:lnTo>
                <a:lnTo>
                  <a:pt x="2000" y="15762"/>
                </a:lnTo>
                <a:lnTo>
                  <a:pt x="0" y="15762"/>
                </a:lnTo>
                <a:lnTo>
                  <a:pt x="0" y="17222"/>
                </a:lnTo>
                <a:lnTo>
                  <a:pt x="200" y="18973"/>
                </a:lnTo>
                <a:lnTo>
                  <a:pt x="1000" y="20141"/>
                </a:lnTo>
                <a:lnTo>
                  <a:pt x="1600" y="21308"/>
                </a:lnTo>
                <a:lnTo>
                  <a:pt x="3000" y="21600"/>
                </a:lnTo>
                <a:lnTo>
                  <a:pt x="14800" y="21600"/>
                </a:lnTo>
                <a:lnTo>
                  <a:pt x="14800" y="18681"/>
                </a:lnTo>
                <a:lnTo>
                  <a:pt x="11800" y="18681"/>
                </a:lnTo>
                <a:lnTo>
                  <a:pt x="11800" y="15178"/>
                </a:lnTo>
                <a:lnTo>
                  <a:pt x="12600" y="14011"/>
                </a:lnTo>
                <a:lnTo>
                  <a:pt x="13200" y="12843"/>
                </a:lnTo>
                <a:lnTo>
                  <a:pt x="13600" y="11676"/>
                </a:lnTo>
                <a:lnTo>
                  <a:pt x="13800" y="10216"/>
                </a:lnTo>
                <a:lnTo>
                  <a:pt x="13800" y="9049"/>
                </a:lnTo>
                <a:lnTo>
                  <a:pt x="21000" y="7589"/>
                </a:lnTo>
                <a:lnTo>
                  <a:pt x="21400" y="6714"/>
                </a:lnTo>
                <a:lnTo>
                  <a:pt x="21600" y="6130"/>
                </a:lnTo>
                <a:lnTo>
                  <a:pt x="21600" y="0"/>
                </a:lnTo>
                <a:lnTo>
                  <a:pt x="19600" y="0"/>
                </a:lnTo>
                <a:close/>
                <a:moveTo>
                  <a:pt x="3800" y="8757"/>
                </a:moveTo>
                <a:lnTo>
                  <a:pt x="4200" y="7589"/>
                </a:lnTo>
                <a:lnTo>
                  <a:pt x="4400" y="6422"/>
                </a:lnTo>
                <a:lnTo>
                  <a:pt x="5200" y="6130"/>
                </a:lnTo>
                <a:lnTo>
                  <a:pt x="5800" y="5838"/>
                </a:lnTo>
                <a:lnTo>
                  <a:pt x="7400" y="6422"/>
                </a:lnTo>
                <a:lnTo>
                  <a:pt x="7800" y="8757"/>
                </a:lnTo>
                <a:lnTo>
                  <a:pt x="7600" y="9632"/>
                </a:lnTo>
                <a:lnTo>
                  <a:pt x="7400" y="10800"/>
                </a:lnTo>
                <a:lnTo>
                  <a:pt x="6600" y="11092"/>
                </a:lnTo>
                <a:lnTo>
                  <a:pt x="5800" y="11676"/>
                </a:lnTo>
                <a:lnTo>
                  <a:pt x="5200" y="11092"/>
                </a:lnTo>
                <a:lnTo>
                  <a:pt x="4400" y="10800"/>
                </a:lnTo>
                <a:lnTo>
                  <a:pt x="4200" y="9632"/>
                </a:lnTo>
                <a:lnTo>
                  <a:pt x="3800" y="8757"/>
                </a:lnTo>
                <a:close/>
                <a:moveTo>
                  <a:pt x="9800" y="18681"/>
                </a:moveTo>
                <a:lnTo>
                  <a:pt x="5800" y="18681"/>
                </a:lnTo>
                <a:lnTo>
                  <a:pt x="5800" y="15762"/>
                </a:lnTo>
                <a:lnTo>
                  <a:pt x="9800" y="15762"/>
                </a:lnTo>
                <a:lnTo>
                  <a:pt x="9800" y="18681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p51"/>
          <p:cNvSpPr/>
          <p:nvPr/>
        </p:nvSpPr>
        <p:spPr>
          <a:xfrm>
            <a:off x="22779569" y="2700866"/>
            <a:ext cx="1311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38" name="Google Shape;1938;p51"/>
          <p:cNvSpPr/>
          <p:nvPr/>
        </p:nvSpPr>
        <p:spPr>
          <a:xfrm>
            <a:off x="22639867" y="2764367"/>
            <a:ext cx="427572" cy="338688"/>
          </a:xfrm>
          <a:custGeom>
            <a:rect b="b" l="l" r="r" t="t"/>
            <a:pathLst>
              <a:path extrusionOk="0" h="21600" w="21600">
                <a:moveTo>
                  <a:pt x="21382" y="5195"/>
                </a:moveTo>
                <a:lnTo>
                  <a:pt x="20727" y="4375"/>
                </a:lnTo>
                <a:lnTo>
                  <a:pt x="20073" y="4101"/>
                </a:lnTo>
                <a:lnTo>
                  <a:pt x="13091" y="4101"/>
                </a:lnTo>
                <a:lnTo>
                  <a:pt x="13091" y="2734"/>
                </a:lnTo>
                <a:lnTo>
                  <a:pt x="12655" y="1641"/>
                </a:lnTo>
                <a:lnTo>
                  <a:pt x="12436" y="820"/>
                </a:lnTo>
                <a:lnTo>
                  <a:pt x="11782" y="273"/>
                </a:lnTo>
                <a:lnTo>
                  <a:pt x="10909" y="0"/>
                </a:lnTo>
                <a:lnTo>
                  <a:pt x="10036" y="273"/>
                </a:lnTo>
                <a:lnTo>
                  <a:pt x="9164" y="820"/>
                </a:lnTo>
                <a:lnTo>
                  <a:pt x="8945" y="1641"/>
                </a:lnTo>
                <a:lnTo>
                  <a:pt x="8727" y="2734"/>
                </a:lnTo>
                <a:lnTo>
                  <a:pt x="8727" y="4101"/>
                </a:lnTo>
                <a:lnTo>
                  <a:pt x="1745" y="4101"/>
                </a:lnTo>
                <a:lnTo>
                  <a:pt x="873" y="4375"/>
                </a:lnTo>
                <a:lnTo>
                  <a:pt x="0" y="6015"/>
                </a:lnTo>
                <a:lnTo>
                  <a:pt x="436" y="7382"/>
                </a:lnTo>
                <a:lnTo>
                  <a:pt x="873" y="8203"/>
                </a:lnTo>
                <a:lnTo>
                  <a:pt x="1527" y="8476"/>
                </a:lnTo>
                <a:lnTo>
                  <a:pt x="8727" y="11757"/>
                </a:lnTo>
                <a:lnTo>
                  <a:pt x="8727" y="16132"/>
                </a:lnTo>
                <a:lnTo>
                  <a:pt x="6545" y="16132"/>
                </a:lnTo>
                <a:lnTo>
                  <a:pt x="5673" y="16678"/>
                </a:lnTo>
                <a:lnTo>
                  <a:pt x="5018" y="16952"/>
                </a:lnTo>
                <a:lnTo>
                  <a:pt x="4582" y="18046"/>
                </a:lnTo>
                <a:lnTo>
                  <a:pt x="4364" y="18866"/>
                </a:lnTo>
                <a:lnTo>
                  <a:pt x="4364" y="21600"/>
                </a:lnTo>
                <a:lnTo>
                  <a:pt x="17236" y="21600"/>
                </a:lnTo>
                <a:lnTo>
                  <a:pt x="17236" y="18866"/>
                </a:lnTo>
                <a:lnTo>
                  <a:pt x="17018" y="18046"/>
                </a:lnTo>
                <a:lnTo>
                  <a:pt x="16800" y="16952"/>
                </a:lnTo>
                <a:lnTo>
                  <a:pt x="15927" y="16678"/>
                </a:lnTo>
                <a:lnTo>
                  <a:pt x="15273" y="16132"/>
                </a:lnTo>
                <a:lnTo>
                  <a:pt x="13091" y="16132"/>
                </a:lnTo>
                <a:lnTo>
                  <a:pt x="13091" y="11757"/>
                </a:lnTo>
                <a:lnTo>
                  <a:pt x="20073" y="8476"/>
                </a:lnTo>
                <a:lnTo>
                  <a:pt x="20727" y="8203"/>
                </a:lnTo>
                <a:lnTo>
                  <a:pt x="21382" y="7382"/>
                </a:lnTo>
                <a:lnTo>
                  <a:pt x="21600" y="6015"/>
                </a:lnTo>
                <a:lnTo>
                  <a:pt x="21382" y="5195"/>
                </a:lnTo>
                <a:close/>
                <a:moveTo>
                  <a:pt x="10909" y="9570"/>
                </a:moveTo>
                <a:lnTo>
                  <a:pt x="10255" y="9570"/>
                </a:lnTo>
                <a:lnTo>
                  <a:pt x="9818" y="8749"/>
                </a:lnTo>
                <a:lnTo>
                  <a:pt x="9164" y="8203"/>
                </a:lnTo>
                <a:lnTo>
                  <a:pt x="9164" y="6835"/>
                </a:lnTo>
                <a:lnTo>
                  <a:pt x="10255" y="5468"/>
                </a:lnTo>
                <a:lnTo>
                  <a:pt x="11345" y="5468"/>
                </a:lnTo>
                <a:lnTo>
                  <a:pt x="12000" y="6015"/>
                </a:lnTo>
                <a:lnTo>
                  <a:pt x="12436" y="6835"/>
                </a:lnTo>
                <a:lnTo>
                  <a:pt x="12436" y="8203"/>
                </a:lnTo>
                <a:lnTo>
                  <a:pt x="11345" y="9570"/>
                </a:lnTo>
                <a:lnTo>
                  <a:pt x="10909" y="957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51"/>
          <p:cNvSpPr/>
          <p:nvPr/>
        </p:nvSpPr>
        <p:spPr>
          <a:xfrm>
            <a:off x="19600333" y="3738034"/>
            <a:ext cx="351378" cy="414882"/>
          </a:xfrm>
          <a:custGeom>
            <a:rect b="b" l="l" r="r" t="t"/>
            <a:pathLst>
              <a:path extrusionOk="0" h="21600" w="21600">
                <a:moveTo>
                  <a:pt x="10663" y="0"/>
                </a:moveTo>
                <a:lnTo>
                  <a:pt x="8749" y="230"/>
                </a:lnTo>
                <a:lnTo>
                  <a:pt x="6835" y="919"/>
                </a:lnTo>
                <a:lnTo>
                  <a:pt x="4648" y="1379"/>
                </a:lnTo>
                <a:lnTo>
                  <a:pt x="3008" y="2528"/>
                </a:lnTo>
                <a:lnTo>
                  <a:pt x="1641" y="3906"/>
                </a:lnTo>
                <a:lnTo>
                  <a:pt x="1094" y="5745"/>
                </a:lnTo>
                <a:lnTo>
                  <a:pt x="273" y="7353"/>
                </a:lnTo>
                <a:lnTo>
                  <a:pt x="0" y="8962"/>
                </a:lnTo>
                <a:lnTo>
                  <a:pt x="0" y="10800"/>
                </a:lnTo>
                <a:lnTo>
                  <a:pt x="273" y="12179"/>
                </a:lnTo>
                <a:lnTo>
                  <a:pt x="1094" y="13557"/>
                </a:lnTo>
                <a:lnTo>
                  <a:pt x="1641" y="14706"/>
                </a:lnTo>
                <a:lnTo>
                  <a:pt x="3281" y="17004"/>
                </a:lnTo>
                <a:lnTo>
                  <a:pt x="5468" y="18613"/>
                </a:lnTo>
                <a:lnTo>
                  <a:pt x="7382" y="20221"/>
                </a:lnTo>
                <a:lnTo>
                  <a:pt x="10663" y="21600"/>
                </a:lnTo>
                <a:lnTo>
                  <a:pt x="12577" y="20911"/>
                </a:lnTo>
                <a:lnTo>
                  <a:pt x="14218" y="20221"/>
                </a:lnTo>
                <a:lnTo>
                  <a:pt x="16132" y="18613"/>
                </a:lnTo>
                <a:lnTo>
                  <a:pt x="18319" y="17004"/>
                </a:lnTo>
                <a:lnTo>
                  <a:pt x="19959" y="14706"/>
                </a:lnTo>
                <a:lnTo>
                  <a:pt x="20506" y="13557"/>
                </a:lnTo>
                <a:lnTo>
                  <a:pt x="21327" y="12179"/>
                </a:lnTo>
                <a:lnTo>
                  <a:pt x="21600" y="10800"/>
                </a:lnTo>
                <a:lnTo>
                  <a:pt x="21600" y="8962"/>
                </a:lnTo>
                <a:lnTo>
                  <a:pt x="21327" y="7353"/>
                </a:lnTo>
                <a:lnTo>
                  <a:pt x="20506" y="5745"/>
                </a:lnTo>
                <a:lnTo>
                  <a:pt x="19959" y="3906"/>
                </a:lnTo>
                <a:lnTo>
                  <a:pt x="18592" y="2528"/>
                </a:lnTo>
                <a:lnTo>
                  <a:pt x="16952" y="1379"/>
                </a:lnTo>
                <a:lnTo>
                  <a:pt x="14765" y="919"/>
                </a:lnTo>
                <a:lnTo>
                  <a:pt x="12851" y="230"/>
                </a:lnTo>
                <a:lnTo>
                  <a:pt x="10663" y="0"/>
                </a:lnTo>
                <a:close/>
                <a:moveTo>
                  <a:pt x="9296" y="13557"/>
                </a:moveTo>
                <a:lnTo>
                  <a:pt x="7109" y="13328"/>
                </a:lnTo>
                <a:lnTo>
                  <a:pt x="5468" y="12638"/>
                </a:lnTo>
                <a:lnTo>
                  <a:pt x="4101" y="11719"/>
                </a:lnTo>
                <a:lnTo>
                  <a:pt x="3281" y="10800"/>
                </a:lnTo>
                <a:lnTo>
                  <a:pt x="3008" y="9651"/>
                </a:lnTo>
                <a:lnTo>
                  <a:pt x="2734" y="8732"/>
                </a:lnTo>
                <a:lnTo>
                  <a:pt x="2734" y="8043"/>
                </a:lnTo>
                <a:lnTo>
                  <a:pt x="5468" y="8272"/>
                </a:lnTo>
                <a:lnTo>
                  <a:pt x="7109" y="8732"/>
                </a:lnTo>
                <a:lnTo>
                  <a:pt x="8476" y="9651"/>
                </a:lnTo>
                <a:lnTo>
                  <a:pt x="9023" y="10800"/>
                </a:lnTo>
                <a:lnTo>
                  <a:pt x="9296" y="11719"/>
                </a:lnTo>
                <a:lnTo>
                  <a:pt x="9296" y="13557"/>
                </a:lnTo>
                <a:close/>
                <a:moveTo>
                  <a:pt x="12030" y="13557"/>
                </a:moveTo>
                <a:lnTo>
                  <a:pt x="12030" y="11719"/>
                </a:lnTo>
                <a:lnTo>
                  <a:pt x="12577" y="10800"/>
                </a:lnTo>
                <a:lnTo>
                  <a:pt x="13124" y="9651"/>
                </a:lnTo>
                <a:lnTo>
                  <a:pt x="14491" y="8732"/>
                </a:lnTo>
                <a:lnTo>
                  <a:pt x="16132" y="8272"/>
                </a:lnTo>
                <a:lnTo>
                  <a:pt x="18866" y="8043"/>
                </a:lnTo>
                <a:lnTo>
                  <a:pt x="18866" y="8732"/>
                </a:lnTo>
                <a:lnTo>
                  <a:pt x="18592" y="9651"/>
                </a:lnTo>
                <a:lnTo>
                  <a:pt x="18319" y="10800"/>
                </a:lnTo>
                <a:lnTo>
                  <a:pt x="17499" y="11719"/>
                </a:lnTo>
                <a:lnTo>
                  <a:pt x="16132" y="12638"/>
                </a:lnTo>
                <a:lnTo>
                  <a:pt x="14491" y="13328"/>
                </a:lnTo>
                <a:lnTo>
                  <a:pt x="12030" y="1355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p51"/>
          <p:cNvSpPr/>
          <p:nvPr/>
        </p:nvSpPr>
        <p:spPr>
          <a:xfrm>
            <a:off x="20612102" y="3750733"/>
            <a:ext cx="376758" cy="376758"/>
          </a:xfrm>
          <a:custGeom>
            <a:rect b="b" l="l" r="r" t="t"/>
            <a:pathLst>
              <a:path extrusionOk="0" h="21600" w="21600">
                <a:moveTo>
                  <a:pt x="21098" y="745"/>
                </a:moveTo>
                <a:lnTo>
                  <a:pt x="20344" y="0"/>
                </a:lnTo>
                <a:lnTo>
                  <a:pt x="19591" y="0"/>
                </a:lnTo>
                <a:lnTo>
                  <a:pt x="18084" y="248"/>
                </a:lnTo>
                <a:lnTo>
                  <a:pt x="16074" y="993"/>
                </a:lnTo>
                <a:lnTo>
                  <a:pt x="18084" y="2234"/>
                </a:lnTo>
                <a:lnTo>
                  <a:pt x="18837" y="1986"/>
                </a:lnTo>
                <a:lnTo>
                  <a:pt x="19842" y="1986"/>
                </a:lnTo>
                <a:lnTo>
                  <a:pt x="20093" y="2234"/>
                </a:lnTo>
                <a:lnTo>
                  <a:pt x="20093" y="2731"/>
                </a:lnTo>
                <a:lnTo>
                  <a:pt x="19591" y="3972"/>
                </a:lnTo>
                <a:lnTo>
                  <a:pt x="18586" y="5462"/>
                </a:lnTo>
                <a:lnTo>
                  <a:pt x="17330" y="7448"/>
                </a:lnTo>
                <a:lnTo>
                  <a:pt x="14819" y="10428"/>
                </a:lnTo>
                <a:lnTo>
                  <a:pt x="12809" y="12662"/>
                </a:lnTo>
                <a:lnTo>
                  <a:pt x="10800" y="14400"/>
                </a:lnTo>
                <a:lnTo>
                  <a:pt x="7786" y="16883"/>
                </a:lnTo>
                <a:lnTo>
                  <a:pt x="4772" y="19117"/>
                </a:lnTo>
                <a:lnTo>
                  <a:pt x="3516" y="19614"/>
                </a:lnTo>
                <a:lnTo>
                  <a:pt x="1758" y="19614"/>
                </a:lnTo>
                <a:lnTo>
                  <a:pt x="1758" y="19117"/>
                </a:lnTo>
                <a:lnTo>
                  <a:pt x="2260" y="17876"/>
                </a:lnTo>
                <a:lnTo>
                  <a:pt x="1005" y="15890"/>
                </a:lnTo>
                <a:lnTo>
                  <a:pt x="251" y="17628"/>
                </a:lnTo>
                <a:lnTo>
                  <a:pt x="0" y="18372"/>
                </a:lnTo>
                <a:lnTo>
                  <a:pt x="0" y="20359"/>
                </a:lnTo>
                <a:lnTo>
                  <a:pt x="753" y="20855"/>
                </a:lnTo>
                <a:lnTo>
                  <a:pt x="1005" y="21103"/>
                </a:lnTo>
                <a:lnTo>
                  <a:pt x="2260" y="21600"/>
                </a:lnTo>
                <a:lnTo>
                  <a:pt x="3516" y="21600"/>
                </a:lnTo>
                <a:lnTo>
                  <a:pt x="5023" y="20855"/>
                </a:lnTo>
                <a:lnTo>
                  <a:pt x="8288" y="19117"/>
                </a:lnTo>
                <a:lnTo>
                  <a:pt x="9544" y="19366"/>
                </a:lnTo>
                <a:lnTo>
                  <a:pt x="10800" y="19366"/>
                </a:lnTo>
                <a:lnTo>
                  <a:pt x="12809" y="19117"/>
                </a:lnTo>
                <a:lnTo>
                  <a:pt x="14316" y="18621"/>
                </a:lnTo>
                <a:lnTo>
                  <a:pt x="15823" y="17876"/>
                </a:lnTo>
                <a:lnTo>
                  <a:pt x="17079" y="16883"/>
                </a:lnTo>
                <a:lnTo>
                  <a:pt x="18084" y="15641"/>
                </a:lnTo>
                <a:lnTo>
                  <a:pt x="18837" y="14152"/>
                </a:lnTo>
                <a:lnTo>
                  <a:pt x="19340" y="12662"/>
                </a:lnTo>
                <a:lnTo>
                  <a:pt x="19591" y="10676"/>
                </a:lnTo>
                <a:lnTo>
                  <a:pt x="19591" y="9434"/>
                </a:lnTo>
                <a:lnTo>
                  <a:pt x="19340" y="8441"/>
                </a:lnTo>
                <a:lnTo>
                  <a:pt x="20093" y="6455"/>
                </a:lnTo>
                <a:lnTo>
                  <a:pt x="21349" y="4469"/>
                </a:lnTo>
                <a:lnTo>
                  <a:pt x="21600" y="3228"/>
                </a:lnTo>
                <a:lnTo>
                  <a:pt x="21600" y="1241"/>
                </a:lnTo>
                <a:lnTo>
                  <a:pt x="21098" y="74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1" name="Google Shape;1941;p51"/>
          <p:cNvSpPr/>
          <p:nvPr/>
        </p:nvSpPr>
        <p:spPr>
          <a:xfrm>
            <a:off x="20650200" y="3788834"/>
            <a:ext cx="262494" cy="249750"/>
          </a:xfrm>
          <a:custGeom>
            <a:rect b="b" l="l" r="r" t="t"/>
            <a:pathLst>
              <a:path extrusionOk="0" h="21600" w="21600">
                <a:moveTo>
                  <a:pt x="13546" y="13546"/>
                </a:moveTo>
                <a:lnTo>
                  <a:pt x="17939" y="8420"/>
                </a:lnTo>
                <a:lnTo>
                  <a:pt x="21600" y="3661"/>
                </a:lnTo>
                <a:lnTo>
                  <a:pt x="19769" y="2197"/>
                </a:lnTo>
                <a:lnTo>
                  <a:pt x="17573" y="732"/>
                </a:lnTo>
                <a:lnTo>
                  <a:pt x="15376" y="366"/>
                </a:lnTo>
                <a:lnTo>
                  <a:pt x="12447" y="0"/>
                </a:lnTo>
                <a:lnTo>
                  <a:pt x="9885" y="366"/>
                </a:lnTo>
                <a:lnTo>
                  <a:pt x="7688" y="732"/>
                </a:lnTo>
                <a:lnTo>
                  <a:pt x="5125" y="2197"/>
                </a:lnTo>
                <a:lnTo>
                  <a:pt x="3661" y="3661"/>
                </a:lnTo>
                <a:lnTo>
                  <a:pt x="2197" y="5492"/>
                </a:lnTo>
                <a:lnTo>
                  <a:pt x="732" y="7688"/>
                </a:lnTo>
                <a:lnTo>
                  <a:pt x="366" y="9885"/>
                </a:lnTo>
                <a:lnTo>
                  <a:pt x="0" y="12447"/>
                </a:lnTo>
                <a:lnTo>
                  <a:pt x="366" y="15376"/>
                </a:lnTo>
                <a:lnTo>
                  <a:pt x="732" y="17573"/>
                </a:lnTo>
                <a:lnTo>
                  <a:pt x="2197" y="19769"/>
                </a:lnTo>
                <a:lnTo>
                  <a:pt x="3661" y="21600"/>
                </a:lnTo>
                <a:lnTo>
                  <a:pt x="8420" y="17939"/>
                </a:lnTo>
                <a:lnTo>
                  <a:pt x="13546" y="1354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2" name="Google Shape;1942;p51"/>
          <p:cNvSpPr/>
          <p:nvPr/>
        </p:nvSpPr>
        <p:spPr>
          <a:xfrm>
            <a:off x="21780503" y="3894666"/>
            <a:ext cx="93150" cy="7619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1137"/>
                </a:lnTo>
                <a:lnTo>
                  <a:pt x="3240" y="2274"/>
                </a:lnTo>
                <a:lnTo>
                  <a:pt x="1080" y="6821"/>
                </a:lnTo>
                <a:lnTo>
                  <a:pt x="0" y="10232"/>
                </a:lnTo>
                <a:lnTo>
                  <a:pt x="1080" y="14779"/>
                </a:lnTo>
                <a:lnTo>
                  <a:pt x="3240" y="19326"/>
                </a:lnTo>
                <a:lnTo>
                  <a:pt x="6480" y="20463"/>
                </a:lnTo>
                <a:lnTo>
                  <a:pt x="10800" y="21600"/>
                </a:lnTo>
                <a:lnTo>
                  <a:pt x="15120" y="20463"/>
                </a:lnTo>
                <a:lnTo>
                  <a:pt x="18360" y="19326"/>
                </a:lnTo>
                <a:lnTo>
                  <a:pt x="20520" y="14779"/>
                </a:lnTo>
                <a:lnTo>
                  <a:pt x="21600" y="10232"/>
                </a:lnTo>
                <a:lnTo>
                  <a:pt x="20520" y="6821"/>
                </a:lnTo>
                <a:lnTo>
                  <a:pt x="18360" y="2274"/>
                </a:lnTo>
                <a:lnTo>
                  <a:pt x="15120" y="1137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51"/>
          <p:cNvSpPr/>
          <p:nvPr/>
        </p:nvSpPr>
        <p:spPr>
          <a:xfrm>
            <a:off x="21611169" y="3725333"/>
            <a:ext cx="431784" cy="440262"/>
          </a:xfrm>
          <a:custGeom>
            <a:rect b="b" l="l" r="r" t="t"/>
            <a:pathLst>
              <a:path extrusionOk="0" h="21600" w="21600">
                <a:moveTo>
                  <a:pt x="21159" y="3531"/>
                </a:moveTo>
                <a:lnTo>
                  <a:pt x="21380" y="2908"/>
                </a:lnTo>
                <a:lnTo>
                  <a:pt x="21600" y="2077"/>
                </a:lnTo>
                <a:lnTo>
                  <a:pt x="21380" y="1246"/>
                </a:lnTo>
                <a:lnTo>
                  <a:pt x="21159" y="623"/>
                </a:lnTo>
                <a:lnTo>
                  <a:pt x="20278" y="208"/>
                </a:lnTo>
                <a:lnTo>
                  <a:pt x="19396" y="0"/>
                </a:lnTo>
                <a:lnTo>
                  <a:pt x="18735" y="208"/>
                </a:lnTo>
                <a:lnTo>
                  <a:pt x="17853" y="623"/>
                </a:lnTo>
                <a:lnTo>
                  <a:pt x="17412" y="1454"/>
                </a:lnTo>
                <a:lnTo>
                  <a:pt x="17412" y="2492"/>
                </a:lnTo>
                <a:lnTo>
                  <a:pt x="16310" y="3531"/>
                </a:lnTo>
                <a:lnTo>
                  <a:pt x="15208" y="3115"/>
                </a:lnTo>
                <a:lnTo>
                  <a:pt x="13886" y="2492"/>
                </a:lnTo>
                <a:lnTo>
                  <a:pt x="12122" y="2077"/>
                </a:lnTo>
                <a:lnTo>
                  <a:pt x="9478" y="2077"/>
                </a:lnTo>
                <a:lnTo>
                  <a:pt x="7714" y="2492"/>
                </a:lnTo>
                <a:lnTo>
                  <a:pt x="6392" y="3115"/>
                </a:lnTo>
                <a:lnTo>
                  <a:pt x="5290" y="3531"/>
                </a:lnTo>
                <a:lnTo>
                  <a:pt x="4188" y="2492"/>
                </a:lnTo>
                <a:lnTo>
                  <a:pt x="4188" y="1454"/>
                </a:lnTo>
                <a:lnTo>
                  <a:pt x="3747" y="623"/>
                </a:lnTo>
                <a:lnTo>
                  <a:pt x="2865" y="208"/>
                </a:lnTo>
                <a:lnTo>
                  <a:pt x="2204" y="0"/>
                </a:lnTo>
                <a:lnTo>
                  <a:pt x="1322" y="208"/>
                </a:lnTo>
                <a:lnTo>
                  <a:pt x="441" y="623"/>
                </a:lnTo>
                <a:lnTo>
                  <a:pt x="220" y="1246"/>
                </a:lnTo>
                <a:lnTo>
                  <a:pt x="0" y="2077"/>
                </a:lnTo>
                <a:lnTo>
                  <a:pt x="220" y="2908"/>
                </a:lnTo>
                <a:lnTo>
                  <a:pt x="441" y="3531"/>
                </a:lnTo>
                <a:lnTo>
                  <a:pt x="1543" y="4154"/>
                </a:lnTo>
                <a:lnTo>
                  <a:pt x="2645" y="4154"/>
                </a:lnTo>
                <a:lnTo>
                  <a:pt x="3747" y="4985"/>
                </a:lnTo>
                <a:lnTo>
                  <a:pt x="2645" y="6438"/>
                </a:lnTo>
                <a:lnTo>
                  <a:pt x="1763" y="7892"/>
                </a:lnTo>
                <a:lnTo>
                  <a:pt x="1322" y="9554"/>
                </a:lnTo>
                <a:lnTo>
                  <a:pt x="1102" y="11215"/>
                </a:lnTo>
                <a:lnTo>
                  <a:pt x="1102" y="18485"/>
                </a:lnTo>
                <a:lnTo>
                  <a:pt x="1322" y="19731"/>
                </a:lnTo>
                <a:lnTo>
                  <a:pt x="2865" y="21185"/>
                </a:lnTo>
                <a:lnTo>
                  <a:pt x="4188" y="21600"/>
                </a:lnTo>
                <a:lnTo>
                  <a:pt x="5731" y="21185"/>
                </a:lnTo>
                <a:lnTo>
                  <a:pt x="7273" y="19731"/>
                </a:lnTo>
                <a:lnTo>
                  <a:pt x="7494" y="18485"/>
                </a:lnTo>
                <a:lnTo>
                  <a:pt x="7714" y="19731"/>
                </a:lnTo>
                <a:lnTo>
                  <a:pt x="8596" y="20562"/>
                </a:lnTo>
                <a:lnTo>
                  <a:pt x="9478" y="21185"/>
                </a:lnTo>
                <a:lnTo>
                  <a:pt x="10800" y="21600"/>
                </a:lnTo>
                <a:lnTo>
                  <a:pt x="12122" y="21185"/>
                </a:lnTo>
                <a:lnTo>
                  <a:pt x="13004" y="20562"/>
                </a:lnTo>
                <a:lnTo>
                  <a:pt x="13886" y="19731"/>
                </a:lnTo>
                <a:lnTo>
                  <a:pt x="14106" y="18485"/>
                </a:lnTo>
                <a:lnTo>
                  <a:pt x="14327" y="19731"/>
                </a:lnTo>
                <a:lnTo>
                  <a:pt x="15869" y="21185"/>
                </a:lnTo>
                <a:lnTo>
                  <a:pt x="17412" y="21600"/>
                </a:lnTo>
                <a:lnTo>
                  <a:pt x="18735" y="21185"/>
                </a:lnTo>
                <a:lnTo>
                  <a:pt x="20278" y="19731"/>
                </a:lnTo>
                <a:lnTo>
                  <a:pt x="20498" y="18485"/>
                </a:lnTo>
                <a:lnTo>
                  <a:pt x="20498" y="11215"/>
                </a:lnTo>
                <a:lnTo>
                  <a:pt x="20278" y="9554"/>
                </a:lnTo>
                <a:lnTo>
                  <a:pt x="19837" y="7892"/>
                </a:lnTo>
                <a:lnTo>
                  <a:pt x="18955" y="6438"/>
                </a:lnTo>
                <a:lnTo>
                  <a:pt x="17853" y="4985"/>
                </a:lnTo>
                <a:lnTo>
                  <a:pt x="18955" y="4154"/>
                </a:lnTo>
                <a:lnTo>
                  <a:pt x="20057" y="4154"/>
                </a:lnTo>
                <a:lnTo>
                  <a:pt x="21159" y="3531"/>
                </a:lnTo>
                <a:close/>
                <a:moveTo>
                  <a:pt x="10800" y="14331"/>
                </a:moveTo>
                <a:lnTo>
                  <a:pt x="9918" y="14331"/>
                </a:lnTo>
                <a:lnTo>
                  <a:pt x="9257" y="14123"/>
                </a:lnTo>
                <a:lnTo>
                  <a:pt x="7714" y="13085"/>
                </a:lnTo>
                <a:lnTo>
                  <a:pt x="6833" y="11838"/>
                </a:lnTo>
                <a:lnTo>
                  <a:pt x="6392" y="11008"/>
                </a:lnTo>
                <a:lnTo>
                  <a:pt x="6392" y="9554"/>
                </a:lnTo>
                <a:lnTo>
                  <a:pt x="6833" y="8723"/>
                </a:lnTo>
                <a:lnTo>
                  <a:pt x="7714" y="7477"/>
                </a:lnTo>
                <a:lnTo>
                  <a:pt x="9257" y="6438"/>
                </a:lnTo>
                <a:lnTo>
                  <a:pt x="9918" y="6231"/>
                </a:lnTo>
                <a:lnTo>
                  <a:pt x="11682" y="6231"/>
                </a:lnTo>
                <a:lnTo>
                  <a:pt x="12343" y="6438"/>
                </a:lnTo>
                <a:lnTo>
                  <a:pt x="13886" y="7477"/>
                </a:lnTo>
                <a:lnTo>
                  <a:pt x="14988" y="8723"/>
                </a:lnTo>
                <a:lnTo>
                  <a:pt x="15208" y="9554"/>
                </a:lnTo>
                <a:lnTo>
                  <a:pt x="15208" y="11008"/>
                </a:lnTo>
                <a:lnTo>
                  <a:pt x="14988" y="11838"/>
                </a:lnTo>
                <a:lnTo>
                  <a:pt x="13886" y="13085"/>
                </a:lnTo>
                <a:lnTo>
                  <a:pt x="12343" y="14123"/>
                </a:lnTo>
                <a:lnTo>
                  <a:pt x="11682" y="14331"/>
                </a:lnTo>
                <a:lnTo>
                  <a:pt x="10800" y="14331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4" name="Google Shape;1944;p51"/>
          <p:cNvSpPr/>
          <p:nvPr/>
        </p:nvSpPr>
        <p:spPr>
          <a:xfrm>
            <a:off x="22639867" y="3725333"/>
            <a:ext cx="427572" cy="427572"/>
          </a:xfrm>
          <a:custGeom>
            <a:rect b="b" l="l" r="r" t="t"/>
            <a:pathLst>
              <a:path extrusionOk="0" h="21600" w="21600">
                <a:moveTo>
                  <a:pt x="19200" y="13964"/>
                </a:moveTo>
                <a:lnTo>
                  <a:pt x="15709" y="7855"/>
                </a:lnTo>
                <a:lnTo>
                  <a:pt x="16145" y="7200"/>
                </a:lnTo>
                <a:lnTo>
                  <a:pt x="16145" y="6545"/>
                </a:lnTo>
                <a:lnTo>
                  <a:pt x="15709" y="4800"/>
                </a:lnTo>
                <a:lnTo>
                  <a:pt x="14836" y="4582"/>
                </a:lnTo>
                <a:lnTo>
                  <a:pt x="14182" y="4364"/>
                </a:lnTo>
                <a:lnTo>
                  <a:pt x="13309" y="4582"/>
                </a:lnTo>
                <a:lnTo>
                  <a:pt x="12436" y="5236"/>
                </a:lnTo>
                <a:lnTo>
                  <a:pt x="4364" y="2182"/>
                </a:lnTo>
                <a:lnTo>
                  <a:pt x="4145" y="1309"/>
                </a:lnTo>
                <a:lnTo>
                  <a:pt x="3927" y="655"/>
                </a:lnTo>
                <a:lnTo>
                  <a:pt x="3055" y="218"/>
                </a:lnTo>
                <a:lnTo>
                  <a:pt x="2182" y="0"/>
                </a:lnTo>
                <a:lnTo>
                  <a:pt x="1527" y="218"/>
                </a:lnTo>
                <a:lnTo>
                  <a:pt x="655" y="655"/>
                </a:lnTo>
                <a:lnTo>
                  <a:pt x="436" y="1309"/>
                </a:lnTo>
                <a:lnTo>
                  <a:pt x="0" y="2182"/>
                </a:lnTo>
                <a:lnTo>
                  <a:pt x="436" y="3055"/>
                </a:lnTo>
                <a:lnTo>
                  <a:pt x="655" y="3709"/>
                </a:lnTo>
                <a:lnTo>
                  <a:pt x="1527" y="4145"/>
                </a:lnTo>
                <a:lnTo>
                  <a:pt x="2182" y="4364"/>
                </a:lnTo>
                <a:lnTo>
                  <a:pt x="3055" y="4145"/>
                </a:lnTo>
                <a:lnTo>
                  <a:pt x="3927" y="3491"/>
                </a:lnTo>
                <a:lnTo>
                  <a:pt x="12000" y="6545"/>
                </a:lnTo>
                <a:lnTo>
                  <a:pt x="12000" y="6982"/>
                </a:lnTo>
                <a:lnTo>
                  <a:pt x="5455" y="12218"/>
                </a:lnTo>
                <a:lnTo>
                  <a:pt x="4364" y="11782"/>
                </a:lnTo>
                <a:lnTo>
                  <a:pt x="3709" y="12218"/>
                </a:lnTo>
                <a:lnTo>
                  <a:pt x="2836" y="12436"/>
                </a:lnTo>
                <a:lnTo>
                  <a:pt x="2618" y="13091"/>
                </a:lnTo>
                <a:lnTo>
                  <a:pt x="2182" y="13964"/>
                </a:lnTo>
                <a:lnTo>
                  <a:pt x="2618" y="14836"/>
                </a:lnTo>
                <a:lnTo>
                  <a:pt x="2836" y="15709"/>
                </a:lnTo>
                <a:lnTo>
                  <a:pt x="3709" y="15927"/>
                </a:lnTo>
                <a:lnTo>
                  <a:pt x="4364" y="16145"/>
                </a:lnTo>
                <a:lnTo>
                  <a:pt x="5236" y="15927"/>
                </a:lnTo>
                <a:lnTo>
                  <a:pt x="7855" y="18545"/>
                </a:lnTo>
                <a:lnTo>
                  <a:pt x="7636" y="19418"/>
                </a:lnTo>
                <a:lnTo>
                  <a:pt x="7855" y="20291"/>
                </a:lnTo>
                <a:lnTo>
                  <a:pt x="8073" y="20945"/>
                </a:lnTo>
                <a:lnTo>
                  <a:pt x="8945" y="21164"/>
                </a:lnTo>
                <a:lnTo>
                  <a:pt x="9818" y="21600"/>
                </a:lnTo>
                <a:lnTo>
                  <a:pt x="11127" y="20945"/>
                </a:lnTo>
                <a:lnTo>
                  <a:pt x="11782" y="20291"/>
                </a:lnTo>
                <a:lnTo>
                  <a:pt x="12000" y="19636"/>
                </a:lnTo>
                <a:lnTo>
                  <a:pt x="17891" y="17455"/>
                </a:lnTo>
                <a:lnTo>
                  <a:pt x="18764" y="18109"/>
                </a:lnTo>
                <a:lnTo>
                  <a:pt x="19418" y="18327"/>
                </a:lnTo>
                <a:lnTo>
                  <a:pt x="20291" y="18109"/>
                </a:lnTo>
                <a:lnTo>
                  <a:pt x="21164" y="17673"/>
                </a:lnTo>
                <a:lnTo>
                  <a:pt x="21382" y="17018"/>
                </a:lnTo>
                <a:lnTo>
                  <a:pt x="21600" y="16145"/>
                </a:lnTo>
                <a:lnTo>
                  <a:pt x="21382" y="15273"/>
                </a:lnTo>
                <a:lnTo>
                  <a:pt x="20727" y="14618"/>
                </a:lnTo>
                <a:lnTo>
                  <a:pt x="20291" y="13964"/>
                </a:lnTo>
                <a:lnTo>
                  <a:pt x="19200" y="13964"/>
                </a:lnTo>
                <a:close/>
                <a:moveTo>
                  <a:pt x="9818" y="17236"/>
                </a:moveTo>
                <a:lnTo>
                  <a:pt x="8945" y="17455"/>
                </a:lnTo>
                <a:lnTo>
                  <a:pt x="6327" y="14836"/>
                </a:lnTo>
                <a:lnTo>
                  <a:pt x="6545" y="13964"/>
                </a:lnTo>
                <a:lnTo>
                  <a:pt x="6545" y="13527"/>
                </a:lnTo>
                <a:lnTo>
                  <a:pt x="13091" y="8291"/>
                </a:lnTo>
                <a:lnTo>
                  <a:pt x="13745" y="8727"/>
                </a:lnTo>
                <a:lnTo>
                  <a:pt x="14400" y="8727"/>
                </a:lnTo>
                <a:lnTo>
                  <a:pt x="17891" y="14836"/>
                </a:lnTo>
                <a:lnTo>
                  <a:pt x="17673" y="15273"/>
                </a:lnTo>
                <a:lnTo>
                  <a:pt x="17236" y="15927"/>
                </a:lnTo>
                <a:lnTo>
                  <a:pt x="11345" y="18109"/>
                </a:lnTo>
                <a:lnTo>
                  <a:pt x="10691" y="17455"/>
                </a:lnTo>
                <a:lnTo>
                  <a:pt x="9818" y="17236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p51"/>
          <p:cNvSpPr/>
          <p:nvPr/>
        </p:nvSpPr>
        <p:spPr>
          <a:xfrm>
            <a:off x="14482233" y="4749800"/>
            <a:ext cx="338688" cy="419094"/>
          </a:xfrm>
          <a:custGeom>
            <a:rect b="b" l="l" r="r" t="t"/>
            <a:pathLst>
              <a:path extrusionOk="0" h="21600" w="21600">
                <a:moveTo>
                  <a:pt x="21600" y="11902"/>
                </a:moveTo>
                <a:lnTo>
                  <a:pt x="21327" y="9918"/>
                </a:lnTo>
                <a:lnTo>
                  <a:pt x="20780" y="8155"/>
                </a:lnTo>
                <a:lnTo>
                  <a:pt x="19959" y="5951"/>
                </a:lnTo>
                <a:lnTo>
                  <a:pt x="18592" y="3967"/>
                </a:lnTo>
                <a:lnTo>
                  <a:pt x="16952" y="2424"/>
                </a:lnTo>
                <a:lnTo>
                  <a:pt x="15311" y="1102"/>
                </a:lnTo>
                <a:lnTo>
                  <a:pt x="13124" y="220"/>
                </a:lnTo>
                <a:lnTo>
                  <a:pt x="10663" y="0"/>
                </a:lnTo>
                <a:lnTo>
                  <a:pt x="8476" y="220"/>
                </a:lnTo>
                <a:lnTo>
                  <a:pt x="6289" y="1102"/>
                </a:lnTo>
                <a:lnTo>
                  <a:pt x="4648" y="2424"/>
                </a:lnTo>
                <a:lnTo>
                  <a:pt x="3008" y="3967"/>
                </a:lnTo>
                <a:lnTo>
                  <a:pt x="1641" y="5951"/>
                </a:lnTo>
                <a:lnTo>
                  <a:pt x="547" y="8155"/>
                </a:lnTo>
                <a:lnTo>
                  <a:pt x="273" y="9918"/>
                </a:lnTo>
                <a:lnTo>
                  <a:pt x="0" y="11902"/>
                </a:lnTo>
                <a:lnTo>
                  <a:pt x="0" y="13445"/>
                </a:lnTo>
                <a:lnTo>
                  <a:pt x="273" y="14988"/>
                </a:lnTo>
                <a:lnTo>
                  <a:pt x="1914" y="16751"/>
                </a:lnTo>
                <a:lnTo>
                  <a:pt x="3281" y="17412"/>
                </a:lnTo>
                <a:lnTo>
                  <a:pt x="5195" y="17853"/>
                </a:lnTo>
                <a:lnTo>
                  <a:pt x="7109" y="18073"/>
                </a:lnTo>
                <a:lnTo>
                  <a:pt x="9570" y="18514"/>
                </a:lnTo>
                <a:lnTo>
                  <a:pt x="9570" y="19616"/>
                </a:lnTo>
                <a:lnTo>
                  <a:pt x="5468" y="19616"/>
                </a:lnTo>
                <a:lnTo>
                  <a:pt x="5468" y="21600"/>
                </a:lnTo>
                <a:lnTo>
                  <a:pt x="16132" y="21600"/>
                </a:lnTo>
                <a:lnTo>
                  <a:pt x="16132" y="19616"/>
                </a:lnTo>
                <a:lnTo>
                  <a:pt x="12030" y="19616"/>
                </a:lnTo>
                <a:lnTo>
                  <a:pt x="12030" y="18514"/>
                </a:lnTo>
                <a:lnTo>
                  <a:pt x="14491" y="18073"/>
                </a:lnTo>
                <a:lnTo>
                  <a:pt x="16405" y="17853"/>
                </a:lnTo>
                <a:lnTo>
                  <a:pt x="18319" y="17412"/>
                </a:lnTo>
                <a:lnTo>
                  <a:pt x="19686" y="16751"/>
                </a:lnTo>
                <a:lnTo>
                  <a:pt x="21327" y="14988"/>
                </a:lnTo>
                <a:lnTo>
                  <a:pt x="21600" y="13445"/>
                </a:lnTo>
                <a:lnTo>
                  <a:pt x="21600" y="11902"/>
                </a:lnTo>
                <a:close/>
                <a:moveTo>
                  <a:pt x="10663" y="11902"/>
                </a:moveTo>
                <a:lnTo>
                  <a:pt x="12851" y="12122"/>
                </a:lnTo>
                <a:lnTo>
                  <a:pt x="14491" y="12784"/>
                </a:lnTo>
                <a:lnTo>
                  <a:pt x="15858" y="13224"/>
                </a:lnTo>
                <a:lnTo>
                  <a:pt x="16132" y="13886"/>
                </a:lnTo>
                <a:lnTo>
                  <a:pt x="16132" y="14106"/>
                </a:lnTo>
                <a:lnTo>
                  <a:pt x="12851" y="14988"/>
                </a:lnTo>
                <a:lnTo>
                  <a:pt x="10663" y="15208"/>
                </a:lnTo>
                <a:lnTo>
                  <a:pt x="8749" y="14988"/>
                </a:lnTo>
                <a:lnTo>
                  <a:pt x="5468" y="14106"/>
                </a:lnTo>
                <a:lnTo>
                  <a:pt x="5468" y="13886"/>
                </a:lnTo>
                <a:lnTo>
                  <a:pt x="5742" y="13224"/>
                </a:lnTo>
                <a:lnTo>
                  <a:pt x="7109" y="12784"/>
                </a:lnTo>
                <a:lnTo>
                  <a:pt x="8749" y="12122"/>
                </a:lnTo>
                <a:lnTo>
                  <a:pt x="10663" y="1190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6" name="Google Shape;1946;p51"/>
          <p:cNvSpPr/>
          <p:nvPr/>
        </p:nvSpPr>
        <p:spPr>
          <a:xfrm>
            <a:off x="13390033" y="4906435"/>
            <a:ext cx="495288" cy="220158"/>
          </a:xfrm>
          <a:custGeom>
            <a:rect b="b" l="l" r="r" t="t"/>
            <a:pathLst>
              <a:path extrusionOk="0" h="21600" w="21600">
                <a:moveTo>
                  <a:pt x="18379" y="0"/>
                </a:moveTo>
                <a:lnTo>
                  <a:pt x="17053" y="415"/>
                </a:lnTo>
                <a:lnTo>
                  <a:pt x="15916" y="2077"/>
                </a:lnTo>
                <a:lnTo>
                  <a:pt x="15347" y="4569"/>
                </a:lnTo>
                <a:lnTo>
                  <a:pt x="14968" y="7062"/>
                </a:lnTo>
                <a:lnTo>
                  <a:pt x="6632" y="7062"/>
                </a:lnTo>
                <a:lnTo>
                  <a:pt x="6442" y="4569"/>
                </a:lnTo>
                <a:lnTo>
                  <a:pt x="5684" y="2077"/>
                </a:lnTo>
                <a:lnTo>
                  <a:pt x="4547" y="415"/>
                </a:lnTo>
                <a:lnTo>
                  <a:pt x="3411" y="0"/>
                </a:lnTo>
                <a:lnTo>
                  <a:pt x="2274" y="415"/>
                </a:lnTo>
                <a:lnTo>
                  <a:pt x="947" y="2077"/>
                </a:lnTo>
                <a:lnTo>
                  <a:pt x="379" y="4569"/>
                </a:lnTo>
                <a:lnTo>
                  <a:pt x="0" y="7062"/>
                </a:lnTo>
                <a:lnTo>
                  <a:pt x="0" y="15369"/>
                </a:lnTo>
                <a:lnTo>
                  <a:pt x="379" y="16615"/>
                </a:lnTo>
                <a:lnTo>
                  <a:pt x="568" y="18277"/>
                </a:lnTo>
                <a:lnTo>
                  <a:pt x="1326" y="18692"/>
                </a:lnTo>
                <a:lnTo>
                  <a:pt x="1895" y="19523"/>
                </a:lnTo>
                <a:lnTo>
                  <a:pt x="1895" y="21600"/>
                </a:lnTo>
                <a:lnTo>
                  <a:pt x="3789" y="21600"/>
                </a:lnTo>
                <a:lnTo>
                  <a:pt x="3789" y="19523"/>
                </a:lnTo>
                <a:lnTo>
                  <a:pt x="17811" y="19523"/>
                </a:lnTo>
                <a:lnTo>
                  <a:pt x="17811" y="21600"/>
                </a:lnTo>
                <a:lnTo>
                  <a:pt x="19705" y="21600"/>
                </a:lnTo>
                <a:lnTo>
                  <a:pt x="19705" y="19523"/>
                </a:lnTo>
                <a:lnTo>
                  <a:pt x="20463" y="18692"/>
                </a:lnTo>
                <a:lnTo>
                  <a:pt x="21032" y="18277"/>
                </a:lnTo>
                <a:lnTo>
                  <a:pt x="21411" y="16615"/>
                </a:lnTo>
                <a:lnTo>
                  <a:pt x="21600" y="15369"/>
                </a:lnTo>
                <a:lnTo>
                  <a:pt x="21600" y="7062"/>
                </a:lnTo>
                <a:lnTo>
                  <a:pt x="21411" y="4569"/>
                </a:lnTo>
                <a:lnTo>
                  <a:pt x="20653" y="2077"/>
                </a:lnTo>
                <a:lnTo>
                  <a:pt x="19516" y="415"/>
                </a:lnTo>
                <a:lnTo>
                  <a:pt x="18379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7" name="Google Shape;1947;p51"/>
          <p:cNvSpPr/>
          <p:nvPr/>
        </p:nvSpPr>
        <p:spPr>
          <a:xfrm>
            <a:off x="13652502" y="4792133"/>
            <a:ext cx="169344" cy="169344"/>
          </a:xfrm>
          <a:custGeom>
            <a:rect b="b" l="l" r="r" t="t"/>
            <a:pathLst>
              <a:path extrusionOk="0" h="21600" w="21600">
                <a:moveTo>
                  <a:pt x="20492" y="12185"/>
                </a:moveTo>
                <a:lnTo>
                  <a:pt x="21600" y="12185"/>
                </a:lnTo>
                <a:lnTo>
                  <a:pt x="21046" y="9415"/>
                </a:lnTo>
                <a:lnTo>
                  <a:pt x="20492" y="7200"/>
                </a:lnTo>
                <a:lnTo>
                  <a:pt x="18831" y="4985"/>
                </a:lnTo>
                <a:lnTo>
                  <a:pt x="16615" y="3323"/>
                </a:lnTo>
                <a:lnTo>
                  <a:pt x="15508" y="1662"/>
                </a:lnTo>
                <a:lnTo>
                  <a:pt x="12738" y="554"/>
                </a:lnTo>
                <a:lnTo>
                  <a:pt x="10523" y="0"/>
                </a:lnTo>
                <a:lnTo>
                  <a:pt x="0" y="0"/>
                </a:lnTo>
                <a:lnTo>
                  <a:pt x="0" y="21600"/>
                </a:lnTo>
                <a:lnTo>
                  <a:pt x="7754" y="21600"/>
                </a:lnTo>
                <a:lnTo>
                  <a:pt x="9969" y="17723"/>
                </a:lnTo>
                <a:lnTo>
                  <a:pt x="12738" y="14954"/>
                </a:lnTo>
                <a:lnTo>
                  <a:pt x="16062" y="12738"/>
                </a:lnTo>
                <a:lnTo>
                  <a:pt x="20492" y="1218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8" name="Google Shape;1948;p51"/>
          <p:cNvSpPr/>
          <p:nvPr/>
        </p:nvSpPr>
        <p:spPr>
          <a:xfrm>
            <a:off x="13457767" y="4792133"/>
            <a:ext cx="169344" cy="169344"/>
          </a:xfrm>
          <a:custGeom>
            <a:rect b="b" l="l" r="r" t="t"/>
            <a:pathLst>
              <a:path extrusionOk="0" h="21600" w="21600">
                <a:moveTo>
                  <a:pt x="1350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10800" y="0"/>
                </a:lnTo>
                <a:lnTo>
                  <a:pt x="8640" y="554"/>
                </a:lnTo>
                <a:lnTo>
                  <a:pt x="5940" y="1662"/>
                </a:lnTo>
                <a:lnTo>
                  <a:pt x="4860" y="3323"/>
                </a:lnTo>
                <a:lnTo>
                  <a:pt x="2700" y="4985"/>
                </a:lnTo>
                <a:lnTo>
                  <a:pt x="540" y="9415"/>
                </a:lnTo>
                <a:lnTo>
                  <a:pt x="0" y="12185"/>
                </a:lnTo>
                <a:lnTo>
                  <a:pt x="1620" y="12185"/>
                </a:lnTo>
                <a:lnTo>
                  <a:pt x="5400" y="12738"/>
                </a:lnTo>
                <a:lnTo>
                  <a:pt x="8640" y="14954"/>
                </a:lnTo>
                <a:lnTo>
                  <a:pt x="11340" y="17723"/>
                </a:lnTo>
                <a:lnTo>
                  <a:pt x="135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9" name="Google Shape;1949;p51"/>
          <p:cNvSpPr/>
          <p:nvPr/>
        </p:nvSpPr>
        <p:spPr>
          <a:xfrm>
            <a:off x="16522702" y="4855635"/>
            <a:ext cx="232848" cy="313254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16000" y="0"/>
                </a:lnTo>
                <a:lnTo>
                  <a:pt x="0" y="11676"/>
                </a:lnTo>
                <a:lnTo>
                  <a:pt x="1200" y="11676"/>
                </a:lnTo>
                <a:lnTo>
                  <a:pt x="1200" y="21600"/>
                </a:lnTo>
                <a:lnTo>
                  <a:pt x="4800" y="21600"/>
                </a:lnTo>
                <a:lnTo>
                  <a:pt x="4800" y="11676"/>
                </a:lnTo>
                <a:lnTo>
                  <a:pt x="6000" y="11676"/>
                </a:lnTo>
                <a:lnTo>
                  <a:pt x="21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0" name="Google Shape;1950;p51"/>
          <p:cNvSpPr/>
          <p:nvPr/>
        </p:nvSpPr>
        <p:spPr>
          <a:xfrm>
            <a:off x="16649702" y="4749800"/>
            <a:ext cx="237060" cy="275184"/>
          </a:xfrm>
          <a:custGeom>
            <a:rect b="b" l="l" r="r" t="t"/>
            <a:pathLst>
              <a:path extrusionOk="0" h="21600" w="21600">
                <a:moveTo>
                  <a:pt x="18800" y="8100"/>
                </a:moveTo>
                <a:lnTo>
                  <a:pt x="18800" y="6075"/>
                </a:lnTo>
                <a:lnTo>
                  <a:pt x="20000" y="5062"/>
                </a:lnTo>
                <a:lnTo>
                  <a:pt x="20800" y="3375"/>
                </a:lnTo>
                <a:lnTo>
                  <a:pt x="20000" y="2025"/>
                </a:lnTo>
                <a:lnTo>
                  <a:pt x="19600" y="675"/>
                </a:lnTo>
                <a:lnTo>
                  <a:pt x="18000" y="337"/>
                </a:lnTo>
                <a:lnTo>
                  <a:pt x="16800" y="0"/>
                </a:lnTo>
                <a:lnTo>
                  <a:pt x="13600" y="675"/>
                </a:lnTo>
                <a:lnTo>
                  <a:pt x="12800" y="3375"/>
                </a:lnTo>
                <a:lnTo>
                  <a:pt x="13200" y="5062"/>
                </a:lnTo>
                <a:lnTo>
                  <a:pt x="14800" y="6075"/>
                </a:lnTo>
                <a:lnTo>
                  <a:pt x="14800" y="9112"/>
                </a:lnTo>
                <a:lnTo>
                  <a:pt x="0" y="21600"/>
                </a:lnTo>
                <a:lnTo>
                  <a:pt x="6000" y="21600"/>
                </a:lnTo>
                <a:lnTo>
                  <a:pt x="21600" y="8100"/>
                </a:lnTo>
                <a:lnTo>
                  <a:pt x="18800" y="81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1" name="Google Shape;1951;p51"/>
          <p:cNvSpPr/>
          <p:nvPr/>
        </p:nvSpPr>
        <p:spPr>
          <a:xfrm>
            <a:off x="16768233" y="4881035"/>
            <a:ext cx="143910" cy="287874"/>
          </a:xfrm>
          <a:custGeom>
            <a:rect b="b" l="l" r="r" t="t"/>
            <a:pathLst>
              <a:path extrusionOk="0" h="21600" w="21600">
                <a:moveTo>
                  <a:pt x="0" y="10473"/>
                </a:moveTo>
                <a:lnTo>
                  <a:pt x="8775" y="10473"/>
                </a:lnTo>
                <a:lnTo>
                  <a:pt x="8775" y="21600"/>
                </a:lnTo>
                <a:lnTo>
                  <a:pt x="15525" y="21600"/>
                </a:lnTo>
                <a:lnTo>
                  <a:pt x="15525" y="10473"/>
                </a:lnTo>
                <a:lnTo>
                  <a:pt x="20250" y="10473"/>
                </a:lnTo>
                <a:lnTo>
                  <a:pt x="20925" y="10145"/>
                </a:lnTo>
                <a:lnTo>
                  <a:pt x="21600" y="9491"/>
                </a:lnTo>
                <a:lnTo>
                  <a:pt x="21600" y="0"/>
                </a:lnTo>
                <a:lnTo>
                  <a:pt x="0" y="1047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2" name="Google Shape;1952;p51"/>
          <p:cNvSpPr/>
          <p:nvPr/>
        </p:nvSpPr>
        <p:spPr>
          <a:xfrm>
            <a:off x="16480367" y="4749800"/>
            <a:ext cx="143910" cy="237060"/>
          </a:xfrm>
          <a:custGeom>
            <a:rect b="b" l="l" r="r" t="t"/>
            <a:pathLst>
              <a:path extrusionOk="0" h="21600" w="21600">
                <a:moveTo>
                  <a:pt x="16200" y="9257"/>
                </a:moveTo>
                <a:lnTo>
                  <a:pt x="16200" y="6943"/>
                </a:lnTo>
                <a:lnTo>
                  <a:pt x="18900" y="5786"/>
                </a:lnTo>
                <a:lnTo>
                  <a:pt x="19575" y="3857"/>
                </a:lnTo>
                <a:lnTo>
                  <a:pt x="18225" y="771"/>
                </a:lnTo>
                <a:lnTo>
                  <a:pt x="12825" y="0"/>
                </a:lnTo>
                <a:lnTo>
                  <a:pt x="10800" y="386"/>
                </a:lnTo>
                <a:lnTo>
                  <a:pt x="8100" y="771"/>
                </a:lnTo>
                <a:lnTo>
                  <a:pt x="6750" y="3857"/>
                </a:lnTo>
                <a:lnTo>
                  <a:pt x="7425" y="5786"/>
                </a:lnTo>
                <a:lnTo>
                  <a:pt x="10125" y="6943"/>
                </a:lnTo>
                <a:lnTo>
                  <a:pt x="10125" y="9257"/>
                </a:lnTo>
                <a:lnTo>
                  <a:pt x="1350" y="9257"/>
                </a:lnTo>
                <a:lnTo>
                  <a:pt x="675" y="10029"/>
                </a:lnTo>
                <a:lnTo>
                  <a:pt x="0" y="10414"/>
                </a:lnTo>
                <a:lnTo>
                  <a:pt x="0" y="21600"/>
                </a:lnTo>
                <a:lnTo>
                  <a:pt x="21600" y="9257"/>
                </a:lnTo>
                <a:lnTo>
                  <a:pt x="16200" y="925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3" name="Google Shape;1953;p51"/>
          <p:cNvSpPr/>
          <p:nvPr/>
        </p:nvSpPr>
        <p:spPr>
          <a:xfrm>
            <a:off x="15455902" y="4699000"/>
            <a:ext cx="364068" cy="220158"/>
          </a:xfrm>
          <a:custGeom>
            <a:rect b="b" l="l" r="r" t="t"/>
            <a:pathLst>
              <a:path extrusionOk="0" h="21600" w="21600">
                <a:moveTo>
                  <a:pt x="12600" y="19396"/>
                </a:moveTo>
                <a:lnTo>
                  <a:pt x="12600" y="20718"/>
                </a:lnTo>
                <a:lnTo>
                  <a:pt x="13114" y="21159"/>
                </a:lnTo>
                <a:lnTo>
                  <a:pt x="13371" y="21600"/>
                </a:lnTo>
                <a:lnTo>
                  <a:pt x="20829" y="21600"/>
                </a:lnTo>
                <a:lnTo>
                  <a:pt x="21343" y="21159"/>
                </a:lnTo>
                <a:lnTo>
                  <a:pt x="21600" y="20718"/>
                </a:lnTo>
                <a:lnTo>
                  <a:pt x="21600" y="882"/>
                </a:lnTo>
                <a:lnTo>
                  <a:pt x="21343" y="441"/>
                </a:lnTo>
                <a:lnTo>
                  <a:pt x="20829" y="0"/>
                </a:lnTo>
                <a:lnTo>
                  <a:pt x="13371" y="0"/>
                </a:lnTo>
                <a:lnTo>
                  <a:pt x="13114" y="441"/>
                </a:lnTo>
                <a:lnTo>
                  <a:pt x="12600" y="882"/>
                </a:lnTo>
                <a:lnTo>
                  <a:pt x="12600" y="8816"/>
                </a:lnTo>
                <a:lnTo>
                  <a:pt x="0" y="8816"/>
                </a:lnTo>
                <a:lnTo>
                  <a:pt x="0" y="12784"/>
                </a:lnTo>
                <a:lnTo>
                  <a:pt x="12600" y="12784"/>
                </a:lnTo>
                <a:lnTo>
                  <a:pt x="12600" y="1939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51"/>
          <p:cNvSpPr/>
          <p:nvPr/>
        </p:nvSpPr>
        <p:spPr>
          <a:xfrm>
            <a:off x="15455902" y="4961466"/>
            <a:ext cx="156654" cy="114318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3176" y="0"/>
                </a:lnTo>
                <a:lnTo>
                  <a:pt x="1271" y="771"/>
                </a:lnTo>
                <a:lnTo>
                  <a:pt x="0" y="2314"/>
                </a:lnTo>
                <a:lnTo>
                  <a:pt x="0" y="3857"/>
                </a:lnTo>
                <a:lnTo>
                  <a:pt x="635" y="5400"/>
                </a:lnTo>
                <a:lnTo>
                  <a:pt x="6988" y="16971"/>
                </a:lnTo>
                <a:lnTo>
                  <a:pt x="8894" y="19286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51"/>
          <p:cNvSpPr/>
          <p:nvPr/>
        </p:nvSpPr>
        <p:spPr>
          <a:xfrm>
            <a:off x="15549033" y="4931835"/>
            <a:ext cx="334422" cy="287874"/>
          </a:xfrm>
          <a:custGeom>
            <a:rect b="b" l="l" r="r" t="t"/>
            <a:pathLst>
              <a:path extrusionOk="0" h="21600" w="21600">
                <a:moveTo>
                  <a:pt x="20506" y="8438"/>
                </a:moveTo>
                <a:lnTo>
                  <a:pt x="21053" y="7425"/>
                </a:lnTo>
                <a:lnTo>
                  <a:pt x="21600" y="6750"/>
                </a:lnTo>
                <a:lnTo>
                  <a:pt x="21600" y="1013"/>
                </a:lnTo>
                <a:lnTo>
                  <a:pt x="20780" y="0"/>
                </a:lnTo>
                <a:lnTo>
                  <a:pt x="6015" y="0"/>
                </a:lnTo>
                <a:lnTo>
                  <a:pt x="5195" y="1013"/>
                </a:lnTo>
                <a:lnTo>
                  <a:pt x="5195" y="12487"/>
                </a:lnTo>
                <a:lnTo>
                  <a:pt x="547" y="15187"/>
                </a:lnTo>
                <a:lnTo>
                  <a:pt x="0" y="16537"/>
                </a:lnTo>
                <a:lnTo>
                  <a:pt x="0" y="20925"/>
                </a:lnTo>
                <a:lnTo>
                  <a:pt x="547" y="21600"/>
                </a:lnTo>
                <a:lnTo>
                  <a:pt x="20780" y="21600"/>
                </a:lnTo>
                <a:lnTo>
                  <a:pt x="21053" y="21262"/>
                </a:lnTo>
                <a:lnTo>
                  <a:pt x="21600" y="20925"/>
                </a:lnTo>
                <a:lnTo>
                  <a:pt x="21600" y="16537"/>
                </a:lnTo>
                <a:lnTo>
                  <a:pt x="20506" y="15187"/>
                </a:lnTo>
                <a:lnTo>
                  <a:pt x="14765" y="12150"/>
                </a:lnTo>
                <a:lnTo>
                  <a:pt x="14765" y="11137"/>
                </a:lnTo>
                <a:lnTo>
                  <a:pt x="20506" y="843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51"/>
          <p:cNvSpPr/>
          <p:nvPr/>
        </p:nvSpPr>
        <p:spPr>
          <a:xfrm>
            <a:off x="17534466" y="4931835"/>
            <a:ext cx="402192" cy="237060"/>
          </a:xfrm>
          <a:custGeom>
            <a:rect b="b" l="l" r="r" t="t"/>
            <a:pathLst>
              <a:path extrusionOk="0" h="21600" w="21600">
                <a:moveTo>
                  <a:pt x="18153" y="0"/>
                </a:moveTo>
                <a:lnTo>
                  <a:pt x="14936" y="0"/>
                </a:lnTo>
                <a:lnTo>
                  <a:pt x="14936" y="4000"/>
                </a:lnTo>
                <a:lnTo>
                  <a:pt x="18843" y="4000"/>
                </a:lnTo>
                <a:lnTo>
                  <a:pt x="19302" y="4800"/>
                </a:lnTo>
                <a:lnTo>
                  <a:pt x="19302" y="6800"/>
                </a:lnTo>
                <a:lnTo>
                  <a:pt x="19072" y="7600"/>
                </a:lnTo>
                <a:lnTo>
                  <a:pt x="18843" y="8000"/>
                </a:lnTo>
                <a:lnTo>
                  <a:pt x="3447" y="8000"/>
                </a:lnTo>
                <a:lnTo>
                  <a:pt x="2068" y="8400"/>
                </a:lnTo>
                <a:lnTo>
                  <a:pt x="460" y="11200"/>
                </a:lnTo>
                <a:lnTo>
                  <a:pt x="0" y="14000"/>
                </a:lnTo>
                <a:lnTo>
                  <a:pt x="460" y="16400"/>
                </a:lnTo>
                <a:lnTo>
                  <a:pt x="1149" y="18000"/>
                </a:lnTo>
                <a:lnTo>
                  <a:pt x="2068" y="19200"/>
                </a:lnTo>
                <a:lnTo>
                  <a:pt x="3447" y="19600"/>
                </a:lnTo>
                <a:lnTo>
                  <a:pt x="13787" y="19600"/>
                </a:lnTo>
                <a:lnTo>
                  <a:pt x="13787" y="21600"/>
                </a:lnTo>
                <a:lnTo>
                  <a:pt x="16085" y="21600"/>
                </a:lnTo>
                <a:lnTo>
                  <a:pt x="16085" y="16800"/>
                </a:lnTo>
                <a:lnTo>
                  <a:pt x="15626" y="16400"/>
                </a:lnTo>
                <a:lnTo>
                  <a:pt x="15396" y="16000"/>
                </a:lnTo>
                <a:lnTo>
                  <a:pt x="2987" y="16000"/>
                </a:lnTo>
                <a:lnTo>
                  <a:pt x="2757" y="15200"/>
                </a:lnTo>
                <a:lnTo>
                  <a:pt x="2298" y="14800"/>
                </a:lnTo>
                <a:lnTo>
                  <a:pt x="2298" y="12800"/>
                </a:lnTo>
                <a:lnTo>
                  <a:pt x="2757" y="12400"/>
                </a:lnTo>
                <a:lnTo>
                  <a:pt x="2987" y="12000"/>
                </a:lnTo>
                <a:lnTo>
                  <a:pt x="18153" y="12000"/>
                </a:lnTo>
                <a:lnTo>
                  <a:pt x="19762" y="11200"/>
                </a:lnTo>
                <a:lnTo>
                  <a:pt x="21370" y="8400"/>
                </a:lnTo>
                <a:lnTo>
                  <a:pt x="21600" y="6000"/>
                </a:lnTo>
                <a:lnTo>
                  <a:pt x="21370" y="3600"/>
                </a:lnTo>
                <a:lnTo>
                  <a:pt x="20451" y="2000"/>
                </a:lnTo>
                <a:lnTo>
                  <a:pt x="19762" y="400"/>
                </a:lnTo>
                <a:lnTo>
                  <a:pt x="18153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51"/>
          <p:cNvSpPr/>
          <p:nvPr/>
        </p:nvSpPr>
        <p:spPr>
          <a:xfrm>
            <a:off x="17509066" y="4749800"/>
            <a:ext cx="283662" cy="249750"/>
          </a:xfrm>
          <a:custGeom>
            <a:rect b="b" l="l" r="r" t="t"/>
            <a:pathLst>
              <a:path extrusionOk="0" h="21600" w="21600">
                <a:moveTo>
                  <a:pt x="19912" y="21600"/>
                </a:moveTo>
                <a:lnTo>
                  <a:pt x="20587" y="21600"/>
                </a:lnTo>
                <a:lnTo>
                  <a:pt x="21600" y="20502"/>
                </a:lnTo>
                <a:lnTo>
                  <a:pt x="21600" y="12447"/>
                </a:lnTo>
                <a:lnTo>
                  <a:pt x="20925" y="9885"/>
                </a:lnTo>
                <a:lnTo>
                  <a:pt x="20587" y="7688"/>
                </a:lnTo>
                <a:lnTo>
                  <a:pt x="19237" y="5492"/>
                </a:lnTo>
                <a:lnTo>
                  <a:pt x="18225" y="3661"/>
                </a:lnTo>
                <a:lnTo>
                  <a:pt x="16537" y="2197"/>
                </a:lnTo>
                <a:lnTo>
                  <a:pt x="14512" y="732"/>
                </a:lnTo>
                <a:lnTo>
                  <a:pt x="12487" y="366"/>
                </a:lnTo>
                <a:lnTo>
                  <a:pt x="9787" y="0"/>
                </a:lnTo>
                <a:lnTo>
                  <a:pt x="3038" y="0"/>
                </a:lnTo>
                <a:lnTo>
                  <a:pt x="2025" y="366"/>
                </a:lnTo>
                <a:lnTo>
                  <a:pt x="675" y="732"/>
                </a:lnTo>
                <a:lnTo>
                  <a:pt x="0" y="3661"/>
                </a:lnTo>
                <a:lnTo>
                  <a:pt x="0" y="20502"/>
                </a:lnTo>
                <a:lnTo>
                  <a:pt x="338" y="21234"/>
                </a:lnTo>
                <a:lnTo>
                  <a:pt x="675" y="21600"/>
                </a:lnTo>
                <a:lnTo>
                  <a:pt x="19912" y="21600"/>
                </a:lnTo>
                <a:close/>
                <a:moveTo>
                  <a:pt x="4725" y="12447"/>
                </a:moveTo>
                <a:lnTo>
                  <a:pt x="14850" y="12447"/>
                </a:lnTo>
                <a:lnTo>
                  <a:pt x="14850" y="16108"/>
                </a:lnTo>
                <a:lnTo>
                  <a:pt x="4725" y="16108"/>
                </a:lnTo>
                <a:lnTo>
                  <a:pt x="4725" y="1244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8" name="Google Shape;1958;p51"/>
          <p:cNvSpPr/>
          <p:nvPr/>
        </p:nvSpPr>
        <p:spPr>
          <a:xfrm>
            <a:off x="18533533" y="4986866"/>
            <a:ext cx="67716" cy="63504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12960" y="1440"/>
                </a:lnTo>
                <a:lnTo>
                  <a:pt x="7200" y="7200"/>
                </a:lnTo>
                <a:lnTo>
                  <a:pt x="2880" y="1296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51"/>
          <p:cNvSpPr/>
          <p:nvPr/>
        </p:nvSpPr>
        <p:spPr>
          <a:xfrm>
            <a:off x="18601266" y="4749800"/>
            <a:ext cx="296352" cy="169344"/>
          </a:xfrm>
          <a:custGeom>
            <a:rect b="b" l="l" r="r" t="t"/>
            <a:pathLst>
              <a:path extrusionOk="0" h="21600" w="21600">
                <a:moveTo>
                  <a:pt x="1565" y="21600"/>
                </a:moveTo>
                <a:lnTo>
                  <a:pt x="4696" y="21600"/>
                </a:lnTo>
                <a:lnTo>
                  <a:pt x="4696" y="13292"/>
                </a:lnTo>
                <a:lnTo>
                  <a:pt x="7826" y="13292"/>
                </a:lnTo>
                <a:lnTo>
                  <a:pt x="7826" y="21600"/>
                </a:lnTo>
                <a:lnTo>
                  <a:pt x="14087" y="21600"/>
                </a:lnTo>
                <a:lnTo>
                  <a:pt x="14087" y="13292"/>
                </a:lnTo>
                <a:lnTo>
                  <a:pt x="16904" y="13292"/>
                </a:lnTo>
                <a:lnTo>
                  <a:pt x="16904" y="21600"/>
                </a:lnTo>
                <a:lnTo>
                  <a:pt x="20974" y="21600"/>
                </a:lnTo>
                <a:lnTo>
                  <a:pt x="21600" y="20492"/>
                </a:lnTo>
                <a:lnTo>
                  <a:pt x="21600" y="8308"/>
                </a:lnTo>
                <a:lnTo>
                  <a:pt x="21287" y="4431"/>
                </a:lnTo>
                <a:lnTo>
                  <a:pt x="20035" y="2769"/>
                </a:lnTo>
                <a:lnTo>
                  <a:pt x="19096" y="554"/>
                </a:lnTo>
                <a:lnTo>
                  <a:pt x="16904" y="0"/>
                </a:lnTo>
                <a:lnTo>
                  <a:pt x="4696" y="0"/>
                </a:lnTo>
                <a:lnTo>
                  <a:pt x="2817" y="554"/>
                </a:lnTo>
                <a:lnTo>
                  <a:pt x="1565" y="2769"/>
                </a:lnTo>
                <a:lnTo>
                  <a:pt x="313" y="4431"/>
                </a:lnTo>
                <a:lnTo>
                  <a:pt x="0" y="8308"/>
                </a:lnTo>
                <a:lnTo>
                  <a:pt x="0" y="20492"/>
                </a:lnTo>
                <a:lnTo>
                  <a:pt x="313" y="21046"/>
                </a:lnTo>
                <a:lnTo>
                  <a:pt x="939" y="21600"/>
                </a:lnTo>
                <a:lnTo>
                  <a:pt x="1565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p51"/>
          <p:cNvSpPr/>
          <p:nvPr/>
        </p:nvSpPr>
        <p:spPr>
          <a:xfrm>
            <a:off x="18897600" y="4986866"/>
            <a:ext cx="63504" cy="6350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1600"/>
                </a:lnTo>
                <a:lnTo>
                  <a:pt x="20160" y="12960"/>
                </a:lnTo>
                <a:lnTo>
                  <a:pt x="8640" y="144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p51"/>
          <p:cNvSpPr/>
          <p:nvPr/>
        </p:nvSpPr>
        <p:spPr>
          <a:xfrm>
            <a:off x="18897600" y="5063066"/>
            <a:ext cx="63504" cy="1058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21600"/>
                </a:lnTo>
                <a:lnTo>
                  <a:pt x="18720" y="21600"/>
                </a:lnTo>
                <a:lnTo>
                  <a:pt x="21600" y="198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2" name="Google Shape;1962;p51"/>
          <p:cNvSpPr/>
          <p:nvPr/>
        </p:nvSpPr>
        <p:spPr>
          <a:xfrm>
            <a:off x="18533533" y="5063066"/>
            <a:ext cx="67716" cy="105840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0"/>
                </a:lnTo>
                <a:lnTo>
                  <a:pt x="0" y="19800"/>
                </a:lnTo>
                <a:lnTo>
                  <a:pt x="2880" y="20700"/>
                </a:lnTo>
                <a:lnTo>
                  <a:pt x="432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51"/>
          <p:cNvSpPr/>
          <p:nvPr/>
        </p:nvSpPr>
        <p:spPr>
          <a:xfrm>
            <a:off x="18626666" y="4931835"/>
            <a:ext cx="245538" cy="237060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17939" y="0"/>
                </a:lnTo>
                <a:lnTo>
                  <a:pt x="17939" y="4000"/>
                </a:lnTo>
                <a:lnTo>
                  <a:pt x="14644" y="4000"/>
                </a:lnTo>
                <a:lnTo>
                  <a:pt x="14644" y="0"/>
                </a:lnTo>
                <a:lnTo>
                  <a:pt x="7322" y="0"/>
                </a:lnTo>
                <a:lnTo>
                  <a:pt x="7322" y="4000"/>
                </a:lnTo>
                <a:lnTo>
                  <a:pt x="3661" y="4000"/>
                </a:lnTo>
                <a:lnTo>
                  <a:pt x="3661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  <a:moveTo>
                  <a:pt x="16108" y="12000"/>
                </a:moveTo>
                <a:lnTo>
                  <a:pt x="5492" y="12000"/>
                </a:lnTo>
                <a:lnTo>
                  <a:pt x="5492" y="8000"/>
                </a:lnTo>
                <a:lnTo>
                  <a:pt x="16108" y="8000"/>
                </a:lnTo>
                <a:lnTo>
                  <a:pt x="16108" y="120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4" name="Google Shape;1964;p51"/>
          <p:cNvSpPr/>
          <p:nvPr/>
        </p:nvSpPr>
        <p:spPr>
          <a:xfrm>
            <a:off x="20637502" y="4749800"/>
            <a:ext cx="182034" cy="237060"/>
          </a:xfrm>
          <a:custGeom>
            <a:rect b="b" l="l" r="r" t="t"/>
            <a:pathLst>
              <a:path extrusionOk="0" h="21600" w="21600">
                <a:moveTo>
                  <a:pt x="5657" y="21207"/>
                </a:moveTo>
                <a:lnTo>
                  <a:pt x="12343" y="6676"/>
                </a:lnTo>
                <a:lnTo>
                  <a:pt x="16457" y="12175"/>
                </a:lnTo>
                <a:lnTo>
                  <a:pt x="12857" y="21207"/>
                </a:lnTo>
                <a:lnTo>
                  <a:pt x="18000" y="21207"/>
                </a:lnTo>
                <a:lnTo>
                  <a:pt x="21600" y="12175"/>
                </a:lnTo>
                <a:lnTo>
                  <a:pt x="21600" y="10996"/>
                </a:lnTo>
                <a:lnTo>
                  <a:pt x="21086" y="10604"/>
                </a:lnTo>
                <a:lnTo>
                  <a:pt x="13371" y="785"/>
                </a:lnTo>
                <a:lnTo>
                  <a:pt x="12857" y="0"/>
                </a:lnTo>
                <a:lnTo>
                  <a:pt x="11314" y="0"/>
                </a:lnTo>
                <a:lnTo>
                  <a:pt x="9771" y="393"/>
                </a:lnTo>
                <a:lnTo>
                  <a:pt x="8743" y="1178"/>
                </a:lnTo>
                <a:lnTo>
                  <a:pt x="0" y="21600"/>
                </a:lnTo>
                <a:lnTo>
                  <a:pt x="4114" y="21207"/>
                </a:lnTo>
                <a:lnTo>
                  <a:pt x="5657" y="2120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5" name="Google Shape;1965;p51"/>
          <p:cNvSpPr/>
          <p:nvPr/>
        </p:nvSpPr>
        <p:spPr>
          <a:xfrm>
            <a:off x="20883034" y="4817533"/>
            <a:ext cx="131220" cy="20741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441"/>
                </a:lnTo>
                <a:lnTo>
                  <a:pt x="3600" y="1763"/>
                </a:lnTo>
                <a:lnTo>
                  <a:pt x="720" y="3527"/>
                </a:lnTo>
                <a:lnTo>
                  <a:pt x="0" y="6171"/>
                </a:lnTo>
                <a:lnTo>
                  <a:pt x="0" y="17192"/>
                </a:lnTo>
                <a:lnTo>
                  <a:pt x="7200" y="17192"/>
                </a:lnTo>
                <a:lnTo>
                  <a:pt x="7200" y="12784"/>
                </a:lnTo>
                <a:lnTo>
                  <a:pt x="10800" y="12784"/>
                </a:lnTo>
                <a:lnTo>
                  <a:pt x="10800" y="8376"/>
                </a:lnTo>
                <a:lnTo>
                  <a:pt x="7200" y="8376"/>
                </a:lnTo>
                <a:lnTo>
                  <a:pt x="7200" y="5290"/>
                </a:lnTo>
                <a:lnTo>
                  <a:pt x="7920" y="4849"/>
                </a:lnTo>
                <a:lnTo>
                  <a:pt x="8640" y="3967"/>
                </a:lnTo>
                <a:lnTo>
                  <a:pt x="12240" y="3967"/>
                </a:lnTo>
                <a:lnTo>
                  <a:pt x="12960" y="4849"/>
                </a:lnTo>
                <a:lnTo>
                  <a:pt x="14400" y="5290"/>
                </a:lnTo>
                <a:lnTo>
                  <a:pt x="14400" y="18073"/>
                </a:lnTo>
                <a:lnTo>
                  <a:pt x="18000" y="19396"/>
                </a:lnTo>
                <a:lnTo>
                  <a:pt x="21600" y="21600"/>
                </a:lnTo>
                <a:lnTo>
                  <a:pt x="21600" y="6171"/>
                </a:lnTo>
                <a:lnTo>
                  <a:pt x="20160" y="3527"/>
                </a:lnTo>
                <a:lnTo>
                  <a:pt x="18000" y="1763"/>
                </a:lnTo>
                <a:lnTo>
                  <a:pt x="15120" y="441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6" name="Google Shape;1966;p51"/>
          <p:cNvSpPr/>
          <p:nvPr/>
        </p:nvSpPr>
        <p:spPr>
          <a:xfrm>
            <a:off x="20586702" y="4999568"/>
            <a:ext cx="427572" cy="169344"/>
          </a:xfrm>
          <a:custGeom>
            <a:rect b="b" l="l" r="r" t="t"/>
            <a:pathLst>
              <a:path extrusionOk="0" h="21600" w="21600">
                <a:moveTo>
                  <a:pt x="17236" y="0"/>
                </a:moveTo>
                <a:lnTo>
                  <a:pt x="3491" y="0"/>
                </a:lnTo>
                <a:lnTo>
                  <a:pt x="2618" y="554"/>
                </a:lnTo>
                <a:lnTo>
                  <a:pt x="1309" y="3323"/>
                </a:lnTo>
                <a:lnTo>
                  <a:pt x="218" y="6646"/>
                </a:lnTo>
                <a:lnTo>
                  <a:pt x="0" y="8862"/>
                </a:lnTo>
                <a:lnTo>
                  <a:pt x="0" y="12738"/>
                </a:lnTo>
                <a:lnTo>
                  <a:pt x="218" y="14954"/>
                </a:lnTo>
                <a:lnTo>
                  <a:pt x="1309" y="18277"/>
                </a:lnTo>
                <a:lnTo>
                  <a:pt x="2618" y="21046"/>
                </a:lnTo>
                <a:lnTo>
                  <a:pt x="3491" y="21600"/>
                </a:lnTo>
                <a:lnTo>
                  <a:pt x="18109" y="21600"/>
                </a:lnTo>
                <a:lnTo>
                  <a:pt x="18764" y="21046"/>
                </a:lnTo>
                <a:lnTo>
                  <a:pt x="20073" y="18277"/>
                </a:lnTo>
                <a:lnTo>
                  <a:pt x="21164" y="14954"/>
                </a:lnTo>
                <a:lnTo>
                  <a:pt x="21600" y="12738"/>
                </a:lnTo>
                <a:lnTo>
                  <a:pt x="21600" y="8862"/>
                </a:lnTo>
                <a:lnTo>
                  <a:pt x="21164" y="6646"/>
                </a:lnTo>
                <a:lnTo>
                  <a:pt x="20073" y="3323"/>
                </a:lnTo>
                <a:lnTo>
                  <a:pt x="18764" y="554"/>
                </a:lnTo>
                <a:lnTo>
                  <a:pt x="18109" y="0"/>
                </a:lnTo>
                <a:lnTo>
                  <a:pt x="17236" y="0"/>
                </a:lnTo>
                <a:close/>
                <a:moveTo>
                  <a:pt x="4364" y="13846"/>
                </a:moveTo>
                <a:lnTo>
                  <a:pt x="3709" y="13846"/>
                </a:lnTo>
                <a:lnTo>
                  <a:pt x="3491" y="12738"/>
                </a:lnTo>
                <a:lnTo>
                  <a:pt x="3273" y="12185"/>
                </a:lnTo>
                <a:lnTo>
                  <a:pt x="3273" y="9415"/>
                </a:lnTo>
                <a:lnTo>
                  <a:pt x="3709" y="8308"/>
                </a:lnTo>
                <a:lnTo>
                  <a:pt x="4800" y="8308"/>
                </a:lnTo>
                <a:lnTo>
                  <a:pt x="5018" y="8862"/>
                </a:lnTo>
                <a:lnTo>
                  <a:pt x="5455" y="9415"/>
                </a:lnTo>
                <a:lnTo>
                  <a:pt x="5455" y="12185"/>
                </a:lnTo>
                <a:lnTo>
                  <a:pt x="5018" y="12738"/>
                </a:lnTo>
                <a:lnTo>
                  <a:pt x="4800" y="13846"/>
                </a:lnTo>
                <a:lnTo>
                  <a:pt x="4364" y="13846"/>
                </a:lnTo>
                <a:close/>
                <a:moveTo>
                  <a:pt x="17236" y="13846"/>
                </a:moveTo>
                <a:lnTo>
                  <a:pt x="16582" y="13846"/>
                </a:lnTo>
                <a:lnTo>
                  <a:pt x="16364" y="12738"/>
                </a:lnTo>
                <a:lnTo>
                  <a:pt x="16145" y="12185"/>
                </a:lnTo>
                <a:lnTo>
                  <a:pt x="16145" y="9415"/>
                </a:lnTo>
                <a:lnTo>
                  <a:pt x="16582" y="8308"/>
                </a:lnTo>
                <a:lnTo>
                  <a:pt x="17673" y="8308"/>
                </a:lnTo>
                <a:lnTo>
                  <a:pt x="18109" y="8862"/>
                </a:lnTo>
                <a:lnTo>
                  <a:pt x="18327" y="9415"/>
                </a:lnTo>
                <a:lnTo>
                  <a:pt x="18327" y="12185"/>
                </a:lnTo>
                <a:lnTo>
                  <a:pt x="17673" y="13846"/>
                </a:lnTo>
                <a:lnTo>
                  <a:pt x="17236" y="1384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7" name="Google Shape;1967;p51"/>
          <p:cNvSpPr/>
          <p:nvPr/>
        </p:nvSpPr>
        <p:spPr>
          <a:xfrm>
            <a:off x="21611169" y="4766733"/>
            <a:ext cx="431784" cy="389448"/>
          </a:xfrm>
          <a:custGeom>
            <a:rect b="b" l="l" r="r" t="t"/>
            <a:pathLst>
              <a:path extrusionOk="0" h="21600" w="21600">
                <a:moveTo>
                  <a:pt x="19837" y="13500"/>
                </a:moveTo>
                <a:lnTo>
                  <a:pt x="21600" y="11536"/>
                </a:lnTo>
                <a:lnTo>
                  <a:pt x="21600" y="10309"/>
                </a:lnTo>
                <a:lnTo>
                  <a:pt x="21380" y="9818"/>
                </a:lnTo>
                <a:lnTo>
                  <a:pt x="19837" y="8100"/>
                </a:lnTo>
                <a:lnTo>
                  <a:pt x="21380" y="5400"/>
                </a:lnTo>
                <a:lnTo>
                  <a:pt x="21600" y="4664"/>
                </a:lnTo>
                <a:lnTo>
                  <a:pt x="21600" y="4173"/>
                </a:lnTo>
                <a:lnTo>
                  <a:pt x="21159" y="3927"/>
                </a:lnTo>
                <a:lnTo>
                  <a:pt x="20498" y="3436"/>
                </a:lnTo>
                <a:lnTo>
                  <a:pt x="12784" y="3436"/>
                </a:lnTo>
                <a:lnTo>
                  <a:pt x="11902" y="1964"/>
                </a:lnTo>
                <a:lnTo>
                  <a:pt x="10580" y="736"/>
                </a:lnTo>
                <a:lnTo>
                  <a:pt x="8596" y="245"/>
                </a:lnTo>
                <a:lnTo>
                  <a:pt x="6392" y="0"/>
                </a:lnTo>
                <a:lnTo>
                  <a:pt x="5069" y="0"/>
                </a:lnTo>
                <a:lnTo>
                  <a:pt x="3967" y="245"/>
                </a:lnTo>
                <a:lnTo>
                  <a:pt x="2645" y="736"/>
                </a:lnTo>
                <a:lnTo>
                  <a:pt x="1763" y="1473"/>
                </a:lnTo>
                <a:lnTo>
                  <a:pt x="1102" y="1964"/>
                </a:lnTo>
                <a:lnTo>
                  <a:pt x="441" y="2945"/>
                </a:lnTo>
                <a:lnTo>
                  <a:pt x="0" y="3927"/>
                </a:lnTo>
                <a:lnTo>
                  <a:pt x="0" y="17673"/>
                </a:lnTo>
                <a:lnTo>
                  <a:pt x="441" y="18655"/>
                </a:lnTo>
                <a:lnTo>
                  <a:pt x="1102" y="19636"/>
                </a:lnTo>
                <a:lnTo>
                  <a:pt x="1763" y="20127"/>
                </a:lnTo>
                <a:lnTo>
                  <a:pt x="2645" y="20864"/>
                </a:lnTo>
                <a:lnTo>
                  <a:pt x="3967" y="21355"/>
                </a:lnTo>
                <a:lnTo>
                  <a:pt x="5069" y="21600"/>
                </a:lnTo>
                <a:lnTo>
                  <a:pt x="6392" y="21600"/>
                </a:lnTo>
                <a:lnTo>
                  <a:pt x="8596" y="21355"/>
                </a:lnTo>
                <a:lnTo>
                  <a:pt x="10580" y="20864"/>
                </a:lnTo>
                <a:lnTo>
                  <a:pt x="11902" y="19636"/>
                </a:lnTo>
                <a:lnTo>
                  <a:pt x="12784" y="18164"/>
                </a:lnTo>
                <a:lnTo>
                  <a:pt x="20498" y="18164"/>
                </a:lnTo>
                <a:lnTo>
                  <a:pt x="21159" y="17673"/>
                </a:lnTo>
                <a:lnTo>
                  <a:pt x="21600" y="17427"/>
                </a:lnTo>
                <a:lnTo>
                  <a:pt x="21600" y="16936"/>
                </a:lnTo>
                <a:lnTo>
                  <a:pt x="21380" y="16200"/>
                </a:lnTo>
                <a:lnTo>
                  <a:pt x="19837" y="13500"/>
                </a:lnTo>
                <a:close/>
                <a:moveTo>
                  <a:pt x="6392" y="2455"/>
                </a:moveTo>
                <a:lnTo>
                  <a:pt x="8155" y="2700"/>
                </a:lnTo>
                <a:lnTo>
                  <a:pt x="9478" y="3191"/>
                </a:lnTo>
                <a:lnTo>
                  <a:pt x="10580" y="3927"/>
                </a:lnTo>
                <a:lnTo>
                  <a:pt x="10800" y="4664"/>
                </a:lnTo>
                <a:lnTo>
                  <a:pt x="10580" y="5645"/>
                </a:lnTo>
                <a:lnTo>
                  <a:pt x="9478" y="6382"/>
                </a:lnTo>
                <a:lnTo>
                  <a:pt x="8155" y="6873"/>
                </a:lnTo>
                <a:lnTo>
                  <a:pt x="6392" y="7118"/>
                </a:lnTo>
                <a:lnTo>
                  <a:pt x="4849" y="6873"/>
                </a:lnTo>
                <a:lnTo>
                  <a:pt x="3527" y="6382"/>
                </a:lnTo>
                <a:lnTo>
                  <a:pt x="2424" y="5645"/>
                </a:lnTo>
                <a:lnTo>
                  <a:pt x="2204" y="4664"/>
                </a:lnTo>
                <a:lnTo>
                  <a:pt x="2424" y="3927"/>
                </a:lnTo>
                <a:lnTo>
                  <a:pt x="3527" y="3191"/>
                </a:lnTo>
                <a:lnTo>
                  <a:pt x="4849" y="2700"/>
                </a:lnTo>
                <a:lnTo>
                  <a:pt x="6392" y="2455"/>
                </a:lnTo>
                <a:close/>
                <a:moveTo>
                  <a:pt x="6392" y="19391"/>
                </a:moveTo>
                <a:lnTo>
                  <a:pt x="4849" y="18900"/>
                </a:lnTo>
                <a:lnTo>
                  <a:pt x="3527" y="18409"/>
                </a:lnTo>
                <a:lnTo>
                  <a:pt x="2424" y="17673"/>
                </a:lnTo>
                <a:lnTo>
                  <a:pt x="2204" y="16936"/>
                </a:lnTo>
                <a:lnTo>
                  <a:pt x="2204" y="8345"/>
                </a:lnTo>
                <a:lnTo>
                  <a:pt x="3967" y="9327"/>
                </a:lnTo>
                <a:lnTo>
                  <a:pt x="6392" y="9573"/>
                </a:lnTo>
                <a:lnTo>
                  <a:pt x="8816" y="9327"/>
                </a:lnTo>
                <a:lnTo>
                  <a:pt x="10800" y="8345"/>
                </a:lnTo>
                <a:lnTo>
                  <a:pt x="10800" y="16936"/>
                </a:lnTo>
                <a:lnTo>
                  <a:pt x="10580" y="17673"/>
                </a:lnTo>
                <a:lnTo>
                  <a:pt x="9478" y="18409"/>
                </a:lnTo>
                <a:lnTo>
                  <a:pt x="8155" y="18900"/>
                </a:lnTo>
                <a:lnTo>
                  <a:pt x="6392" y="19391"/>
                </a:lnTo>
                <a:close/>
                <a:moveTo>
                  <a:pt x="17633" y="13745"/>
                </a:moveTo>
                <a:lnTo>
                  <a:pt x="18735" y="15709"/>
                </a:lnTo>
                <a:lnTo>
                  <a:pt x="13004" y="15709"/>
                </a:lnTo>
                <a:lnTo>
                  <a:pt x="13004" y="5891"/>
                </a:lnTo>
                <a:lnTo>
                  <a:pt x="18735" y="5891"/>
                </a:lnTo>
                <a:lnTo>
                  <a:pt x="17633" y="7855"/>
                </a:lnTo>
                <a:lnTo>
                  <a:pt x="17412" y="8345"/>
                </a:lnTo>
                <a:lnTo>
                  <a:pt x="17633" y="9327"/>
                </a:lnTo>
                <a:lnTo>
                  <a:pt x="18955" y="10800"/>
                </a:lnTo>
                <a:lnTo>
                  <a:pt x="17633" y="12273"/>
                </a:lnTo>
                <a:lnTo>
                  <a:pt x="17412" y="13255"/>
                </a:lnTo>
                <a:lnTo>
                  <a:pt x="17633" y="13745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8" name="Google Shape;1968;p51"/>
          <p:cNvSpPr/>
          <p:nvPr/>
        </p:nvSpPr>
        <p:spPr>
          <a:xfrm>
            <a:off x="21717000" y="4830235"/>
            <a:ext cx="38124" cy="3812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4320"/>
                </a:lnTo>
                <a:lnTo>
                  <a:pt x="17280" y="0"/>
                </a:lnTo>
                <a:lnTo>
                  <a:pt x="6480" y="0"/>
                </a:lnTo>
                <a:lnTo>
                  <a:pt x="4320" y="4320"/>
                </a:lnTo>
                <a:lnTo>
                  <a:pt x="0" y="6480"/>
                </a:lnTo>
                <a:lnTo>
                  <a:pt x="0" y="17280"/>
                </a:lnTo>
                <a:lnTo>
                  <a:pt x="4320" y="19440"/>
                </a:lnTo>
                <a:lnTo>
                  <a:pt x="648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9" name="Google Shape;1969;p51"/>
          <p:cNvSpPr/>
          <p:nvPr/>
        </p:nvSpPr>
        <p:spPr>
          <a:xfrm>
            <a:off x="22677969" y="4830235"/>
            <a:ext cx="338688" cy="101628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1600"/>
                </a:lnTo>
                <a:lnTo>
                  <a:pt x="21327" y="16416"/>
                </a:lnTo>
                <a:lnTo>
                  <a:pt x="19413" y="10368"/>
                </a:lnTo>
                <a:lnTo>
                  <a:pt x="17499" y="8640"/>
                </a:lnTo>
                <a:lnTo>
                  <a:pt x="16405" y="10368"/>
                </a:lnTo>
                <a:lnTo>
                  <a:pt x="15311" y="6048"/>
                </a:lnTo>
                <a:lnTo>
                  <a:pt x="13944" y="2592"/>
                </a:lnTo>
                <a:lnTo>
                  <a:pt x="12577" y="1728"/>
                </a:lnTo>
                <a:lnTo>
                  <a:pt x="10937" y="0"/>
                </a:lnTo>
                <a:lnTo>
                  <a:pt x="9296" y="1728"/>
                </a:lnTo>
                <a:lnTo>
                  <a:pt x="7929" y="2592"/>
                </a:lnTo>
                <a:lnTo>
                  <a:pt x="6562" y="6048"/>
                </a:lnTo>
                <a:lnTo>
                  <a:pt x="5468" y="10368"/>
                </a:lnTo>
                <a:lnTo>
                  <a:pt x="4101" y="8640"/>
                </a:lnTo>
                <a:lnTo>
                  <a:pt x="2461" y="10368"/>
                </a:lnTo>
                <a:lnTo>
                  <a:pt x="1367" y="12960"/>
                </a:lnTo>
                <a:lnTo>
                  <a:pt x="547" y="16416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0" name="Google Shape;1970;p51"/>
          <p:cNvSpPr/>
          <p:nvPr/>
        </p:nvSpPr>
        <p:spPr>
          <a:xfrm>
            <a:off x="22834600" y="4749800"/>
            <a:ext cx="38100" cy="678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71" name="Google Shape;1971;p51"/>
          <p:cNvSpPr/>
          <p:nvPr/>
        </p:nvSpPr>
        <p:spPr>
          <a:xfrm>
            <a:off x="22665267" y="4779435"/>
            <a:ext cx="76194" cy="63504"/>
          </a:xfrm>
          <a:custGeom>
            <a:rect b="b" l="l" r="r" t="t"/>
            <a:pathLst>
              <a:path extrusionOk="0" h="21600" w="21600">
                <a:moveTo>
                  <a:pt x="21600" y="12706"/>
                </a:moveTo>
                <a:lnTo>
                  <a:pt x="8894" y="0"/>
                </a:lnTo>
                <a:lnTo>
                  <a:pt x="0" y="8894"/>
                </a:lnTo>
                <a:lnTo>
                  <a:pt x="12706" y="21600"/>
                </a:lnTo>
                <a:lnTo>
                  <a:pt x="21600" y="1270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2" name="Google Shape;1972;p51"/>
          <p:cNvSpPr/>
          <p:nvPr/>
        </p:nvSpPr>
        <p:spPr>
          <a:xfrm>
            <a:off x="22961600" y="4779435"/>
            <a:ext cx="80460" cy="63504"/>
          </a:xfrm>
          <a:custGeom>
            <a:rect b="b" l="l" r="r" t="t"/>
            <a:pathLst>
              <a:path extrusionOk="0" h="21600" w="21600">
                <a:moveTo>
                  <a:pt x="21600" y="8894"/>
                </a:moveTo>
                <a:lnTo>
                  <a:pt x="12706" y="0"/>
                </a:lnTo>
                <a:lnTo>
                  <a:pt x="0" y="12706"/>
                </a:lnTo>
                <a:lnTo>
                  <a:pt x="8894" y="21600"/>
                </a:lnTo>
                <a:lnTo>
                  <a:pt x="21600" y="889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3" name="Google Shape;1973;p51"/>
          <p:cNvSpPr/>
          <p:nvPr/>
        </p:nvSpPr>
        <p:spPr>
          <a:xfrm>
            <a:off x="22652569" y="4961466"/>
            <a:ext cx="389448" cy="207414"/>
          </a:xfrm>
          <a:custGeom>
            <a:rect b="b" l="l" r="r" t="t"/>
            <a:pathLst>
              <a:path extrusionOk="0" h="21600" w="21600">
                <a:moveTo>
                  <a:pt x="20387" y="0"/>
                </a:moveTo>
                <a:lnTo>
                  <a:pt x="728" y="0"/>
                </a:lnTo>
                <a:lnTo>
                  <a:pt x="0" y="1322"/>
                </a:lnTo>
                <a:lnTo>
                  <a:pt x="0" y="20718"/>
                </a:lnTo>
                <a:lnTo>
                  <a:pt x="485" y="21159"/>
                </a:lnTo>
                <a:lnTo>
                  <a:pt x="728" y="21600"/>
                </a:lnTo>
                <a:lnTo>
                  <a:pt x="21115" y="21600"/>
                </a:lnTo>
                <a:lnTo>
                  <a:pt x="21600" y="20718"/>
                </a:lnTo>
                <a:lnTo>
                  <a:pt x="21600" y="1322"/>
                </a:lnTo>
                <a:lnTo>
                  <a:pt x="21357" y="441"/>
                </a:lnTo>
                <a:lnTo>
                  <a:pt x="21115" y="0"/>
                </a:lnTo>
                <a:lnTo>
                  <a:pt x="20387" y="0"/>
                </a:lnTo>
                <a:close/>
                <a:moveTo>
                  <a:pt x="10921" y="3086"/>
                </a:moveTo>
                <a:lnTo>
                  <a:pt x="11407" y="3086"/>
                </a:lnTo>
                <a:lnTo>
                  <a:pt x="12135" y="4408"/>
                </a:lnTo>
                <a:lnTo>
                  <a:pt x="12135" y="6612"/>
                </a:lnTo>
                <a:lnTo>
                  <a:pt x="11892" y="7053"/>
                </a:lnTo>
                <a:lnTo>
                  <a:pt x="11407" y="7494"/>
                </a:lnTo>
                <a:lnTo>
                  <a:pt x="10193" y="7494"/>
                </a:lnTo>
                <a:lnTo>
                  <a:pt x="9708" y="6612"/>
                </a:lnTo>
                <a:lnTo>
                  <a:pt x="9708" y="4408"/>
                </a:lnTo>
                <a:lnTo>
                  <a:pt x="9951" y="3967"/>
                </a:lnTo>
                <a:lnTo>
                  <a:pt x="10193" y="3086"/>
                </a:lnTo>
                <a:lnTo>
                  <a:pt x="10921" y="3086"/>
                </a:lnTo>
                <a:close/>
                <a:moveTo>
                  <a:pt x="17960" y="15429"/>
                </a:moveTo>
                <a:lnTo>
                  <a:pt x="3640" y="15429"/>
                </a:lnTo>
                <a:lnTo>
                  <a:pt x="3640" y="6612"/>
                </a:lnTo>
                <a:lnTo>
                  <a:pt x="7281" y="6612"/>
                </a:lnTo>
                <a:lnTo>
                  <a:pt x="7281" y="11020"/>
                </a:lnTo>
                <a:lnTo>
                  <a:pt x="14562" y="11020"/>
                </a:lnTo>
                <a:lnTo>
                  <a:pt x="14562" y="6612"/>
                </a:lnTo>
                <a:lnTo>
                  <a:pt x="17960" y="6612"/>
                </a:lnTo>
                <a:lnTo>
                  <a:pt x="17960" y="15429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4" name="Google Shape;1974;p51"/>
          <p:cNvSpPr/>
          <p:nvPr/>
        </p:nvSpPr>
        <p:spPr>
          <a:xfrm>
            <a:off x="19820466" y="4817533"/>
            <a:ext cx="38124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4320" y="2400"/>
                </a:lnTo>
                <a:lnTo>
                  <a:pt x="0" y="4800"/>
                </a:lnTo>
                <a:lnTo>
                  <a:pt x="0" y="16800"/>
                </a:lnTo>
                <a:lnTo>
                  <a:pt x="4320" y="19200"/>
                </a:lnTo>
                <a:lnTo>
                  <a:pt x="6480" y="21600"/>
                </a:lnTo>
                <a:lnTo>
                  <a:pt x="17280" y="21600"/>
                </a:lnTo>
                <a:lnTo>
                  <a:pt x="21600" y="16800"/>
                </a:lnTo>
                <a:lnTo>
                  <a:pt x="21600" y="480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5" name="Google Shape;1975;p51"/>
          <p:cNvSpPr/>
          <p:nvPr/>
        </p:nvSpPr>
        <p:spPr>
          <a:xfrm>
            <a:off x="19858569" y="4766733"/>
            <a:ext cx="38124" cy="5081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2160" y="2160"/>
                </a:lnTo>
                <a:lnTo>
                  <a:pt x="0" y="4320"/>
                </a:lnTo>
                <a:lnTo>
                  <a:pt x="0" y="15120"/>
                </a:lnTo>
                <a:lnTo>
                  <a:pt x="6480" y="21600"/>
                </a:lnTo>
                <a:lnTo>
                  <a:pt x="17280" y="21600"/>
                </a:lnTo>
                <a:lnTo>
                  <a:pt x="19440" y="17280"/>
                </a:lnTo>
                <a:lnTo>
                  <a:pt x="21600" y="15120"/>
                </a:lnTo>
                <a:lnTo>
                  <a:pt x="21600" y="432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6" name="Google Shape;1976;p51"/>
          <p:cNvSpPr/>
          <p:nvPr/>
        </p:nvSpPr>
        <p:spPr>
          <a:xfrm>
            <a:off x="19922066" y="4724400"/>
            <a:ext cx="42336" cy="42336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5120" y="21600"/>
                </a:lnTo>
                <a:lnTo>
                  <a:pt x="21600" y="15120"/>
                </a:lnTo>
                <a:lnTo>
                  <a:pt x="21600" y="4320"/>
                </a:lnTo>
                <a:lnTo>
                  <a:pt x="19440" y="2160"/>
                </a:lnTo>
                <a:lnTo>
                  <a:pt x="15120" y="0"/>
                </a:lnTo>
                <a:lnTo>
                  <a:pt x="4320" y="0"/>
                </a:lnTo>
                <a:lnTo>
                  <a:pt x="0" y="4320"/>
                </a:lnTo>
                <a:lnTo>
                  <a:pt x="0" y="15120"/>
                </a:lnTo>
                <a:lnTo>
                  <a:pt x="2160" y="17280"/>
                </a:lnTo>
                <a:lnTo>
                  <a:pt x="432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7" name="Google Shape;1977;p51"/>
          <p:cNvSpPr/>
          <p:nvPr/>
        </p:nvSpPr>
        <p:spPr>
          <a:xfrm>
            <a:off x="19922066" y="4817533"/>
            <a:ext cx="42336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0" y="4800"/>
                </a:lnTo>
                <a:lnTo>
                  <a:pt x="0" y="16800"/>
                </a:lnTo>
                <a:lnTo>
                  <a:pt x="4320" y="21600"/>
                </a:lnTo>
                <a:lnTo>
                  <a:pt x="15120" y="21600"/>
                </a:lnTo>
                <a:lnTo>
                  <a:pt x="19440" y="19200"/>
                </a:lnTo>
                <a:lnTo>
                  <a:pt x="21600" y="16800"/>
                </a:lnTo>
                <a:lnTo>
                  <a:pt x="21600" y="4800"/>
                </a:lnTo>
                <a:lnTo>
                  <a:pt x="19440" y="240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8" name="Google Shape;1978;p51"/>
          <p:cNvSpPr/>
          <p:nvPr/>
        </p:nvSpPr>
        <p:spPr>
          <a:xfrm>
            <a:off x="19922066" y="4893733"/>
            <a:ext cx="42336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2160" y="4320"/>
                </a:lnTo>
                <a:lnTo>
                  <a:pt x="0" y="6480"/>
                </a:lnTo>
                <a:lnTo>
                  <a:pt x="0" y="17280"/>
                </a:lnTo>
                <a:lnTo>
                  <a:pt x="4320" y="21600"/>
                </a:lnTo>
                <a:lnTo>
                  <a:pt x="15120" y="21600"/>
                </a:lnTo>
                <a:lnTo>
                  <a:pt x="19440" y="19440"/>
                </a:lnTo>
                <a:lnTo>
                  <a:pt x="21600" y="17280"/>
                </a:lnTo>
                <a:lnTo>
                  <a:pt x="21600" y="648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9" name="Google Shape;1979;p51"/>
          <p:cNvSpPr/>
          <p:nvPr/>
        </p:nvSpPr>
        <p:spPr>
          <a:xfrm>
            <a:off x="19858569" y="4855635"/>
            <a:ext cx="38124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0" y="6480"/>
                </a:lnTo>
                <a:lnTo>
                  <a:pt x="0" y="17280"/>
                </a:lnTo>
                <a:lnTo>
                  <a:pt x="2160" y="19440"/>
                </a:lnTo>
                <a:lnTo>
                  <a:pt x="6480" y="21600"/>
                </a:ln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432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0" name="Google Shape;1980;p51"/>
          <p:cNvSpPr/>
          <p:nvPr/>
        </p:nvSpPr>
        <p:spPr>
          <a:xfrm>
            <a:off x="19600333" y="4792133"/>
            <a:ext cx="258228" cy="207414"/>
          </a:xfrm>
          <a:custGeom>
            <a:rect b="b" l="l" r="r" t="t"/>
            <a:pathLst>
              <a:path extrusionOk="0" h="21600" w="21600">
                <a:moveTo>
                  <a:pt x="16386" y="2250"/>
                </a:moveTo>
                <a:lnTo>
                  <a:pt x="16386" y="900"/>
                </a:lnTo>
                <a:lnTo>
                  <a:pt x="15641" y="0"/>
                </a:lnTo>
                <a:lnTo>
                  <a:pt x="4469" y="0"/>
                </a:lnTo>
                <a:lnTo>
                  <a:pt x="4097" y="900"/>
                </a:lnTo>
                <a:lnTo>
                  <a:pt x="372" y="7650"/>
                </a:lnTo>
                <a:lnTo>
                  <a:pt x="0" y="8550"/>
                </a:lnTo>
                <a:lnTo>
                  <a:pt x="0" y="9900"/>
                </a:lnTo>
                <a:lnTo>
                  <a:pt x="745" y="10350"/>
                </a:lnTo>
                <a:lnTo>
                  <a:pt x="1862" y="10800"/>
                </a:lnTo>
                <a:lnTo>
                  <a:pt x="12662" y="10800"/>
                </a:lnTo>
                <a:lnTo>
                  <a:pt x="12662" y="14400"/>
                </a:lnTo>
                <a:lnTo>
                  <a:pt x="13407" y="14850"/>
                </a:lnTo>
                <a:lnTo>
                  <a:pt x="18993" y="21600"/>
                </a:lnTo>
                <a:lnTo>
                  <a:pt x="21600" y="18000"/>
                </a:lnTo>
                <a:lnTo>
                  <a:pt x="16386" y="12150"/>
                </a:lnTo>
                <a:lnTo>
                  <a:pt x="16386" y="225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1" name="Google Shape;1981;p51"/>
          <p:cNvSpPr/>
          <p:nvPr/>
        </p:nvSpPr>
        <p:spPr>
          <a:xfrm>
            <a:off x="19587634" y="4919133"/>
            <a:ext cx="207414" cy="249750"/>
          </a:xfrm>
          <a:custGeom>
            <a:rect b="b" l="l" r="r" t="t"/>
            <a:pathLst>
              <a:path extrusionOk="0" h="21600" w="21600">
                <a:moveTo>
                  <a:pt x="15429" y="1098"/>
                </a:moveTo>
                <a:lnTo>
                  <a:pt x="15429" y="0"/>
                </a:lnTo>
                <a:lnTo>
                  <a:pt x="6612" y="0"/>
                </a:lnTo>
                <a:lnTo>
                  <a:pt x="6612" y="1098"/>
                </a:lnTo>
                <a:lnTo>
                  <a:pt x="441" y="5858"/>
                </a:lnTo>
                <a:lnTo>
                  <a:pt x="0" y="6224"/>
                </a:lnTo>
                <a:lnTo>
                  <a:pt x="0" y="20868"/>
                </a:lnTo>
                <a:lnTo>
                  <a:pt x="882" y="21600"/>
                </a:lnTo>
                <a:lnTo>
                  <a:pt x="20718" y="21600"/>
                </a:lnTo>
                <a:lnTo>
                  <a:pt x="21600" y="20868"/>
                </a:lnTo>
                <a:lnTo>
                  <a:pt x="21600" y="6224"/>
                </a:lnTo>
                <a:lnTo>
                  <a:pt x="15429" y="109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2" name="Google Shape;1982;p51"/>
          <p:cNvSpPr/>
          <p:nvPr/>
        </p:nvSpPr>
        <p:spPr>
          <a:xfrm>
            <a:off x="13690600" y="6049435"/>
            <a:ext cx="38100" cy="678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83" name="Google Shape;1983;p51"/>
          <p:cNvSpPr/>
          <p:nvPr/>
        </p:nvSpPr>
        <p:spPr>
          <a:xfrm>
            <a:off x="13432367" y="5765800"/>
            <a:ext cx="389448" cy="258228"/>
          </a:xfrm>
          <a:custGeom>
            <a:rect b="b" l="l" r="r" t="t"/>
            <a:pathLst>
              <a:path extrusionOk="0" h="21600" w="21600">
                <a:moveTo>
                  <a:pt x="13348" y="1800"/>
                </a:moveTo>
                <a:lnTo>
                  <a:pt x="12135" y="1800"/>
                </a:lnTo>
                <a:lnTo>
                  <a:pt x="12135" y="0"/>
                </a:lnTo>
                <a:lnTo>
                  <a:pt x="9708" y="0"/>
                </a:lnTo>
                <a:lnTo>
                  <a:pt x="9708" y="1800"/>
                </a:lnTo>
                <a:lnTo>
                  <a:pt x="8494" y="1800"/>
                </a:lnTo>
                <a:lnTo>
                  <a:pt x="6553" y="2520"/>
                </a:lnTo>
                <a:lnTo>
                  <a:pt x="5097" y="2880"/>
                </a:lnTo>
                <a:lnTo>
                  <a:pt x="3640" y="4320"/>
                </a:lnTo>
                <a:lnTo>
                  <a:pt x="2427" y="5400"/>
                </a:lnTo>
                <a:lnTo>
                  <a:pt x="1456" y="7200"/>
                </a:lnTo>
                <a:lnTo>
                  <a:pt x="728" y="9360"/>
                </a:lnTo>
                <a:lnTo>
                  <a:pt x="485" y="11520"/>
                </a:lnTo>
                <a:lnTo>
                  <a:pt x="0" y="14400"/>
                </a:lnTo>
                <a:lnTo>
                  <a:pt x="0" y="19800"/>
                </a:lnTo>
                <a:lnTo>
                  <a:pt x="485" y="20520"/>
                </a:lnTo>
                <a:lnTo>
                  <a:pt x="728" y="21600"/>
                </a:lnTo>
                <a:lnTo>
                  <a:pt x="1456" y="21600"/>
                </a:lnTo>
                <a:lnTo>
                  <a:pt x="2184" y="20880"/>
                </a:lnTo>
                <a:lnTo>
                  <a:pt x="3640" y="18720"/>
                </a:lnTo>
                <a:lnTo>
                  <a:pt x="5097" y="20880"/>
                </a:lnTo>
                <a:lnTo>
                  <a:pt x="5339" y="21600"/>
                </a:lnTo>
                <a:lnTo>
                  <a:pt x="6553" y="21600"/>
                </a:lnTo>
                <a:lnTo>
                  <a:pt x="8494" y="18720"/>
                </a:lnTo>
                <a:lnTo>
                  <a:pt x="9951" y="20880"/>
                </a:lnTo>
                <a:lnTo>
                  <a:pt x="10193" y="21600"/>
                </a:lnTo>
                <a:lnTo>
                  <a:pt x="11407" y="21600"/>
                </a:lnTo>
                <a:lnTo>
                  <a:pt x="11649" y="20880"/>
                </a:lnTo>
                <a:lnTo>
                  <a:pt x="13348" y="18720"/>
                </a:lnTo>
                <a:lnTo>
                  <a:pt x="14804" y="20880"/>
                </a:lnTo>
                <a:lnTo>
                  <a:pt x="15047" y="21600"/>
                </a:lnTo>
                <a:lnTo>
                  <a:pt x="16261" y="21600"/>
                </a:lnTo>
                <a:lnTo>
                  <a:pt x="16503" y="20880"/>
                </a:lnTo>
                <a:lnTo>
                  <a:pt x="17960" y="18720"/>
                </a:lnTo>
                <a:lnTo>
                  <a:pt x="19901" y="21600"/>
                </a:lnTo>
                <a:lnTo>
                  <a:pt x="21115" y="21600"/>
                </a:lnTo>
                <a:lnTo>
                  <a:pt x="21357" y="20520"/>
                </a:lnTo>
                <a:lnTo>
                  <a:pt x="21600" y="19800"/>
                </a:lnTo>
                <a:lnTo>
                  <a:pt x="21600" y="14400"/>
                </a:lnTo>
                <a:lnTo>
                  <a:pt x="21357" y="11520"/>
                </a:lnTo>
                <a:lnTo>
                  <a:pt x="21115" y="9360"/>
                </a:lnTo>
                <a:lnTo>
                  <a:pt x="20144" y="7200"/>
                </a:lnTo>
                <a:lnTo>
                  <a:pt x="19173" y="5400"/>
                </a:lnTo>
                <a:lnTo>
                  <a:pt x="17960" y="4320"/>
                </a:lnTo>
                <a:lnTo>
                  <a:pt x="16503" y="2880"/>
                </a:lnTo>
                <a:lnTo>
                  <a:pt x="15047" y="2520"/>
                </a:lnTo>
                <a:lnTo>
                  <a:pt x="13348" y="18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4" name="Google Shape;1984;p51"/>
          <p:cNvSpPr/>
          <p:nvPr/>
        </p:nvSpPr>
        <p:spPr>
          <a:xfrm>
            <a:off x="13559367" y="6049435"/>
            <a:ext cx="131220" cy="143910"/>
          </a:xfrm>
          <a:custGeom>
            <a:rect b="b" l="l" r="r" t="t"/>
            <a:pathLst>
              <a:path extrusionOk="0" h="21600" w="21600">
                <a:moveTo>
                  <a:pt x="14897" y="0"/>
                </a:moveTo>
                <a:lnTo>
                  <a:pt x="7448" y="0"/>
                </a:lnTo>
                <a:lnTo>
                  <a:pt x="7448" y="15247"/>
                </a:lnTo>
                <a:lnTo>
                  <a:pt x="0" y="15247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5247"/>
                </a:lnTo>
                <a:lnTo>
                  <a:pt x="14897" y="15247"/>
                </a:lnTo>
                <a:lnTo>
                  <a:pt x="14897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5" name="Google Shape;1985;p51"/>
          <p:cNvSpPr/>
          <p:nvPr/>
        </p:nvSpPr>
        <p:spPr>
          <a:xfrm>
            <a:off x="14689666" y="5880101"/>
            <a:ext cx="169344" cy="313254"/>
          </a:xfrm>
          <a:custGeom>
            <a:rect b="b" l="l" r="r" t="t"/>
            <a:pathLst>
              <a:path extrusionOk="0" h="21600" w="21600">
                <a:moveTo>
                  <a:pt x="16200" y="18681"/>
                </a:moveTo>
                <a:lnTo>
                  <a:pt x="16200" y="8757"/>
                </a:lnTo>
                <a:lnTo>
                  <a:pt x="15660" y="6130"/>
                </a:lnTo>
                <a:lnTo>
                  <a:pt x="13500" y="3503"/>
                </a:lnTo>
                <a:lnTo>
                  <a:pt x="10800" y="1751"/>
                </a:lnTo>
                <a:lnTo>
                  <a:pt x="7560" y="0"/>
                </a:lnTo>
                <a:lnTo>
                  <a:pt x="7020" y="1459"/>
                </a:lnTo>
                <a:lnTo>
                  <a:pt x="5940" y="2919"/>
                </a:lnTo>
                <a:lnTo>
                  <a:pt x="8100" y="4378"/>
                </a:lnTo>
                <a:lnTo>
                  <a:pt x="9720" y="5546"/>
                </a:lnTo>
                <a:lnTo>
                  <a:pt x="10260" y="7005"/>
                </a:lnTo>
                <a:lnTo>
                  <a:pt x="10800" y="8757"/>
                </a:lnTo>
                <a:lnTo>
                  <a:pt x="10800" y="18681"/>
                </a:lnTo>
                <a:lnTo>
                  <a:pt x="0" y="18681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8681"/>
                </a:lnTo>
                <a:lnTo>
                  <a:pt x="16200" y="18681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6" name="Google Shape;1986;p51"/>
          <p:cNvSpPr/>
          <p:nvPr/>
        </p:nvSpPr>
        <p:spPr>
          <a:xfrm>
            <a:off x="14444133" y="5803901"/>
            <a:ext cx="283662" cy="283608"/>
          </a:xfrm>
          <a:custGeom>
            <a:rect b="b" l="l" r="r" t="t"/>
            <a:pathLst>
              <a:path extrusionOk="0" h="21600" w="21600">
                <a:moveTo>
                  <a:pt x="19274" y="10302"/>
                </a:moveTo>
                <a:lnTo>
                  <a:pt x="19938" y="9637"/>
                </a:lnTo>
                <a:lnTo>
                  <a:pt x="21268" y="7643"/>
                </a:lnTo>
                <a:lnTo>
                  <a:pt x="21600" y="5649"/>
                </a:lnTo>
                <a:lnTo>
                  <a:pt x="21268" y="3323"/>
                </a:lnTo>
                <a:lnTo>
                  <a:pt x="19938" y="1662"/>
                </a:lnTo>
                <a:lnTo>
                  <a:pt x="17945" y="332"/>
                </a:lnTo>
                <a:lnTo>
                  <a:pt x="15951" y="0"/>
                </a:lnTo>
                <a:lnTo>
                  <a:pt x="13292" y="332"/>
                </a:lnTo>
                <a:lnTo>
                  <a:pt x="11631" y="1662"/>
                </a:lnTo>
                <a:lnTo>
                  <a:pt x="10966" y="1994"/>
                </a:lnTo>
                <a:lnTo>
                  <a:pt x="7975" y="1994"/>
                </a:lnTo>
                <a:lnTo>
                  <a:pt x="5649" y="2326"/>
                </a:lnTo>
                <a:lnTo>
                  <a:pt x="2991" y="3655"/>
                </a:lnTo>
                <a:lnTo>
                  <a:pt x="997" y="4985"/>
                </a:lnTo>
                <a:lnTo>
                  <a:pt x="332" y="5982"/>
                </a:lnTo>
                <a:lnTo>
                  <a:pt x="0" y="6978"/>
                </a:lnTo>
                <a:lnTo>
                  <a:pt x="14622" y="21600"/>
                </a:lnTo>
                <a:lnTo>
                  <a:pt x="16283" y="19938"/>
                </a:lnTo>
                <a:lnTo>
                  <a:pt x="17945" y="17945"/>
                </a:lnTo>
                <a:lnTo>
                  <a:pt x="19274" y="15951"/>
                </a:lnTo>
                <a:lnTo>
                  <a:pt x="19606" y="12960"/>
                </a:lnTo>
                <a:lnTo>
                  <a:pt x="19274" y="1030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7" name="Google Shape;1987;p51"/>
          <p:cNvSpPr/>
          <p:nvPr/>
        </p:nvSpPr>
        <p:spPr>
          <a:xfrm>
            <a:off x="15701433" y="6074835"/>
            <a:ext cx="156654" cy="156654"/>
          </a:xfrm>
          <a:custGeom>
            <a:rect b="b" l="l" r="r" t="t"/>
            <a:pathLst>
              <a:path extrusionOk="0" h="21600" w="21600">
                <a:moveTo>
                  <a:pt x="4670" y="0"/>
                </a:moveTo>
                <a:lnTo>
                  <a:pt x="0" y="4086"/>
                </a:lnTo>
                <a:lnTo>
                  <a:pt x="17514" y="21600"/>
                </a:lnTo>
                <a:lnTo>
                  <a:pt x="21600" y="16930"/>
                </a:lnTo>
                <a:lnTo>
                  <a:pt x="467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8" name="Google Shape;1988;p51"/>
          <p:cNvSpPr/>
          <p:nvPr/>
        </p:nvSpPr>
        <p:spPr>
          <a:xfrm>
            <a:off x="15506702" y="5727701"/>
            <a:ext cx="249750" cy="359856"/>
          </a:xfrm>
          <a:custGeom>
            <a:rect b="b" l="l" r="r" t="t"/>
            <a:pathLst>
              <a:path extrusionOk="0" h="21600" w="21600">
                <a:moveTo>
                  <a:pt x="21600" y="14053"/>
                </a:moveTo>
                <a:lnTo>
                  <a:pt x="21234" y="11711"/>
                </a:lnTo>
                <a:lnTo>
                  <a:pt x="19769" y="9629"/>
                </a:lnTo>
                <a:lnTo>
                  <a:pt x="17573" y="7027"/>
                </a:lnTo>
                <a:lnTo>
                  <a:pt x="17207" y="6506"/>
                </a:lnTo>
                <a:lnTo>
                  <a:pt x="16108" y="6246"/>
                </a:lnTo>
                <a:lnTo>
                  <a:pt x="15742" y="6246"/>
                </a:lnTo>
                <a:lnTo>
                  <a:pt x="15010" y="6506"/>
                </a:lnTo>
                <a:lnTo>
                  <a:pt x="12447" y="8328"/>
                </a:lnTo>
                <a:lnTo>
                  <a:pt x="12447" y="1301"/>
                </a:lnTo>
                <a:lnTo>
                  <a:pt x="12081" y="520"/>
                </a:lnTo>
                <a:lnTo>
                  <a:pt x="11349" y="0"/>
                </a:lnTo>
                <a:lnTo>
                  <a:pt x="10251" y="0"/>
                </a:lnTo>
                <a:lnTo>
                  <a:pt x="9519" y="260"/>
                </a:lnTo>
                <a:lnTo>
                  <a:pt x="7688" y="1822"/>
                </a:lnTo>
                <a:lnTo>
                  <a:pt x="4393" y="5465"/>
                </a:lnTo>
                <a:lnTo>
                  <a:pt x="2563" y="7287"/>
                </a:lnTo>
                <a:lnTo>
                  <a:pt x="1464" y="9629"/>
                </a:lnTo>
                <a:lnTo>
                  <a:pt x="366" y="11711"/>
                </a:lnTo>
                <a:lnTo>
                  <a:pt x="0" y="14053"/>
                </a:lnTo>
                <a:lnTo>
                  <a:pt x="0" y="15354"/>
                </a:lnTo>
                <a:lnTo>
                  <a:pt x="1464" y="17957"/>
                </a:lnTo>
                <a:lnTo>
                  <a:pt x="2563" y="19258"/>
                </a:lnTo>
                <a:lnTo>
                  <a:pt x="4393" y="20039"/>
                </a:lnTo>
                <a:lnTo>
                  <a:pt x="6224" y="21080"/>
                </a:lnTo>
                <a:lnTo>
                  <a:pt x="10617" y="21600"/>
                </a:lnTo>
                <a:lnTo>
                  <a:pt x="12447" y="21600"/>
                </a:lnTo>
                <a:lnTo>
                  <a:pt x="13912" y="21340"/>
                </a:lnTo>
                <a:lnTo>
                  <a:pt x="15742" y="20819"/>
                </a:lnTo>
                <a:lnTo>
                  <a:pt x="17207" y="20039"/>
                </a:lnTo>
                <a:lnTo>
                  <a:pt x="19037" y="18737"/>
                </a:lnTo>
                <a:lnTo>
                  <a:pt x="20136" y="17436"/>
                </a:lnTo>
                <a:lnTo>
                  <a:pt x="21234" y="15875"/>
                </a:lnTo>
                <a:lnTo>
                  <a:pt x="21600" y="14053"/>
                </a:lnTo>
                <a:close/>
                <a:moveTo>
                  <a:pt x="13912" y="17176"/>
                </a:moveTo>
                <a:lnTo>
                  <a:pt x="12081" y="16916"/>
                </a:lnTo>
                <a:lnTo>
                  <a:pt x="10617" y="16655"/>
                </a:lnTo>
                <a:lnTo>
                  <a:pt x="9519" y="16916"/>
                </a:lnTo>
                <a:lnTo>
                  <a:pt x="8054" y="17176"/>
                </a:lnTo>
                <a:lnTo>
                  <a:pt x="6590" y="16655"/>
                </a:lnTo>
                <a:lnTo>
                  <a:pt x="5858" y="15354"/>
                </a:lnTo>
                <a:lnTo>
                  <a:pt x="8054" y="14313"/>
                </a:lnTo>
                <a:lnTo>
                  <a:pt x="10617" y="14053"/>
                </a:lnTo>
                <a:lnTo>
                  <a:pt x="13546" y="14313"/>
                </a:lnTo>
                <a:lnTo>
                  <a:pt x="15742" y="15354"/>
                </a:lnTo>
                <a:lnTo>
                  <a:pt x="15010" y="16135"/>
                </a:lnTo>
                <a:lnTo>
                  <a:pt x="13912" y="1717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9" name="Google Shape;1989;p51"/>
          <p:cNvSpPr/>
          <p:nvPr/>
        </p:nvSpPr>
        <p:spPr>
          <a:xfrm>
            <a:off x="16742833" y="5765800"/>
            <a:ext cx="131220" cy="18203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5120" y="21060"/>
                </a:lnTo>
                <a:lnTo>
                  <a:pt x="18000" y="18900"/>
                </a:lnTo>
                <a:lnTo>
                  <a:pt x="20160" y="16740"/>
                </a:lnTo>
                <a:lnTo>
                  <a:pt x="21600" y="13500"/>
                </a:lnTo>
                <a:lnTo>
                  <a:pt x="20160" y="10800"/>
                </a:lnTo>
                <a:lnTo>
                  <a:pt x="18720" y="7020"/>
                </a:lnTo>
                <a:lnTo>
                  <a:pt x="12960" y="1620"/>
                </a:lnTo>
                <a:lnTo>
                  <a:pt x="10800" y="0"/>
                </a:lnTo>
                <a:lnTo>
                  <a:pt x="8640" y="1080"/>
                </a:lnTo>
                <a:lnTo>
                  <a:pt x="7920" y="1620"/>
                </a:lnTo>
                <a:lnTo>
                  <a:pt x="2880" y="7020"/>
                </a:lnTo>
                <a:lnTo>
                  <a:pt x="720" y="10800"/>
                </a:lnTo>
                <a:lnTo>
                  <a:pt x="0" y="13500"/>
                </a:lnTo>
                <a:lnTo>
                  <a:pt x="720" y="16740"/>
                </a:lnTo>
                <a:lnTo>
                  <a:pt x="6480" y="21060"/>
                </a:lnTo>
                <a:lnTo>
                  <a:pt x="10800" y="21600"/>
                </a:lnTo>
                <a:close/>
                <a:moveTo>
                  <a:pt x="10800" y="7560"/>
                </a:moveTo>
                <a:lnTo>
                  <a:pt x="12960" y="11340"/>
                </a:lnTo>
                <a:lnTo>
                  <a:pt x="14400" y="13500"/>
                </a:lnTo>
                <a:lnTo>
                  <a:pt x="14400" y="15120"/>
                </a:lnTo>
                <a:lnTo>
                  <a:pt x="12960" y="15660"/>
                </a:lnTo>
                <a:lnTo>
                  <a:pt x="12240" y="16200"/>
                </a:lnTo>
                <a:lnTo>
                  <a:pt x="8640" y="16200"/>
                </a:lnTo>
                <a:lnTo>
                  <a:pt x="7200" y="15120"/>
                </a:lnTo>
                <a:lnTo>
                  <a:pt x="7200" y="13500"/>
                </a:lnTo>
                <a:lnTo>
                  <a:pt x="7920" y="11340"/>
                </a:lnTo>
                <a:lnTo>
                  <a:pt x="10800" y="756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0" name="Google Shape;1990;p51"/>
          <p:cNvSpPr/>
          <p:nvPr/>
        </p:nvSpPr>
        <p:spPr>
          <a:xfrm>
            <a:off x="16535400" y="5765800"/>
            <a:ext cx="338688" cy="245538"/>
          </a:xfrm>
          <a:custGeom>
            <a:rect b="b" l="l" r="r" t="t"/>
            <a:pathLst>
              <a:path extrusionOk="0" h="21600" w="21600">
                <a:moveTo>
                  <a:pt x="7929" y="21600"/>
                </a:moveTo>
                <a:lnTo>
                  <a:pt x="21600" y="21600"/>
                </a:lnTo>
                <a:lnTo>
                  <a:pt x="21600" y="17673"/>
                </a:lnTo>
                <a:lnTo>
                  <a:pt x="9296" y="17673"/>
                </a:lnTo>
                <a:lnTo>
                  <a:pt x="9296" y="0"/>
                </a:lnTo>
                <a:lnTo>
                  <a:pt x="2461" y="0"/>
                </a:lnTo>
                <a:lnTo>
                  <a:pt x="1641" y="785"/>
                </a:lnTo>
                <a:lnTo>
                  <a:pt x="547" y="1178"/>
                </a:lnTo>
                <a:lnTo>
                  <a:pt x="273" y="2749"/>
                </a:lnTo>
                <a:lnTo>
                  <a:pt x="0" y="3927"/>
                </a:lnTo>
                <a:lnTo>
                  <a:pt x="0" y="13745"/>
                </a:lnTo>
                <a:lnTo>
                  <a:pt x="273" y="15316"/>
                </a:lnTo>
                <a:lnTo>
                  <a:pt x="547" y="16495"/>
                </a:lnTo>
                <a:lnTo>
                  <a:pt x="1641" y="17280"/>
                </a:lnTo>
                <a:lnTo>
                  <a:pt x="2461" y="17673"/>
                </a:lnTo>
                <a:lnTo>
                  <a:pt x="7929" y="17673"/>
                </a:lnTo>
                <a:lnTo>
                  <a:pt x="7929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1" name="Google Shape;1991;p51"/>
          <p:cNvSpPr/>
          <p:nvPr/>
        </p:nvSpPr>
        <p:spPr>
          <a:xfrm>
            <a:off x="16649702" y="6024035"/>
            <a:ext cx="224370" cy="169344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16062"/>
                </a:lnTo>
                <a:lnTo>
                  <a:pt x="432" y="18277"/>
                </a:lnTo>
                <a:lnTo>
                  <a:pt x="1296" y="20492"/>
                </a:lnTo>
                <a:lnTo>
                  <a:pt x="2592" y="21046"/>
                </a:lnTo>
                <a:lnTo>
                  <a:pt x="4320" y="21600"/>
                </a:lnTo>
                <a:lnTo>
                  <a:pt x="17280" y="21600"/>
                </a:lnTo>
                <a:lnTo>
                  <a:pt x="18576" y="21046"/>
                </a:lnTo>
                <a:lnTo>
                  <a:pt x="20304" y="20492"/>
                </a:lnTo>
                <a:lnTo>
                  <a:pt x="20736" y="18277"/>
                </a:lnTo>
                <a:lnTo>
                  <a:pt x="21600" y="16062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2" name="Google Shape;1992;p51"/>
          <p:cNvSpPr/>
          <p:nvPr/>
        </p:nvSpPr>
        <p:spPr>
          <a:xfrm>
            <a:off x="17509066" y="5960533"/>
            <a:ext cx="402192" cy="194724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2455"/>
                </a:lnTo>
                <a:lnTo>
                  <a:pt x="232" y="3436"/>
                </a:lnTo>
                <a:lnTo>
                  <a:pt x="465" y="4909"/>
                </a:lnTo>
                <a:lnTo>
                  <a:pt x="2090" y="5891"/>
                </a:lnTo>
                <a:lnTo>
                  <a:pt x="929" y="18655"/>
                </a:lnTo>
                <a:lnTo>
                  <a:pt x="929" y="19636"/>
                </a:lnTo>
                <a:lnTo>
                  <a:pt x="1394" y="21109"/>
                </a:lnTo>
                <a:lnTo>
                  <a:pt x="1626" y="21600"/>
                </a:lnTo>
                <a:lnTo>
                  <a:pt x="9058" y="21600"/>
                </a:lnTo>
                <a:lnTo>
                  <a:pt x="9058" y="16691"/>
                </a:lnTo>
                <a:lnTo>
                  <a:pt x="8129" y="16691"/>
                </a:lnTo>
                <a:lnTo>
                  <a:pt x="8826" y="7364"/>
                </a:lnTo>
                <a:lnTo>
                  <a:pt x="10219" y="7364"/>
                </a:lnTo>
                <a:lnTo>
                  <a:pt x="10219" y="11782"/>
                </a:lnTo>
                <a:lnTo>
                  <a:pt x="12542" y="11782"/>
                </a:lnTo>
                <a:lnTo>
                  <a:pt x="12542" y="7364"/>
                </a:lnTo>
                <a:lnTo>
                  <a:pt x="21135" y="7364"/>
                </a:lnTo>
                <a:lnTo>
                  <a:pt x="21368" y="6382"/>
                </a:lnTo>
                <a:lnTo>
                  <a:pt x="21600" y="5891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3" name="Google Shape;1993;p51"/>
          <p:cNvSpPr/>
          <p:nvPr/>
        </p:nvSpPr>
        <p:spPr>
          <a:xfrm>
            <a:off x="17509066" y="5816600"/>
            <a:ext cx="427572" cy="131220"/>
          </a:xfrm>
          <a:custGeom>
            <a:rect b="b" l="l" r="r" t="t"/>
            <a:pathLst>
              <a:path extrusionOk="0" h="21600" w="21600">
                <a:moveTo>
                  <a:pt x="20498" y="10800"/>
                </a:moveTo>
                <a:lnTo>
                  <a:pt x="20498" y="0"/>
                </a:lnTo>
                <a:lnTo>
                  <a:pt x="18294" y="0"/>
                </a:lnTo>
                <a:lnTo>
                  <a:pt x="18294" y="3600"/>
                </a:lnTo>
                <a:lnTo>
                  <a:pt x="5290" y="3600"/>
                </a:lnTo>
                <a:lnTo>
                  <a:pt x="5290" y="0"/>
                </a:lnTo>
                <a:lnTo>
                  <a:pt x="3086" y="0"/>
                </a:lnTo>
                <a:lnTo>
                  <a:pt x="3086" y="3600"/>
                </a:lnTo>
                <a:lnTo>
                  <a:pt x="1763" y="4320"/>
                </a:lnTo>
                <a:lnTo>
                  <a:pt x="882" y="7200"/>
                </a:lnTo>
                <a:lnTo>
                  <a:pt x="220" y="10080"/>
                </a:lnTo>
                <a:lnTo>
                  <a:pt x="0" y="14400"/>
                </a:lnTo>
                <a:lnTo>
                  <a:pt x="0" y="21600"/>
                </a:lnTo>
                <a:lnTo>
                  <a:pt x="20498" y="21600"/>
                </a:lnTo>
                <a:lnTo>
                  <a:pt x="20498" y="18000"/>
                </a:lnTo>
                <a:lnTo>
                  <a:pt x="21600" y="18000"/>
                </a:lnTo>
                <a:lnTo>
                  <a:pt x="21600" y="10800"/>
                </a:lnTo>
                <a:lnTo>
                  <a:pt x="20498" y="10800"/>
                </a:lnTo>
                <a:close/>
                <a:moveTo>
                  <a:pt x="11902" y="14400"/>
                </a:moveTo>
                <a:lnTo>
                  <a:pt x="5290" y="14400"/>
                </a:lnTo>
                <a:lnTo>
                  <a:pt x="5290" y="7200"/>
                </a:lnTo>
                <a:lnTo>
                  <a:pt x="11902" y="7200"/>
                </a:lnTo>
                <a:lnTo>
                  <a:pt x="11902" y="144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51"/>
          <p:cNvSpPr/>
          <p:nvPr/>
        </p:nvSpPr>
        <p:spPr>
          <a:xfrm>
            <a:off x="19613034" y="6024035"/>
            <a:ext cx="309042" cy="63504"/>
          </a:xfrm>
          <a:custGeom>
            <a:rect b="b" l="l" r="r" t="t"/>
            <a:pathLst>
              <a:path extrusionOk="0" h="21600" w="21600">
                <a:moveTo>
                  <a:pt x="20100" y="3086"/>
                </a:moveTo>
                <a:lnTo>
                  <a:pt x="19500" y="1543"/>
                </a:lnTo>
                <a:lnTo>
                  <a:pt x="18600" y="0"/>
                </a:lnTo>
                <a:lnTo>
                  <a:pt x="2400" y="0"/>
                </a:lnTo>
                <a:lnTo>
                  <a:pt x="1500" y="1543"/>
                </a:lnTo>
                <a:lnTo>
                  <a:pt x="900" y="4629"/>
                </a:lnTo>
                <a:lnTo>
                  <a:pt x="0" y="21600"/>
                </a:lnTo>
                <a:lnTo>
                  <a:pt x="21600" y="21600"/>
                </a:lnTo>
                <a:lnTo>
                  <a:pt x="20100" y="308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5" name="Google Shape;1995;p51"/>
          <p:cNvSpPr/>
          <p:nvPr/>
        </p:nvSpPr>
        <p:spPr>
          <a:xfrm>
            <a:off x="19562234" y="6117168"/>
            <a:ext cx="427572" cy="127008"/>
          </a:xfrm>
          <a:custGeom>
            <a:rect b="b" l="l" r="r" t="t"/>
            <a:pathLst>
              <a:path extrusionOk="0" h="21600" w="21600">
                <a:moveTo>
                  <a:pt x="18327" y="0"/>
                </a:moveTo>
                <a:lnTo>
                  <a:pt x="3273" y="0"/>
                </a:lnTo>
                <a:lnTo>
                  <a:pt x="1964" y="1440"/>
                </a:lnTo>
                <a:lnTo>
                  <a:pt x="1091" y="3600"/>
                </a:lnTo>
                <a:lnTo>
                  <a:pt x="218" y="6480"/>
                </a:lnTo>
                <a:lnTo>
                  <a:pt x="0" y="10800"/>
                </a:lnTo>
                <a:lnTo>
                  <a:pt x="218" y="15120"/>
                </a:lnTo>
                <a:lnTo>
                  <a:pt x="1964" y="20880"/>
                </a:lnTo>
                <a:lnTo>
                  <a:pt x="3273" y="21600"/>
                </a:lnTo>
                <a:lnTo>
                  <a:pt x="18327" y="21600"/>
                </a:lnTo>
                <a:lnTo>
                  <a:pt x="19636" y="20880"/>
                </a:lnTo>
                <a:lnTo>
                  <a:pt x="21382" y="15120"/>
                </a:lnTo>
                <a:lnTo>
                  <a:pt x="21600" y="10800"/>
                </a:lnTo>
                <a:lnTo>
                  <a:pt x="21382" y="6480"/>
                </a:lnTo>
                <a:lnTo>
                  <a:pt x="20509" y="3600"/>
                </a:lnTo>
                <a:lnTo>
                  <a:pt x="19636" y="1440"/>
                </a:lnTo>
                <a:lnTo>
                  <a:pt x="18327" y="0"/>
                </a:lnTo>
                <a:close/>
                <a:moveTo>
                  <a:pt x="5455" y="15120"/>
                </a:moveTo>
                <a:lnTo>
                  <a:pt x="4800" y="15120"/>
                </a:lnTo>
                <a:lnTo>
                  <a:pt x="4364" y="14400"/>
                </a:lnTo>
                <a:lnTo>
                  <a:pt x="4145" y="12960"/>
                </a:lnTo>
                <a:lnTo>
                  <a:pt x="4145" y="9360"/>
                </a:lnTo>
                <a:lnTo>
                  <a:pt x="4364" y="7200"/>
                </a:lnTo>
                <a:lnTo>
                  <a:pt x="4800" y="6480"/>
                </a:lnTo>
                <a:lnTo>
                  <a:pt x="5891" y="6480"/>
                </a:lnTo>
                <a:lnTo>
                  <a:pt x="6545" y="7200"/>
                </a:lnTo>
                <a:lnTo>
                  <a:pt x="6764" y="9360"/>
                </a:lnTo>
                <a:lnTo>
                  <a:pt x="6764" y="12960"/>
                </a:lnTo>
                <a:lnTo>
                  <a:pt x="6545" y="14400"/>
                </a:lnTo>
                <a:lnTo>
                  <a:pt x="5891" y="15120"/>
                </a:lnTo>
                <a:lnTo>
                  <a:pt x="5455" y="15120"/>
                </a:lnTo>
                <a:close/>
                <a:moveTo>
                  <a:pt x="10691" y="15120"/>
                </a:moveTo>
                <a:lnTo>
                  <a:pt x="10255" y="15120"/>
                </a:lnTo>
                <a:lnTo>
                  <a:pt x="9600" y="14400"/>
                </a:lnTo>
                <a:lnTo>
                  <a:pt x="9382" y="12960"/>
                </a:lnTo>
                <a:lnTo>
                  <a:pt x="9382" y="9360"/>
                </a:lnTo>
                <a:lnTo>
                  <a:pt x="9600" y="7200"/>
                </a:lnTo>
                <a:lnTo>
                  <a:pt x="10255" y="6480"/>
                </a:lnTo>
                <a:lnTo>
                  <a:pt x="11345" y="6480"/>
                </a:lnTo>
                <a:lnTo>
                  <a:pt x="11782" y="7200"/>
                </a:lnTo>
                <a:lnTo>
                  <a:pt x="12218" y="9360"/>
                </a:lnTo>
                <a:lnTo>
                  <a:pt x="12218" y="12960"/>
                </a:lnTo>
                <a:lnTo>
                  <a:pt x="11782" y="14400"/>
                </a:lnTo>
                <a:lnTo>
                  <a:pt x="11345" y="15120"/>
                </a:lnTo>
                <a:lnTo>
                  <a:pt x="10691" y="15120"/>
                </a:lnTo>
                <a:close/>
                <a:moveTo>
                  <a:pt x="16145" y="15120"/>
                </a:moveTo>
                <a:lnTo>
                  <a:pt x="15709" y="15120"/>
                </a:lnTo>
                <a:lnTo>
                  <a:pt x="15055" y="14400"/>
                </a:lnTo>
                <a:lnTo>
                  <a:pt x="14836" y="12960"/>
                </a:lnTo>
                <a:lnTo>
                  <a:pt x="14836" y="9360"/>
                </a:lnTo>
                <a:lnTo>
                  <a:pt x="15055" y="7200"/>
                </a:lnTo>
                <a:lnTo>
                  <a:pt x="15709" y="6480"/>
                </a:lnTo>
                <a:lnTo>
                  <a:pt x="16800" y="6480"/>
                </a:lnTo>
                <a:lnTo>
                  <a:pt x="17236" y="7200"/>
                </a:lnTo>
                <a:lnTo>
                  <a:pt x="17455" y="9360"/>
                </a:lnTo>
                <a:lnTo>
                  <a:pt x="17455" y="12960"/>
                </a:lnTo>
                <a:lnTo>
                  <a:pt x="17236" y="14400"/>
                </a:lnTo>
                <a:lnTo>
                  <a:pt x="16800" y="15120"/>
                </a:lnTo>
                <a:lnTo>
                  <a:pt x="16145" y="1512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6" name="Google Shape;1996;p51"/>
          <p:cNvSpPr/>
          <p:nvPr/>
        </p:nvSpPr>
        <p:spPr>
          <a:xfrm>
            <a:off x="19663834" y="5922435"/>
            <a:ext cx="325944" cy="88884"/>
          </a:xfrm>
          <a:custGeom>
            <a:rect b="b" l="l" r="r" t="t"/>
            <a:pathLst>
              <a:path extrusionOk="0" h="21600" w="21600">
                <a:moveTo>
                  <a:pt x="18720" y="0"/>
                </a:moveTo>
                <a:lnTo>
                  <a:pt x="18720" y="5400"/>
                </a:lnTo>
                <a:lnTo>
                  <a:pt x="11520" y="5400"/>
                </a:lnTo>
                <a:lnTo>
                  <a:pt x="11520" y="4320"/>
                </a:lnTo>
                <a:lnTo>
                  <a:pt x="10944" y="1080"/>
                </a:lnTo>
                <a:lnTo>
                  <a:pt x="10080" y="0"/>
                </a:lnTo>
                <a:lnTo>
                  <a:pt x="3168" y="0"/>
                </a:lnTo>
                <a:lnTo>
                  <a:pt x="2304" y="1080"/>
                </a:lnTo>
                <a:lnTo>
                  <a:pt x="1728" y="4320"/>
                </a:lnTo>
                <a:lnTo>
                  <a:pt x="0" y="21600"/>
                </a:lnTo>
                <a:lnTo>
                  <a:pt x="13248" y="21600"/>
                </a:lnTo>
                <a:lnTo>
                  <a:pt x="12960" y="16200"/>
                </a:lnTo>
                <a:lnTo>
                  <a:pt x="18720" y="16200"/>
                </a:lnTo>
                <a:lnTo>
                  <a:pt x="1872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1872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7" name="Google Shape;1997;p51"/>
          <p:cNvSpPr/>
          <p:nvPr/>
        </p:nvSpPr>
        <p:spPr>
          <a:xfrm>
            <a:off x="18639369" y="5909733"/>
            <a:ext cx="220158" cy="283662"/>
          </a:xfrm>
          <a:custGeom>
            <a:rect b="b" l="l" r="r" t="t"/>
            <a:pathLst>
              <a:path extrusionOk="0" h="21600" w="21600">
                <a:moveTo>
                  <a:pt x="14106" y="6035"/>
                </a:moveTo>
                <a:lnTo>
                  <a:pt x="18955" y="2541"/>
                </a:lnTo>
                <a:lnTo>
                  <a:pt x="15869" y="0"/>
                </a:lnTo>
                <a:lnTo>
                  <a:pt x="4408" y="8259"/>
                </a:lnTo>
                <a:lnTo>
                  <a:pt x="2645" y="9847"/>
                </a:lnTo>
                <a:lnTo>
                  <a:pt x="882" y="11753"/>
                </a:lnTo>
                <a:lnTo>
                  <a:pt x="441" y="13341"/>
                </a:lnTo>
                <a:lnTo>
                  <a:pt x="0" y="15247"/>
                </a:lnTo>
                <a:lnTo>
                  <a:pt x="441" y="17153"/>
                </a:lnTo>
                <a:lnTo>
                  <a:pt x="882" y="18741"/>
                </a:lnTo>
                <a:lnTo>
                  <a:pt x="2645" y="20012"/>
                </a:lnTo>
                <a:lnTo>
                  <a:pt x="4408" y="20965"/>
                </a:lnTo>
                <a:lnTo>
                  <a:pt x="6171" y="21282"/>
                </a:lnTo>
                <a:lnTo>
                  <a:pt x="7494" y="21600"/>
                </a:lnTo>
                <a:lnTo>
                  <a:pt x="14106" y="21600"/>
                </a:lnTo>
                <a:lnTo>
                  <a:pt x="15869" y="21282"/>
                </a:lnTo>
                <a:lnTo>
                  <a:pt x="17192" y="20965"/>
                </a:lnTo>
                <a:lnTo>
                  <a:pt x="18955" y="20012"/>
                </a:lnTo>
                <a:lnTo>
                  <a:pt x="20718" y="18741"/>
                </a:lnTo>
                <a:lnTo>
                  <a:pt x="21159" y="17153"/>
                </a:lnTo>
                <a:lnTo>
                  <a:pt x="21600" y="15247"/>
                </a:lnTo>
                <a:lnTo>
                  <a:pt x="21600" y="13659"/>
                </a:lnTo>
                <a:lnTo>
                  <a:pt x="21159" y="12706"/>
                </a:lnTo>
                <a:lnTo>
                  <a:pt x="18955" y="9847"/>
                </a:lnTo>
                <a:lnTo>
                  <a:pt x="16310" y="7624"/>
                </a:lnTo>
                <a:lnTo>
                  <a:pt x="14106" y="6035"/>
                </a:lnTo>
                <a:close/>
                <a:moveTo>
                  <a:pt x="11020" y="18424"/>
                </a:moveTo>
                <a:lnTo>
                  <a:pt x="7494" y="18424"/>
                </a:lnTo>
                <a:lnTo>
                  <a:pt x="5290" y="17788"/>
                </a:lnTo>
                <a:lnTo>
                  <a:pt x="4849" y="16835"/>
                </a:lnTo>
                <a:lnTo>
                  <a:pt x="4408" y="15247"/>
                </a:lnTo>
                <a:lnTo>
                  <a:pt x="4849" y="13341"/>
                </a:lnTo>
                <a:lnTo>
                  <a:pt x="6612" y="11435"/>
                </a:lnTo>
                <a:lnTo>
                  <a:pt x="8816" y="9529"/>
                </a:lnTo>
                <a:lnTo>
                  <a:pt x="11020" y="7941"/>
                </a:lnTo>
                <a:lnTo>
                  <a:pt x="13224" y="9529"/>
                </a:lnTo>
                <a:lnTo>
                  <a:pt x="15429" y="11435"/>
                </a:lnTo>
                <a:lnTo>
                  <a:pt x="16751" y="13341"/>
                </a:lnTo>
                <a:lnTo>
                  <a:pt x="17192" y="15247"/>
                </a:lnTo>
                <a:lnTo>
                  <a:pt x="16751" y="16835"/>
                </a:lnTo>
                <a:lnTo>
                  <a:pt x="16310" y="17788"/>
                </a:lnTo>
                <a:lnTo>
                  <a:pt x="14106" y="18424"/>
                </a:lnTo>
                <a:lnTo>
                  <a:pt x="11020" y="18424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8" name="Google Shape;1998;p51"/>
          <p:cNvSpPr/>
          <p:nvPr/>
        </p:nvSpPr>
        <p:spPr>
          <a:xfrm>
            <a:off x="18664769" y="5765800"/>
            <a:ext cx="169344" cy="220158"/>
          </a:xfrm>
          <a:custGeom>
            <a:rect b="b" l="l" r="r" t="t"/>
            <a:pathLst>
              <a:path extrusionOk="0" h="21600" w="21600">
                <a:moveTo>
                  <a:pt x="4670" y="21600"/>
                </a:moveTo>
                <a:lnTo>
                  <a:pt x="21600" y="8376"/>
                </a:lnTo>
                <a:lnTo>
                  <a:pt x="17514" y="5290"/>
                </a:lnTo>
                <a:lnTo>
                  <a:pt x="14011" y="7935"/>
                </a:lnTo>
                <a:lnTo>
                  <a:pt x="14011" y="0"/>
                </a:lnTo>
                <a:lnTo>
                  <a:pt x="8173" y="0"/>
                </a:lnTo>
                <a:lnTo>
                  <a:pt x="8173" y="12343"/>
                </a:lnTo>
                <a:lnTo>
                  <a:pt x="0" y="18073"/>
                </a:lnTo>
                <a:lnTo>
                  <a:pt x="4670" y="2160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p51"/>
          <p:cNvSpPr/>
          <p:nvPr/>
        </p:nvSpPr>
        <p:spPr>
          <a:xfrm>
            <a:off x="13627102" y="6815666"/>
            <a:ext cx="76194" cy="38124"/>
          </a:xfrm>
          <a:custGeom>
            <a:rect b="b" l="l" r="r" t="t"/>
            <a:pathLst>
              <a:path extrusionOk="0" h="21600" w="21600">
                <a:moveTo>
                  <a:pt x="11368" y="0"/>
                </a:moveTo>
                <a:lnTo>
                  <a:pt x="6821" y="2160"/>
                </a:lnTo>
                <a:lnTo>
                  <a:pt x="2274" y="6480"/>
                </a:lnTo>
                <a:lnTo>
                  <a:pt x="1137" y="12960"/>
                </a:lnTo>
                <a:lnTo>
                  <a:pt x="0" y="21600"/>
                </a:lnTo>
                <a:lnTo>
                  <a:pt x="21600" y="21600"/>
                </a:lnTo>
                <a:lnTo>
                  <a:pt x="20463" y="12960"/>
                </a:lnTo>
                <a:lnTo>
                  <a:pt x="19326" y="6480"/>
                </a:lnTo>
                <a:lnTo>
                  <a:pt x="14779" y="2160"/>
                </a:lnTo>
                <a:lnTo>
                  <a:pt x="11368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51"/>
          <p:cNvSpPr/>
          <p:nvPr/>
        </p:nvSpPr>
        <p:spPr>
          <a:xfrm>
            <a:off x="13402733" y="6946901"/>
            <a:ext cx="156654" cy="232848"/>
          </a:xfrm>
          <a:custGeom>
            <a:rect b="b" l="l" r="r" t="t"/>
            <a:pathLst>
              <a:path extrusionOk="0" h="21600" w="21600">
                <a:moveTo>
                  <a:pt x="21600" y="16000"/>
                </a:moveTo>
                <a:lnTo>
                  <a:pt x="21600" y="800"/>
                </a:lnTo>
                <a:lnTo>
                  <a:pt x="20983" y="400"/>
                </a:lnTo>
                <a:lnTo>
                  <a:pt x="19749" y="0"/>
                </a:lnTo>
                <a:lnTo>
                  <a:pt x="11109" y="0"/>
                </a:lnTo>
                <a:lnTo>
                  <a:pt x="9874" y="400"/>
                </a:lnTo>
                <a:lnTo>
                  <a:pt x="1234" y="6400"/>
                </a:lnTo>
                <a:lnTo>
                  <a:pt x="0" y="6800"/>
                </a:lnTo>
                <a:lnTo>
                  <a:pt x="0" y="20400"/>
                </a:lnTo>
                <a:lnTo>
                  <a:pt x="1851" y="21600"/>
                </a:lnTo>
                <a:lnTo>
                  <a:pt x="9257" y="21600"/>
                </a:lnTo>
                <a:lnTo>
                  <a:pt x="9874" y="19200"/>
                </a:lnTo>
                <a:lnTo>
                  <a:pt x="14811" y="16000"/>
                </a:lnTo>
                <a:lnTo>
                  <a:pt x="18514" y="15600"/>
                </a:lnTo>
                <a:lnTo>
                  <a:pt x="21600" y="16000"/>
                </a:lnTo>
                <a:close/>
                <a:moveTo>
                  <a:pt x="15429" y="9600"/>
                </a:moveTo>
                <a:lnTo>
                  <a:pt x="9257" y="9600"/>
                </a:lnTo>
                <a:lnTo>
                  <a:pt x="9257" y="5600"/>
                </a:lnTo>
                <a:lnTo>
                  <a:pt x="15429" y="5600"/>
                </a:lnTo>
                <a:lnTo>
                  <a:pt x="15429" y="9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1" name="Google Shape;2001;p51"/>
          <p:cNvSpPr/>
          <p:nvPr/>
        </p:nvSpPr>
        <p:spPr>
          <a:xfrm>
            <a:off x="13495866" y="7141634"/>
            <a:ext cx="88884" cy="7619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1080"/>
                </a:lnTo>
                <a:lnTo>
                  <a:pt x="3240" y="2160"/>
                </a:lnTo>
                <a:lnTo>
                  <a:pt x="1080" y="6480"/>
                </a:lnTo>
                <a:lnTo>
                  <a:pt x="0" y="10800"/>
                </a:lnTo>
                <a:lnTo>
                  <a:pt x="1080" y="15120"/>
                </a:lnTo>
                <a:lnTo>
                  <a:pt x="3240" y="18360"/>
                </a:lnTo>
                <a:lnTo>
                  <a:pt x="6480" y="20520"/>
                </a:lnTo>
                <a:lnTo>
                  <a:pt x="10800" y="21600"/>
                </a:lnTo>
                <a:lnTo>
                  <a:pt x="15120" y="20520"/>
                </a:lnTo>
                <a:lnTo>
                  <a:pt x="18360" y="18360"/>
                </a:lnTo>
                <a:lnTo>
                  <a:pt x="20520" y="15120"/>
                </a:lnTo>
                <a:lnTo>
                  <a:pt x="21600" y="10800"/>
                </a:lnTo>
                <a:lnTo>
                  <a:pt x="20520" y="6480"/>
                </a:lnTo>
                <a:lnTo>
                  <a:pt x="18360" y="2160"/>
                </a:lnTo>
                <a:lnTo>
                  <a:pt x="15120" y="108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51"/>
          <p:cNvSpPr/>
          <p:nvPr/>
        </p:nvSpPr>
        <p:spPr>
          <a:xfrm>
            <a:off x="13584767" y="6883400"/>
            <a:ext cx="249750" cy="296352"/>
          </a:xfrm>
          <a:custGeom>
            <a:rect b="b" l="l" r="r" t="t"/>
            <a:pathLst>
              <a:path extrusionOk="0" h="21600" w="21600">
                <a:moveTo>
                  <a:pt x="17939" y="0"/>
                </a:moveTo>
                <a:lnTo>
                  <a:pt x="3661" y="0"/>
                </a:lnTo>
                <a:lnTo>
                  <a:pt x="732" y="626"/>
                </a:lnTo>
                <a:lnTo>
                  <a:pt x="0" y="3130"/>
                </a:lnTo>
                <a:lnTo>
                  <a:pt x="0" y="18157"/>
                </a:lnTo>
                <a:lnTo>
                  <a:pt x="1464" y="19722"/>
                </a:lnTo>
                <a:lnTo>
                  <a:pt x="1831" y="21600"/>
                </a:lnTo>
                <a:lnTo>
                  <a:pt x="7322" y="21600"/>
                </a:lnTo>
                <a:lnTo>
                  <a:pt x="7688" y="19722"/>
                </a:lnTo>
                <a:lnTo>
                  <a:pt x="8786" y="18470"/>
                </a:lnTo>
                <a:lnTo>
                  <a:pt x="10251" y="17217"/>
                </a:lnTo>
                <a:lnTo>
                  <a:pt x="12447" y="16904"/>
                </a:lnTo>
                <a:lnTo>
                  <a:pt x="15010" y="17217"/>
                </a:lnTo>
                <a:lnTo>
                  <a:pt x="16108" y="18470"/>
                </a:lnTo>
                <a:lnTo>
                  <a:pt x="17573" y="19722"/>
                </a:lnTo>
                <a:lnTo>
                  <a:pt x="17939" y="21600"/>
                </a:lnTo>
                <a:lnTo>
                  <a:pt x="20868" y="21600"/>
                </a:lnTo>
                <a:lnTo>
                  <a:pt x="21234" y="21287"/>
                </a:lnTo>
                <a:lnTo>
                  <a:pt x="21600" y="20661"/>
                </a:lnTo>
                <a:lnTo>
                  <a:pt x="21600" y="3130"/>
                </a:lnTo>
                <a:lnTo>
                  <a:pt x="20868" y="626"/>
                </a:lnTo>
                <a:lnTo>
                  <a:pt x="17939" y="0"/>
                </a:lnTo>
                <a:close/>
                <a:moveTo>
                  <a:pt x="16108" y="10643"/>
                </a:moveTo>
                <a:lnTo>
                  <a:pt x="12447" y="10643"/>
                </a:lnTo>
                <a:lnTo>
                  <a:pt x="12447" y="13774"/>
                </a:lnTo>
                <a:lnTo>
                  <a:pt x="8786" y="13774"/>
                </a:lnTo>
                <a:lnTo>
                  <a:pt x="8786" y="10643"/>
                </a:lnTo>
                <a:lnTo>
                  <a:pt x="5492" y="10643"/>
                </a:lnTo>
                <a:lnTo>
                  <a:pt x="5492" y="7513"/>
                </a:lnTo>
                <a:lnTo>
                  <a:pt x="8786" y="7513"/>
                </a:lnTo>
                <a:lnTo>
                  <a:pt x="8786" y="4696"/>
                </a:lnTo>
                <a:lnTo>
                  <a:pt x="12447" y="4696"/>
                </a:lnTo>
                <a:lnTo>
                  <a:pt x="12447" y="7513"/>
                </a:lnTo>
                <a:lnTo>
                  <a:pt x="16108" y="7513"/>
                </a:lnTo>
                <a:lnTo>
                  <a:pt x="16108" y="1064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51"/>
          <p:cNvSpPr/>
          <p:nvPr/>
        </p:nvSpPr>
        <p:spPr>
          <a:xfrm>
            <a:off x="13690600" y="7141634"/>
            <a:ext cx="76194" cy="7619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7560" y="1080"/>
                </a:lnTo>
                <a:lnTo>
                  <a:pt x="3240" y="2160"/>
                </a:lnTo>
                <a:lnTo>
                  <a:pt x="2160" y="6480"/>
                </a:lnTo>
                <a:lnTo>
                  <a:pt x="0" y="10800"/>
                </a:lnTo>
                <a:lnTo>
                  <a:pt x="2160" y="15120"/>
                </a:lnTo>
                <a:lnTo>
                  <a:pt x="3240" y="18360"/>
                </a:lnTo>
                <a:lnTo>
                  <a:pt x="7560" y="20520"/>
                </a:lnTo>
                <a:lnTo>
                  <a:pt x="10800" y="21600"/>
                </a:lnTo>
                <a:lnTo>
                  <a:pt x="15120" y="20520"/>
                </a:lnTo>
                <a:lnTo>
                  <a:pt x="19440" y="18360"/>
                </a:lnTo>
                <a:lnTo>
                  <a:pt x="20520" y="15120"/>
                </a:lnTo>
                <a:lnTo>
                  <a:pt x="21600" y="10800"/>
                </a:lnTo>
                <a:lnTo>
                  <a:pt x="19440" y="216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4" name="Google Shape;2004;p51"/>
          <p:cNvSpPr/>
          <p:nvPr/>
        </p:nvSpPr>
        <p:spPr>
          <a:xfrm>
            <a:off x="17509066" y="6908800"/>
            <a:ext cx="427572" cy="309042"/>
          </a:xfrm>
          <a:custGeom>
            <a:rect b="b" l="l" r="r" t="t"/>
            <a:pathLst>
              <a:path extrusionOk="0" h="21600" w="21600">
                <a:moveTo>
                  <a:pt x="17192" y="6000"/>
                </a:moveTo>
                <a:lnTo>
                  <a:pt x="13004" y="0"/>
                </a:lnTo>
                <a:lnTo>
                  <a:pt x="8596" y="7500"/>
                </a:lnTo>
                <a:lnTo>
                  <a:pt x="5290" y="3000"/>
                </a:lnTo>
                <a:lnTo>
                  <a:pt x="3747" y="5100"/>
                </a:lnTo>
                <a:lnTo>
                  <a:pt x="0" y="5100"/>
                </a:lnTo>
                <a:lnTo>
                  <a:pt x="0" y="18600"/>
                </a:lnTo>
                <a:lnTo>
                  <a:pt x="220" y="19800"/>
                </a:lnTo>
                <a:lnTo>
                  <a:pt x="441" y="20700"/>
                </a:lnTo>
                <a:lnTo>
                  <a:pt x="1322" y="21300"/>
                </a:lnTo>
                <a:lnTo>
                  <a:pt x="1984" y="21600"/>
                </a:lnTo>
                <a:lnTo>
                  <a:pt x="19396" y="21600"/>
                </a:lnTo>
                <a:lnTo>
                  <a:pt x="20278" y="21300"/>
                </a:lnTo>
                <a:lnTo>
                  <a:pt x="21159" y="20700"/>
                </a:lnTo>
                <a:lnTo>
                  <a:pt x="21380" y="19800"/>
                </a:lnTo>
                <a:lnTo>
                  <a:pt x="21600" y="18600"/>
                </a:lnTo>
                <a:lnTo>
                  <a:pt x="21600" y="2400"/>
                </a:lnTo>
                <a:lnTo>
                  <a:pt x="20057" y="2400"/>
                </a:lnTo>
                <a:lnTo>
                  <a:pt x="17192" y="6000"/>
                </a:lnTo>
                <a:close/>
                <a:moveTo>
                  <a:pt x="5290" y="18600"/>
                </a:moveTo>
                <a:lnTo>
                  <a:pt x="3086" y="18600"/>
                </a:lnTo>
                <a:lnTo>
                  <a:pt x="3086" y="14100"/>
                </a:lnTo>
                <a:lnTo>
                  <a:pt x="5290" y="14100"/>
                </a:lnTo>
                <a:lnTo>
                  <a:pt x="5290" y="18600"/>
                </a:lnTo>
                <a:close/>
                <a:moveTo>
                  <a:pt x="9698" y="18600"/>
                </a:moveTo>
                <a:lnTo>
                  <a:pt x="7494" y="18600"/>
                </a:lnTo>
                <a:lnTo>
                  <a:pt x="7494" y="11100"/>
                </a:lnTo>
                <a:lnTo>
                  <a:pt x="9698" y="11100"/>
                </a:lnTo>
                <a:lnTo>
                  <a:pt x="9698" y="18600"/>
                </a:lnTo>
                <a:close/>
                <a:moveTo>
                  <a:pt x="14106" y="18600"/>
                </a:moveTo>
                <a:lnTo>
                  <a:pt x="11902" y="18600"/>
                </a:lnTo>
                <a:lnTo>
                  <a:pt x="11902" y="14100"/>
                </a:lnTo>
                <a:lnTo>
                  <a:pt x="14106" y="14100"/>
                </a:lnTo>
                <a:lnTo>
                  <a:pt x="14106" y="18600"/>
                </a:lnTo>
                <a:close/>
                <a:moveTo>
                  <a:pt x="18294" y="18600"/>
                </a:moveTo>
                <a:lnTo>
                  <a:pt x="16310" y="18600"/>
                </a:lnTo>
                <a:lnTo>
                  <a:pt x="16310" y="11100"/>
                </a:lnTo>
                <a:lnTo>
                  <a:pt x="18294" y="11100"/>
                </a:lnTo>
                <a:lnTo>
                  <a:pt x="18294" y="18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51"/>
          <p:cNvSpPr/>
          <p:nvPr/>
        </p:nvSpPr>
        <p:spPr>
          <a:xfrm>
            <a:off x="17509066" y="6790266"/>
            <a:ext cx="427572" cy="169344"/>
          </a:xfrm>
          <a:custGeom>
            <a:rect b="b" l="l" r="r" t="t"/>
            <a:pathLst>
              <a:path extrusionOk="0" h="21600" w="21600">
                <a:moveTo>
                  <a:pt x="19396" y="0"/>
                </a:moveTo>
                <a:lnTo>
                  <a:pt x="1984" y="0"/>
                </a:lnTo>
                <a:lnTo>
                  <a:pt x="1322" y="584"/>
                </a:lnTo>
                <a:lnTo>
                  <a:pt x="441" y="1751"/>
                </a:lnTo>
                <a:lnTo>
                  <a:pt x="220" y="3503"/>
                </a:lnTo>
                <a:lnTo>
                  <a:pt x="0" y="5838"/>
                </a:lnTo>
                <a:lnTo>
                  <a:pt x="0" y="20432"/>
                </a:lnTo>
                <a:lnTo>
                  <a:pt x="2645" y="20432"/>
                </a:lnTo>
                <a:lnTo>
                  <a:pt x="5290" y="12843"/>
                </a:lnTo>
                <a:lnTo>
                  <a:pt x="8596" y="21600"/>
                </a:lnTo>
                <a:lnTo>
                  <a:pt x="13004" y="7005"/>
                </a:lnTo>
                <a:lnTo>
                  <a:pt x="17192" y="18681"/>
                </a:lnTo>
                <a:lnTo>
                  <a:pt x="18955" y="14595"/>
                </a:lnTo>
                <a:lnTo>
                  <a:pt x="21600" y="14595"/>
                </a:lnTo>
                <a:lnTo>
                  <a:pt x="21600" y="5838"/>
                </a:lnTo>
                <a:lnTo>
                  <a:pt x="21380" y="3503"/>
                </a:lnTo>
                <a:lnTo>
                  <a:pt x="21159" y="1751"/>
                </a:lnTo>
                <a:lnTo>
                  <a:pt x="20278" y="584"/>
                </a:lnTo>
                <a:lnTo>
                  <a:pt x="19396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51"/>
          <p:cNvSpPr/>
          <p:nvPr/>
        </p:nvSpPr>
        <p:spPr>
          <a:xfrm>
            <a:off x="16548102" y="6921501"/>
            <a:ext cx="296352" cy="29635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18470"/>
                </a:lnTo>
                <a:lnTo>
                  <a:pt x="313" y="19722"/>
                </a:lnTo>
                <a:lnTo>
                  <a:pt x="626" y="20661"/>
                </a:lnTo>
                <a:lnTo>
                  <a:pt x="1878" y="21287"/>
                </a:lnTo>
                <a:lnTo>
                  <a:pt x="2817" y="21600"/>
                </a:lnTo>
                <a:lnTo>
                  <a:pt x="18470" y="21600"/>
                </a:lnTo>
                <a:lnTo>
                  <a:pt x="19409" y="21287"/>
                </a:lnTo>
                <a:lnTo>
                  <a:pt x="20661" y="20661"/>
                </a:lnTo>
                <a:lnTo>
                  <a:pt x="20974" y="19722"/>
                </a:lnTo>
                <a:lnTo>
                  <a:pt x="21600" y="18470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16904" y="12209"/>
                </a:moveTo>
                <a:lnTo>
                  <a:pt x="12209" y="12209"/>
                </a:lnTo>
                <a:lnTo>
                  <a:pt x="12209" y="16904"/>
                </a:lnTo>
                <a:lnTo>
                  <a:pt x="9078" y="16904"/>
                </a:lnTo>
                <a:lnTo>
                  <a:pt x="9078" y="12209"/>
                </a:lnTo>
                <a:lnTo>
                  <a:pt x="4383" y="12209"/>
                </a:lnTo>
                <a:lnTo>
                  <a:pt x="4383" y="9078"/>
                </a:lnTo>
                <a:lnTo>
                  <a:pt x="9078" y="9078"/>
                </a:lnTo>
                <a:lnTo>
                  <a:pt x="9078" y="4383"/>
                </a:lnTo>
                <a:lnTo>
                  <a:pt x="12209" y="4383"/>
                </a:lnTo>
                <a:lnTo>
                  <a:pt x="12209" y="9078"/>
                </a:lnTo>
                <a:lnTo>
                  <a:pt x="16904" y="9078"/>
                </a:lnTo>
                <a:lnTo>
                  <a:pt x="16904" y="12209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7" name="Google Shape;2007;p51"/>
          <p:cNvSpPr/>
          <p:nvPr/>
        </p:nvSpPr>
        <p:spPr>
          <a:xfrm>
            <a:off x="16535400" y="6790266"/>
            <a:ext cx="338688" cy="118530"/>
          </a:xfrm>
          <a:custGeom>
            <a:rect b="b" l="l" r="r" t="t"/>
            <a:pathLst>
              <a:path extrusionOk="0" h="21600" w="21600">
                <a:moveTo>
                  <a:pt x="18866" y="0"/>
                </a:moveTo>
                <a:lnTo>
                  <a:pt x="2461" y="0"/>
                </a:lnTo>
                <a:lnTo>
                  <a:pt x="1641" y="864"/>
                </a:lnTo>
                <a:lnTo>
                  <a:pt x="547" y="2592"/>
                </a:lnTo>
                <a:lnTo>
                  <a:pt x="273" y="5184"/>
                </a:lnTo>
                <a:lnTo>
                  <a:pt x="0" y="864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8640"/>
                </a:lnTo>
                <a:lnTo>
                  <a:pt x="21053" y="5184"/>
                </a:lnTo>
                <a:lnTo>
                  <a:pt x="20780" y="2592"/>
                </a:lnTo>
                <a:lnTo>
                  <a:pt x="19686" y="864"/>
                </a:lnTo>
                <a:lnTo>
                  <a:pt x="18866" y="0"/>
                </a:lnTo>
                <a:close/>
                <a:moveTo>
                  <a:pt x="5195" y="17280"/>
                </a:moveTo>
                <a:lnTo>
                  <a:pt x="2461" y="17280"/>
                </a:lnTo>
                <a:lnTo>
                  <a:pt x="2461" y="4320"/>
                </a:lnTo>
                <a:lnTo>
                  <a:pt x="5195" y="4320"/>
                </a:lnTo>
                <a:lnTo>
                  <a:pt x="5195" y="17280"/>
                </a:lnTo>
                <a:close/>
                <a:moveTo>
                  <a:pt x="12030" y="17280"/>
                </a:moveTo>
                <a:lnTo>
                  <a:pt x="9296" y="17280"/>
                </a:lnTo>
                <a:lnTo>
                  <a:pt x="9296" y="4320"/>
                </a:lnTo>
                <a:lnTo>
                  <a:pt x="12030" y="4320"/>
                </a:lnTo>
                <a:lnTo>
                  <a:pt x="12030" y="17280"/>
                </a:lnTo>
                <a:close/>
                <a:moveTo>
                  <a:pt x="18866" y="17280"/>
                </a:moveTo>
                <a:lnTo>
                  <a:pt x="16132" y="17280"/>
                </a:lnTo>
                <a:lnTo>
                  <a:pt x="16132" y="4320"/>
                </a:lnTo>
                <a:lnTo>
                  <a:pt x="18866" y="4320"/>
                </a:lnTo>
                <a:lnTo>
                  <a:pt x="18866" y="1728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p51"/>
          <p:cNvSpPr/>
          <p:nvPr/>
        </p:nvSpPr>
        <p:spPr>
          <a:xfrm>
            <a:off x="15587133" y="6972301"/>
            <a:ext cx="169344" cy="169344"/>
          </a:xfrm>
          <a:custGeom>
            <a:rect b="b" l="l" r="r" t="t"/>
            <a:pathLst>
              <a:path extrusionOk="0" h="21600" w="21600">
                <a:moveTo>
                  <a:pt x="13292" y="21600"/>
                </a:moveTo>
                <a:lnTo>
                  <a:pt x="13292" y="13292"/>
                </a:lnTo>
                <a:lnTo>
                  <a:pt x="21600" y="13292"/>
                </a:lnTo>
                <a:lnTo>
                  <a:pt x="21600" y="7754"/>
                </a:lnTo>
                <a:lnTo>
                  <a:pt x="13292" y="7754"/>
                </a:lnTo>
                <a:lnTo>
                  <a:pt x="13292" y="0"/>
                </a:lnTo>
                <a:lnTo>
                  <a:pt x="7754" y="0"/>
                </a:lnTo>
                <a:lnTo>
                  <a:pt x="7754" y="7754"/>
                </a:lnTo>
                <a:lnTo>
                  <a:pt x="0" y="7754"/>
                </a:lnTo>
                <a:lnTo>
                  <a:pt x="0" y="13292"/>
                </a:lnTo>
                <a:lnTo>
                  <a:pt x="7754" y="13292"/>
                </a:lnTo>
                <a:lnTo>
                  <a:pt x="7754" y="21600"/>
                </a:lnTo>
                <a:lnTo>
                  <a:pt x="13292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9" name="Google Shape;2009;p51"/>
          <p:cNvSpPr/>
          <p:nvPr/>
        </p:nvSpPr>
        <p:spPr>
          <a:xfrm>
            <a:off x="15455902" y="6815666"/>
            <a:ext cx="427572" cy="457218"/>
          </a:xfrm>
          <a:custGeom>
            <a:rect b="b" l="l" r="r" t="t"/>
            <a:pathLst>
              <a:path extrusionOk="0" h="21600" w="21600">
                <a:moveTo>
                  <a:pt x="19418" y="0"/>
                </a:moveTo>
                <a:lnTo>
                  <a:pt x="17236" y="0"/>
                </a:lnTo>
                <a:lnTo>
                  <a:pt x="17236" y="3115"/>
                </a:lnTo>
                <a:lnTo>
                  <a:pt x="18327" y="3115"/>
                </a:lnTo>
                <a:lnTo>
                  <a:pt x="18327" y="18485"/>
                </a:lnTo>
                <a:lnTo>
                  <a:pt x="3273" y="18485"/>
                </a:lnTo>
                <a:lnTo>
                  <a:pt x="3273" y="3115"/>
                </a:lnTo>
                <a:lnTo>
                  <a:pt x="4364" y="3115"/>
                </a:lnTo>
                <a:lnTo>
                  <a:pt x="4364" y="0"/>
                </a:lnTo>
                <a:lnTo>
                  <a:pt x="2182" y="0"/>
                </a:lnTo>
                <a:lnTo>
                  <a:pt x="1309" y="208"/>
                </a:lnTo>
                <a:lnTo>
                  <a:pt x="436" y="623"/>
                </a:lnTo>
                <a:lnTo>
                  <a:pt x="218" y="1246"/>
                </a:lnTo>
                <a:lnTo>
                  <a:pt x="0" y="2077"/>
                </a:lnTo>
                <a:lnTo>
                  <a:pt x="0" y="19523"/>
                </a:lnTo>
                <a:lnTo>
                  <a:pt x="218" y="20146"/>
                </a:lnTo>
                <a:lnTo>
                  <a:pt x="436" y="20977"/>
                </a:lnTo>
                <a:lnTo>
                  <a:pt x="1309" y="21185"/>
                </a:lnTo>
                <a:lnTo>
                  <a:pt x="2182" y="21600"/>
                </a:lnTo>
                <a:lnTo>
                  <a:pt x="19418" y="21600"/>
                </a:lnTo>
                <a:lnTo>
                  <a:pt x="20073" y="21185"/>
                </a:lnTo>
                <a:lnTo>
                  <a:pt x="20945" y="20977"/>
                </a:lnTo>
                <a:lnTo>
                  <a:pt x="21164" y="20146"/>
                </a:lnTo>
                <a:lnTo>
                  <a:pt x="21600" y="19523"/>
                </a:lnTo>
                <a:lnTo>
                  <a:pt x="21600" y="2077"/>
                </a:lnTo>
                <a:lnTo>
                  <a:pt x="21164" y="1246"/>
                </a:lnTo>
                <a:lnTo>
                  <a:pt x="20945" y="623"/>
                </a:lnTo>
                <a:lnTo>
                  <a:pt x="20073" y="208"/>
                </a:lnTo>
                <a:lnTo>
                  <a:pt x="19418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p51"/>
          <p:cNvSpPr/>
          <p:nvPr/>
        </p:nvSpPr>
        <p:spPr>
          <a:xfrm>
            <a:off x="15574433" y="6752168"/>
            <a:ext cx="207414" cy="156654"/>
          </a:xfrm>
          <a:custGeom>
            <a:rect b="b" l="l" r="r" t="t"/>
            <a:pathLst>
              <a:path extrusionOk="0" h="21600" w="21600">
                <a:moveTo>
                  <a:pt x="2204" y="21600"/>
                </a:moveTo>
                <a:lnTo>
                  <a:pt x="20278" y="21600"/>
                </a:lnTo>
                <a:lnTo>
                  <a:pt x="21159" y="20983"/>
                </a:lnTo>
                <a:lnTo>
                  <a:pt x="21600" y="19749"/>
                </a:lnTo>
                <a:lnTo>
                  <a:pt x="21600" y="8023"/>
                </a:lnTo>
                <a:lnTo>
                  <a:pt x="21159" y="6789"/>
                </a:lnTo>
                <a:lnTo>
                  <a:pt x="20278" y="6171"/>
                </a:lnTo>
                <a:lnTo>
                  <a:pt x="16751" y="6171"/>
                </a:lnTo>
                <a:lnTo>
                  <a:pt x="16310" y="3703"/>
                </a:lnTo>
                <a:lnTo>
                  <a:pt x="14547" y="1851"/>
                </a:lnTo>
                <a:lnTo>
                  <a:pt x="12784" y="617"/>
                </a:lnTo>
                <a:lnTo>
                  <a:pt x="10580" y="0"/>
                </a:lnTo>
                <a:lnTo>
                  <a:pt x="8376" y="617"/>
                </a:lnTo>
                <a:lnTo>
                  <a:pt x="7053" y="1851"/>
                </a:lnTo>
                <a:lnTo>
                  <a:pt x="5290" y="3703"/>
                </a:lnTo>
                <a:lnTo>
                  <a:pt x="4849" y="6171"/>
                </a:lnTo>
                <a:lnTo>
                  <a:pt x="882" y="6171"/>
                </a:lnTo>
                <a:lnTo>
                  <a:pt x="441" y="6789"/>
                </a:lnTo>
                <a:lnTo>
                  <a:pt x="0" y="8023"/>
                </a:lnTo>
                <a:lnTo>
                  <a:pt x="0" y="19749"/>
                </a:lnTo>
                <a:lnTo>
                  <a:pt x="441" y="20983"/>
                </a:lnTo>
                <a:lnTo>
                  <a:pt x="882" y="21600"/>
                </a:lnTo>
                <a:lnTo>
                  <a:pt x="2204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1" name="Google Shape;2011;p51"/>
          <p:cNvSpPr/>
          <p:nvPr/>
        </p:nvSpPr>
        <p:spPr>
          <a:xfrm>
            <a:off x="22639867" y="5765800"/>
            <a:ext cx="427572" cy="194724"/>
          </a:xfrm>
          <a:custGeom>
            <a:rect b="b" l="l" r="r" t="t"/>
            <a:pathLst>
              <a:path extrusionOk="0" h="21600" w="21600">
                <a:moveTo>
                  <a:pt x="873" y="19636"/>
                </a:moveTo>
                <a:lnTo>
                  <a:pt x="4364" y="11782"/>
                </a:lnTo>
                <a:lnTo>
                  <a:pt x="7418" y="18164"/>
                </a:lnTo>
                <a:lnTo>
                  <a:pt x="12218" y="4909"/>
                </a:lnTo>
                <a:lnTo>
                  <a:pt x="17018" y="21600"/>
                </a:lnTo>
                <a:lnTo>
                  <a:pt x="18327" y="19636"/>
                </a:lnTo>
                <a:lnTo>
                  <a:pt x="21382" y="19636"/>
                </a:lnTo>
                <a:lnTo>
                  <a:pt x="21600" y="14727"/>
                </a:lnTo>
                <a:lnTo>
                  <a:pt x="21600" y="11782"/>
                </a:lnTo>
                <a:lnTo>
                  <a:pt x="21164" y="8836"/>
                </a:lnTo>
                <a:lnTo>
                  <a:pt x="20509" y="6382"/>
                </a:lnTo>
                <a:lnTo>
                  <a:pt x="19855" y="4418"/>
                </a:lnTo>
                <a:lnTo>
                  <a:pt x="18982" y="2455"/>
                </a:lnTo>
                <a:lnTo>
                  <a:pt x="17891" y="1473"/>
                </a:lnTo>
                <a:lnTo>
                  <a:pt x="16582" y="0"/>
                </a:lnTo>
                <a:lnTo>
                  <a:pt x="15273" y="0"/>
                </a:lnTo>
                <a:lnTo>
                  <a:pt x="13745" y="982"/>
                </a:lnTo>
                <a:lnTo>
                  <a:pt x="12655" y="1473"/>
                </a:lnTo>
                <a:lnTo>
                  <a:pt x="11782" y="3436"/>
                </a:lnTo>
                <a:lnTo>
                  <a:pt x="10909" y="4909"/>
                </a:lnTo>
                <a:lnTo>
                  <a:pt x="10036" y="3436"/>
                </a:lnTo>
                <a:lnTo>
                  <a:pt x="8945" y="1473"/>
                </a:lnTo>
                <a:lnTo>
                  <a:pt x="7855" y="982"/>
                </a:lnTo>
                <a:lnTo>
                  <a:pt x="6545" y="0"/>
                </a:lnTo>
                <a:lnTo>
                  <a:pt x="5236" y="0"/>
                </a:lnTo>
                <a:lnTo>
                  <a:pt x="3927" y="1473"/>
                </a:lnTo>
                <a:lnTo>
                  <a:pt x="2836" y="2455"/>
                </a:lnTo>
                <a:lnTo>
                  <a:pt x="1091" y="6382"/>
                </a:lnTo>
                <a:lnTo>
                  <a:pt x="655" y="8836"/>
                </a:lnTo>
                <a:lnTo>
                  <a:pt x="0" y="11782"/>
                </a:lnTo>
                <a:lnTo>
                  <a:pt x="0" y="14727"/>
                </a:lnTo>
                <a:lnTo>
                  <a:pt x="436" y="19636"/>
                </a:lnTo>
                <a:lnTo>
                  <a:pt x="873" y="1963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51"/>
          <p:cNvSpPr/>
          <p:nvPr/>
        </p:nvSpPr>
        <p:spPr>
          <a:xfrm>
            <a:off x="22716067" y="6024035"/>
            <a:ext cx="220158" cy="169344"/>
          </a:xfrm>
          <a:custGeom>
            <a:rect b="b" l="l" r="r" t="t"/>
            <a:pathLst>
              <a:path extrusionOk="0" h="21600" w="21600">
                <a:moveTo>
                  <a:pt x="7477" y="12185"/>
                </a:moveTo>
                <a:lnTo>
                  <a:pt x="831" y="3323"/>
                </a:lnTo>
                <a:lnTo>
                  <a:pt x="0" y="4431"/>
                </a:lnTo>
                <a:lnTo>
                  <a:pt x="4154" y="11631"/>
                </a:lnTo>
                <a:lnTo>
                  <a:pt x="7477" y="16062"/>
                </a:lnTo>
                <a:lnTo>
                  <a:pt x="12046" y="21046"/>
                </a:lnTo>
                <a:lnTo>
                  <a:pt x="13292" y="21600"/>
                </a:lnTo>
                <a:lnTo>
                  <a:pt x="14123" y="21046"/>
                </a:lnTo>
                <a:lnTo>
                  <a:pt x="16615" y="18831"/>
                </a:lnTo>
                <a:lnTo>
                  <a:pt x="21600" y="12738"/>
                </a:lnTo>
                <a:lnTo>
                  <a:pt x="14954" y="0"/>
                </a:lnTo>
                <a:lnTo>
                  <a:pt x="7477" y="1218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51"/>
          <p:cNvSpPr/>
          <p:nvPr/>
        </p:nvSpPr>
        <p:spPr>
          <a:xfrm>
            <a:off x="22614467" y="5880101"/>
            <a:ext cx="465642" cy="194724"/>
          </a:xfrm>
          <a:custGeom>
            <a:rect b="b" l="l" r="r" t="t"/>
            <a:pathLst>
              <a:path extrusionOk="0" h="21600" w="21600">
                <a:moveTo>
                  <a:pt x="18400" y="11270"/>
                </a:moveTo>
                <a:lnTo>
                  <a:pt x="16000" y="14557"/>
                </a:lnTo>
                <a:lnTo>
                  <a:pt x="11800" y="0"/>
                </a:lnTo>
                <a:lnTo>
                  <a:pt x="7800" y="12209"/>
                </a:lnTo>
                <a:lnTo>
                  <a:pt x="4800" y="5165"/>
                </a:lnTo>
                <a:lnTo>
                  <a:pt x="2400" y="11270"/>
                </a:lnTo>
                <a:lnTo>
                  <a:pt x="0" y="11270"/>
                </a:lnTo>
                <a:lnTo>
                  <a:pt x="0" y="15965"/>
                </a:lnTo>
                <a:lnTo>
                  <a:pt x="3400" y="15965"/>
                </a:lnTo>
                <a:lnTo>
                  <a:pt x="4800" y="12209"/>
                </a:lnTo>
                <a:lnTo>
                  <a:pt x="7800" y="19252"/>
                </a:lnTo>
                <a:lnTo>
                  <a:pt x="11800" y="8452"/>
                </a:lnTo>
                <a:lnTo>
                  <a:pt x="15400" y="21600"/>
                </a:lnTo>
                <a:lnTo>
                  <a:pt x="19000" y="15965"/>
                </a:lnTo>
                <a:lnTo>
                  <a:pt x="21600" y="15965"/>
                </a:lnTo>
                <a:lnTo>
                  <a:pt x="21600" y="11270"/>
                </a:lnTo>
                <a:lnTo>
                  <a:pt x="18400" y="1127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51"/>
          <p:cNvSpPr/>
          <p:nvPr/>
        </p:nvSpPr>
        <p:spPr>
          <a:xfrm>
            <a:off x="14494933" y="6790266"/>
            <a:ext cx="389448" cy="389448"/>
          </a:xfrm>
          <a:custGeom>
            <a:rect b="b" l="l" r="r" t="t"/>
            <a:pathLst>
              <a:path extrusionOk="0" h="21600" w="21600">
                <a:moveTo>
                  <a:pt x="19173" y="0"/>
                </a:moveTo>
                <a:lnTo>
                  <a:pt x="2427" y="0"/>
                </a:lnTo>
                <a:lnTo>
                  <a:pt x="1456" y="243"/>
                </a:lnTo>
                <a:lnTo>
                  <a:pt x="485" y="728"/>
                </a:lnTo>
                <a:lnTo>
                  <a:pt x="243" y="1456"/>
                </a:lnTo>
                <a:lnTo>
                  <a:pt x="0" y="2427"/>
                </a:lnTo>
                <a:lnTo>
                  <a:pt x="0" y="19173"/>
                </a:lnTo>
                <a:lnTo>
                  <a:pt x="243" y="20144"/>
                </a:lnTo>
                <a:lnTo>
                  <a:pt x="485" y="20872"/>
                </a:lnTo>
                <a:lnTo>
                  <a:pt x="1456" y="21357"/>
                </a:lnTo>
                <a:lnTo>
                  <a:pt x="2427" y="21600"/>
                </a:lnTo>
                <a:lnTo>
                  <a:pt x="19173" y="21600"/>
                </a:lnTo>
                <a:lnTo>
                  <a:pt x="20144" y="21357"/>
                </a:lnTo>
                <a:lnTo>
                  <a:pt x="20872" y="20872"/>
                </a:lnTo>
                <a:lnTo>
                  <a:pt x="21357" y="20144"/>
                </a:lnTo>
                <a:lnTo>
                  <a:pt x="21600" y="19173"/>
                </a:lnTo>
                <a:lnTo>
                  <a:pt x="21600" y="2427"/>
                </a:lnTo>
                <a:lnTo>
                  <a:pt x="21357" y="1456"/>
                </a:lnTo>
                <a:lnTo>
                  <a:pt x="20872" y="728"/>
                </a:lnTo>
                <a:lnTo>
                  <a:pt x="20144" y="243"/>
                </a:lnTo>
                <a:lnTo>
                  <a:pt x="19173" y="0"/>
                </a:lnTo>
                <a:close/>
                <a:moveTo>
                  <a:pt x="16746" y="13106"/>
                </a:moveTo>
                <a:lnTo>
                  <a:pt x="13106" y="13106"/>
                </a:lnTo>
                <a:lnTo>
                  <a:pt x="13106" y="16746"/>
                </a:lnTo>
                <a:lnTo>
                  <a:pt x="8252" y="16746"/>
                </a:lnTo>
                <a:lnTo>
                  <a:pt x="8252" y="13106"/>
                </a:lnTo>
                <a:lnTo>
                  <a:pt x="4854" y="13106"/>
                </a:lnTo>
                <a:lnTo>
                  <a:pt x="4854" y="8494"/>
                </a:lnTo>
                <a:lnTo>
                  <a:pt x="8252" y="8494"/>
                </a:lnTo>
                <a:lnTo>
                  <a:pt x="8252" y="4854"/>
                </a:lnTo>
                <a:lnTo>
                  <a:pt x="13106" y="4854"/>
                </a:lnTo>
                <a:lnTo>
                  <a:pt x="13106" y="8494"/>
                </a:lnTo>
                <a:lnTo>
                  <a:pt x="16746" y="8494"/>
                </a:lnTo>
                <a:lnTo>
                  <a:pt x="16746" y="1310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51"/>
          <p:cNvSpPr/>
          <p:nvPr/>
        </p:nvSpPr>
        <p:spPr>
          <a:xfrm>
            <a:off x="14418733" y="6815666"/>
            <a:ext cx="38100" cy="4317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16" name="Google Shape;2016;p51"/>
          <p:cNvSpPr/>
          <p:nvPr/>
        </p:nvSpPr>
        <p:spPr>
          <a:xfrm>
            <a:off x="19562234" y="6802968"/>
            <a:ext cx="427572" cy="402192"/>
          </a:xfrm>
          <a:custGeom>
            <a:rect b="b" l="l" r="r" t="t"/>
            <a:pathLst>
              <a:path extrusionOk="0" h="21600" w="21600">
                <a:moveTo>
                  <a:pt x="21600" y="12310"/>
                </a:moveTo>
                <a:lnTo>
                  <a:pt x="21600" y="10684"/>
                </a:lnTo>
                <a:lnTo>
                  <a:pt x="21382" y="9058"/>
                </a:lnTo>
                <a:lnTo>
                  <a:pt x="20509" y="6735"/>
                </a:lnTo>
                <a:lnTo>
                  <a:pt x="19418" y="5342"/>
                </a:lnTo>
                <a:lnTo>
                  <a:pt x="19200" y="4645"/>
                </a:lnTo>
                <a:lnTo>
                  <a:pt x="18764" y="4413"/>
                </a:lnTo>
                <a:lnTo>
                  <a:pt x="15709" y="4413"/>
                </a:lnTo>
                <a:lnTo>
                  <a:pt x="18109" y="1858"/>
                </a:lnTo>
                <a:lnTo>
                  <a:pt x="16364" y="0"/>
                </a:lnTo>
                <a:lnTo>
                  <a:pt x="12436" y="4413"/>
                </a:lnTo>
                <a:lnTo>
                  <a:pt x="2182" y="4413"/>
                </a:lnTo>
                <a:lnTo>
                  <a:pt x="2182" y="6735"/>
                </a:lnTo>
                <a:lnTo>
                  <a:pt x="17673" y="6735"/>
                </a:lnTo>
                <a:lnTo>
                  <a:pt x="18327" y="7432"/>
                </a:lnTo>
                <a:lnTo>
                  <a:pt x="18764" y="8594"/>
                </a:lnTo>
                <a:lnTo>
                  <a:pt x="19200" y="10452"/>
                </a:lnTo>
                <a:lnTo>
                  <a:pt x="19418" y="12310"/>
                </a:lnTo>
                <a:lnTo>
                  <a:pt x="19418" y="13239"/>
                </a:lnTo>
                <a:lnTo>
                  <a:pt x="18764" y="14168"/>
                </a:lnTo>
                <a:lnTo>
                  <a:pt x="17673" y="15561"/>
                </a:lnTo>
                <a:lnTo>
                  <a:pt x="17673" y="13239"/>
                </a:lnTo>
                <a:lnTo>
                  <a:pt x="17455" y="11148"/>
                </a:lnTo>
                <a:lnTo>
                  <a:pt x="16800" y="9523"/>
                </a:lnTo>
                <a:lnTo>
                  <a:pt x="15927" y="8129"/>
                </a:lnTo>
                <a:lnTo>
                  <a:pt x="15709" y="7897"/>
                </a:lnTo>
                <a:lnTo>
                  <a:pt x="1091" y="7897"/>
                </a:lnTo>
                <a:lnTo>
                  <a:pt x="655" y="8129"/>
                </a:lnTo>
                <a:lnTo>
                  <a:pt x="0" y="8361"/>
                </a:lnTo>
                <a:lnTo>
                  <a:pt x="0" y="9290"/>
                </a:lnTo>
                <a:lnTo>
                  <a:pt x="218" y="9755"/>
                </a:lnTo>
                <a:lnTo>
                  <a:pt x="1964" y="11613"/>
                </a:lnTo>
                <a:lnTo>
                  <a:pt x="1091" y="13239"/>
                </a:lnTo>
                <a:lnTo>
                  <a:pt x="873" y="15794"/>
                </a:lnTo>
                <a:lnTo>
                  <a:pt x="873" y="16955"/>
                </a:lnTo>
                <a:lnTo>
                  <a:pt x="1091" y="18348"/>
                </a:lnTo>
                <a:lnTo>
                  <a:pt x="1527" y="19742"/>
                </a:lnTo>
                <a:lnTo>
                  <a:pt x="2400" y="20903"/>
                </a:lnTo>
                <a:lnTo>
                  <a:pt x="2618" y="21600"/>
                </a:lnTo>
                <a:lnTo>
                  <a:pt x="15709" y="21600"/>
                </a:lnTo>
                <a:lnTo>
                  <a:pt x="15927" y="21368"/>
                </a:lnTo>
                <a:lnTo>
                  <a:pt x="16800" y="20206"/>
                </a:lnTo>
                <a:lnTo>
                  <a:pt x="17236" y="19045"/>
                </a:lnTo>
                <a:lnTo>
                  <a:pt x="18327" y="17884"/>
                </a:lnTo>
                <a:lnTo>
                  <a:pt x="19855" y="16723"/>
                </a:lnTo>
                <a:lnTo>
                  <a:pt x="20509" y="15794"/>
                </a:lnTo>
                <a:lnTo>
                  <a:pt x="21382" y="13471"/>
                </a:lnTo>
                <a:lnTo>
                  <a:pt x="21600" y="12310"/>
                </a:lnTo>
                <a:close/>
                <a:moveTo>
                  <a:pt x="14618" y="9987"/>
                </a:moveTo>
                <a:lnTo>
                  <a:pt x="15273" y="11613"/>
                </a:lnTo>
                <a:lnTo>
                  <a:pt x="15709" y="13471"/>
                </a:lnTo>
                <a:lnTo>
                  <a:pt x="3273" y="13471"/>
                </a:lnTo>
                <a:lnTo>
                  <a:pt x="3709" y="12310"/>
                </a:lnTo>
                <a:lnTo>
                  <a:pt x="4145" y="11845"/>
                </a:lnTo>
                <a:lnTo>
                  <a:pt x="4364" y="11148"/>
                </a:lnTo>
                <a:lnTo>
                  <a:pt x="4145" y="10452"/>
                </a:lnTo>
                <a:lnTo>
                  <a:pt x="3709" y="9987"/>
                </a:lnTo>
                <a:lnTo>
                  <a:pt x="14618" y="998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7" name="Google Shape;2017;p51"/>
          <p:cNvSpPr/>
          <p:nvPr/>
        </p:nvSpPr>
        <p:spPr>
          <a:xfrm>
            <a:off x="18533533" y="6985000"/>
            <a:ext cx="169344" cy="93150"/>
          </a:xfrm>
          <a:custGeom>
            <a:rect b="b" l="l" r="r" t="t"/>
            <a:pathLst>
              <a:path extrusionOk="0" h="21600" w="21600">
                <a:moveTo>
                  <a:pt x="8100" y="16200"/>
                </a:moveTo>
                <a:lnTo>
                  <a:pt x="13500" y="16200"/>
                </a:lnTo>
                <a:lnTo>
                  <a:pt x="13500" y="21600"/>
                </a:lnTo>
                <a:lnTo>
                  <a:pt x="18900" y="21600"/>
                </a:lnTo>
                <a:lnTo>
                  <a:pt x="18900" y="16200"/>
                </a:lnTo>
                <a:lnTo>
                  <a:pt x="21600" y="16200"/>
                </a:lnTo>
                <a:lnTo>
                  <a:pt x="21600" y="0"/>
                </a:lnTo>
                <a:lnTo>
                  <a:pt x="0" y="0"/>
                </a:lnTo>
                <a:lnTo>
                  <a:pt x="0" y="10800"/>
                </a:lnTo>
                <a:lnTo>
                  <a:pt x="8100" y="10800"/>
                </a:lnTo>
                <a:lnTo>
                  <a:pt x="8100" y="162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8" name="Google Shape;2018;p51"/>
          <p:cNvSpPr/>
          <p:nvPr/>
        </p:nvSpPr>
        <p:spPr>
          <a:xfrm>
            <a:off x="18533533" y="6815666"/>
            <a:ext cx="427572" cy="389448"/>
          </a:xfrm>
          <a:custGeom>
            <a:rect b="b" l="l" r="r" t="t"/>
            <a:pathLst>
              <a:path extrusionOk="0" h="21600" w="21600">
                <a:moveTo>
                  <a:pt x="20509" y="0"/>
                </a:moveTo>
                <a:lnTo>
                  <a:pt x="3927" y="0"/>
                </a:lnTo>
                <a:lnTo>
                  <a:pt x="3491" y="243"/>
                </a:lnTo>
                <a:lnTo>
                  <a:pt x="3273" y="728"/>
                </a:lnTo>
                <a:lnTo>
                  <a:pt x="3273" y="7766"/>
                </a:lnTo>
                <a:lnTo>
                  <a:pt x="3927" y="8494"/>
                </a:lnTo>
                <a:lnTo>
                  <a:pt x="9818" y="8494"/>
                </a:lnTo>
                <a:lnTo>
                  <a:pt x="9818" y="19173"/>
                </a:lnTo>
                <a:lnTo>
                  <a:pt x="0" y="19173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728"/>
                </a:lnTo>
                <a:lnTo>
                  <a:pt x="21382" y="243"/>
                </a:lnTo>
                <a:lnTo>
                  <a:pt x="21164" y="0"/>
                </a:lnTo>
                <a:lnTo>
                  <a:pt x="20509" y="0"/>
                </a:lnTo>
                <a:close/>
                <a:moveTo>
                  <a:pt x="6982" y="6067"/>
                </a:moveTo>
                <a:lnTo>
                  <a:pt x="6545" y="6067"/>
                </a:lnTo>
                <a:lnTo>
                  <a:pt x="5455" y="4854"/>
                </a:lnTo>
                <a:lnTo>
                  <a:pt x="5455" y="3640"/>
                </a:lnTo>
                <a:lnTo>
                  <a:pt x="5891" y="2912"/>
                </a:lnTo>
                <a:lnTo>
                  <a:pt x="6545" y="2427"/>
                </a:lnTo>
                <a:lnTo>
                  <a:pt x="7636" y="2427"/>
                </a:lnTo>
                <a:lnTo>
                  <a:pt x="8727" y="3640"/>
                </a:lnTo>
                <a:lnTo>
                  <a:pt x="8727" y="4854"/>
                </a:lnTo>
                <a:lnTo>
                  <a:pt x="8073" y="5339"/>
                </a:lnTo>
                <a:lnTo>
                  <a:pt x="7636" y="6067"/>
                </a:lnTo>
                <a:lnTo>
                  <a:pt x="6982" y="6067"/>
                </a:lnTo>
                <a:close/>
                <a:moveTo>
                  <a:pt x="19418" y="19173"/>
                </a:moveTo>
                <a:lnTo>
                  <a:pt x="16145" y="19173"/>
                </a:lnTo>
                <a:lnTo>
                  <a:pt x="16145" y="13106"/>
                </a:lnTo>
                <a:lnTo>
                  <a:pt x="16582" y="12378"/>
                </a:lnTo>
                <a:lnTo>
                  <a:pt x="16800" y="11407"/>
                </a:lnTo>
                <a:lnTo>
                  <a:pt x="17455" y="11164"/>
                </a:lnTo>
                <a:lnTo>
                  <a:pt x="18327" y="10679"/>
                </a:lnTo>
                <a:lnTo>
                  <a:pt x="19418" y="10679"/>
                </a:lnTo>
                <a:lnTo>
                  <a:pt x="19418" y="19173"/>
                </a:lnTo>
                <a:close/>
                <a:moveTo>
                  <a:pt x="19418" y="6067"/>
                </a:moveTo>
                <a:lnTo>
                  <a:pt x="15055" y="6067"/>
                </a:lnTo>
                <a:lnTo>
                  <a:pt x="15055" y="4854"/>
                </a:lnTo>
                <a:lnTo>
                  <a:pt x="19418" y="4854"/>
                </a:lnTo>
                <a:lnTo>
                  <a:pt x="19418" y="6067"/>
                </a:lnTo>
                <a:close/>
                <a:moveTo>
                  <a:pt x="19418" y="3640"/>
                </a:moveTo>
                <a:lnTo>
                  <a:pt x="15055" y="3640"/>
                </a:lnTo>
                <a:lnTo>
                  <a:pt x="15055" y="2427"/>
                </a:lnTo>
                <a:lnTo>
                  <a:pt x="19418" y="2427"/>
                </a:lnTo>
                <a:lnTo>
                  <a:pt x="19418" y="364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9" name="Google Shape;2019;p51"/>
          <p:cNvSpPr/>
          <p:nvPr/>
        </p:nvSpPr>
        <p:spPr>
          <a:xfrm>
            <a:off x="20844933" y="6790266"/>
            <a:ext cx="169344" cy="16934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640" y="0"/>
                </a:lnTo>
                <a:lnTo>
                  <a:pt x="6480" y="568"/>
                </a:lnTo>
                <a:lnTo>
                  <a:pt x="3240" y="3411"/>
                </a:lnTo>
                <a:lnTo>
                  <a:pt x="540" y="6821"/>
                </a:lnTo>
                <a:lnTo>
                  <a:pt x="0" y="9095"/>
                </a:lnTo>
                <a:lnTo>
                  <a:pt x="0" y="11368"/>
                </a:lnTo>
                <a:lnTo>
                  <a:pt x="13500" y="11368"/>
                </a:lnTo>
                <a:lnTo>
                  <a:pt x="13500" y="21600"/>
                </a:lnTo>
                <a:lnTo>
                  <a:pt x="16740" y="20463"/>
                </a:lnTo>
                <a:lnTo>
                  <a:pt x="19440" y="18189"/>
                </a:lnTo>
                <a:lnTo>
                  <a:pt x="21600" y="11368"/>
                </a:lnTo>
                <a:lnTo>
                  <a:pt x="21600" y="9095"/>
                </a:lnTo>
                <a:lnTo>
                  <a:pt x="20520" y="6821"/>
                </a:lnTo>
                <a:lnTo>
                  <a:pt x="17820" y="3411"/>
                </a:lnTo>
                <a:lnTo>
                  <a:pt x="14580" y="568"/>
                </a:lnTo>
                <a:lnTo>
                  <a:pt x="1296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0" name="Google Shape;2020;p51"/>
          <p:cNvSpPr/>
          <p:nvPr/>
        </p:nvSpPr>
        <p:spPr>
          <a:xfrm>
            <a:off x="20586702" y="6908800"/>
            <a:ext cx="338688" cy="309042"/>
          </a:xfrm>
          <a:custGeom>
            <a:rect b="b" l="l" r="r" t="t"/>
            <a:pathLst>
              <a:path extrusionOk="0" h="21600" w="21600">
                <a:moveTo>
                  <a:pt x="20233" y="0"/>
                </a:moveTo>
                <a:lnTo>
                  <a:pt x="1367" y="0"/>
                </a:lnTo>
                <a:lnTo>
                  <a:pt x="547" y="292"/>
                </a:lnTo>
                <a:lnTo>
                  <a:pt x="0" y="584"/>
                </a:lnTo>
                <a:lnTo>
                  <a:pt x="0" y="1751"/>
                </a:lnTo>
                <a:lnTo>
                  <a:pt x="273" y="2335"/>
                </a:lnTo>
                <a:lnTo>
                  <a:pt x="9296" y="12259"/>
                </a:lnTo>
                <a:lnTo>
                  <a:pt x="9296" y="18681"/>
                </a:lnTo>
                <a:lnTo>
                  <a:pt x="5468" y="18681"/>
                </a:lnTo>
                <a:lnTo>
                  <a:pt x="5468" y="21600"/>
                </a:lnTo>
                <a:lnTo>
                  <a:pt x="16132" y="21600"/>
                </a:lnTo>
                <a:lnTo>
                  <a:pt x="16132" y="18681"/>
                </a:lnTo>
                <a:lnTo>
                  <a:pt x="12030" y="18681"/>
                </a:lnTo>
                <a:lnTo>
                  <a:pt x="12030" y="12259"/>
                </a:lnTo>
                <a:lnTo>
                  <a:pt x="21327" y="2335"/>
                </a:lnTo>
                <a:lnTo>
                  <a:pt x="21600" y="1751"/>
                </a:lnTo>
                <a:lnTo>
                  <a:pt x="21600" y="584"/>
                </a:lnTo>
                <a:lnTo>
                  <a:pt x="20780" y="292"/>
                </a:lnTo>
                <a:lnTo>
                  <a:pt x="20233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1" name="Google Shape;2021;p51"/>
          <p:cNvSpPr/>
          <p:nvPr/>
        </p:nvSpPr>
        <p:spPr>
          <a:xfrm>
            <a:off x="20586702" y="6815666"/>
            <a:ext cx="143910" cy="67716"/>
          </a:xfrm>
          <a:custGeom>
            <a:rect b="b" l="l" r="r" t="t"/>
            <a:pathLst>
              <a:path extrusionOk="0" h="21600" w="21600">
                <a:moveTo>
                  <a:pt x="11475" y="21600"/>
                </a:moveTo>
                <a:lnTo>
                  <a:pt x="21600" y="21600"/>
                </a:lnTo>
                <a:lnTo>
                  <a:pt x="11475" y="0"/>
                </a:lnTo>
                <a:lnTo>
                  <a:pt x="0" y="0"/>
                </a:lnTo>
                <a:lnTo>
                  <a:pt x="0" y="14400"/>
                </a:lnTo>
                <a:lnTo>
                  <a:pt x="8100" y="14400"/>
                </a:lnTo>
                <a:lnTo>
                  <a:pt x="11475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p51"/>
          <p:cNvSpPr/>
          <p:nvPr/>
        </p:nvSpPr>
        <p:spPr>
          <a:xfrm>
            <a:off x="21975234" y="6790266"/>
            <a:ext cx="105840" cy="427572"/>
          </a:xfrm>
          <a:custGeom>
            <a:rect b="b" l="l" r="r" t="t"/>
            <a:pathLst>
              <a:path extrusionOk="0" h="21600" w="21600">
                <a:moveTo>
                  <a:pt x="7200" y="218"/>
                </a:moveTo>
                <a:lnTo>
                  <a:pt x="5400" y="0"/>
                </a:lnTo>
                <a:lnTo>
                  <a:pt x="1800" y="0"/>
                </a:lnTo>
                <a:lnTo>
                  <a:pt x="900" y="655"/>
                </a:lnTo>
                <a:lnTo>
                  <a:pt x="0" y="1091"/>
                </a:lnTo>
                <a:lnTo>
                  <a:pt x="0" y="21600"/>
                </a:lnTo>
                <a:lnTo>
                  <a:pt x="8100" y="21600"/>
                </a:lnTo>
                <a:lnTo>
                  <a:pt x="8100" y="15055"/>
                </a:lnTo>
                <a:lnTo>
                  <a:pt x="19800" y="15055"/>
                </a:lnTo>
                <a:lnTo>
                  <a:pt x="21600" y="14618"/>
                </a:lnTo>
                <a:lnTo>
                  <a:pt x="21600" y="13964"/>
                </a:lnTo>
                <a:lnTo>
                  <a:pt x="20700" y="10473"/>
                </a:lnTo>
                <a:lnTo>
                  <a:pt x="19800" y="7636"/>
                </a:lnTo>
                <a:lnTo>
                  <a:pt x="17100" y="5455"/>
                </a:lnTo>
                <a:lnTo>
                  <a:pt x="15300" y="3491"/>
                </a:lnTo>
                <a:lnTo>
                  <a:pt x="9900" y="1091"/>
                </a:lnTo>
                <a:lnTo>
                  <a:pt x="7200" y="218"/>
                </a:lnTo>
                <a:close/>
                <a:moveTo>
                  <a:pt x="8100" y="12873"/>
                </a:moveTo>
                <a:lnTo>
                  <a:pt x="8100" y="5673"/>
                </a:lnTo>
                <a:lnTo>
                  <a:pt x="11700" y="8727"/>
                </a:lnTo>
                <a:lnTo>
                  <a:pt x="12600" y="12873"/>
                </a:lnTo>
                <a:lnTo>
                  <a:pt x="8100" y="1287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3" name="Google Shape;2023;p51"/>
          <p:cNvSpPr/>
          <p:nvPr/>
        </p:nvSpPr>
        <p:spPr>
          <a:xfrm>
            <a:off x="21573067" y="6790266"/>
            <a:ext cx="169344" cy="427572"/>
          </a:xfrm>
          <a:custGeom>
            <a:rect b="b" l="l" r="r" t="t"/>
            <a:pathLst>
              <a:path extrusionOk="0" h="21600" w="21600">
                <a:moveTo>
                  <a:pt x="21600" y="4364"/>
                </a:moveTo>
                <a:lnTo>
                  <a:pt x="21600" y="0"/>
                </a:lnTo>
                <a:lnTo>
                  <a:pt x="16062" y="0"/>
                </a:lnTo>
                <a:lnTo>
                  <a:pt x="16062" y="4364"/>
                </a:lnTo>
                <a:lnTo>
                  <a:pt x="15508" y="5455"/>
                </a:lnTo>
                <a:lnTo>
                  <a:pt x="13292" y="6109"/>
                </a:lnTo>
                <a:lnTo>
                  <a:pt x="13292" y="0"/>
                </a:lnTo>
                <a:lnTo>
                  <a:pt x="8308" y="0"/>
                </a:lnTo>
                <a:lnTo>
                  <a:pt x="8308" y="6109"/>
                </a:lnTo>
                <a:lnTo>
                  <a:pt x="6092" y="5455"/>
                </a:lnTo>
                <a:lnTo>
                  <a:pt x="5538" y="4364"/>
                </a:lnTo>
                <a:lnTo>
                  <a:pt x="5538" y="0"/>
                </a:lnTo>
                <a:lnTo>
                  <a:pt x="0" y="0"/>
                </a:lnTo>
                <a:lnTo>
                  <a:pt x="0" y="4364"/>
                </a:lnTo>
                <a:lnTo>
                  <a:pt x="554" y="5673"/>
                </a:lnTo>
                <a:lnTo>
                  <a:pt x="2215" y="6982"/>
                </a:lnTo>
                <a:lnTo>
                  <a:pt x="4431" y="7855"/>
                </a:lnTo>
                <a:lnTo>
                  <a:pt x="8308" y="8291"/>
                </a:lnTo>
                <a:lnTo>
                  <a:pt x="8308" y="21600"/>
                </a:lnTo>
                <a:lnTo>
                  <a:pt x="13292" y="21600"/>
                </a:lnTo>
                <a:lnTo>
                  <a:pt x="13292" y="8291"/>
                </a:lnTo>
                <a:lnTo>
                  <a:pt x="17169" y="7855"/>
                </a:lnTo>
                <a:lnTo>
                  <a:pt x="19938" y="6982"/>
                </a:lnTo>
                <a:lnTo>
                  <a:pt x="21046" y="5673"/>
                </a:lnTo>
                <a:lnTo>
                  <a:pt x="21600" y="436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51"/>
          <p:cNvSpPr/>
          <p:nvPr/>
        </p:nvSpPr>
        <p:spPr>
          <a:xfrm>
            <a:off x="21691600" y="6946901"/>
            <a:ext cx="258228" cy="258228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640" y="0"/>
                </a:lnTo>
                <a:lnTo>
                  <a:pt x="6840" y="732"/>
                </a:lnTo>
                <a:lnTo>
                  <a:pt x="3240" y="2929"/>
                </a:lnTo>
                <a:lnTo>
                  <a:pt x="1800" y="4759"/>
                </a:lnTo>
                <a:lnTo>
                  <a:pt x="1080" y="6590"/>
                </a:lnTo>
                <a:lnTo>
                  <a:pt x="0" y="8420"/>
                </a:lnTo>
                <a:lnTo>
                  <a:pt x="0" y="12814"/>
                </a:lnTo>
                <a:lnTo>
                  <a:pt x="1080" y="14644"/>
                </a:lnTo>
                <a:lnTo>
                  <a:pt x="1800" y="16475"/>
                </a:lnTo>
                <a:lnTo>
                  <a:pt x="3240" y="18305"/>
                </a:lnTo>
                <a:lnTo>
                  <a:pt x="5040" y="19769"/>
                </a:lnTo>
                <a:lnTo>
                  <a:pt x="6840" y="20502"/>
                </a:lnTo>
                <a:lnTo>
                  <a:pt x="8640" y="21600"/>
                </a:lnTo>
                <a:lnTo>
                  <a:pt x="12960" y="21600"/>
                </a:lnTo>
                <a:lnTo>
                  <a:pt x="14760" y="20502"/>
                </a:lnTo>
                <a:lnTo>
                  <a:pt x="16560" y="19769"/>
                </a:lnTo>
                <a:lnTo>
                  <a:pt x="18360" y="18305"/>
                </a:lnTo>
                <a:lnTo>
                  <a:pt x="19800" y="16475"/>
                </a:lnTo>
                <a:lnTo>
                  <a:pt x="20520" y="14644"/>
                </a:lnTo>
                <a:lnTo>
                  <a:pt x="21600" y="12814"/>
                </a:lnTo>
                <a:lnTo>
                  <a:pt x="21600" y="8420"/>
                </a:lnTo>
                <a:lnTo>
                  <a:pt x="20520" y="6590"/>
                </a:lnTo>
                <a:lnTo>
                  <a:pt x="19800" y="4759"/>
                </a:lnTo>
                <a:lnTo>
                  <a:pt x="18360" y="2929"/>
                </a:lnTo>
                <a:lnTo>
                  <a:pt x="14760" y="732"/>
                </a:lnTo>
                <a:lnTo>
                  <a:pt x="12960" y="0"/>
                </a:lnTo>
                <a:lnTo>
                  <a:pt x="10800" y="0"/>
                </a:lnTo>
                <a:close/>
                <a:moveTo>
                  <a:pt x="10800" y="16108"/>
                </a:moveTo>
                <a:lnTo>
                  <a:pt x="8280" y="13912"/>
                </a:lnTo>
                <a:lnTo>
                  <a:pt x="6480" y="12081"/>
                </a:lnTo>
                <a:lnTo>
                  <a:pt x="5400" y="9885"/>
                </a:lnTo>
                <a:lnTo>
                  <a:pt x="5400" y="8786"/>
                </a:lnTo>
                <a:lnTo>
                  <a:pt x="6480" y="8054"/>
                </a:lnTo>
                <a:lnTo>
                  <a:pt x="7200" y="6956"/>
                </a:lnTo>
                <a:lnTo>
                  <a:pt x="9000" y="6956"/>
                </a:lnTo>
                <a:lnTo>
                  <a:pt x="10800" y="8786"/>
                </a:lnTo>
                <a:lnTo>
                  <a:pt x="10800" y="9885"/>
                </a:lnTo>
                <a:lnTo>
                  <a:pt x="10800" y="8786"/>
                </a:lnTo>
                <a:lnTo>
                  <a:pt x="12600" y="6956"/>
                </a:lnTo>
                <a:lnTo>
                  <a:pt x="14400" y="6956"/>
                </a:lnTo>
                <a:lnTo>
                  <a:pt x="15120" y="8054"/>
                </a:lnTo>
                <a:lnTo>
                  <a:pt x="16200" y="8786"/>
                </a:lnTo>
                <a:lnTo>
                  <a:pt x="16200" y="9885"/>
                </a:lnTo>
                <a:lnTo>
                  <a:pt x="15120" y="12081"/>
                </a:lnTo>
                <a:lnTo>
                  <a:pt x="13320" y="13912"/>
                </a:lnTo>
                <a:lnTo>
                  <a:pt x="10800" y="1610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51"/>
          <p:cNvSpPr/>
          <p:nvPr/>
        </p:nvSpPr>
        <p:spPr>
          <a:xfrm>
            <a:off x="22677969" y="7217834"/>
            <a:ext cx="338688" cy="55026"/>
          </a:xfrm>
          <a:custGeom>
            <a:rect b="b" l="l" r="r" t="t"/>
            <a:pathLst>
              <a:path extrusionOk="0" h="21600" w="21600">
                <a:moveTo>
                  <a:pt x="2734" y="21600"/>
                </a:moveTo>
                <a:lnTo>
                  <a:pt x="18866" y="21600"/>
                </a:lnTo>
                <a:lnTo>
                  <a:pt x="19959" y="17280"/>
                </a:lnTo>
                <a:lnTo>
                  <a:pt x="21053" y="15120"/>
                </a:lnTo>
                <a:lnTo>
                  <a:pt x="21327" y="6480"/>
                </a:lnTo>
                <a:lnTo>
                  <a:pt x="21600" y="0"/>
                </a:lnTo>
                <a:lnTo>
                  <a:pt x="0" y="0"/>
                </a:lnTo>
                <a:lnTo>
                  <a:pt x="547" y="6480"/>
                </a:lnTo>
                <a:lnTo>
                  <a:pt x="820" y="15120"/>
                </a:lnTo>
                <a:lnTo>
                  <a:pt x="1914" y="17280"/>
                </a:lnTo>
                <a:lnTo>
                  <a:pt x="2734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6" name="Google Shape;2026;p51"/>
          <p:cNvSpPr/>
          <p:nvPr/>
        </p:nvSpPr>
        <p:spPr>
          <a:xfrm>
            <a:off x="22677969" y="6752168"/>
            <a:ext cx="338688" cy="156654"/>
          </a:xfrm>
          <a:custGeom>
            <a:rect b="b" l="l" r="r" t="t"/>
            <a:pathLst>
              <a:path extrusionOk="0" h="21600" w="21600">
                <a:moveTo>
                  <a:pt x="18866" y="21000"/>
                </a:moveTo>
                <a:lnTo>
                  <a:pt x="21600" y="21600"/>
                </a:lnTo>
                <a:lnTo>
                  <a:pt x="21327" y="17400"/>
                </a:lnTo>
                <a:lnTo>
                  <a:pt x="20233" y="12600"/>
                </a:lnTo>
                <a:lnTo>
                  <a:pt x="19413" y="9600"/>
                </a:lnTo>
                <a:lnTo>
                  <a:pt x="18319" y="6000"/>
                </a:lnTo>
                <a:lnTo>
                  <a:pt x="16678" y="3600"/>
                </a:lnTo>
                <a:lnTo>
                  <a:pt x="15038" y="1800"/>
                </a:lnTo>
                <a:lnTo>
                  <a:pt x="12851" y="600"/>
                </a:lnTo>
                <a:lnTo>
                  <a:pt x="10937" y="0"/>
                </a:lnTo>
                <a:lnTo>
                  <a:pt x="8749" y="600"/>
                </a:lnTo>
                <a:lnTo>
                  <a:pt x="6835" y="1800"/>
                </a:lnTo>
                <a:lnTo>
                  <a:pt x="5195" y="3600"/>
                </a:lnTo>
                <a:lnTo>
                  <a:pt x="3554" y="6000"/>
                </a:lnTo>
                <a:lnTo>
                  <a:pt x="2461" y="9600"/>
                </a:lnTo>
                <a:lnTo>
                  <a:pt x="1094" y="12600"/>
                </a:lnTo>
                <a:lnTo>
                  <a:pt x="547" y="17400"/>
                </a:lnTo>
                <a:lnTo>
                  <a:pt x="0" y="21600"/>
                </a:lnTo>
                <a:lnTo>
                  <a:pt x="2734" y="21000"/>
                </a:lnTo>
                <a:lnTo>
                  <a:pt x="18866" y="21000"/>
                </a:lnTo>
                <a:close/>
                <a:moveTo>
                  <a:pt x="14491" y="10800"/>
                </a:moveTo>
                <a:lnTo>
                  <a:pt x="15311" y="11400"/>
                </a:lnTo>
                <a:lnTo>
                  <a:pt x="15585" y="12600"/>
                </a:lnTo>
                <a:lnTo>
                  <a:pt x="15311" y="14400"/>
                </a:lnTo>
                <a:lnTo>
                  <a:pt x="14491" y="15000"/>
                </a:lnTo>
                <a:lnTo>
                  <a:pt x="13944" y="14400"/>
                </a:lnTo>
                <a:lnTo>
                  <a:pt x="13671" y="12600"/>
                </a:lnTo>
                <a:lnTo>
                  <a:pt x="13944" y="11400"/>
                </a:lnTo>
                <a:lnTo>
                  <a:pt x="14491" y="10800"/>
                </a:lnTo>
                <a:close/>
                <a:moveTo>
                  <a:pt x="10937" y="6000"/>
                </a:moveTo>
                <a:lnTo>
                  <a:pt x="11484" y="6600"/>
                </a:lnTo>
                <a:lnTo>
                  <a:pt x="12030" y="8400"/>
                </a:lnTo>
                <a:lnTo>
                  <a:pt x="10937" y="10800"/>
                </a:lnTo>
                <a:lnTo>
                  <a:pt x="10116" y="9600"/>
                </a:lnTo>
                <a:lnTo>
                  <a:pt x="9843" y="8400"/>
                </a:lnTo>
                <a:lnTo>
                  <a:pt x="10116" y="6600"/>
                </a:lnTo>
                <a:lnTo>
                  <a:pt x="10937" y="6000"/>
                </a:lnTo>
                <a:close/>
                <a:moveTo>
                  <a:pt x="7109" y="10800"/>
                </a:moveTo>
                <a:lnTo>
                  <a:pt x="7929" y="11400"/>
                </a:lnTo>
                <a:lnTo>
                  <a:pt x="8203" y="12600"/>
                </a:lnTo>
                <a:lnTo>
                  <a:pt x="7929" y="14400"/>
                </a:lnTo>
                <a:lnTo>
                  <a:pt x="7109" y="15000"/>
                </a:lnTo>
                <a:lnTo>
                  <a:pt x="6562" y="14400"/>
                </a:lnTo>
                <a:lnTo>
                  <a:pt x="6289" y="12600"/>
                </a:lnTo>
                <a:lnTo>
                  <a:pt x="6562" y="11400"/>
                </a:lnTo>
                <a:lnTo>
                  <a:pt x="7109" y="108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7" name="Google Shape;2027;p51"/>
          <p:cNvSpPr/>
          <p:nvPr/>
        </p:nvSpPr>
        <p:spPr>
          <a:xfrm>
            <a:off x="22652569" y="7010400"/>
            <a:ext cx="389448" cy="80460"/>
          </a:xfrm>
          <a:custGeom>
            <a:rect b="b" l="l" r="r" t="t"/>
            <a:pathLst>
              <a:path extrusionOk="0" h="21600" w="21600">
                <a:moveTo>
                  <a:pt x="20872" y="1200"/>
                </a:moveTo>
                <a:lnTo>
                  <a:pt x="19658" y="2400"/>
                </a:lnTo>
                <a:lnTo>
                  <a:pt x="17960" y="3600"/>
                </a:lnTo>
                <a:lnTo>
                  <a:pt x="16746" y="2400"/>
                </a:lnTo>
                <a:lnTo>
                  <a:pt x="15775" y="0"/>
                </a:lnTo>
                <a:lnTo>
                  <a:pt x="14076" y="2400"/>
                </a:lnTo>
                <a:lnTo>
                  <a:pt x="12620" y="3600"/>
                </a:lnTo>
                <a:lnTo>
                  <a:pt x="11892" y="3600"/>
                </a:lnTo>
                <a:lnTo>
                  <a:pt x="10921" y="2400"/>
                </a:lnTo>
                <a:lnTo>
                  <a:pt x="9951" y="3600"/>
                </a:lnTo>
                <a:lnTo>
                  <a:pt x="8980" y="3600"/>
                </a:lnTo>
                <a:lnTo>
                  <a:pt x="7524" y="2400"/>
                </a:lnTo>
                <a:lnTo>
                  <a:pt x="6067" y="0"/>
                </a:lnTo>
                <a:lnTo>
                  <a:pt x="4854" y="2400"/>
                </a:lnTo>
                <a:lnTo>
                  <a:pt x="3640" y="3600"/>
                </a:lnTo>
                <a:lnTo>
                  <a:pt x="2184" y="2400"/>
                </a:lnTo>
                <a:lnTo>
                  <a:pt x="971" y="1200"/>
                </a:lnTo>
                <a:lnTo>
                  <a:pt x="485" y="3600"/>
                </a:lnTo>
                <a:lnTo>
                  <a:pt x="0" y="9600"/>
                </a:lnTo>
                <a:lnTo>
                  <a:pt x="485" y="14400"/>
                </a:lnTo>
                <a:lnTo>
                  <a:pt x="728" y="19200"/>
                </a:lnTo>
                <a:lnTo>
                  <a:pt x="1699" y="20400"/>
                </a:lnTo>
                <a:lnTo>
                  <a:pt x="2427" y="21600"/>
                </a:lnTo>
                <a:lnTo>
                  <a:pt x="19173" y="21600"/>
                </a:lnTo>
                <a:lnTo>
                  <a:pt x="21115" y="19200"/>
                </a:lnTo>
                <a:lnTo>
                  <a:pt x="21600" y="9600"/>
                </a:lnTo>
                <a:lnTo>
                  <a:pt x="21357" y="3600"/>
                </a:lnTo>
                <a:lnTo>
                  <a:pt x="20872" y="12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8" name="Google Shape;2028;p51"/>
          <p:cNvSpPr/>
          <p:nvPr/>
        </p:nvSpPr>
        <p:spPr>
          <a:xfrm>
            <a:off x="22652569" y="6921501"/>
            <a:ext cx="389448" cy="88884"/>
          </a:xfrm>
          <a:custGeom>
            <a:rect b="b" l="l" r="r" t="t"/>
            <a:pathLst>
              <a:path extrusionOk="0" h="21600" w="21600">
                <a:moveTo>
                  <a:pt x="3640" y="21600"/>
                </a:moveTo>
                <a:lnTo>
                  <a:pt x="5097" y="20463"/>
                </a:lnTo>
                <a:lnTo>
                  <a:pt x="6067" y="15916"/>
                </a:lnTo>
                <a:lnTo>
                  <a:pt x="6796" y="19326"/>
                </a:lnTo>
                <a:lnTo>
                  <a:pt x="7281" y="20463"/>
                </a:lnTo>
                <a:lnTo>
                  <a:pt x="8980" y="21600"/>
                </a:lnTo>
                <a:lnTo>
                  <a:pt x="10921" y="19326"/>
                </a:lnTo>
                <a:lnTo>
                  <a:pt x="11892" y="20463"/>
                </a:lnTo>
                <a:lnTo>
                  <a:pt x="12620" y="21600"/>
                </a:lnTo>
                <a:lnTo>
                  <a:pt x="14562" y="20463"/>
                </a:lnTo>
                <a:lnTo>
                  <a:pt x="15047" y="19326"/>
                </a:lnTo>
                <a:lnTo>
                  <a:pt x="15775" y="15916"/>
                </a:lnTo>
                <a:lnTo>
                  <a:pt x="16503" y="20463"/>
                </a:lnTo>
                <a:lnTo>
                  <a:pt x="17960" y="21600"/>
                </a:lnTo>
                <a:lnTo>
                  <a:pt x="19173" y="20463"/>
                </a:lnTo>
                <a:lnTo>
                  <a:pt x="20387" y="18189"/>
                </a:lnTo>
                <a:lnTo>
                  <a:pt x="21357" y="13642"/>
                </a:lnTo>
                <a:lnTo>
                  <a:pt x="21600" y="7958"/>
                </a:lnTo>
                <a:lnTo>
                  <a:pt x="21357" y="5684"/>
                </a:lnTo>
                <a:lnTo>
                  <a:pt x="20872" y="2274"/>
                </a:lnTo>
                <a:lnTo>
                  <a:pt x="20144" y="1137"/>
                </a:lnTo>
                <a:lnTo>
                  <a:pt x="19173" y="0"/>
                </a:lnTo>
                <a:lnTo>
                  <a:pt x="2427" y="0"/>
                </a:lnTo>
                <a:lnTo>
                  <a:pt x="1699" y="1137"/>
                </a:lnTo>
                <a:lnTo>
                  <a:pt x="728" y="2274"/>
                </a:lnTo>
                <a:lnTo>
                  <a:pt x="485" y="5684"/>
                </a:lnTo>
                <a:lnTo>
                  <a:pt x="0" y="7958"/>
                </a:lnTo>
                <a:lnTo>
                  <a:pt x="485" y="13642"/>
                </a:lnTo>
                <a:lnTo>
                  <a:pt x="1213" y="18189"/>
                </a:lnTo>
                <a:lnTo>
                  <a:pt x="2427" y="20463"/>
                </a:lnTo>
                <a:lnTo>
                  <a:pt x="364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9" name="Google Shape;2029;p51"/>
          <p:cNvSpPr/>
          <p:nvPr/>
        </p:nvSpPr>
        <p:spPr>
          <a:xfrm>
            <a:off x="22652569" y="7116234"/>
            <a:ext cx="389448" cy="88884"/>
          </a:xfrm>
          <a:custGeom>
            <a:rect b="b" l="l" r="r" t="t"/>
            <a:pathLst>
              <a:path extrusionOk="0" h="21600" w="21600">
                <a:moveTo>
                  <a:pt x="19173" y="0"/>
                </a:moveTo>
                <a:lnTo>
                  <a:pt x="19173" y="3240"/>
                </a:lnTo>
                <a:lnTo>
                  <a:pt x="16261" y="16200"/>
                </a:lnTo>
                <a:lnTo>
                  <a:pt x="15047" y="16200"/>
                </a:lnTo>
                <a:lnTo>
                  <a:pt x="12135" y="3240"/>
                </a:lnTo>
                <a:lnTo>
                  <a:pt x="12135" y="0"/>
                </a:lnTo>
                <a:lnTo>
                  <a:pt x="2427" y="0"/>
                </a:lnTo>
                <a:lnTo>
                  <a:pt x="1699" y="1080"/>
                </a:lnTo>
                <a:lnTo>
                  <a:pt x="728" y="3240"/>
                </a:lnTo>
                <a:lnTo>
                  <a:pt x="485" y="6480"/>
                </a:lnTo>
                <a:lnTo>
                  <a:pt x="0" y="10800"/>
                </a:lnTo>
                <a:lnTo>
                  <a:pt x="485" y="15120"/>
                </a:lnTo>
                <a:lnTo>
                  <a:pt x="728" y="18360"/>
                </a:lnTo>
                <a:lnTo>
                  <a:pt x="1699" y="20520"/>
                </a:lnTo>
                <a:lnTo>
                  <a:pt x="2427" y="21600"/>
                </a:lnTo>
                <a:lnTo>
                  <a:pt x="19173" y="21600"/>
                </a:lnTo>
                <a:lnTo>
                  <a:pt x="20144" y="20520"/>
                </a:lnTo>
                <a:lnTo>
                  <a:pt x="21115" y="18360"/>
                </a:lnTo>
                <a:lnTo>
                  <a:pt x="21357" y="15120"/>
                </a:lnTo>
                <a:lnTo>
                  <a:pt x="21600" y="10800"/>
                </a:lnTo>
                <a:lnTo>
                  <a:pt x="21357" y="6480"/>
                </a:lnTo>
                <a:lnTo>
                  <a:pt x="21115" y="3240"/>
                </a:lnTo>
                <a:lnTo>
                  <a:pt x="20144" y="1080"/>
                </a:lnTo>
                <a:lnTo>
                  <a:pt x="19173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0" name="Google Shape;2030;p51"/>
          <p:cNvSpPr/>
          <p:nvPr/>
        </p:nvSpPr>
        <p:spPr>
          <a:xfrm>
            <a:off x="13402733" y="7831666"/>
            <a:ext cx="431784" cy="414882"/>
          </a:xfrm>
          <a:custGeom>
            <a:rect b="b" l="l" r="r" t="t"/>
            <a:pathLst>
              <a:path extrusionOk="0" h="21600" w="21600">
                <a:moveTo>
                  <a:pt x="19596" y="2025"/>
                </a:moveTo>
                <a:lnTo>
                  <a:pt x="18482" y="1125"/>
                </a:lnTo>
                <a:lnTo>
                  <a:pt x="17369" y="675"/>
                </a:lnTo>
                <a:lnTo>
                  <a:pt x="16033" y="0"/>
                </a:lnTo>
                <a:lnTo>
                  <a:pt x="13584" y="0"/>
                </a:lnTo>
                <a:lnTo>
                  <a:pt x="12470" y="675"/>
                </a:lnTo>
                <a:lnTo>
                  <a:pt x="11357" y="1125"/>
                </a:lnTo>
                <a:lnTo>
                  <a:pt x="10243" y="2025"/>
                </a:lnTo>
                <a:lnTo>
                  <a:pt x="8685" y="4275"/>
                </a:lnTo>
                <a:lnTo>
                  <a:pt x="7126" y="6750"/>
                </a:lnTo>
                <a:lnTo>
                  <a:pt x="6680" y="9000"/>
                </a:lnTo>
                <a:lnTo>
                  <a:pt x="6680" y="11250"/>
                </a:lnTo>
                <a:lnTo>
                  <a:pt x="5122" y="12825"/>
                </a:lnTo>
                <a:lnTo>
                  <a:pt x="3340" y="12825"/>
                </a:lnTo>
                <a:lnTo>
                  <a:pt x="2004" y="13050"/>
                </a:lnTo>
                <a:lnTo>
                  <a:pt x="1113" y="13950"/>
                </a:lnTo>
                <a:lnTo>
                  <a:pt x="445" y="14850"/>
                </a:lnTo>
                <a:lnTo>
                  <a:pt x="0" y="16200"/>
                </a:lnTo>
                <a:lnTo>
                  <a:pt x="445" y="17325"/>
                </a:lnTo>
                <a:lnTo>
                  <a:pt x="668" y="18000"/>
                </a:lnTo>
                <a:lnTo>
                  <a:pt x="1559" y="18900"/>
                </a:lnTo>
                <a:lnTo>
                  <a:pt x="2449" y="19125"/>
                </a:lnTo>
                <a:lnTo>
                  <a:pt x="2895" y="20250"/>
                </a:lnTo>
                <a:lnTo>
                  <a:pt x="3563" y="21150"/>
                </a:lnTo>
                <a:lnTo>
                  <a:pt x="4454" y="21375"/>
                </a:lnTo>
                <a:lnTo>
                  <a:pt x="5567" y="21600"/>
                </a:lnTo>
                <a:lnTo>
                  <a:pt x="6903" y="21375"/>
                </a:lnTo>
                <a:lnTo>
                  <a:pt x="7794" y="20475"/>
                </a:lnTo>
                <a:lnTo>
                  <a:pt x="8685" y="19800"/>
                </a:lnTo>
                <a:lnTo>
                  <a:pt x="8907" y="18450"/>
                </a:lnTo>
                <a:lnTo>
                  <a:pt x="8907" y="16650"/>
                </a:lnTo>
                <a:lnTo>
                  <a:pt x="10466" y="15075"/>
                </a:lnTo>
                <a:lnTo>
                  <a:pt x="12915" y="15075"/>
                </a:lnTo>
                <a:lnTo>
                  <a:pt x="14029" y="14850"/>
                </a:lnTo>
                <a:lnTo>
                  <a:pt x="17592" y="13050"/>
                </a:lnTo>
                <a:lnTo>
                  <a:pt x="19596" y="11475"/>
                </a:lnTo>
                <a:lnTo>
                  <a:pt x="20487" y="10350"/>
                </a:lnTo>
                <a:lnTo>
                  <a:pt x="20932" y="9225"/>
                </a:lnTo>
                <a:lnTo>
                  <a:pt x="21600" y="7875"/>
                </a:lnTo>
                <a:lnTo>
                  <a:pt x="21600" y="5625"/>
                </a:lnTo>
                <a:lnTo>
                  <a:pt x="20932" y="4275"/>
                </a:lnTo>
                <a:lnTo>
                  <a:pt x="20487" y="3150"/>
                </a:lnTo>
                <a:lnTo>
                  <a:pt x="19596" y="2025"/>
                </a:lnTo>
                <a:close/>
                <a:moveTo>
                  <a:pt x="8239" y="13950"/>
                </a:moveTo>
                <a:lnTo>
                  <a:pt x="6680" y="15525"/>
                </a:lnTo>
                <a:lnTo>
                  <a:pt x="6680" y="18900"/>
                </a:lnTo>
                <a:lnTo>
                  <a:pt x="6012" y="19575"/>
                </a:lnTo>
                <a:lnTo>
                  <a:pt x="5567" y="19575"/>
                </a:lnTo>
                <a:lnTo>
                  <a:pt x="5122" y="19125"/>
                </a:lnTo>
                <a:lnTo>
                  <a:pt x="4454" y="18675"/>
                </a:lnTo>
                <a:lnTo>
                  <a:pt x="5344" y="18000"/>
                </a:lnTo>
                <a:lnTo>
                  <a:pt x="3563" y="16425"/>
                </a:lnTo>
                <a:lnTo>
                  <a:pt x="3118" y="17325"/>
                </a:lnTo>
                <a:lnTo>
                  <a:pt x="2449" y="16650"/>
                </a:lnTo>
                <a:lnTo>
                  <a:pt x="2227" y="16200"/>
                </a:lnTo>
                <a:lnTo>
                  <a:pt x="2227" y="15525"/>
                </a:lnTo>
                <a:lnTo>
                  <a:pt x="2449" y="15300"/>
                </a:lnTo>
                <a:lnTo>
                  <a:pt x="2895" y="15075"/>
                </a:lnTo>
                <a:lnTo>
                  <a:pt x="6012" y="15075"/>
                </a:lnTo>
                <a:lnTo>
                  <a:pt x="6458" y="14850"/>
                </a:lnTo>
                <a:lnTo>
                  <a:pt x="7794" y="13275"/>
                </a:lnTo>
                <a:lnTo>
                  <a:pt x="8239" y="1395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1" name="Google Shape;2031;p51"/>
          <p:cNvSpPr/>
          <p:nvPr/>
        </p:nvSpPr>
        <p:spPr>
          <a:xfrm>
            <a:off x="14431433" y="7814733"/>
            <a:ext cx="427572" cy="431784"/>
          </a:xfrm>
          <a:custGeom>
            <a:rect b="b" l="l" r="r" t="t"/>
            <a:pathLst>
              <a:path extrusionOk="0" h="21600" w="21600">
                <a:moveTo>
                  <a:pt x="15055" y="0"/>
                </a:moveTo>
                <a:lnTo>
                  <a:pt x="8727" y="0"/>
                </a:lnTo>
                <a:lnTo>
                  <a:pt x="4800" y="441"/>
                </a:lnTo>
                <a:lnTo>
                  <a:pt x="2182" y="2204"/>
                </a:lnTo>
                <a:lnTo>
                  <a:pt x="1309" y="3527"/>
                </a:lnTo>
                <a:lnTo>
                  <a:pt x="655" y="4849"/>
                </a:lnTo>
                <a:lnTo>
                  <a:pt x="218" y="6833"/>
                </a:lnTo>
                <a:lnTo>
                  <a:pt x="0" y="8596"/>
                </a:lnTo>
                <a:lnTo>
                  <a:pt x="0" y="15208"/>
                </a:lnTo>
                <a:lnTo>
                  <a:pt x="218" y="16971"/>
                </a:lnTo>
                <a:lnTo>
                  <a:pt x="655" y="18735"/>
                </a:lnTo>
                <a:lnTo>
                  <a:pt x="1091" y="19837"/>
                </a:lnTo>
                <a:lnTo>
                  <a:pt x="1964" y="20498"/>
                </a:lnTo>
                <a:lnTo>
                  <a:pt x="2618" y="21159"/>
                </a:lnTo>
                <a:lnTo>
                  <a:pt x="3709" y="21380"/>
                </a:lnTo>
                <a:lnTo>
                  <a:pt x="5455" y="21600"/>
                </a:lnTo>
                <a:lnTo>
                  <a:pt x="6764" y="21380"/>
                </a:lnTo>
                <a:lnTo>
                  <a:pt x="8073" y="20939"/>
                </a:lnTo>
                <a:lnTo>
                  <a:pt x="9164" y="20057"/>
                </a:lnTo>
                <a:lnTo>
                  <a:pt x="10036" y="19176"/>
                </a:lnTo>
                <a:lnTo>
                  <a:pt x="11127" y="16971"/>
                </a:lnTo>
                <a:lnTo>
                  <a:pt x="11564" y="15208"/>
                </a:lnTo>
                <a:lnTo>
                  <a:pt x="15055" y="15208"/>
                </a:lnTo>
                <a:lnTo>
                  <a:pt x="17236" y="14988"/>
                </a:lnTo>
                <a:lnTo>
                  <a:pt x="18764" y="14106"/>
                </a:lnTo>
                <a:lnTo>
                  <a:pt x="19855" y="13004"/>
                </a:lnTo>
                <a:lnTo>
                  <a:pt x="20727" y="11682"/>
                </a:lnTo>
                <a:lnTo>
                  <a:pt x="21382" y="10359"/>
                </a:lnTo>
                <a:lnTo>
                  <a:pt x="21600" y="8596"/>
                </a:lnTo>
                <a:lnTo>
                  <a:pt x="21600" y="5069"/>
                </a:lnTo>
                <a:lnTo>
                  <a:pt x="20945" y="3967"/>
                </a:lnTo>
                <a:lnTo>
                  <a:pt x="20509" y="2865"/>
                </a:lnTo>
                <a:lnTo>
                  <a:pt x="19636" y="1763"/>
                </a:lnTo>
                <a:lnTo>
                  <a:pt x="17455" y="441"/>
                </a:lnTo>
                <a:lnTo>
                  <a:pt x="16364" y="0"/>
                </a:lnTo>
                <a:lnTo>
                  <a:pt x="15055" y="0"/>
                </a:lnTo>
                <a:close/>
                <a:moveTo>
                  <a:pt x="15055" y="13004"/>
                </a:moveTo>
                <a:lnTo>
                  <a:pt x="10691" y="13004"/>
                </a:lnTo>
                <a:lnTo>
                  <a:pt x="10036" y="13224"/>
                </a:lnTo>
                <a:lnTo>
                  <a:pt x="9818" y="13886"/>
                </a:lnTo>
                <a:lnTo>
                  <a:pt x="9382" y="14988"/>
                </a:lnTo>
                <a:lnTo>
                  <a:pt x="8945" y="16751"/>
                </a:lnTo>
                <a:lnTo>
                  <a:pt x="8073" y="17853"/>
                </a:lnTo>
                <a:lnTo>
                  <a:pt x="7636" y="18735"/>
                </a:lnTo>
                <a:lnTo>
                  <a:pt x="5455" y="19616"/>
                </a:lnTo>
                <a:lnTo>
                  <a:pt x="4364" y="19616"/>
                </a:lnTo>
                <a:lnTo>
                  <a:pt x="3273" y="18735"/>
                </a:lnTo>
                <a:lnTo>
                  <a:pt x="2618" y="18073"/>
                </a:lnTo>
                <a:lnTo>
                  <a:pt x="2400" y="17633"/>
                </a:lnTo>
                <a:lnTo>
                  <a:pt x="2182" y="16531"/>
                </a:lnTo>
                <a:lnTo>
                  <a:pt x="2182" y="7053"/>
                </a:lnTo>
                <a:lnTo>
                  <a:pt x="2618" y="5951"/>
                </a:lnTo>
                <a:lnTo>
                  <a:pt x="3055" y="4629"/>
                </a:lnTo>
                <a:lnTo>
                  <a:pt x="3709" y="3747"/>
                </a:lnTo>
                <a:lnTo>
                  <a:pt x="4582" y="2865"/>
                </a:lnTo>
                <a:lnTo>
                  <a:pt x="5891" y="2645"/>
                </a:lnTo>
                <a:lnTo>
                  <a:pt x="6982" y="2204"/>
                </a:lnTo>
                <a:lnTo>
                  <a:pt x="15927" y="2204"/>
                </a:lnTo>
                <a:lnTo>
                  <a:pt x="16800" y="2424"/>
                </a:lnTo>
                <a:lnTo>
                  <a:pt x="18109" y="3527"/>
                </a:lnTo>
                <a:lnTo>
                  <a:pt x="19200" y="4849"/>
                </a:lnTo>
                <a:lnTo>
                  <a:pt x="19418" y="5731"/>
                </a:lnTo>
                <a:lnTo>
                  <a:pt x="19418" y="8376"/>
                </a:lnTo>
                <a:lnTo>
                  <a:pt x="19200" y="9918"/>
                </a:lnTo>
                <a:lnTo>
                  <a:pt x="18545" y="11020"/>
                </a:lnTo>
                <a:lnTo>
                  <a:pt x="18109" y="11902"/>
                </a:lnTo>
                <a:lnTo>
                  <a:pt x="17455" y="12563"/>
                </a:lnTo>
                <a:lnTo>
                  <a:pt x="16800" y="12784"/>
                </a:lnTo>
                <a:lnTo>
                  <a:pt x="15055" y="1300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2" name="Google Shape;2032;p51"/>
          <p:cNvSpPr/>
          <p:nvPr/>
        </p:nvSpPr>
        <p:spPr>
          <a:xfrm>
            <a:off x="14494933" y="8102600"/>
            <a:ext cx="93150" cy="7619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" y="2160"/>
                </a:lnTo>
                <a:lnTo>
                  <a:pt x="0" y="10800"/>
                </a:lnTo>
                <a:lnTo>
                  <a:pt x="1080" y="14040"/>
                </a:lnTo>
                <a:lnTo>
                  <a:pt x="2160" y="18360"/>
                </a:lnTo>
                <a:lnTo>
                  <a:pt x="6480" y="19440"/>
                </a:lnTo>
                <a:lnTo>
                  <a:pt x="10800" y="21600"/>
                </a:lnTo>
                <a:lnTo>
                  <a:pt x="15120" y="19440"/>
                </a:lnTo>
                <a:lnTo>
                  <a:pt x="18360" y="18360"/>
                </a:lnTo>
                <a:lnTo>
                  <a:pt x="19440" y="14040"/>
                </a:lnTo>
                <a:lnTo>
                  <a:pt x="21600" y="10800"/>
                </a:lnTo>
                <a:lnTo>
                  <a:pt x="19440" y="6480"/>
                </a:lnTo>
                <a:lnTo>
                  <a:pt x="18360" y="2160"/>
                </a:lnTo>
                <a:lnTo>
                  <a:pt x="15120" y="108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3" name="Google Shape;2033;p51"/>
          <p:cNvSpPr/>
          <p:nvPr/>
        </p:nvSpPr>
        <p:spPr>
          <a:xfrm>
            <a:off x="14494933" y="7882466"/>
            <a:ext cx="300564" cy="194724"/>
          </a:xfrm>
          <a:custGeom>
            <a:rect b="b" l="l" r="r" t="t"/>
            <a:pathLst>
              <a:path extrusionOk="0" h="21600" w="21600">
                <a:moveTo>
                  <a:pt x="16904" y="0"/>
                </a:moveTo>
                <a:lnTo>
                  <a:pt x="7826" y="0"/>
                </a:lnTo>
                <a:lnTo>
                  <a:pt x="5009" y="491"/>
                </a:lnTo>
                <a:lnTo>
                  <a:pt x="3443" y="982"/>
                </a:lnTo>
                <a:lnTo>
                  <a:pt x="2191" y="2455"/>
                </a:lnTo>
                <a:lnTo>
                  <a:pt x="1565" y="3436"/>
                </a:lnTo>
                <a:lnTo>
                  <a:pt x="626" y="5400"/>
                </a:lnTo>
                <a:lnTo>
                  <a:pt x="0" y="6873"/>
                </a:lnTo>
                <a:lnTo>
                  <a:pt x="0" y="9327"/>
                </a:lnTo>
                <a:lnTo>
                  <a:pt x="313" y="14727"/>
                </a:lnTo>
                <a:lnTo>
                  <a:pt x="1252" y="18655"/>
                </a:lnTo>
                <a:lnTo>
                  <a:pt x="2817" y="21109"/>
                </a:lnTo>
                <a:lnTo>
                  <a:pt x="3443" y="21600"/>
                </a:lnTo>
                <a:lnTo>
                  <a:pt x="4696" y="21600"/>
                </a:lnTo>
                <a:lnTo>
                  <a:pt x="6887" y="21109"/>
                </a:lnTo>
                <a:lnTo>
                  <a:pt x="8765" y="19636"/>
                </a:lnTo>
                <a:lnTo>
                  <a:pt x="10330" y="18164"/>
                </a:lnTo>
                <a:lnTo>
                  <a:pt x="11583" y="16691"/>
                </a:lnTo>
                <a:lnTo>
                  <a:pt x="16904" y="16691"/>
                </a:lnTo>
                <a:lnTo>
                  <a:pt x="18470" y="16200"/>
                </a:lnTo>
                <a:lnTo>
                  <a:pt x="19722" y="15709"/>
                </a:lnTo>
                <a:lnTo>
                  <a:pt x="20348" y="14236"/>
                </a:lnTo>
                <a:lnTo>
                  <a:pt x="20974" y="12273"/>
                </a:lnTo>
                <a:lnTo>
                  <a:pt x="21600" y="9327"/>
                </a:lnTo>
                <a:lnTo>
                  <a:pt x="21600" y="6873"/>
                </a:lnTo>
                <a:lnTo>
                  <a:pt x="21287" y="3927"/>
                </a:lnTo>
                <a:lnTo>
                  <a:pt x="20035" y="2455"/>
                </a:lnTo>
                <a:lnTo>
                  <a:pt x="18783" y="491"/>
                </a:lnTo>
                <a:lnTo>
                  <a:pt x="16904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p51"/>
          <p:cNvSpPr/>
          <p:nvPr/>
        </p:nvSpPr>
        <p:spPr>
          <a:xfrm>
            <a:off x="15714133" y="7776634"/>
            <a:ext cx="211680" cy="67716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7200"/>
                </a:lnTo>
                <a:lnTo>
                  <a:pt x="0" y="21600"/>
                </a:lnTo>
                <a:lnTo>
                  <a:pt x="21600" y="14400"/>
                </a:lnTo>
                <a:lnTo>
                  <a:pt x="21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5" name="Google Shape;2035;p51"/>
          <p:cNvSpPr/>
          <p:nvPr/>
        </p:nvSpPr>
        <p:spPr>
          <a:xfrm>
            <a:off x="15519400" y="7814733"/>
            <a:ext cx="55026" cy="55026"/>
          </a:xfrm>
          <a:custGeom>
            <a:rect b="b" l="l" r="r" t="t"/>
            <a:pathLst>
              <a:path extrusionOk="0" h="21600" w="21600">
                <a:moveTo>
                  <a:pt x="21600" y="17673"/>
                </a:moveTo>
                <a:lnTo>
                  <a:pt x="21600" y="0"/>
                </a:lnTo>
                <a:lnTo>
                  <a:pt x="0" y="1964"/>
                </a:lnTo>
                <a:lnTo>
                  <a:pt x="0" y="21600"/>
                </a:lnTo>
                <a:lnTo>
                  <a:pt x="21600" y="1767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6" name="Google Shape;2036;p51"/>
          <p:cNvSpPr/>
          <p:nvPr/>
        </p:nvSpPr>
        <p:spPr>
          <a:xfrm>
            <a:off x="15519400" y="7882466"/>
            <a:ext cx="549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37" name="Google Shape;2037;p51"/>
          <p:cNvSpPr/>
          <p:nvPr/>
        </p:nvSpPr>
        <p:spPr>
          <a:xfrm>
            <a:off x="15714133" y="7882466"/>
            <a:ext cx="2118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38" name="Google Shape;2038;p51"/>
          <p:cNvSpPr/>
          <p:nvPr/>
        </p:nvSpPr>
        <p:spPr>
          <a:xfrm>
            <a:off x="15587133" y="7802034"/>
            <a:ext cx="38100" cy="182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39" name="Google Shape;2039;p51"/>
          <p:cNvSpPr/>
          <p:nvPr/>
        </p:nvSpPr>
        <p:spPr>
          <a:xfrm>
            <a:off x="15650633" y="7776634"/>
            <a:ext cx="38100" cy="1692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40" name="Google Shape;2040;p51"/>
          <p:cNvSpPr/>
          <p:nvPr/>
        </p:nvSpPr>
        <p:spPr>
          <a:xfrm>
            <a:off x="15417800" y="8013701"/>
            <a:ext cx="402192" cy="270918"/>
          </a:xfrm>
          <a:custGeom>
            <a:rect b="b" l="l" r="r" t="t"/>
            <a:pathLst>
              <a:path extrusionOk="0" h="21600" w="21600">
                <a:moveTo>
                  <a:pt x="18078" y="1012"/>
                </a:moveTo>
                <a:lnTo>
                  <a:pt x="18078" y="337"/>
                </a:lnTo>
                <a:lnTo>
                  <a:pt x="17843" y="0"/>
                </a:lnTo>
                <a:lnTo>
                  <a:pt x="3757" y="0"/>
                </a:lnTo>
                <a:lnTo>
                  <a:pt x="3522" y="337"/>
                </a:lnTo>
                <a:lnTo>
                  <a:pt x="3522" y="1012"/>
                </a:lnTo>
                <a:lnTo>
                  <a:pt x="0" y="7425"/>
                </a:lnTo>
                <a:lnTo>
                  <a:pt x="1878" y="9112"/>
                </a:lnTo>
                <a:lnTo>
                  <a:pt x="3757" y="5737"/>
                </a:lnTo>
                <a:lnTo>
                  <a:pt x="5635" y="20588"/>
                </a:lnTo>
                <a:lnTo>
                  <a:pt x="5870" y="21263"/>
                </a:lnTo>
                <a:lnTo>
                  <a:pt x="6809" y="21600"/>
                </a:lnTo>
                <a:lnTo>
                  <a:pt x="14791" y="21600"/>
                </a:lnTo>
                <a:lnTo>
                  <a:pt x="15730" y="21263"/>
                </a:lnTo>
                <a:lnTo>
                  <a:pt x="15965" y="20588"/>
                </a:lnTo>
                <a:lnTo>
                  <a:pt x="17843" y="5737"/>
                </a:lnTo>
                <a:lnTo>
                  <a:pt x="19722" y="9112"/>
                </a:lnTo>
                <a:lnTo>
                  <a:pt x="21600" y="7425"/>
                </a:lnTo>
                <a:lnTo>
                  <a:pt x="18078" y="101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1" name="Google Shape;2041;p51"/>
          <p:cNvSpPr/>
          <p:nvPr/>
        </p:nvSpPr>
        <p:spPr>
          <a:xfrm>
            <a:off x="16598902" y="8039101"/>
            <a:ext cx="194724" cy="207414"/>
          </a:xfrm>
          <a:custGeom>
            <a:rect b="b" l="l" r="r" t="t"/>
            <a:pathLst>
              <a:path extrusionOk="0" h="21600" w="21600">
                <a:moveTo>
                  <a:pt x="8452" y="20278"/>
                </a:moveTo>
                <a:lnTo>
                  <a:pt x="9861" y="21159"/>
                </a:lnTo>
                <a:lnTo>
                  <a:pt x="10800" y="21600"/>
                </a:lnTo>
                <a:lnTo>
                  <a:pt x="12209" y="21159"/>
                </a:lnTo>
                <a:lnTo>
                  <a:pt x="13148" y="20278"/>
                </a:lnTo>
                <a:lnTo>
                  <a:pt x="21600" y="0"/>
                </a:lnTo>
                <a:lnTo>
                  <a:pt x="0" y="0"/>
                </a:lnTo>
                <a:lnTo>
                  <a:pt x="8452" y="2027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2" name="Google Shape;2042;p51"/>
          <p:cNvSpPr/>
          <p:nvPr/>
        </p:nvSpPr>
        <p:spPr>
          <a:xfrm>
            <a:off x="16573502" y="7814733"/>
            <a:ext cx="258228" cy="198990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640" y="0"/>
                </a:lnTo>
                <a:lnTo>
                  <a:pt x="6840" y="982"/>
                </a:lnTo>
                <a:lnTo>
                  <a:pt x="3240" y="3927"/>
                </a:lnTo>
                <a:lnTo>
                  <a:pt x="1800" y="6382"/>
                </a:lnTo>
                <a:lnTo>
                  <a:pt x="1080" y="8836"/>
                </a:lnTo>
                <a:lnTo>
                  <a:pt x="0" y="11291"/>
                </a:lnTo>
                <a:lnTo>
                  <a:pt x="0" y="16691"/>
                </a:lnTo>
                <a:lnTo>
                  <a:pt x="720" y="18655"/>
                </a:lnTo>
                <a:lnTo>
                  <a:pt x="1080" y="20618"/>
                </a:lnTo>
                <a:lnTo>
                  <a:pt x="2520" y="21109"/>
                </a:lnTo>
                <a:lnTo>
                  <a:pt x="3600" y="21600"/>
                </a:lnTo>
                <a:lnTo>
                  <a:pt x="6480" y="20618"/>
                </a:lnTo>
                <a:lnTo>
                  <a:pt x="7200" y="16691"/>
                </a:lnTo>
                <a:lnTo>
                  <a:pt x="7560" y="18655"/>
                </a:lnTo>
                <a:lnTo>
                  <a:pt x="8280" y="20618"/>
                </a:lnTo>
                <a:lnTo>
                  <a:pt x="9360" y="21109"/>
                </a:lnTo>
                <a:lnTo>
                  <a:pt x="10800" y="21600"/>
                </a:lnTo>
                <a:lnTo>
                  <a:pt x="12240" y="21109"/>
                </a:lnTo>
                <a:lnTo>
                  <a:pt x="13320" y="20618"/>
                </a:lnTo>
                <a:lnTo>
                  <a:pt x="14040" y="18655"/>
                </a:lnTo>
                <a:lnTo>
                  <a:pt x="14400" y="16691"/>
                </a:lnTo>
                <a:lnTo>
                  <a:pt x="15120" y="20618"/>
                </a:lnTo>
                <a:lnTo>
                  <a:pt x="18000" y="21600"/>
                </a:lnTo>
                <a:lnTo>
                  <a:pt x="19080" y="21109"/>
                </a:lnTo>
                <a:lnTo>
                  <a:pt x="20520" y="20618"/>
                </a:lnTo>
                <a:lnTo>
                  <a:pt x="20880" y="18655"/>
                </a:lnTo>
                <a:lnTo>
                  <a:pt x="21600" y="16691"/>
                </a:lnTo>
                <a:lnTo>
                  <a:pt x="21600" y="11291"/>
                </a:lnTo>
                <a:lnTo>
                  <a:pt x="20520" y="8836"/>
                </a:lnTo>
                <a:lnTo>
                  <a:pt x="19800" y="6382"/>
                </a:lnTo>
                <a:lnTo>
                  <a:pt x="18360" y="3927"/>
                </a:lnTo>
                <a:lnTo>
                  <a:pt x="14760" y="982"/>
                </a:lnTo>
                <a:lnTo>
                  <a:pt x="1296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3" name="Google Shape;2043;p51"/>
          <p:cNvSpPr/>
          <p:nvPr/>
        </p:nvSpPr>
        <p:spPr>
          <a:xfrm>
            <a:off x="17597969" y="8178800"/>
            <a:ext cx="237060" cy="67716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18514"/>
                </a:lnTo>
                <a:lnTo>
                  <a:pt x="393" y="20057"/>
                </a:lnTo>
                <a:lnTo>
                  <a:pt x="1178" y="21600"/>
                </a:lnTo>
                <a:lnTo>
                  <a:pt x="20422" y="21600"/>
                </a:lnTo>
                <a:lnTo>
                  <a:pt x="20815" y="20057"/>
                </a:lnTo>
                <a:lnTo>
                  <a:pt x="21600" y="18514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4" name="Google Shape;2044;p51"/>
          <p:cNvSpPr/>
          <p:nvPr/>
        </p:nvSpPr>
        <p:spPr>
          <a:xfrm>
            <a:off x="17534466" y="7814733"/>
            <a:ext cx="364068" cy="351378"/>
          </a:xfrm>
          <a:custGeom>
            <a:rect b="b" l="l" r="r" t="t"/>
            <a:pathLst>
              <a:path extrusionOk="0" h="21600" w="21600">
                <a:moveTo>
                  <a:pt x="18000" y="2734"/>
                </a:moveTo>
                <a:lnTo>
                  <a:pt x="16971" y="2734"/>
                </a:lnTo>
                <a:lnTo>
                  <a:pt x="15943" y="3008"/>
                </a:lnTo>
                <a:lnTo>
                  <a:pt x="14914" y="1641"/>
                </a:lnTo>
                <a:lnTo>
                  <a:pt x="13629" y="547"/>
                </a:lnTo>
                <a:lnTo>
                  <a:pt x="12600" y="273"/>
                </a:lnTo>
                <a:lnTo>
                  <a:pt x="10800" y="0"/>
                </a:lnTo>
                <a:lnTo>
                  <a:pt x="9257" y="273"/>
                </a:lnTo>
                <a:lnTo>
                  <a:pt x="7971" y="547"/>
                </a:lnTo>
                <a:lnTo>
                  <a:pt x="6686" y="1641"/>
                </a:lnTo>
                <a:lnTo>
                  <a:pt x="5914" y="3008"/>
                </a:lnTo>
                <a:lnTo>
                  <a:pt x="4886" y="2734"/>
                </a:lnTo>
                <a:lnTo>
                  <a:pt x="3857" y="2734"/>
                </a:lnTo>
                <a:lnTo>
                  <a:pt x="2571" y="3008"/>
                </a:lnTo>
                <a:lnTo>
                  <a:pt x="1286" y="4101"/>
                </a:lnTo>
                <a:lnTo>
                  <a:pt x="514" y="5468"/>
                </a:lnTo>
                <a:lnTo>
                  <a:pt x="0" y="6562"/>
                </a:lnTo>
                <a:lnTo>
                  <a:pt x="514" y="8476"/>
                </a:lnTo>
                <a:lnTo>
                  <a:pt x="1029" y="10116"/>
                </a:lnTo>
                <a:lnTo>
                  <a:pt x="2314" y="10937"/>
                </a:lnTo>
                <a:lnTo>
                  <a:pt x="3857" y="11757"/>
                </a:lnTo>
                <a:lnTo>
                  <a:pt x="3857" y="21600"/>
                </a:lnTo>
                <a:lnTo>
                  <a:pt x="6429" y="21600"/>
                </a:lnTo>
                <a:lnTo>
                  <a:pt x="6429" y="17499"/>
                </a:lnTo>
                <a:lnTo>
                  <a:pt x="7714" y="17499"/>
                </a:lnTo>
                <a:lnTo>
                  <a:pt x="7714" y="21600"/>
                </a:lnTo>
                <a:lnTo>
                  <a:pt x="10286" y="21600"/>
                </a:lnTo>
                <a:lnTo>
                  <a:pt x="10286" y="14765"/>
                </a:lnTo>
                <a:lnTo>
                  <a:pt x="11571" y="14765"/>
                </a:lnTo>
                <a:lnTo>
                  <a:pt x="11571" y="21600"/>
                </a:lnTo>
                <a:lnTo>
                  <a:pt x="14143" y="21600"/>
                </a:lnTo>
                <a:lnTo>
                  <a:pt x="14143" y="17499"/>
                </a:lnTo>
                <a:lnTo>
                  <a:pt x="15429" y="17499"/>
                </a:lnTo>
                <a:lnTo>
                  <a:pt x="15429" y="21600"/>
                </a:lnTo>
                <a:lnTo>
                  <a:pt x="18000" y="21600"/>
                </a:lnTo>
                <a:lnTo>
                  <a:pt x="18000" y="11757"/>
                </a:lnTo>
                <a:lnTo>
                  <a:pt x="19543" y="10937"/>
                </a:lnTo>
                <a:lnTo>
                  <a:pt x="20829" y="10116"/>
                </a:lnTo>
                <a:lnTo>
                  <a:pt x="21343" y="8476"/>
                </a:lnTo>
                <a:lnTo>
                  <a:pt x="21600" y="6562"/>
                </a:lnTo>
                <a:lnTo>
                  <a:pt x="21343" y="5468"/>
                </a:lnTo>
                <a:lnTo>
                  <a:pt x="20314" y="4101"/>
                </a:lnTo>
                <a:lnTo>
                  <a:pt x="19029" y="3008"/>
                </a:lnTo>
                <a:lnTo>
                  <a:pt x="18000" y="273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5" name="Google Shape;2045;p51"/>
          <p:cNvSpPr/>
          <p:nvPr/>
        </p:nvSpPr>
        <p:spPr>
          <a:xfrm>
            <a:off x="18571634" y="7814733"/>
            <a:ext cx="351378" cy="287874"/>
          </a:xfrm>
          <a:custGeom>
            <a:rect b="b" l="l" r="r" t="t"/>
            <a:pathLst>
              <a:path extrusionOk="0" h="21600" w="21600">
                <a:moveTo>
                  <a:pt x="17499" y="5063"/>
                </a:moveTo>
                <a:lnTo>
                  <a:pt x="15858" y="5063"/>
                </a:lnTo>
                <a:lnTo>
                  <a:pt x="14765" y="1013"/>
                </a:lnTo>
                <a:lnTo>
                  <a:pt x="14218" y="338"/>
                </a:lnTo>
                <a:lnTo>
                  <a:pt x="13671" y="0"/>
                </a:lnTo>
                <a:lnTo>
                  <a:pt x="2734" y="0"/>
                </a:lnTo>
                <a:lnTo>
                  <a:pt x="2187" y="338"/>
                </a:lnTo>
                <a:lnTo>
                  <a:pt x="1367" y="1013"/>
                </a:lnTo>
                <a:lnTo>
                  <a:pt x="0" y="6075"/>
                </a:lnTo>
                <a:lnTo>
                  <a:pt x="0" y="7088"/>
                </a:lnTo>
                <a:lnTo>
                  <a:pt x="2461" y="21600"/>
                </a:lnTo>
                <a:lnTo>
                  <a:pt x="5195" y="21600"/>
                </a:lnTo>
                <a:lnTo>
                  <a:pt x="3008" y="8100"/>
                </a:lnTo>
                <a:lnTo>
                  <a:pt x="13124" y="8100"/>
                </a:lnTo>
                <a:lnTo>
                  <a:pt x="11210" y="21600"/>
                </a:lnTo>
                <a:lnTo>
                  <a:pt x="13944" y="21600"/>
                </a:lnTo>
                <a:lnTo>
                  <a:pt x="15858" y="8100"/>
                </a:lnTo>
                <a:lnTo>
                  <a:pt x="18319" y="8100"/>
                </a:lnTo>
                <a:lnTo>
                  <a:pt x="18592" y="8775"/>
                </a:lnTo>
                <a:lnTo>
                  <a:pt x="18866" y="9113"/>
                </a:lnTo>
                <a:lnTo>
                  <a:pt x="18866" y="21600"/>
                </a:lnTo>
                <a:lnTo>
                  <a:pt x="21600" y="21600"/>
                </a:lnTo>
                <a:lnTo>
                  <a:pt x="21600" y="9788"/>
                </a:lnTo>
                <a:lnTo>
                  <a:pt x="21327" y="7763"/>
                </a:lnTo>
                <a:lnTo>
                  <a:pt x="20233" y="6750"/>
                </a:lnTo>
                <a:lnTo>
                  <a:pt x="19139" y="5400"/>
                </a:lnTo>
                <a:lnTo>
                  <a:pt x="17499" y="506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6" name="Google Shape;2046;p51"/>
          <p:cNvSpPr/>
          <p:nvPr/>
        </p:nvSpPr>
        <p:spPr>
          <a:xfrm>
            <a:off x="18571634" y="8115301"/>
            <a:ext cx="262494" cy="131220"/>
          </a:xfrm>
          <a:custGeom>
            <a:rect b="b" l="l" r="r" t="t"/>
            <a:pathLst>
              <a:path extrusionOk="0" h="21600" w="21600">
                <a:moveTo>
                  <a:pt x="19037" y="0"/>
                </a:moveTo>
                <a:lnTo>
                  <a:pt x="2929" y="0"/>
                </a:lnTo>
                <a:lnTo>
                  <a:pt x="366" y="4469"/>
                </a:lnTo>
                <a:lnTo>
                  <a:pt x="0" y="5214"/>
                </a:lnTo>
                <a:lnTo>
                  <a:pt x="0" y="20110"/>
                </a:lnTo>
                <a:lnTo>
                  <a:pt x="366" y="20855"/>
                </a:lnTo>
                <a:lnTo>
                  <a:pt x="1098" y="21600"/>
                </a:lnTo>
                <a:lnTo>
                  <a:pt x="20868" y="21600"/>
                </a:lnTo>
                <a:lnTo>
                  <a:pt x="21600" y="20110"/>
                </a:lnTo>
                <a:lnTo>
                  <a:pt x="21600" y="5214"/>
                </a:lnTo>
                <a:lnTo>
                  <a:pt x="19037" y="0"/>
                </a:lnTo>
                <a:close/>
                <a:moveTo>
                  <a:pt x="10983" y="15641"/>
                </a:moveTo>
                <a:lnTo>
                  <a:pt x="9885" y="15641"/>
                </a:lnTo>
                <a:lnTo>
                  <a:pt x="9153" y="14897"/>
                </a:lnTo>
                <a:lnTo>
                  <a:pt x="8786" y="12662"/>
                </a:lnTo>
                <a:lnTo>
                  <a:pt x="8786" y="8938"/>
                </a:lnTo>
                <a:lnTo>
                  <a:pt x="9153" y="7448"/>
                </a:lnTo>
                <a:lnTo>
                  <a:pt x="9885" y="5959"/>
                </a:lnTo>
                <a:lnTo>
                  <a:pt x="11715" y="5959"/>
                </a:lnTo>
                <a:lnTo>
                  <a:pt x="12814" y="7448"/>
                </a:lnTo>
                <a:lnTo>
                  <a:pt x="13180" y="8938"/>
                </a:lnTo>
                <a:lnTo>
                  <a:pt x="13180" y="12662"/>
                </a:lnTo>
                <a:lnTo>
                  <a:pt x="12814" y="14897"/>
                </a:lnTo>
                <a:lnTo>
                  <a:pt x="11715" y="15641"/>
                </a:lnTo>
                <a:lnTo>
                  <a:pt x="10983" y="15641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7" name="Google Shape;2047;p51"/>
          <p:cNvSpPr/>
          <p:nvPr/>
        </p:nvSpPr>
        <p:spPr>
          <a:xfrm>
            <a:off x="18690169" y="8013701"/>
            <a:ext cx="38100" cy="888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48" name="Google Shape;2048;p51"/>
          <p:cNvSpPr/>
          <p:nvPr/>
        </p:nvSpPr>
        <p:spPr>
          <a:xfrm>
            <a:off x="19587634" y="7776634"/>
            <a:ext cx="364068" cy="262494"/>
          </a:xfrm>
          <a:custGeom>
            <a:rect b="b" l="l" r="r" t="t"/>
            <a:pathLst>
              <a:path extrusionOk="0" h="21600" w="21600">
                <a:moveTo>
                  <a:pt x="3857" y="16108"/>
                </a:moveTo>
                <a:lnTo>
                  <a:pt x="4114" y="18305"/>
                </a:lnTo>
                <a:lnTo>
                  <a:pt x="5143" y="19769"/>
                </a:lnTo>
                <a:lnTo>
                  <a:pt x="5914" y="21234"/>
                </a:lnTo>
                <a:lnTo>
                  <a:pt x="7714" y="21600"/>
                </a:lnTo>
                <a:lnTo>
                  <a:pt x="17743" y="21600"/>
                </a:lnTo>
                <a:lnTo>
                  <a:pt x="19286" y="21234"/>
                </a:lnTo>
                <a:lnTo>
                  <a:pt x="21343" y="18305"/>
                </a:lnTo>
                <a:lnTo>
                  <a:pt x="21600" y="16108"/>
                </a:lnTo>
                <a:lnTo>
                  <a:pt x="21600" y="8054"/>
                </a:lnTo>
                <a:lnTo>
                  <a:pt x="21343" y="7688"/>
                </a:lnTo>
                <a:lnTo>
                  <a:pt x="20829" y="7322"/>
                </a:lnTo>
                <a:lnTo>
                  <a:pt x="6429" y="7322"/>
                </a:lnTo>
                <a:lnTo>
                  <a:pt x="6429" y="732"/>
                </a:lnTo>
                <a:lnTo>
                  <a:pt x="5914" y="366"/>
                </a:lnTo>
                <a:lnTo>
                  <a:pt x="5657" y="0"/>
                </a:lnTo>
                <a:lnTo>
                  <a:pt x="0" y="0"/>
                </a:lnTo>
                <a:lnTo>
                  <a:pt x="0" y="3661"/>
                </a:lnTo>
                <a:lnTo>
                  <a:pt x="3857" y="3661"/>
                </a:lnTo>
                <a:lnTo>
                  <a:pt x="3857" y="16108"/>
                </a:lnTo>
                <a:close/>
                <a:moveTo>
                  <a:pt x="11314" y="17939"/>
                </a:moveTo>
                <a:lnTo>
                  <a:pt x="11314" y="10983"/>
                </a:lnTo>
                <a:lnTo>
                  <a:pt x="13886" y="10983"/>
                </a:lnTo>
                <a:lnTo>
                  <a:pt x="13886" y="17939"/>
                </a:lnTo>
                <a:lnTo>
                  <a:pt x="11314" y="17939"/>
                </a:lnTo>
                <a:close/>
                <a:moveTo>
                  <a:pt x="17743" y="17939"/>
                </a:moveTo>
                <a:lnTo>
                  <a:pt x="16457" y="17939"/>
                </a:lnTo>
                <a:lnTo>
                  <a:pt x="16457" y="10983"/>
                </a:lnTo>
                <a:lnTo>
                  <a:pt x="19029" y="10983"/>
                </a:lnTo>
                <a:lnTo>
                  <a:pt x="19029" y="17207"/>
                </a:lnTo>
                <a:lnTo>
                  <a:pt x="18514" y="17939"/>
                </a:lnTo>
                <a:lnTo>
                  <a:pt x="17743" y="17939"/>
                </a:lnTo>
                <a:close/>
                <a:moveTo>
                  <a:pt x="9000" y="10983"/>
                </a:moveTo>
                <a:lnTo>
                  <a:pt x="9000" y="17939"/>
                </a:lnTo>
                <a:lnTo>
                  <a:pt x="6943" y="17939"/>
                </a:lnTo>
                <a:lnTo>
                  <a:pt x="6429" y="17207"/>
                </a:lnTo>
                <a:lnTo>
                  <a:pt x="6429" y="10983"/>
                </a:lnTo>
                <a:lnTo>
                  <a:pt x="9000" y="1098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p51"/>
          <p:cNvSpPr/>
          <p:nvPr/>
        </p:nvSpPr>
        <p:spPr>
          <a:xfrm>
            <a:off x="19625733" y="8051800"/>
            <a:ext cx="338688" cy="232848"/>
          </a:xfrm>
          <a:custGeom>
            <a:rect b="b" l="l" r="r" t="t"/>
            <a:pathLst>
              <a:path extrusionOk="0" h="21600" w="21600">
                <a:moveTo>
                  <a:pt x="20233" y="0"/>
                </a:moveTo>
                <a:lnTo>
                  <a:pt x="547" y="0"/>
                </a:lnTo>
                <a:lnTo>
                  <a:pt x="273" y="400"/>
                </a:lnTo>
                <a:lnTo>
                  <a:pt x="0" y="1200"/>
                </a:lnTo>
                <a:lnTo>
                  <a:pt x="0" y="15600"/>
                </a:lnTo>
                <a:lnTo>
                  <a:pt x="273" y="18400"/>
                </a:lnTo>
                <a:lnTo>
                  <a:pt x="1367" y="19600"/>
                </a:lnTo>
                <a:lnTo>
                  <a:pt x="2461" y="21200"/>
                </a:lnTo>
                <a:lnTo>
                  <a:pt x="4101" y="21600"/>
                </a:lnTo>
                <a:lnTo>
                  <a:pt x="17499" y="21600"/>
                </a:lnTo>
                <a:lnTo>
                  <a:pt x="19139" y="21200"/>
                </a:lnTo>
                <a:lnTo>
                  <a:pt x="20233" y="19600"/>
                </a:lnTo>
                <a:lnTo>
                  <a:pt x="21327" y="18400"/>
                </a:lnTo>
                <a:lnTo>
                  <a:pt x="21600" y="15600"/>
                </a:lnTo>
                <a:lnTo>
                  <a:pt x="21600" y="1200"/>
                </a:lnTo>
                <a:lnTo>
                  <a:pt x="21327" y="400"/>
                </a:lnTo>
                <a:lnTo>
                  <a:pt x="20780" y="0"/>
                </a:lnTo>
                <a:lnTo>
                  <a:pt x="20233" y="0"/>
                </a:lnTo>
                <a:close/>
                <a:moveTo>
                  <a:pt x="14765" y="8000"/>
                </a:moveTo>
                <a:lnTo>
                  <a:pt x="6835" y="8000"/>
                </a:lnTo>
                <a:lnTo>
                  <a:pt x="6835" y="4000"/>
                </a:lnTo>
                <a:lnTo>
                  <a:pt x="14765" y="4000"/>
                </a:lnTo>
                <a:lnTo>
                  <a:pt x="14765" y="80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0" name="Google Shape;2050;p51"/>
          <p:cNvSpPr/>
          <p:nvPr/>
        </p:nvSpPr>
        <p:spPr>
          <a:xfrm>
            <a:off x="20586702" y="7814733"/>
            <a:ext cx="427572" cy="131220"/>
          </a:xfrm>
          <a:custGeom>
            <a:rect b="b" l="l" r="r" t="t"/>
            <a:pathLst>
              <a:path extrusionOk="0" h="21600" w="21600">
                <a:moveTo>
                  <a:pt x="20509" y="0"/>
                </a:moveTo>
                <a:lnTo>
                  <a:pt x="0" y="0"/>
                </a:lnTo>
                <a:lnTo>
                  <a:pt x="0" y="7448"/>
                </a:lnTo>
                <a:lnTo>
                  <a:pt x="6327" y="7448"/>
                </a:lnTo>
                <a:lnTo>
                  <a:pt x="6327" y="14897"/>
                </a:lnTo>
                <a:lnTo>
                  <a:pt x="6764" y="17131"/>
                </a:lnTo>
                <a:lnTo>
                  <a:pt x="6982" y="20110"/>
                </a:lnTo>
                <a:lnTo>
                  <a:pt x="7855" y="20855"/>
                </a:lnTo>
                <a:lnTo>
                  <a:pt x="8509" y="21600"/>
                </a:lnTo>
                <a:lnTo>
                  <a:pt x="19418" y="21600"/>
                </a:lnTo>
                <a:lnTo>
                  <a:pt x="20073" y="20855"/>
                </a:lnTo>
                <a:lnTo>
                  <a:pt x="20945" y="20110"/>
                </a:lnTo>
                <a:lnTo>
                  <a:pt x="21164" y="17131"/>
                </a:lnTo>
                <a:lnTo>
                  <a:pt x="21600" y="14897"/>
                </a:lnTo>
                <a:lnTo>
                  <a:pt x="21600" y="1490"/>
                </a:lnTo>
                <a:lnTo>
                  <a:pt x="21164" y="745"/>
                </a:lnTo>
                <a:lnTo>
                  <a:pt x="20945" y="0"/>
                </a:lnTo>
                <a:lnTo>
                  <a:pt x="20509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Google Shape;2051;p51"/>
          <p:cNvSpPr/>
          <p:nvPr/>
        </p:nvSpPr>
        <p:spPr>
          <a:xfrm>
            <a:off x="20756034" y="7984066"/>
            <a:ext cx="220158" cy="262494"/>
          </a:xfrm>
          <a:custGeom>
            <a:rect b="b" l="l" r="r" t="t"/>
            <a:pathLst>
              <a:path extrusionOk="0" h="21600" w="21600">
                <a:moveTo>
                  <a:pt x="19008" y="7688"/>
                </a:moveTo>
                <a:lnTo>
                  <a:pt x="17280" y="7322"/>
                </a:lnTo>
                <a:lnTo>
                  <a:pt x="15984" y="7688"/>
                </a:lnTo>
                <a:lnTo>
                  <a:pt x="12960" y="9519"/>
                </a:lnTo>
                <a:lnTo>
                  <a:pt x="12960" y="1831"/>
                </a:lnTo>
                <a:lnTo>
                  <a:pt x="12528" y="1098"/>
                </a:lnTo>
                <a:lnTo>
                  <a:pt x="11664" y="0"/>
                </a:lnTo>
                <a:lnTo>
                  <a:pt x="10368" y="0"/>
                </a:lnTo>
                <a:lnTo>
                  <a:pt x="9072" y="366"/>
                </a:lnTo>
                <a:lnTo>
                  <a:pt x="6912" y="2197"/>
                </a:lnTo>
                <a:lnTo>
                  <a:pt x="4320" y="5492"/>
                </a:lnTo>
                <a:lnTo>
                  <a:pt x="1296" y="9153"/>
                </a:lnTo>
                <a:lnTo>
                  <a:pt x="864" y="10983"/>
                </a:lnTo>
                <a:lnTo>
                  <a:pt x="0" y="12814"/>
                </a:lnTo>
                <a:lnTo>
                  <a:pt x="0" y="14644"/>
                </a:lnTo>
                <a:lnTo>
                  <a:pt x="1296" y="16475"/>
                </a:lnTo>
                <a:lnTo>
                  <a:pt x="1728" y="17573"/>
                </a:lnTo>
                <a:lnTo>
                  <a:pt x="3456" y="19037"/>
                </a:lnTo>
                <a:lnTo>
                  <a:pt x="4752" y="20502"/>
                </a:lnTo>
                <a:lnTo>
                  <a:pt x="6480" y="20868"/>
                </a:lnTo>
                <a:lnTo>
                  <a:pt x="8640" y="21600"/>
                </a:lnTo>
                <a:lnTo>
                  <a:pt x="12960" y="21600"/>
                </a:lnTo>
                <a:lnTo>
                  <a:pt x="15120" y="20868"/>
                </a:lnTo>
                <a:lnTo>
                  <a:pt x="16848" y="20502"/>
                </a:lnTo>
                <a:lnTo>
                  <a:pt x="18144" y="19037"/>
                </a:lnTo>
                <a:lnTo>
                  <a:pt x="19872" y="17573"/>
                </a:lnTo>
                <a:lnTo>
                  <a:pt x="20304" y="16475"/>
                </a:lnTo>
                <a:lnTo>
                  <a:pt x="21600" y="14644"/>
                </a:lnTo>
                <a:lnTo>
                  <a:pt x="21600" y="12814"/>
                </a:lnTo>
                <a:lnTo>
                  <a:pt x="20736" y="10983"/>
                </a:lnTo>
                <a:lnTo>
                  <a:pt x="20304" y="9153"/>
                </a:lnTo>
                <a:lnTo>
                  <a:pt x="19008" y="7688"/>
                </a:lnTo>
                <a:close/>
                <a:moveTo>
                  <a:pt x="10800" y="18305"/>
                </a:moveTo>
                <a:lnTo>
                  <a:pt x="8208" y="17573"/>
                </a:lnTo>
                <a:lnTo>
                  <a:pt x="6480" y="16475"/>
                </a:lnTo>
                <a:lnTo>
                  <a:pt x="4752" y="15010"/>
                </a:lnTo>
                <a:lnTo>
                  <a:pt x="4320" y="12814"/>
                </a:lnTo>
                <a:lnTo>
                  <a:pt x="4752" y="11349"/>
                </a:lnTo>
                <a:lnTo>
                  <a:pt x="5616" y="9885"/>
                </a:lnTo>
                <a:lnTo>
                  <a:pt x="8640" y="6590"/>
                </a:lnTo>
                <a:lnTo>
                  <a:pt x="8640" y="12814"/>
                </a:lnTo>
                <a:lnTo>
                  <a:pt x="9072" y="13546"/>
                </a:lnTo>
                <a:lnTo>
                  <a:pt x="9936" y="14644"/>
                </a:lnTo>
                <a:lnTo>
                  <a:pt x="10800" y="14644"/>
                </a:lnTo>
                <a:lnTo>
                  <a:pt x="11664" y="13912"/>
                </a:lnTo>
                <a:lnTo>
                  <a:pt x="16848" y="11349"/>
                </a:lnTo>
                <a:lnTo>
                  <a:pt x="17280" y="12814"/>
                </a:lnTo>
                <a:lnTo>
                  <a:pt x="16848" y="15010"/>
                </a:lnTo>
                <a:lnTo>
                  <a:pt x="15120" y="16475"/>
                </a:lnTo>
                <a:lnTo>
                  <a:pt x="13392" y="17573"/>
                </a:lnTo>
                <a:lnTo>
                  <a:pt x="10800" y="1830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2" name="Google Shape;2052;p51"/>
          <p:cNvSpPr/>
          <p:nvPr/>
        </p:nvSpPr>
        <p:spPr>
          <a:xfrm>
            <a:off x="21611169" y="7814733"/>
            <a:ext cx="431784" cy="131220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155" y="0"/>
                </a:lnTo>
                <a:lnTo>
                  <a:pt x="4188" y="1490"/>
                </a:lnTo>
                <a:lnTo>
                  <a:pt x="2645" y="2234"/>
                </a:lnTo>
                <a:lnTo>
                  <a:pt x="1322" y="4469"/>
                </a:lnTo>
                <a:lnTo>
                  <a:pt x="220" y="7448"/>
                </a:lnTo>
                <a:lnTo>
                  <a:pt x="0" y="8938"/>
                </a:lnTo>
                <a:lnTo>
                  <a:pt x="0" y="12662"/>
                </a:lnTo>
                <a:lnTo>
                  <a:pt x="220" y="14897"/>
                </a:lnTo>
                <a:lnTo>
                  <a:pt x="1322" y="17131"/>
                </a:lnTo>
                <a:lnTo>
                  <a:pt x="2645" y="19366"/>
                </a:lnTo>
                <a:lnTo>
                  <a:pt x="4188" y="20110"/>
                </a:lnTo>
                <a:lnTo>
                  <a:pt x="8155" y="21600"/>
                </a:lnTo>
                <a:lnTo>
                  <a:pt x="13445" y="21600"/>
                </a:lnTo>
                <a:lnTo>
                  <a:pt x="17412" y="20110"/>
                </a:lnTo>
                <a:lnTo>
                  <a:pt x="18955" y="19366"/>
                </a:lnTo>
                <a:lnTo>
                  <a:pt x="20278" y="17131"/>
                </a:lnTo>
                <a:lnTo>
                  <a:pt x="21380" y="14897"/>
                </a:lnTo>
                <a:lnTo>
                  <a:pt x="21600" y="12662"/>
                </a:lnTo>
                <a:lnTo>
                  <a:pt x="21600" y="8938"/>
                </a:lnTo>
                <a:lnTo>
                  <a:pt x="21380" y="7448"/>
                </a:lnTo>
                <a:lnTo>
                  <a:pt x="20278" y="4469"/>
                </a:lnTo>
                <a:lnTo>
                  <a:pt x="18955" y="2234"/>
                </a:lnTo>
                <a:lnTo>
                  <a:pt x="17412" y="1490"/>
                </a:lnTo>
                <a:lnTo>
                  <a:pt x="13445" y="0"/>
                </a:lnTo>
                <a:lnTo>
                  <a:pt x="10800" y="0"/>
                </a:lnTo>
                <a:close/>
                <a:moveTo>
                  <a:pt x="14106" y="14897"/>
                </a:moveTo>
                <a:lnTo>
                  <a:pt x="7053" y="14897"/>
                </a:lnTo>
                <a:lnTo>
                  <a:pt x="6833" y="13407"/>
                </a:lnTo>
                <a:lnTo>
                  <a:pt x="6392" y="12662"/>
                </a:lnTo>
                <a:lnTo>
                  <a:pt x="6392" y="8938"/>
                </a:lnTo>
                <a:lnTo>
                  <a:pt x="6833" y="8193"/>
                </a:lnTo>
                <a:lnTo>
                  <a:pt x="7053" y="7448"/>
                </a:lnTo>
                <a:lnTo>
                  <a:pt x="14547" y="7448"/>
                </a:lnTo>
                <a:lnTo>
                  <a:pt x="14988" y="8193"/>
                </a:lnTo>
                <a:lnTo>
                  <a:pt x="15208" y="8938"/>
                </a:lnTo>
                <a:lnTo>
                  <a:pt x="15208" y="12662"/>
                </a:lnTo>
                <a:lnTo>
                  <a:pt x="14547" y="14897"/>
                </a:lnTo>
                <a:lnTo>
                  <a:pt x="14106" y="1489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p51"/>
          <p:cNvSpPr/>
          <p:nvPr/>
        </p:nvSpPr>
        <p:spPr>
          <a:xfrm>
            <a:off x="21678903" y="7971368"/>
            <a:ext cx="296352" cy="275184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17550"/>
                </a:lnTo>
                <a:lnTo>
                  <a:pt x="617" y="17887"/>
                </a:lnTo>
                <a:lnTo>
                  <a:pt x="2777" y="19575"/>
                </a:lnTo>
                <a:lnTo>
                  <a:pt x="5246" y="20925"/>
                </a:lnTo>
                <a:lnTo>
                  <a:pt x="7714" y="21262"/>
                </a:lnTo>
                <a:lnTo>
                  <a:pt x="10800" y="21600"/>
                </a:lnTo>
                <a:lnTo>
                  <a:pt x="13886" y="21262"/>
                </a:lnTo>
                <a:lnTo>
                  <a:pt x="16663" y="20925"/>
                </a:lnTo>
                <a:lnTo>
                  <a:pt x="19131" y="19575"/>
                </a:lnTo>
                <a:lnTo>
                  <a:pt x="20983" y="17887"/>
                </a:lnTo>
                <a:lnTo>
                  <a:pt x="21600" y="17550"/>
                </a:lnTo>
                <a:lnTo>
                  <a:pt x="21600" y="0"/>
                </a:lnTo>
                <a:lnTo>
                  <a:pt x="16663" y="1350"/>
                </a:lnTo>
                <a:lnTo>
                  <a:pt x="10800" y="1687"/>
                </a:lnTo>
                <a:lnTo>
                  <a:pt x="5246" y="1350"/>
                </a:lnTo>
                <a:lnTo>
                  <a:pt x="0" y="0"/>
                </a:lnTo>
                <a:close/>
                <a:moveTo>
                  <a:pt x="18514" y="9113"/>
                </a:moveTo>
                <a:lnTo>
                  <a:pt x="14503" y="10462"/>
                </a:lnTo>
                <a:lnTo>
                  <a:pt x="10800" y="10800"/>
                </a:lnTo>
                <a:lnTo>
                  <a:pt x="7097" y="10462"/>
                </a:lnTo>
                <a:lnTo>
                  <a:pt x="3086" y="9113"/>
                </a:lnTo>
                <a:lnTo>
                  <a:pt x="3086" y="6075"/>
                </a:lnTo>
                <a:lnTo>
                  <a:pt x="4629" y="6750"/>
                </a:lnTo>
                <a:lnTo>
                  <a:pt x="6480" y="7087"/>
                </a:lnTo>
                <a:lnTo>
                  <a:pt x="10800" y="7762"/>
                </a:lnTo>
                <a:lnTo>
                  <a:pt x="15120" y="7087"/>
                </a:lnTo>
                <a:lnTo>
                  <a:pt x="16971" y="6750"/>
                </a:lnTo>
                <a:lnTo>
                  <a:pt x="18514" y="6075"/>
                </a:lnTo>
                <a:lnTo>
                  <a:pt x="18514" y="911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51"/>
          <p:cNvSpPr/>
          <p:nvPr/>
        </p:nvSpPr>
        <p:spPr>
          <a:xfrm>
            <a:off x="13402733" y="8868834"/>
            <a:ext cx="419094" cy="376758"/>
          </a:xfrm>
          <a:custGeom>
            <a:rect b="b" l="l" r="r" t="t"/>
            <a:pathLst>
              <a:path extrusionOk="0" h="21600" w="21600">
                <a:moveTo>
                  <a:pt x="21140" y="6310"/>
                </a:moveTo>
                <a:lnTo>
                  <a:pt x="16545" y="2912"/>
                </a:lnTo>
                <a:lnTo>
                  <a:pt x="15855" y="2427"/>
                </a:lnTo>
                <a:lnTo>
                  <a:pt x="15396" y="2427"/>
                </a:lnTo>
                <a:lnTo>
                  <a:pt x="13328" y="485"/>
                </a:lnTo>
                <a:lnTo>
                  <a:pt x="13098" y="0"/>
                </a:lnTo>
                <a:lnTo>
                  <a:pt x="8502" y="0"/>
                </a:lnTo>
                <a:lnTo>
                  <a:pt x="8272" y="485"/>
                </a:lnTo>
                <a:lnTo>
                  <a:pt x="6204" y="2427"/>
                </a:lnTo>
                <a:lnTo>
                  <a:pt x="5745" y="2427"/>
                </a:lnTo>
                <a:lnTo>
                  <a:pt x="5285" y="2912"/>
                </a:lnTo>
                <a:lnTo>
                  <a:pt x="689" y="6310"/>
                </a:lnTo>
                <a:lnTo>
                  <a:pt x="0" y="7038"/>
                </a:lnTo>
                <a:lnTo>
                  <a:pt x="460" y="7766"/>
                </a:lnTo>
                <a:lnTo>
                  <a:pt x="2528" y="11407"/>
                </a:lnTo>
                <a:lnTo>
                  <a:pt x="3217" y="12135"/>
                </a:lnTo>
                <a:lnTo>
                  <a:pt x="4136" y="12135"/>
                </a:lnTo>
                <a:lnTo>
                  <a:pt x="4596" y="11407"/>
                </a:lnTo>
                <a:lnTo>
                  <a:pt x="4596" y="21115"/>
                </a:lnTo>
                <a:lnTo>
                  <a:pt x="4826" y="21357"/>
                </a:lnTo>
                <a:lnTo>
                  <a:pt x="5285" y="21600"/>
                </a:lnTo>
                <a:lnTo>
                  <a:pt x="16545" y="21600"/>
                </a:lnTo>
                <a:lnTo>
                  <a:pt x="17004" y="21115"/>
                </a:lnTo>
                <a:lnTo>
                  <a:pt x="17004" y="11407"/>
                </a:lnTo>
                <a:lnTo>
                  <a:pt x="17694" y="12135"/>
                </a:lnTo>
                <a:lnTo>
                  <a:pt x="18613" y="12135"/>
                </a:lnTo>
                <a:lnTo>
                  <a:pt x="21370" y="7766"/>
                </a:lnTo>
                <a:lnTo>
                  <a:pt x="21600" y="7038"/>
                </a:lnTo>
                <a:lnTo>
                  <a:pt x="21140" y="6310"/>
                </a:lnTo>
                <a:close/>
                <a:moveTo>
                  <a:pt x="11489" y="6067"/>
                </a:moveTo>
                <a:lnTo>
                  <a:pt x="11489" y="10921"/>
                </a:lnTo>
                <a:lnTo>
                  <a:pt x="10340" y="10921"/>
                </a:lnTo>
                <a:lnTo>
                  <a:pt x="10340" y="6067"/>
                </a:lnTo>
                <a:lnTo>
                  <a:pt x="8272" y="3640"/>
                </a:lnTo>
                <a:lnTo>
                  <a:pt x="9651" y="2427"/>
                </a:lnTo>
                <a:lnTo>
                  <a:pt x="11949" y="2427"/>
                </a:lnTo>
                <a:lnTo>
                  <a:pt x="13328" y="3640"/>
                </a:lnTo>
                <a:lnTo>
                  <a:pt x="11489" y="606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5" name="Google Shape;2055;p51"/>
          <p:cNvSpPr/>
          <p:nvPr/>
        </p:nvSpPr>
        <p:spPr>
          <a:xfrm>
            <a:off x="14588066" y="8974666"/>
            <a:ext cx="127008" cy="258228"/>
          </a:xfrm>
          <a:custGeom>
            <a:rect b="b" l="l" r="r" t="t"/>
            <a:pathLst>
              <a:path extrusionOk="0" h="21600" w="21600">
                <a:moveTo>
                  <a:pt x="5214" y="0"/>
                </a:moveTo>
                <a:lnTo>
                  <a:pt x="1490" y="2563"/>
                </a:lnTo>
                <a:lnTo>
                  <a:pt x="745" y="5125"/>
                </a:lnTo>
                <a:lnTo>
                  <a:pt x="0" y="7322"/>
                </a:lnTo>
                <a:lnTo>
                  <a:pt x="745" y="9885"/>
                </a:lnTo>
                <a:lnTo>
                  <a:pt x="2234" y="13912"/>
                </a:lnTo>
                <a:lnTo>
                  <a:pt x="5959" y="21600"/>
                </a:lnTo>
                <a:lnTo>
                  <a:pt x="15641" y="21600"/>
                </a:lnTo>
                <a:lnTo>
                  <a:pt x="19366" y="13912"/>
                </a:lnTo>
                <a:lnTo>
                  <a:pt x="20855" y="9885"/>
                </a:lnTo>
                <a:lnTo>
                  <a:pt x="21600" y="7322"/>
                </a:lnTo>
                <a:lnTo>
                  <a:pt x="20855" y="5125"/>
                </a:lnTo>
                <a:lnTo>
                  <a:pt x="20110" y="2563"/>
                </a:lnTo>
                <a:lnTo>
                  <a:pt x="16386" y="0"/>
                </a:lnTo>
                <a:lnTo>
                  <a:pt x="5214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6" name="Google Shape;2056;p51"/>
          <p:cNvSpPr/>
          <p:nvPr/>
        </p:nvSpPr>
        <p:spPr>
          <a:xfrm>
            <a:off x="14431433" y="8974666"/>
            <a:ext cx="143910" cy="220158"/>
          </a:xfrm>
          <a:custGeom>
            <a:rect b="b" l="l" r="r" t="t"/>
            <a:pathLst>
              <a:path extrusionOk="0" h="21600" w="21600">
                <a:moveTo>
                  <a:pt x="20903" y="0"/>
                </a:moveTo>
                <a:lnTo>
                  <a:pt x="2090" y="0"/>
                </a:lnTo>
                <a:lnTo>
                  <a:pt x="697" y="424"/>
                </a:lnTo>
                <a:lnTo>
                  <a:pt x="0" y="1271"/>
                </a:lnTo>
                <a:lnTo>
                  <a:pt x="0" y="15671"/>
                </a:lnTo>
                <a:lnTo>
                  <a:pt x="2090" y="16941"/>
                </a:lnTo>
                <a:lnTo>
                  <a:pt x="3484" y="16941"/>
                </a:lnTo>
                <a:lnTo>
                  <a:pt x="9755" y="17365"/>
                </a:lnTo>
                <a:lnTo>
                  <a:pt x="14632" y="18212"/>
                </a:lnTo>
                <a:lnTo>
                  <a:pt x="18813" y="19906"/>
                </a:lnTo>
                <a:lnTo>
                  <a:pt x="21600" y="21600"/>
                </a:lnTo>
                <a:lnTo>
                  <a:pt x="18813" y="13976"/>
                </a:lnTo>
                <a:lnTo>
                  <a:pt x="17419" y="8471"/>
                </a:lnTo>
                <a:lnTo>
                  <a:pt x="17419" y="5929"/>
                </a:lnTo>
                <a:lnTo>
                  <a:pt x="18116" y="3812"/>
                </a:lnTo>
                <a:lnTo>
                  <a:pt x="20903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7" name="Google Shape;2057;p51"/>
          <p:cNvSpPr/>
          <p:nvPr/>
        </p:nvSpPr>
        <p:spPr>
          <a:xfrm>
            <a:off x="14727767" y="8974666"/>
            <a:ext cx="131220" cy="220158"/>
          </a:xfrm>
          <a:custGeom>
            <a:rect b="b" l="l" r="r" t="t"/>
            <a:pathLst>
              <a:path extrusionOk="0" h="21600" w="21600">
                <a:moveTo>
                  <a:pt x="18116" y="0"/>
                </a:moveTo>
                <a:lnTo>
                  <a:pt x="697" y="0"/>
                </a:lnTo>
                <a:lnTo>
                  <a:pt x="3484" y="3812"/>
                </a:lnTo>
                <a:lnTo>
                  <a:pt x="4181" y="5929"/>
                </a:lnTo>
                <a:lnTo>
                  <a:pt x="4181" y="8471"/>
                </a:lnTo>
                <a:lnTo>
                  <a:pt x="2787" y="13976"/>
                </a:lnTo>
                <a:lnTo>
                  <a:pt x="0" y="21600"/>
                </a:lnTo>
                <a:lnTo>
                  <a:pt x="2787" y="19906"/>
                </a:lnTo>
                <a:lnTo>
                  <a:pt x="6968" y="18212"/>
                </a:lnTo>
                <a:lnTo>
                  <a:pt x="11845" y="17365"/>
                </a:lnTo>
                <a:lnTo>
                  <a:pt x="18116" y="16941"/>
                </a:lnTo>
                <a:lnTo>
                  <a:pt x="19510" y="16941"/>
                </a:lnTo>
                <a:lnTo>
                  <a:pt x="21600" y="15671"/>
                </a:lnTo>
                <a:lnTo>
                  <a:pt x="21600" y="1271"/>
                </a:lnTo>
                <a:lnTo>
                  <a:pt x="20903" y="424"/>
                </a:lnTo>
                <a:lnTo>
                  <a:pt x="19510" y="0"/>
                </a:lnTo>
                <a:lnTo>
                  <a:pt x="18116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8" name="Google Shape;2058;p51"/>
          <p:cNvSpPr/>
          <p:nvPr/>
        </p:nvSpPr>
        <p:spPr>
          <a:xfrm>
            <a:off x="14431433" y="8906933"/>
            <a:ext cx="4275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59" name="Google Shape;2059;p51"/>
          <p:cNvSpPr/>
          <p:nvPr/>
        </p:nvSpPr>
        <p:spPr>
          <a:xfrm>
            <a:off x="15506702" y="8843434"/>
            <a:ext cx="338688" cy="427572"/>
          </a:xfrm>
          <a:custGeom>
            <a:rect b="b" l="l" r="r" t="t"/>
            <a:pathLst>
              <a:path extrusionOk="0" h="21600" w="21600">
                <a:moveTo>
                  <a:pt x="18866" y="15273"/>
                </a:moveTo>
                <a:lnTo>
                  <a:pt x="19139" y="14182"/>
                </a:lnTo>
                <a:lnTo>
                  <a:pt x="19959" y="13309"/>
                </a:lnTo>
                <a:lnTo>
                  <a:pt x="20780" y="11564"/>
                </a:lnTo>
                <a:lnTo>
                  <a:pt x="21600" y="10909"/>
                </a:lnTo>
                <a:lnTo>
                  <a:pt x="21600" y="9818"/>
                </a:lnTo>
                <a:lnTo>
                  <a:pt x="21053" y="8727"/>
                </a:lnTo>
                <a:lnTo>
                  <a:pt x="20506" y="7418"/>
                </a:lnTo>
                <a:lnTo>
                  <a:pt x="19139" y="6327"/>
                </a:lnTo>
                <a:lnTo>
                  <a:pt x="17499" y="5673"/>
                </a:lnTo>
                <a:lnTo>
                  <a:pt x="17499" y="0"/>
                </a:lnTo>
                <a:lnTo>
                  <a:pt x="14765" y="0"/>
                </a:lnTo>
                <a:lnTo>
                  <a:pt x="14765" y="6327"/>
                </a:lnTo>
                <a:lnTo>
                  <a:pt x="14491" y="6545"/>
                </a:lnTo>
                <a:lnTo>
                  <a:pt x="13397" y="7200"/>
                </a:lnTo>
                <a:lnTo>
                  <a:pt x="12304" y="7418"/>
                </a:lnTo>
                <a:lnTo>
                  <a:pt x="10663" y="7636"/>
                </a:lnTo>
                <a:lnTo>
                  <a:pt x="9023" y="7418"/>
                </a:lnTo>
                <a:lnTo>
                  <a:pt x="7929" y="7200"/>
                </a:lnTo>
                <a:lnTo>
                  <a:pt x="7109" y="6545"/>
                </a:lnTo>
                <a:lnTo>
                  <a:pt x="6562" y="6327"/>
                </a:lnTo>
                <a:lnTo>
                  <a:pt x="6562" y="0"/>
                </a:lnTo>
                <a:lnTo>
                  <a:pt x="4101" y="0"/>
                </a:lnTo>
                <a:lnTo>
                  <a:pt x="4101" y="5673"/>
                </a:lnTo>
                <a:lnTo>
                  <a:pt x="3008" y="6109"/>
                </a:lnTo>
                <a:lnTo>
                  <a:pt x="2187" y="6327"/>
                </a:lnTo>
                <a:lnTo>
                  <a:pt x="1094" y="7418"/>
                </a:lnTo>
                <a:lnTo>
                  <a:pt x="273" y="8727"/>
                </a:lnTo>
                <a:lnTo>
                  <a:pt x="0" y="9818"/>
                </a:lnTo>
                <a:lnTo>
                  <a:pt x="0" y="10909"/>
                </a:lnTo>
                <a:lnTo>
                  <a:pt x="547" y="11564"/>
                </a:lnTo>
                <a:lnTo>
                  <a:pt x="2187" y="14182"/>
                </a:lnTo>
                <a:lnTo>
                  <a:pt x="2734" y="15273"/>
                </a:lnTo>
                <a:lnTo>
                  <a:pt x="2187" y="15927"/>
                </a:lnTo>
                <a:lnTo>
                  <a:pt x="1641" y="17891"/>
                </a:lnTo>
                <a:lnTo>
                  <a:pt x="1367" y="18982"/>
                </a:lnTo>
                <a:lnTo>
                  <a:pt x="1367" y="21164"/>
                </a:lnTo>
                <a:lnTo>
                  <a:pt x="1914" y="21600"/>
                </a:lnTo>
                <a:lnTo>
                  <a:pt x="19413" y="21600"/>
                </a:lnTo>
                <a:lnTo>
                  <a:pt x="19959" y="21382"/>
                </a:lnTo>
                <a:lnTo>
                  <a:pt x="20233" y="21164"/>
                </a:lnTo>
                <a:lnTo>
                  <a:pt x="20233" y="18982"/>
                </a:lnTo>
                <a:lnTo>
                  <a:pt x="19959" y="17891"/>
                </a:lnTo>
                <a:lnTo>
                  <a:pt x="18866" y="1527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0" name="Google Shape;2060;p51"/>
          <p:cNvSpPr/>
          <p:nvPr/>
        </p:nvSpPr>
        <p:spPr>
          <a:xfrm>
            <a:off x="16704733" y="8843434"/>
            <a:ext cx="101628" cy="169344"/>
          </a:xfrm>
          <a:custGeom>
            <a:rect b="b" l="l" r="r" t="t"/>
            <a:pathLst>
              <a:path extrusionOk="0" h="21600" w="21600">
                <a:moveTo>
                  <a:pt x="16416" y="0"/>
                </a:moveTo>
                <a:lnTo>
                  <a:pt x="12960" y="0"/>
                </a:lnTo>
                <a:lnTo>
                  <a:pt x="9504" y="1620"/>
                </a:lnTo>
                <a:lnTo>
                  <a:pt x="6912" y="4320"/>
                </a:lnTo>
                <a:lnTo>
                  <a:pt x="4320" y="7560"/>
                </a:lnTo>
                <a:lnTo>
                  <a:pt x="1728" y="15120"/>
                </a:lnTo>
                <a:lnTo>
                  <a:pt x="0" y="21600"/>
                </a:lnTo>
                <a:lnTo>
                  <a:pt x="17280" y="21600"/>
                </a:lnTo>
                <a:lnTo>
                  <a:pt x="20736" y="16200"/>
                </a:lnTo>
                <a:lnTo>
                  <a:pt x="21600" y="9720"/>
                </a:lnTo>
                <a:lnTo>
                  <a:pt x="21600" y="3780"/>
                </a:lnTo>
                <a:lnTo>
                  <a:pt x="19008" y="1620"/>
                </a:lnTo>
                <a:lnTo>
                  <a:pt x="16416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1" name="Google Shape;2061;p51"/>
          <p:cNvSpPr/>
          <p:nvPr/>
        </p:nvSpPr>
        <p:spPr>
          <a:xfrm>
            <a:off x="16586200" y="8843434"/>
            <a:ext cx="105840" cy="169344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lnTo>
                  <a:pt x="20736" y="15120"/>
                </a:lnTo>
                <a:lnTo>
                  <a:pt x="17280" y="7560"/>
                </a:lnTo>
                <a:lnTo>
                  <a:pt x="14688" y="4320"/>
                </a:lnTo>
                <a:lnTo>
                  <a:pt x="12096" y="1620"/>
                </a:lnTo>
                <a:lnTo>
                  <a:pt x="8640" y="0"/>
                </a:lnTo>
                <a:lnTo>
                  <a:pt x="5184" y="0"/>
                </a:lnTo>
                <a:lnTo>
                  <a:pt x="2592" y="1620"/>
                </a:lnTo>
                <a:lnTo>
                  <a:pt x="0" y="3780"/>
                </a:lnTo>
                <a:lnTo>
                  <a:pt x="0" y="9720"/>
                </a:lnTo>
                <a:lnTo>
                  <a:pt x="864" y="16200"/>
                </a:lnTo>
                <a:lnTo>
                  <a:pt x="432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2" name="Google Shape;2062;p51"/>
          <p:cNvSpPr/>
          <p:nvPr/>
        </p:nvSpPr>
        <p:spPr>
          <a:xfrm>
            <a:off x="16586200" y="9182100"/>
            <a:ext cx="220158" cy="88884"/>
          </a:xfrm>
          <a:custGeom>
            <a:rect b="b" l="l" r="r" t="t"/>
            <a:pathLst>
              <a:path extrusionOk="0" h="21600" w="21600">
                <a:moveTo>
                  <a:pt x="0" y="16200"/>
                </a:moveTo>
                <a:lnTo>
                  <a:pt x="0" y="19440"/>
                </a:lnTo>
                <a:lnTo>
                  <a:pt x="864" y="20520"/>
                </a:lnTo>
                <a:lnTo>
                  <a:pt x="1296" y="21600"/>
                </a:lnTo>
                <a:lnTo>
                  <a:pt x="20304" y="21600"/>
                </a:lnTo>
                <a:lnTo>
                  <a:pt x="20736" y="20520"/>
                </a:lnTo>
                <a:lnTo>
                  <a:pt x="21600" y="19440"/>
                </a:lnTo>
                <a:lnTo>
                  <a:pt x="21600" y="0"/>
                </a:lnTo>
                <a:lnTo>
                  <a:pt x="0" y="0"/>
                </a:lnTo>
                <a:lnTo>
                  <a:pt x="0" y="162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3" name="Google Shape;2063;p51"/>
          <p:cNvSpPr/>
          <p:nvPr/>
        </p:nvSpPr>
        <p:spPr>
          <a:xfrm>
            <a:off x="16535400" y="9038167"/>
            <a:ext cx="338688" cy="1312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7448"/>
                </a:lnTo>
                <a:lnTo>
                  <a:pt x="3828" y="7448"/>
                </a:lnTo>
                <a:lnTo>
                  <a:pt x="3828" y="21600"/>
                </a:lnTo>
                <a:lnTo>
                  <a:pt x="17499" y="21600"/>
                </a:lnTo>
                <a:lnTo>
                  <a:pt x="17499" y="7448"/>
                </a:lnTo>
                <a:lnTo>
                  <a:pt x="21600" y="7448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4" name="Google Shape;2064;p51"/>
          <p:cNvSpPr/>
          <p:nvPr/>
        </p:nvSpPr>
        <p:spPr>
          <a:xfrm>
            <a:off x="17509066" y="8881533"/>
            <a:ext cx="427572" cy="389448"/>
          </a:xfrm>
          <a:custGeom>
            <a:rect b="b" l="l" r="r" t="t"/>
            <a:pathLst>
              <a:path extrusionOk="0" h="21600" w="21600">
                <a:moveTo>
                  <a:pt x="11902" y="7440"/>
                </a:moveTo>
                <a:lnTo>
                  <a:pt x="15429" y="7440"/>
                </a:lnTo>
                <a:lnTo>
                  <a:pt x="10800" y="0"/>
                </a:lnTo>
                <a:lnTo>
                  <a:pt x="6171" y="7440"/>
                </a:lnTo>
                <a:lnTo>
                  <a:pt x="9698" y="7440"/>
                </a:lnTo>
                <a:lnTo>
                  <a:pt x="9698" y="19200"/>
                </a:lnTo>
                <a:lnTo>
                  <a:pt x="0" y="1920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9200"/>
                </a:lnTo>
                <a:lnTo>
                  <a:pt x="11902" y="19200"/>
                </a:lnTo>
                <a:lnTo>
                  <a:pt x="11902" y="744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5" name="Google Shape;2065;p51"/>
          <p:cNvSpPr/>
          <p:nvPr/>
        </p:nvSpPr>
        <p:spPr>
          <a:xfrm>
            <a:off x="17754600" y="8856133"/>
            <a:ext cx="182034" cy="156654"/>
          </a:xfrm>
          <a:custGeom>
            <a:rect b="b" l="l" r="r" t="t"/>
            <a:pathLst>
              <a:path extrusionOk="0" h="21600" w="21600">
                <a:moveTo>
                  <a:pt x="20571" y="9600"/>
                </a:moveTo>
                <a:lnTo>
                  <a:pt x="0" y="0"/>
                </a:lnTo>
                <a:lnTo>
                  <a:pt x="12857" y="21600"/>
                </a:lnTo>
                <a:lnTo>
                  <a:pt x="20571" y="21600"/>
                </a:lnTo>
                <a:lnTo>
                  <a:pt x="21086" y="21000"/>
                </a:lnTo>
                <a:lnTo>
                  <a:pt x="21600" y="19800"/>
                </a:lnTo>
                <a:lnTo>
                  <a:pt x="21600" y="12600"/>
                </a:lnTo>
                <a:lnTo>
                  <a:pt x="21086" y="11400"/>
                </a:lnTo>
                <a:lnTo>
                  <a:pt x="20571" y="9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6" name="Google Shape;2066;p51"/>
          <p:cNvSpPr/>
          <p:nvPr/>
        </p:nvSpPr>
        <p:spPr>
          <a:xfrm>
            <a:off x="17509066" y="8856133"/>
            <a:ext cx="182034" cy="156654"/>
          </a:xfrm>
          <a:custGeom>
            <a:rect b="b" l="l" r="r" t="t"/>
            <a:pathLst>
              <a:path extrusionOk="0" h="21600" w="21600">
                <a:moveTo>
                  <a:pt x="2107" y="21600"/>
                </a:moveTo>
                <a:lnTo>
                  <a:pt x="8956" y="21600"/>
                </a:lnTo>
                <a:lnTo>
                  <a:pt x="21600" y="0"/>
                </a:lnTo>
                <a:lnTo>
                  <a:pt x="1054" y="9600"/>
                </a:lnTo>
                <a:lnTo>
                  <a:pt x="527" y="11400"/>
                </a:lnTo>
                <a:lnTo>
                  <a:pt x="0" y="12600"/>
                </a:lnTo>
                <a:lnTo>
                  <a:pt x="0" y="19800"/>
                </a:lnTo>
                <a:lnTo>
                  <a:pt x="527" y="21000"/>
                </a:lnTo>
                <a:lnTo>
                  <a:pt x="1054" y="21600"/>
                </a:lnTo>
                <a:lnTo>
                  <a:pt x="2107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7" name="Google Shape;2067;p51"/>
          <p:cNvSpPr/>
          <p:nvPr/>
        </p:nvSpPr>
        <p:spPr>
          <a:xfrm>
            <a:off x="17534466" y="9101666"/>
            <a:ext cx="131220" cy="105840"/>
          </a:xfrm>
          <a:custGeom>
            <a:rect b="b" l="l" r="r" t="t"/>
            <a:pathLst>
              <a:path extrusionOk="0" h="21600" w="21600">
                <a:moveTo>
                  <a:pt x="0" y="4500"/>
                </a:moveTo>
                <a:lnTo>
                  <a:pt x="0" y="9000"/>
                </a:lnTo>
                <a:lnTo>
                  <a:pt x="1440" y="14400"/>
                </a:lnTo>
                <a:lnTo>
                  <a:pt x="2880" y="18900"/>
                </a:lnTo>
                <a:lnTo>
                  <a:pt x="6480" y="20700"/>
                </a:lnTo>
                <a:lnTo>
                  <a:pt x="10800" y="21600"/>
                </a:lnTo>
                <a:lnTo>
                  <a:pt x="15120" y="20700"/>
                </a:lnTo>
                <a:lnTo>
                  <a:pt x="18720" y="18900"/>
                </a:lnTo>
                <a:lnTo>
                  <a:pt x="20880" y="14400"/>
                </a:lnTo>
                <a:lnTo>
                  <a:pt x="21600" y="9000"/>
                </a:lnTo>
                <a:lnTo>
                  <a:pt x="21600" y="1800"/>
                </a:lnTo>
                <a:lnTo>
                  <a:pt x="20160" y="0"/>
                </a:lnTo>
                <a:lnTo>
                  <a:pt x="2160" y="0"/>
                </a:lnTo>
                <a:lnTo>
                  <a:pt x="1440" y="900"/>
                </a:lnTo>
                <a:lnTo>
                  <a:pt x="0" y="1800"/>
                </a:lnTo>
                <a:lnTo>
                  <a:pt x="0" y="45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8" name="Google Shape;2068;p51"/>
          <p:cNvSpPr/>
          <p:nvPr/>
        </p:nvSpPr>
        <p:spPr>
          <a:xfrm>
            <a:off x="17792702" y="9101666"/>
            <a:ext cx="118530" cy="105840"/>
          </a:xfrm>
          <a:custGeom>
            <a:rect b="b" l="l" r="r" t="t"/>
            <a:pathLst>
              <a:path extrusionOk="0" h="21600" w="21600">
                <a:moveTo>
                  <a:pt x="0" y="4500"/>
                </a:moveTo>
                <a:lnTo>
                  <a:pt x="0" y="9000"/>
                </a:lnTo>
                <a:lnTo>
                  <a:pt x="745" y="14400"/>
                </a:lnTo>
                <a:lnTo>
                  <a:pt x="2234" y="18900"/>
                </a:lnTo>
                <a:lnTo>
                  <a:pt x="5959" y="20700"/>
                </a:lnTo>
                <a:lnTo>
                  <a:pt x="10428" y="21600"/>
                </a:lnTo>
                <a:lnTo>
                  <a:pt x="15641" y="20700"/>
                </a:lnTo>
                <a:lnTo>
                  <a:pt x="19366" y="18900"/>
                </a:lnTo>
                <a:lnTo>
                  <a:pt x="20855" y="14400"/>
                </a:lnTo>
                <a:lnTo>
                  <a:pt x="21600" y="9000"/>
                </a:lnTo>
                <a:lnTo>
                  <a:pt x="21600" y="1800"/>
                </a:lnTo>
                <a:lnTo>
                  <a:pt x="20110" y="0"/>
                </a:lnTo>
                <a:lnTo>
                  <a:pt x="1490" y="0"/>
                </a:lnTo>
                <a:lnTo>
                  <a:pt x="0" y="1800"/>
                </a:lnTo>
                <a:lnTo>
                  <a:pt x="0" y="45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p51"/>
          <p:cNvSpPr/>
          <p:nvPr/>
        </p:nvSpPr>
        <p:spPr>
          <a:xfrm>
            <a:off x="18690169" y="8881533"/>
            <a:ext cx="118530" cy="156654"/>
          </a:xfrm>
          <a:custGeom>
            <a:rect b="b" l="l" r="r" t="t"/>
            <a:pathLst>
              <a:path extrusionOk="0" h="21600" w="21600">
                <a:moveTo>
                  <a:pt x="21600" y="16046"/>
                </a:moveTo>
                <a:lnTo>
                  <a:pt x="11172" y="0"/>
                </a:lnTo>
                <a:lnTo>
                  <a:pt x="0" y="16046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604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51"/>
          <p:cNvSpPr/>
          <p:nvPr/>
        </p:nvSpPr>
        <p:spPr>
          <a:xfrm>
            <a:off x="18558933" y="8868834"/>
            <a:ext cx="156654" cy="169344"/>
          </a:xfrm>
          <a:custGeom>
            <a:rect b="b" l="l" r="r" t="t"/>
            <a:pathLst>
              <a:path extrusionOk="0" h="21600" w="21600">
                <a:moveTo>
                  <a:pt x="3000" y="21600"/>
                </a:moveTo>
                <a:lnTo>
                  <a:pt x="12000" y="21600"/>
                </a:lnTo>
                <a:lnTo>
                  <a:pt x="12000" y="16200"/>
                </a:lnTo>
                <a:lnTo>
                  <a:pt x="12600" y="15120"/>
                </a:lnTo>
                <a:lnTo>
                  <a:pt x="21600" y="0"/>
                </a:lnTo>
                <a:lnTo>
                  <a:pt x="1800" y="14040"/>
                </a:lnTo>
                <a:lnTo>
                  <a:pt x="0" y="15120"/>
                </a:lnTo>
                <a:lnTo>
                  <a:pt x="0" y="19980"/>
                </a:lnTo>
                <a:lnTo>
                  <a:pt x="600" y="21060"/>
                </a:lnTo>
                <a:lnTo>
                  <a:pt x="1800" y="21600"/>
                </a:lnTo>
                <a:lnTo>
                  <a:pt x="30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1" name="Google Shape;2071;p51"/>
          <p:cNvSpPr/>
          <p:nvPr/>
        </p:nvSpPr>
        <p:spPr>
          <a:xfrm>
            <a:off x="18783302" y="8868834"/>
            <a:ext cx="152388" cy="169344"/>
          </a:xfrm>
          <a:custGeom>
            <a:rect b="b" l="l" r="r" t="t"/>
            <a:pathLst>
              <a:path extrusionOk="0" h="21600" w="21600">
                <a:moveTo>
                  <a:pt x="9600" y="16200"/>
                </a:moveTo>
                <a:lnTo>
                  <a:pt x="9600" y="21600"/>
                </a:lnTo>
                <a:lnTo>
                  <a:pt x="20400" y="21600"/>
                </a:lnTo>
                <a:lnTo>
                  <a:pt x="21000" y="21060"/>
                </a:lnTo>
                <a:lnTo>
                  <a:pt x="21600" y="19980"/>
                </a:lnTo>
                <a:lnTo>
                  <a:pt x="21600" y="15120"/>
                </a:lnTo>
                <a:lnTo>
                  <a:pt x="20400" y="14040"/>
                </a:lnTo>
                <a:lnTo>
                  <a:pt x="0" y="0"/>
                </a:lnTo>
                <a:lnTo>
                  <a:pt x="9000" y="15120"/>
                </a:lnTo>
                <a:lnTo>
                  <a:pt x="9600" y="162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2" name="Google Shape;2072;p51"/>
          <p:cNvSpPr/>
          <p:nvPr/>
        </p:nvSpPr>
        <p:spPr>
          <a:xfrm>
            <a:off x="18728266" y="9063567"/>
            <a:ext cx="38100" cy="2073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73" name="Google Shape;2073;p51"/>
          <p:cNvSpPr/>
          <p:nvPr/>
        </p:nvSpPr>
        <p:spPr>
          <a:xfrm>
            <a:off x="18808702" y="9114367"/>
            <a:ext cx="152388" cy="156654"/>
          </a:xfrm>
          <a:custGeom>
            <a:rect b="b" l="l" r="r" t="t"/>
            <a:pathLst>
              <a:path extrusionOk="0" h="21600" w="21600">
                <a:moveTo>
                  <a:pt x="15429" y="0"/>
                </a:moveTo>
                <a:lnTo>
                  <a:pt x="12960" y="9600"/>
                </a:lnTo>
                <a:lnTo>
                  <a:pt x="1851" y="9600"/>
                </a:lnTo>
                <a:lnTo>
                  <a:pt x="1234" y="10800"/>
                </a:lnTo>
                <a:lnTo>
                  <a:pt x="0" y="11400"/>
                </a:lnTo>
                <a:lnTo>
                  <a:pt x="0" y="21600"/>
                </a:lnTo>
                <a:lnTo>
                  <a:pt x="6171" y="21600"/>
                </a:lnTo>
                <a:lnTo>
                  <a:pt x="6171" y="15600"/>
                </a:lnTo>
                <a:lnTo>
                  <a:pt x="12343" y="15600"/>
                </a:lnTo>
                <a:lnTo>
                  <a:pt x="12343" y="21600"/>
                </a:lnTo>
                <a:lnTo>
                  <a:pt x="18514" y="21600"/>
                </a:lnTo>
                <a:lnTo>
                  <a:pt x="18514" y="12600"/>
                </a:lnTo>
                <a:lnTo>
                  <a:pt x="21600" y="1800"/>
                </a:lnTo>
                <a:lnTo>
                  <a:pt x="15429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4" name="Google Shape;2074;p51"/>
          <p:cNvSpPr/>
          <p:nvPr/>
        </p:nvSpPr>
        <p:spPr>
          <a:xfrm>
            <a:off x="18533533" y="9114367"/>
            <a:ext cx="156654" cy="156654"/>
          </a:xfrm>
          <a:custGeom>
            <a:rect b="b" l="l" r="r" t="t"/>
            <a:pathLst>
              <a:path extrusionOk="0" h="21600" w="21600">
                <a:moveTo>
                  <a:pt x="18514" y="9600"/>
                </a:moveTo>
                <a:lnTo>
                  <a:pt x="8640" y="9600"/>
                </a:lnTo>
                <a:lnTo>
                  <a:pt x="6171" y="0"/>
                </a:lnTo>
                <a:lnTo>
                  <a:pt x="0" y="1800"/>
                </a:lnTo>
                <a:lnTo>
                  <a:pt x="3086" y="12600"/>
                </a:lnTo>
                <a:lnTo>
                  <a:pt x="3086" y="21600"/>
                </a:lnTo>
                <a:lnTo>
                  <a:pt x="9257" y="21600"/>
                </a:lnTo>
                <a:lnTo>
                  <a:pt x="9257" y="15600"/>
                </a:lnTo>
                <a:lnTo>
                  <a:pt x="15429" y="15600"/>
                </a:lnTo>
                <a:lnTo>
                  <a:pt x="15429" y="21600"/>
                </a:lnTo>
                <a:lnTo>
                  <a:pt x="21600" y="21600"/>
                </a:lnTo>
                <a:lnTo>
                  <a:pt x="21600" y="11400"/>
                </a:lnTo>
                <a:lnTo>
                  <a:pt x="19749" y="9600"/>
                </a:lnTo>
                <a:lnTo>
                  <a:pt x="18514" y="9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5" name="Google Shape;2075;p51"/>
          <p:cNvSpPr/>
          <p:nvPr/>
        </p:nvSpPr>
        <p:spPr>
          <a:xfrm>
            <a:off x="19701933" y="8932333"/>
            <a:ext cx="143910" cy="143910"/>
          </a:xfrm>
          <a:custGeom>
            <a:rect b="b" l="l" r="r" t="t"/>
            <a:pathLst>
              <a:path extrusionOk="0" h="21600" w="21600">
                <a:moveTo>
                  <a:pt x="21600" y="10491"/>
                </a:moveTo>
                <a:lnTo>
                  <a:pt x="20366" y="6789"/>
                </a:lnTo>
                <a:lnTo>
                  <a:pt x="18514" y="3086"/>
                </a:lnTo>
                <a:lnTo>
                  <a:pt x="14811" y="617"/>
                </a:lnTo>
                <a:lnTo>
                  <a:pt x="10491" y="0"/>
                </a:lnTo>
                <a:lnTo>
                  <a:pt x="6789" y="617"/>
                </a:lnTo>
                <a:lnTo>
                  <a:pt x="3086" y="3086"/>
                </a:lnTo>
                <a:lnTo>
                  <a:pt x="617" y="6789"/>
                </a:lnTo>
                <a:lnTo>
                  <a:pt x="0" y="10491"/>
                </a:lnTo>
                <a:lnTo>
                  <a:pt x="617" y="14811"/>
                </a:lnTo>
                <a:lnTo>
                  <a:pt x="3086" y="18514"/>
                </a:lnTo>
                <a:lnTo>
                  <a:pt x="6789" y="20366"/>
                </a:lnTo>
                <a:lnTo>
                  <a:pt x="10491" y="21600"/>
                </a:lnTo>
                <a:lnTo>
                  <a:pt x="14811" y="20366"/>
                </a:lnTo>
                <a:lnTo>
                  <a:pt x="18514" y="18514"/>
                </a:lnTo>
                <a:lnTo>
                  <a:pt x="20366" y="14811"/>
                </a:lnTo>
                <a:lnTo>
                  <a:pt x="21600" y="10491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6" name="Google Shape;2076;p51"/>
          <p:cNvSpPr/>
          <p:nvPr/>
        </p:nvSpPr>
        <p:spPr>
          <a:xfrm>
            <a:off x="19562234" y="8843434"/>
            <a:ext cx="427572" cy="232848"/>
          </a:xfrm>
          <a:custGeom>
            <a:rect b="b" l="l" r="r" t="t"/>
            <a:pathLst>
              <a:path extrusionOk="0" h="21600" w="21600">
                <a:moveTo>
                  <a:pt x="3273" y="21600"/>
                </a:moveTo>
                <a:lnTo>
                  <a:pt x="5455" y="21600"/>
                </a:lnTo>
                <a:lnTo>
                  <a:pt x="5455" y="11782"/>
                </a:lnTo>
                <a:lnTo>
                  <a:pt x="5891" y="9818"/>
                </a:lnTo>
                <a:lnTo>
                  <a:pt x="6109" y="8247"/>
                </a:lnTo>
                <a:lnTo>
                  <a:pt x="6982" y="7069"/>
                </a:lnTo>
                <a:lnTo>
                  <a:pt x="7855" y="5498"/>
                </a:lnTo>
                <a:lnTo>
                  <a:pt x="8727" y="5105"/>
                </a:lnTo>
                <a:lnTo>
                  <a:pt x="9600" y="3927"/>
                </a:lnTo>
                <a:lnTo>
                  <a:pt x="11782" y="3927"/>
                </a:lnTo>
                <a:lnTo>
                  <a:pt x="12873" y="5105"/>
                </a:lnTo>
                <a:lnTo>
                  <a:pt x="13745" y="5498"/>
                </a:lnTo>
                <a:lnTo>
                  <a:pt x="15273" y="8247"/>
                </a:lnTo>
                <a:lnTo>
                  <a:pt x="15709" y="9818"/>
                </a:lnTo>
                <a:lnTo>
                  <a:pt x="16145" y="11782"/>
                </a:lnTo>
                <a:lnTo>
                  <a:pt x="16145" y="21600"/>
                </a:lnTo>
                <a:lnTo>
                  <a:pt x="18327" y="21600"/>
                </a:lnTo>
                <a:lnTo>
                  <a:pt x="19636" y="20815"/>
                </a:lnTo>
                <a:lnTo>
                  <a:pt x="20509" y="19636"/>
                </a:lnTo>
                <a:lnTo>
                  <a:pt x="21382" y="18065"/>
                </a:lnTo>
                <a:lnTo>
                  <a:pt x="21600" y="15709"/>
                </a:lnTo>
                <a:lnTo>
                  <a:pt x="21382" y="13353"/>
                </a:lnTo>
                <a:lnTo>
                  <a:pt x="19636" y="10211"/>
                </a:lnTo>
                <a:lnTo>
                  <a:pt x="18327" y="9818"/>
                </a:lnTo>
                <a:lnTo>
                  <a:pt x="18109" y="9818"/>
                </a:lnTo>
                <a:lnTo>
                  <a:pt x="17455" y="7855"/>
                </a:lnTo>
                <a:lnTo>
                  <a:pt x="17018" y="5891"/>
                </a:lnTo>
                <a:lnTo>
                  <a:pt x="16145" y="4713"/>
                </a:lnTo>
                <a:lnTo>
                  <a:pt x="15273" y="3142"/>
                </a:lnTo>
                <a:lnTo>
                  <a:pt x="14182" y="1571"/>
                </a:lnTo>
                <a:lnTo>
                  <a:pt x="13309" y="1178"/>
                </a:lnTo>
                <a:lnTo>
                  <a:pt x="12218" y="0"/>
                </a:lnTo>
                <a:lnTo>
                  <a:pt x="9382" y="0"/>
                </a:lnTo>
                <a:lnTo>
                  <a:pt x="8291" y="1178"/>
                </a:lnTo>
                <a:lnTo>
                  <a:pt x="7200" y="1571"/>
                </a:lnTo>
                <a:lnTo>
                  <a:pt x="6109" y="3142"/>
                </a:lnTo>
                <a:lnTo>
                  <a:pt x="5455" y="4713"/>
                </a:lnTo>
                <a:lnTo>
                  <a:pt x="4582" y="5891"/>
                </a:lnTo>
                <a:lnTo>
                  <a:pt x="4145" y="7855"/>
                </a:lnTo>
                <a:lnTo>
                  <a:pt x="3491" y="9818"/>
                </a:lnTo>
                <a:lnTo>
                  <a:pt x="3273" y="9818"/>
                </a:lnTo>
                <a:lnTo>
                  <a:pt x="1964" y="10211"/>
                </a:lnTo>
                <a:lnTo>
                  <a:pt x="218" y="13353"/>
                </a:lnTo>
                <a:lnTo>
                  <a:pt x="0" y="15709"/>
                </a:lnTo>
                <a:lnTo>
                  <a:pt x="218" y="18065"/>
                </a:lnTo>
                <a:lnTo>
                  <a:pt x="1091" y="19636"/>
                </a:lnTo>
                <a:lnTo>
                  <a:pt x="1964" y="20815"/>
                </a:lnTo>
                <a:lnTo>
                  <a:pt x="3273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7" name="Google Shape;2077;p51"/>
          <p:cNvSpPr/>
          <p:nvPr/>
        </p:nvSpPr>
        <p:spPr>
          <a:xfrm>
            <a:off x="19663834" y="9101666"/>
            <a:ext cx="220158" cy="67716"/>
          </a:xfrm>
          <a:custGeom>
            <a:rect b="b" l="l" r="r" t="t"/>
            <a:pathLst>
              <a:path extrusionOk="0" h="21600" w="21600">
                <a:moveTo>
                  <a:pt x="10588" y="0"/>
                </a:moveTo>
                <a:lnTo>
                  <a:pt x="7624" y="1543"/>
                </a:lnTo>
                <a:lnTo>
                  <a:pt x="4659" y="4629"/>
                </a:lnTo>
                <a:lnTo>
                  <a:pt x="1694" y="12343"/>
                </a:lnTo>
                <a:lnTo>
                  <a:pt x="0" y="21600"/>
                </a:lnTo>
                <a:lnTo>
                  <a:pt x="21600" y="21600"/>
                </a:lnTo>
                <a:lnTo>
                  <a:pt x="19482" y="12343"/>
                </a:lnTo>
                <a:lnTo>
                  <a:pt x="16941" y="4629"/>
                </a:lnTo>
                <a:lnTo>
                  <a:pt x="13976" y="1543"/>
                </a:lnTo>
                <a:lnTo>
                  <a:pt x="10588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8" name="Google Shape;2078;p51"/>
          <p:cNvSpPr/>
          <p:nvPr/>
        </p:nvSpPr>
        <p:spPr>
          <a:xfrm>
            <a:off x="19562234" y="9245600"/>
            <a:ext cx="427500" cy="636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079" name="Google Shape;2079;p51"/>
          <p:cNvSpPr/>
          <p:nvPr/>
        </p:nvSpPr>
        <p:spPr>
          <a:xfrm>
            <a:off x="19587634" y="9182100"/>
            <a:ext cx="169344" cy="50814"/>
          </a:xfrm>
          <a:custGeom>
            <a:rect b="b" l="l" r="r" t="t"/>
            <a:pathLst>
              <a:path extrusionOk="0" h="21600" w="21600">
                <a:moveTo>
                  <a:pt x="2769" y="0"/>
                </a:moveTo>
                <a:lnTo>
                  <a:pt x="1108" y="0"/>
                </a:lnTo>
                <a:lnTo>
                  <a:pt x="554" y="4320"/>
                </a:lnTo>
                <a:lnTo>
                  <a:pt x="0" y="648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6480"/>
                </a:lnTo>
                <a:lnTo>
                  <a:pt x="21046" y="4320"/>
                </a:lnTo>
                <a:lnTo>
                  <a:pt x="20492" y="0"/>
                </a:lnTo>
                <a:lnTo>
                  <a:pt x="2769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0" name="Google Shape;2080;p51"/>
          <p:cNvSpPr/>
          <p:nvPr/>
        </p:nvSpPr>
        <p:spPr>
          <a:xfrm>
            <a:off x="19795066" y="9182100"/>
            <a:ext cx="169344" cy="5081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1600" y="6480"/>
                </a:lnTo>
                <a:lnTo>
                  <a:pt x="19980" y="0"/>
                </a:lnTo>
                <a:lnTo>
                  <a:pt x="1620" y="0"/>
                </a:lnTo>
                <a:lnTo>
                  <a:pt x="1080" y="4320"/>
                </a:lnTo>
                <a:lnTo>
                  <a:pt x="0" y="648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1" name="Google Shape;2081;p51"/>
          <p:cNvSpPr/>
          <p:nvPr/>
        </p:nvSpPr>
        <p:spPr>
          <a:xfrm>
            <a:off x="22652569" y="8830733"/>
            <a:ext cx="389448" cy="465642"/>
          </a:xfrm>
          <a:custGeom>
            <a:rect b="b" l="l" r="r" t="t"/>
            <a:pathLst>
              <a:path extrusionOk="0" h="21600" w="21600">
                <a:moveTo>
                  <a:pt x="19173" y="0"/>
                </a:moveTo>
                <a:lnTo>
                  <a:pt x="2427" y="0"/>
                </a:lnTo>
                <a:lnTo>
                  <a:pt x="1699" y="200"/>
                </a:lnTo>
                <a:lnTo>
                  <a:pt x="728" y="400"/>
                </a:lnTo>
                <a:lnTo>
                  <a:pt x="485" y="1200"/>
                </a:lnTo>
                <a:lnTo>
                  <a:pt x="0" y="1800"/>
                </a:lnTo>
                <a:lnTo>
                  <a:pt x="0" y="19600"/>
                </a:lnTo>
                <a:lnTo>
                  <a:pt x="485" y="20400"/>
                </a:lnTo>
                <a:lnTo>
                  <a:pt x="728" y="21200"/>
                </a:lnTo>
                <a:lnTo>
                  <a:pt x="1699" y="21400"/>
                </a:lnTo>
                <a:lnTo>
                  <a:pt x="2427" y="21600"/>
                </a:lnTo>
                <a:lnTo>
                  <a:pt x="16746" y="21600"/>
                </a:lnTo>
                <a:lnTo>
                  <a:pt x="17960" y="21200"/>
                </a:lnTo>
                <a:lnTo>
                  <a:pt x="18930" y="20800"/>
                </a:lnTo>
                <a:lnTo>
                  <a:pt x="19901" y="20200"/>
                </a:lnTo>
                <a:lnTo>
                  <a:pt x="20872" y="19400"/>
                </a:lnTo>
                <a:lnTo>
                  <a:pt x="21115" y="18600"/>
                </a:lnTo>
                <a:lnTo>
                  <a:pt x="21600" y="17600"/>
                </a:lnTo>
                <a:lnTo>
                  <a:pt x="21600" y="1800"/>
                </a:lnTo>
                <a:lnTo>
                  <a:pt x="21357" y="1200"/>
                </a:lnTo>
                <a:lnTo>
                  <a:pt x="21115" y="400"/>
                </a:lnTo>
                <a:lnTo>
                  <a:pt x="19173" y="0"/>
                </a:lnTo>
                <a:close/>
                <a:moveTo>
                  <a:pt x="9708" y="17600"/>
                </a:moveTo>
                <a:lnTo>
                  <a:pt x="7281" y="17600"/>
                </a:lnTo>
                <a:lnTo>
                  <a:pt x="7281" y="19600"/>
                </a:lnTo>
                <a:lnTo>
                  <a:pt x="4854" y="19600"/>
                </a:lnTo>
                <a:lnTo>
                  <a:pt x="4854" y="17600"/>
                </a:lnTo>
                <a:lnTo>
                  <a:pt x="2427" y="17600"/>
                </a:lnTo>
                <a:lnTo>
                  <a:pt x="2427" y="15600"/>
                </a:lnTo>
                <a:lnTo>
                  <a:pt x="4854" y="15600"/>
                </a:lnTo>
                <a:lnTo>
                  <a:pt x="4854" y="13800"/>
                </a:lnTo>
                <a:lnTo>
                  <a:pt x="7281" y="13800"/>
                </a:lnTo>
                <a:lnTo>
                  <a:pt x="7281" y="15600"/>
                </a:lnTo>
                <a:lnTo>
                  <a:pt x="9708" y="15600"/>
                </a:lnTo>
                <a:lnTo>
                  <a:pt x="9708" y="17600"/>
                </a:lnTo>
                <a:close/>
                <a:moveTo>
                  <a:pt x="14562" y="18600"/>
                </a:moveTo>
                <a:lnTo>
                  <a:pt x="13834" y="18600"/>
                </a:lnTo>
                <a:lnTo>
                  <a:pt x="13348" y="18200"/>
                </a:lnTo>
                <a:lnTo>
                  <a:pt x="13348" y="17200"/>
                </a:lnTo>
                <a:lnTo>
                  <a:pt x="13591" y="17000"/>
                </a:lnTo>
                <a:lnTo>
                  <a:pt x="13834" y="16600"/>
                </a:lnTo>
                <a:lnTo>
                  <a:pt x="15047" y="16600"/>
                </a:lnTo>
                <a:lnTo>
                  <a:pt x="15290" y="17000"/>
                </a:lnTo>
                <a:lnTo>
                  <a:pt x="15775" y="17200"/>
                </a:lnTo>
                <a:lnTo>
                  <a:pt x="15775" y="18200"/>
                </a:lnTo>
                <a:lnTo>
                  <a:pt x="15290" y="18400"/>
                </a:lnTo>
                <a:lnTo>
                  <a:pt x="15047" y="18600"/>
                </a:lnTo>
                <a:lnTo>
                  <a:pt x="14562" y="18600"/>
                </a:lnTo>
                <a:close/>
                <a:moveTo>
                  <a:pt x="16746" y="16600"/>
                </a:moveTo>
                <a:lnTo>
                  <a:pt x="16261" y="16600"/>
                </a:lnTo>
                <a:lnTo>
                  <a:pt x="15775" y="16200"/>
                </a:lnTo>
                <a:lnTo>
                  <a:pt x="15775" y="15200"/>
                </a:lnTo>
                <a:lnTo>
                  <a:pt x="16261" y="14800"/>
                </a:lnTo>
                <a:lnTo>
                  <a:pt x="17474" y="14800"/>
                </a:lnTo>
                <a:lnTo>
                  <a:pt x="17960" y="15200"/>
                </a:lnTo>
                <a:lnTo>
                  <a:pt x="17960" y="16200"/>
                </a:lnTo>
                <a:lnTo>
                  <a:pt x="17474" y="16600"/>
                </a:lnTo>
                <a:lnTo>
                  <a:pt x="16746" y="16600"/>
                </a:lnTo>
                <a:close/>
                <a:moveTo>
                  <a:pt x="17960" y="10800"/>
                </a:moveTo>
                <a:lnTo>
                  <a:pt x="17960" y="11200"/>
                </a:lnTo>
                <a:lnTo>
                  <a:pt x="17717" y="11400"/>
                </a:lnTo>
                <a:lnTo>
                  <a:pt x="17474" y="11800"/>
                </a:lnTo>
                <a:lnTo>
                  <a:pt x="4369" y="11800"/>
                </a:lnTo>
                <a:lnTo>
                  <a:pt x="3640" y="11200"/>
                </a:lnTo>
                <a:lnTo>
                  <a:pt x="3640" y="3400"/>
                </a:lnTo>
                <a:lnTo>
                  <a:pt x="4369" y="2800"/>
                </a:lnTo>
                <a:lnTo>
                  <a:pt x="17474" y="2800"/>
                </a:lnTo>
                <a:lnTo>
                  <a:pt x="17717" y="3200"/>
                </a:lnTo>
                <a:lnTo>
                  <a:pt x="17960" y="3400"/>
                </a:lnTo>
                <a:lnTo>
                  <a:pt x="17960" y="108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2" name="Google Shape;2082;p51"/>
          <p:cNvSpPr/>
          <p:nvPr/>
        </p:nvSpPr>
        <p:spPr>
          <a:xfrm>
            <a:off x="21636569" y="8805333"/>
            <a:ext cx="376758" cy="503766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591" y="183"/>
                </a:lnTo>
                <a:lnTo>
                  <a:pt x="6627" y="549"/>
                </a:lnTo>
                <a:lnTo>
                  <a:pt x="4664" y="1281"/>
                </a:lnTo>
                <a:lnTo>
                  <a:pt x="1718" y="3478"/>
                </a:lnTo>
                <a:lnTo>
                  <a:pt x="736" y="4942"/>
                </a:lnTo>
                <a:lnTo>
                  <a:pt x="245" y="6407"/>
                </a:lnTo>
                <a:lnTo>
                  <a:pt x="0" y="8054"/>
                </a:lnTo>
                <a:lnTo>
                  <a:pt x="0" y="20685"/>
                </a:lnTo>
                <a:lnTo>
                  <a:pt x="245" y="21051"/>
                </a:lnTo>
                <a:lnTo>
                  <a:pt x="491" y="21600"/>
                </a:lnTo>
                <a:lnTo>
                  <a:pt x="1473" y="21600"/>
                </a:lnTo>
                <a:lnTo>
                  <a:pt x="1964" y="21417"/>
                </a:lnTo>
                <a:lnTo>
                  <a:pt x="5891" y="18488"/>
                </a:lnTo>
                <a:lnTo>
                  <a:pt x="9818" y="21417"/>
                </a:lnTo>
                <a:lnTo>
                  <a:pt x="10309" y="21600"/>
                </a:lnTo>
                <a:lnTo>
                  <a:pt x="11291" y="21600"/>
                </a:lnTo>
                <a:lnTo>
                  <a:pt x="11782" y="21417"/>
                </a:lnTo>
                <a:lnTo>
                  <a:pt x="15709" y="18488"/>
                </a:lnTo>
                <a:lnTo>
                  <a:pt x="19882" y="21600"/>
                </a:lnTo>
                <a:lnTo>
                  <a:pt x="21109" y="21600"/>
                </a:lnTo>
                <a:lnTo>
                  <a:pt x="21355" y="21051"/>
                </a:lnTo>
                <a:lnTo>
                  <a:pt x="21600" y="20685"/>
                </a:lnTo>
                <a:lnTo>
                  <a:pt x="21600" y="8054"/>
                </a:lnTo>
                <a:lnTo>
                  <a:pt x="21355" y="6407"/>
                </a:lnTo>
                <a:lnTo>
                  <a:pt x="20864" y="4942"/>
                </a:lnTo>
                <a:lnTo>
                  <a:pt x="19882" y="3478"/>
                </a:lnTo>
                <a:lnTo>
                  <a:pt x="16936" y="1281"/>
                </a:lnTo>
                <a:lnTo>
                  <a:pt x="14973" y="549"/>
                </a:lnTo>
                <a:lnTo>
                  <a:pt x="13009" y="183"/>
                </a:lnTo>
                <a:lnTo>
                  <a:pt x="10800" y="0"/>
                </a:lnTo>
                <a:close/>
                <a:moveTo>
                  <a:pt x="8345" y="11715"/>
                </a:moveTo>
                <a:lnTo>
                  <a:pt x="4664" y="11715"/>
                </a:lnTo>
                <a:lnTo>
                  <a:pt x="4664" y="8054"/>
                </a:lnTo>
                <a:lnTo>
                  <a:pt x="7118" y="8054"/>
                </a:lnTo>
                <a:lnTo>
                  <a:pt x="7118" y="9885"/>
                </a:lnTo>
                <a:lnTo>
                  <a:pt x="8345" y="9885"/>
                </a:lnTo>
                <a:lnTo>
                  <a:pt x="8345" y="11715"/>
                </a:lnTo>
                <a:close/>
                <a:moveTo>
                  <a:pt x="14482" y="11715"/>
                </a:moveTo>
                <a:lnTo>
                  <a:pt x="10800" y="11715"/>
                </a:lnTo>
                <a:lnTo>
                  <a:pt x="10800" y="8054"/>
                </a:lnTo>
                <a:lnTo>
                  <a:pt x="13255" y="8054"/>
                </a:lnTo>
                <a:lnTo>
                  <a:pt x="13255" y="9885"/>
                </a:lnTo>
                <a:lnTo>
                  <a:pt x="14482" y="9885"/>
                </a:lnTo>
                <a:lnTo>
                  <a:pt x="14482" y="1171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3" name="Google Shape;2083;p51"/>
          <p:cNvSpPr/>
          <p:nvPr/>
        </p:nvSpPr>
        <p:spPr>
          <a:xfrm>
            <a:off x="20612102" y="8843434"/>
            <a:ext cx="364068" cy="427572"/>
          </a:xfrm>
          <a:custGeom>
            <a:rect b="b" l="l" r="r" t="t"/>
            <a:pathLst>
              <a:path extrusionOk="0" h="21600" w="21600">
                <a:moveTo>
                  <a:pt x="14485" y="10909"/>
                </a:moveTo>
                <a:lnTo>
                  <a:pt x="21346" y="4582"/>
                </a:lnTo>
                <a:lnTo>
                  <a:pt x="21600" y="4364"/>
                </a:lnTo>
                <a:lnTo>
                  <a:pt x="21600" y="3709"/>
                </a:lnTo>
                <a:lnTo>
                  <a:pt x="21346" y="3273"/>
                </a:lnTo>
                <a:lnTo>
                  <a:pt x="19313" y="1964"/>
                </a:lnTo>
                <a:lnTo>
                  <a:pt x="17280" y="873"/>
                </a:lnTo>
                <a:lnTo>
                  <a:pt x="14993" y="436"/>
                </a:lnTo>
                <a:lnTo>
                  <a:pt x="12452" y="0"/>
                </a:lnTo>
                <a:lnTo>
                  <a:pt x="7369" y="873"/>
                </a:lnTo>
                <a:lnTo>
                  <a:pt x="5591" y="1964"/>
                </a:lnTo>
                <a:lnTo>
                  <a:pt x="3812" y="3273"/>
                </a:lnTo>
                <a:lnTo>
                  <a:pt x="2033" y="5018"/>
                </a:lnTo>
                <a:lnTo>
                  <a:pt x="1016" y="6545"/>
                </a:lnTo>
                <a:lnTo>
                  <a:pt x="254" y="8727"/>
                </a:lnTo>
                <a:lnTo>
                  <a:pt x="0" y="10909"/>
                </a:lnTo>
                <a:lnTo>
                  <a:pt x="254" y="13091"/>
                </a:lnTo>
                <a:lnTo>
                  <a:pt x="1016" y="15273"/>
                </a:lnTo>
                <a:lnTo>
                  <a:pt x="2033" y="16800"/>
                </a:lnTo>
                <a:lnTo>
                  <a:pt x="3812" y="18327"/>
                </a:lnTo>
                <a:lnTo>
                  <a:pt x="5591" y="19636"/>
                </a:lnTo>
                <a:lnTo>
                  <a:pt x="7369" y="20727"/>
                </a:lnTo>
                <a:lnTo>
                  <a:pt x="9911" y="21382"/>
                </a:lnTo>
                <a:lnTo>
                  <a:pt x="12452" y="21600"/>
                </a:lnTo>
                <a:lnTo>
                  <a:pt x="14993" y="21382"/>
                </a:lnTo>
                <a:lnTo>
                  <a:pt x="17280" y="20727"/>
                </a:lnTo>
                <a:lnTo>
                  <a:pt x="19313" y="19636"/>
                </a:lnTo>
                <a:lnTo>
                  <a:pt x="21346" y="18327"/>
                </a:lnTo>
                <a:lnTo>
                  <a:pt x="21600" y="18109"/>
                </a:lnTo>
                <a:lnTo>
                  <a:pt x="21600" y="17236"/>
                </a:lnTo>
                <a:lnTo>
                  <a:pt x="21346" y="17018"/>
                </a:lnTo>
                <a:lnTo>
                  <a:pt x="14485" y="10909"/>
                </a:lnTo>
                <a:close/>
                <a:moveTo>
                  <a:pt x="10673" y="7636"/>
                </a:moveTo>
                <a:lnTo>
                  <a:pt x="9911" y="7636"/>
                </a:lnTo>
                <a:lnTo>
                  <a:pt x="8640" y="6545"/>
                </a:lnTo>
                <a:lnTo>
                  <a:pt x="8640" y="5455"/>
                </a:lnTo>
                <a:lnTo>
                  <a:pt x="9402" y="5018"/>
                </a:lnTo>
                <a:lnTo>
                  <a:pt x="9911" y="4364"/>
                </a:lnTo>
                <a:lnTo>
                  <a:pt x="11181" y="4364"/>
                </a:lnTo>
                <a:lnTo>
                  <a:pt x="12452" y="5455"/>
                </a:lnTo>
                <a:lnTo>
                  <a:pt x="12452" y="6545"/>
                </a:lnTo>
                <a:lnTo>
                  <a:pt x="11944" y="7200"/>
                </a:lnTo>
                <a:lnTo>
                  <a:pt x="11181" y="7636"/>
                </a:lnTo>
                <a:lnTo>
                  <a:pt x="10673" y="763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4" name="Google Shape;2084;p51"/>
          <p:cNvSpPr/>
          <p:nvPr/>
        </p:nvSpPr>
        <p:spPr>
          <a:xfrm>
            <a:off x="13402733" y="9867900"/>
            <a:ext cx="431784" cy="427572"/>
          </a:xfrm>
          <a:custGeom>
            <a:rect b="b" l="l" r="r" t="t"/>
            <a:pathLst>
              <a:path extrusionOk="0" h="21600" w="21600">
                <a:moveTo>
                  <a:pt x="21382" y="10036"/>
                </a:moveTo>
                <a:lnTo>
                  <a:pt x="18109" y="6764"/>
                </a:lnTo>
                <a:lnTo>
                  <a:pt x="16582" y="8291"/>
                </a:lnTo>
                <a:lnTo>
                  <a:pt x="17891" y="9818"/>
                </a:lnTo>
                <a:lnTo>
                  <a:pt x="3927" y="9818"/>
                </a:lnTo>
                <a:lnTo>
                  <a:pt x="9164" y="4364"/>
                </a:lnTo>
                <a:lnTo>
                  <a:pt x="10473" y="4800"/>
                </a:lnTo>
                <a:lnTo>
                  <a:pt x="12000" y="5673"/>
                </a:lnTo>
                <a:lnTo>
                  <a:pt x="13091" y="6982"/>
                </a:lnTo>
                <a:lnTo>
                  <a:pt x="13745" y="8727"/>
                </a:lnTo>
                <a:lnTo>
                  <a:pt x="15927" y="8727"/>
                </a:lnTo>
                <a:lnTo>
                  <a:pt x="15709" y="7200"/>
                </a:lnTo>
                <a:lnTo>
                  <a:pt x="14836" y="5891"/>
                </a:lnTo>
                <a:lnTo>
                  <a:pt x="14400" y="4800"/>
                </a:lnTo>
                <a:lnTo>
                  <a:pt x="13309" y="4145"/>
                </a:lnTo>
                <a:lnTo>
                  <a:pt x="12218" y="3273"/>
                </a:lnTo>
                <a:lnTo>
                  <a:pt x="11127" y="2618"/>
                </a:lnTo>
                <a:lnTo>
                  <a:pt x="10036" y="2182"/>
                </a:lnTo>
                <a:lnTo>
                  <a:pt x="8727" y="2182"/>
                </a:lnTo>
                <a:lnTo>
                  <a:pt x="6982" y="1745"/>
                </a:lnTo>
                <a:lnTo>
                  <a:pt x="6545" y="0"/>
                </a:lnTo>
                <a:lnTo>
                  <a:pt x="4364" y="0"/>
                </a:lnTo>
                <a:lnTo>
                  <a:pt x="4582" y="1091"/>
                </a:lnTo>
                <a:lnTo>
                  <a:pt x="5018" y="2182"/>
                </a:lnTo>
                <a:lnTo>
                  <a:pt x="5673" y="3055"/>
                </a:lnTo>
                <a:lnTo>
                  <a:pt x="6545" y="3709"/>
                </a:lnTo>
                <a:lnTo>
                  <a:pt x="436" y="10036"/>
                </a:lnTo>
                <a:lnTo>
                  <a:pt x="0" y="10255"/>
                </a:lnTo>
                <a:lnTo>
                  <a:pt x="0" y="11345"/>
                </a:lnTo>
                <a:lnTo>
                  <a:pt x="436" y="11564"/>
                </a:lnTo>
                <a:lnTo>
                  <a:pt x="6545" y="17891"/>
                </a:lnTo>
                <a:lnTo>
                  <a:pt x="5673" y="18545"/>
                </a:lnTo>
                <a:lnTo>
                  <a:pt x="5018" y="19418"/>
                </a:lnTo>
                <a:lnTo>
                  <a:pt x="4582" y="20509"/>
                </a:lnTo>
                <a:lnTo>
                  <a:pt x="4364" y="21600"/>
                </a:lnTo>
                <a:lnTo>
                  <a:pt x="6545" y="21600"/>
                </a:lnTo>
                <a:lnTo>
                  <a:pt x="6982" y="19855"/>
                </a:lnTo>
                <a:lnTo>
                  <a:pt x="8727" y="19418"/>
                </a:lnTo>
                <a:lnTo>
                  <a:pt x="10036" y="19418"/>
                </a:lnTo>
                <a:lnTo>
                  <a:pt x="11127" y="18764"/>
                </a:lnTo>
                <a:lnTo>
                  <a:pt x="12218" y="18327"/>
                </a:lnTo>
                <a:lnTo>
                  <a:pt x="13309" y="17455"/>
                </a:lnTo>
                <a:lnTo>
                  <a:pt x="14400" y="16800"/>
                </a:lnTo>
                <a:lnTo>
                  <a:pt x="14836" y="15709"/>
                </a:lnTo>
                <a:lnTo>
                  <a:pt x="15709" y="14182"/>
                </a:lnTo>
                <a:lnTo>
                  <a:pt x="15927" y="12873"/>
                </a:lnTo>
                <a:lnTo>
                  <a:pt x="13745" y="12873"/>
                </a:lnTo>
                <a:lnTo>
                  <a:pt x="13091" y="14618"/>
                </a:lnTo>
                <a:lnTo>
                  <a:pt x="12000" y="15927"/>
                </a:lnTo>
                <a:lnTo>
                  <a:pt x="10473" y="16800"/>
                </a:lnTo>
                <a:lnTo>
                  <a:pt x="9164" y="17236"/>
                </a:lnTo>
                <a:lnTo>
                  <a:pt x="3927" y="11782"/>
                </a:lnTo>
                <a:lnTo>
                  <a:pt x="17891" y="11782"/>
                </a:lnTo>
                <a:lnTo>
                  <a:pt x="16582" y="13309"/>
                </a:lnTo>
                <a:lnTo>
                  <a:pt x="18109" y="14836"/>
                </a:lnTo>
                <a:lnTo>
                  <a:pt x="21600" y="11345"/>
                </a:lnTo>
                <a:lnTo>
                  <a:pt x="21600" y="10255"/>
                </a:lnTo>
                <a:lnTo>
                  <a:pt x="21382" y="10036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5" name="Google Shape;2085;p51"/>
          <p:cNvSpPr/>
          <p:nvPr/>
        </p:nvSpPr>
        <p:spPr>
          <a:xfrm>
            <a:off x="14545733" y="9999133"/>
            <a:ext cx="207414" cy="194724"/>
          </a:xfrm>
          <a:custGeom>
            <a:rect b="b" l="l" r="r" t="t"/>
            <a:pathLst>
              <a:path extrusionOk="0" h="21600" w="21600">
                <a:moveTo>
                  <a:pt x="14988" y="0"/>
                </a:moveTo>
                <a:lnTo>
                  <a:pt x="13665" y="491"/>
                </a:lnTo>
                <a:lnTo>
                  <a:pt x="11902" y="1473"/>
                </a:lnTo>
                <a:lnTo>
                  <a:pt x="11461" y="2945"/>
                </a:lnTo>
                <a:lnTo>
                  <a:pt x="10580" y="4909"/>
                </a:lnTo>
                <a:lnTo>
                  <a:pt x="10139" y="2945"/>
                </a:lnTo>
                <a:lnTo>
                  <a:pt x="9257" y="1473"/>
                </a:lnTo>
                <a:lnTo>
                  <a:pt x="7935" y="491"/>
                </a:lnTo>
                <a:lnTo>
                  <a:pt x="6612" y="0"/>
                </a:lnTo>
                <a:lnTo>
                  <a:pt x="3527" y="491"/>
                </a:lnTo>
                <a:lnTo>
                  <a:pt x="441" y="3927"/>
                </a:lnTo>
                <a:lnTo>
                  <a:pt x="0" y="7364"/>
                </a:lnTo>
                <a:lnTo>
                  <a:pt x="441" y="9327"/>
                </a:lnTo>
                <a:lnTo>
                  <a:pt x="1763" y="12764"/>
                </a:lnTo>
                <a:lnTo>
                  <a:pt x="3086" y="15218"/>
                </a:lnTo>
                <a:lnTo>
                  <a:pt x="5290" y="16691"/>
                </a:lnTo>
                <a:lnTo>
                  <a:pt x="9257" y="20618"/>
                </a:lnTo>
                <a:lnTo>
                  <a:pt x="10580" y="21600"/>
                </a:lnTo>
                <a:lnTo>
                  <a:pt x="12343" y="20618"/>
                </a:lnTo>
                <a:lnTo>
                  <a:pt x="16310" y="16691"/>
                </a:lnTo>
                <a:lnTo>
                  <a:pt x="18514" y="15218"/>
                </a:lnTo>
                <a:lnTo>
                  <a:pt x="19837" y="12764"/>
                </a:lnTo>
                <a:lnTo>
                  <a:pt x="21159" y="9327"/>
                </a:lnTo>
                <a:lnTo>
                  <a:pt x="21600" y="7364"/>
                </a:lnTo>
                <a:lnTo>
                  <a:pt x="21159" y="3927"/>
                </a:lnTo>
                <a:lnTo>
                  <a:pt x="18073" y="491"/>
                </a:lnTo>
                <a:lnTo>
                  <a:pt x="14988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6" name="Google Shape;2086;p51"/>
          <p:cNvSpPr/>
          <p:nvPr/>
        </p:nvSpPr>
        <p:spPr>
          <a:xfrm>
            <a:off x="14393333" y="9829800"/>
            <a:ext cx="516456" cy="507978"/>
          </a:xfrm>
          <a:custGeom>
            <a:rect b="b" l="l" r="r" t="t"/>
            <a:pathLst>
              <a:path extrusionOk="0" h="21600" w="21600">
                <a:moveTo>
                  <a:pt x="21600" y="9983"/>
                </a:moveTo>
                <a:lnTo>
                  <a:pt x="19785" y="9983"/>
                </a:lnTo>
                <a:lnTo>
                  <a:pt x="19240" y="8350"/>
                </a:lnTo>
                <a:lnTo>
                  <a:pt x="18877" y="7079"/>
                </a:lnTo>
                <a:lnTo>
                  <a:pt x="18151" y="5627"/>
                </a:lnTo>
                <a:lnTo>
                  <a:pt x="15973" y="3449"/>
                </a:lnTo>
                <a:lnTo>
                  <a:pt x="14521" y="2723"/>
                </a:lnTo>
                <a:lnTo>
                  <a:pt x="13250" y="2360"/>
                </a:lnTo>
                <a:lnTo>
                  <a:pt x="11617" y="1815"/>
                </a:lnTo>
                <a:lnTo>
                  <a:pt x="11617" y="0"/>
                </a:lnTo>
                <a:lnTo>
                  <a:pt x="9983" y="0"/>
                </a:lnTo>
                <a:lnTo>
                  <a:pt x="9983" y="1815"/>
                </a:lnTo>
                <a:lnTo>
                  <a:pt x="8350" y="2360"/>
                </a:lnTo>
                <a:lnTo>
                  <a:pt x="7079" y="2723"/>
                </a:lnTo>
                <a:lnTo>
                  <a:pt x="5627" y="3449"/>
                </a:lnTo>
                <a:lnTo>
                  <a:pt x="3449" y="5627"/>
                </a:lnTo>
                <a:lnTo>
                  <a:pt x="2723" y="7079"/>
                </a:lnTo>
                <a:lnTo>
                  <a:pt x="2360" y="8350"/>
                </a:lnTo>
                <a:lnTo>
                  <a:pt x="1815" y="9983"/>
                </a:lnTo>
                <a:lnTo>
                  <a:pt x="0" y="9983"/>
                </a:lnTo>
                <a:lnTo>
                  <a:pt x="0" y="11617"/>
                </a:lnTo>
                <a:lnTo>
                  <a:pt x="1815" y="11617"/>
                </a:lnTo>
                <a:lnTo>
                  <a:pt x="2360" y="13250"/>
                </a:lnTo>
                <a:lnTo>
                  <a:pt x="2723" y="14521"/>
                </a:lnTo>
                <a:lnTo>
                  <a:pt x="3449" y="15973"/>
                </a:lnTo>
                <a:lnTo>
                  <a:pt x="5627" y="18151"/>
                </a:lnTo>
                <a:lnTo>
                  <a:pt x="7079" y="18877"/>
                </a:lnTo>
                <a:lnTo>
                  <a:pt x="8350" y="19240"/>
                </a:lnTo>
                <a:lnTo>
                  <a:pt x="9983" y="19785"/>
                </a:lnTo>
                <a:lnTo>
                  <a:pt x="9983" y="21600"/>
                </a:lnTo>
                <a:lnTo>
                  <a:pt x="11617" y="21600"/>
                </a:lnTo>
                <a:lnTo>
                  <a:pt x="11617" y="19785"/>
                </a:lnTo>
                <a:lnTo>
                  <a:pt x="13250" y="19240"/>
                </a:lnTo>
                <a:lnTo>
                  <a:pt x="14521" y="18877"/>
                </a:lnTo>
                <a:lnTo>
                  <a:pt x="15973" y="18151"/>
                </a:lnTo>
                <a:lnTo>
                  <a:pt x="18151" y="15973"/>
                </a:lnTo>
                <a:lnTo>
                  <a:pt x="18877" y="14521"/>
                </a:lnTo>
                <a:lnTo>
                  <a:pt x="19240" y="13250"/>
                </a:lnTo>
                <a:lnTo>
                  <a:pt x="19785" y="11617"/>
                </a:lnTo>
                <a:lnTo>
                  <a:pt x="21600" y="11617"/>
                </a:lnTo>
                <a:lnTo>
                  <a:pt x="21600" y="9983"/>
                </a:lnTo>
                <a:close/>
                <a:moveTo>
                  <a:pt x="11617" y="17970"/>
                </a:moveTo>
                <a:lnTo>
                  <a:pt x="11617" y="17062"/>
                </a:lnTo>
                <a:lnTo>
                  <a:pt x="9983" y="17062"/>
                </a:lnTo>
                <a:lnTo>
                  <a:pt x="9983" y="17970"/>
                </a:lnTo>
                <a:lnTo>
                  <a:pt x="8713" y="17788"/>
                </a:lnTo>
                <a:lnTo>
                  <a:pt x="6534" y="16699"/>
                </a:lnTo>
                <a:lnTo>
                  <a:pt x="5627" y="15973"/>
                </a:lnTo>
                <a:lnTo>
                  <a:pt x="4901" y="15066"/>
                </a:lnTo>
                <a:lnTo>
                  <a:pt x="3812" y="12887"/>
                </a:lnTo>
                <a:lnTo>
                  <a:pt x="3630" y="11617"/>
                </a:lnTo>
                <a:lnTo>
                  <a:pt x="4538" y="11617"/>
                </a:lnTo>
                <a:lnTo>
                  <a:pt x="4538" y="9983"/>
                </a:lnTo>
                <a:lnTo>
                  <a:pt x="3630" y="9983"/>
                </a:lnTo>
                <a:lnTo>
                  <a:pt x="3812" y="8713"/>
                </a:lnTo>
                <a:lnTo>
                  <a:pt x="4901" y="6534"/>
                </a:lnTo>
                <a:lnTo>
                  <a:pt x="5627" y="5627"/>
                </a:lnTo>
                <a:lnTo>
                  <a:pt x="6534" y="4901"/>
                </a:lnTo>
                <a:lnTo>
                  <a:pt x="8713" y="3812"/>
                </a:lnTo>
                <a:lnTo>
                  <a:pt x="9983" y="3630"/>
                </a:lnTo>
                <a:lnTo>
                  <a:pt x="9983" y="4538"/>
                </a:lnTo>
                <a:lnTo>
                  <a:pt x="11617" y="4538"/>
                </a:lnTo>
                <a:lnTo>
                  <a:pt x="11617" y="3630"/>
                </a:lnTo>
                <a:lnTo>
                  <a:pt x="12887" y="3812"/>
                </a:lnTo>
                <a:lnTo>
                  <a:pt x="15066" y="4901"/>
                </a:lnTo>
                <a:lnTo>
                  <a:pt x="15973" y="5627"/>
                </a:lnTo>
                <a:lnTo>
                  <a:pt x="16699" y="6534"/>
                </a:lnTo>
                <a:lnTo>
                  <a:pt x="17788" y="8713"/>
                </a:lnTo>
                <a:lnTo>
                  <a:pt x="17970" y="9983"/>
                </a:lnTo>
                <a:lnTo>
                  <a:pt x="17062" y="9983"/>
                </a:lnTo>
                <a:lnTo>
                  <a:pt x="17062" y="11617"/>
                </a:lnTo>
                <a:lnTo>
                  <a:pt x="17970" y="11617"/>
                </a:lnTo>
                <a:lnTo>
                  <a:pt x="17788" y="12887"/>
                </a:lnTo>
                <a:lnTo>
                  <a:pt x="16699" y="15066"/>
                </a:lnTo>
                <a:lnTo>
                  <a:pt x="15973" y="15973"/>
                </a:lnTo>
                <a:lnTo>
                  <a:pt x="15066" y="16699"/>
                </a:lnTo>
                <a:lnTo>
                  <a:pt x="12887" y="17788"/>
                </a:lnTo>
                <a:lnTo>
                  <a:pt x="11617" y="1797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7" name="Google Shape;2087;p51"/>
          <p:cNvSpPr/>
          <p:nvPr/>
        </p:nvSpPr>
        <p:spPr>
          <a:xfrm>
            <a:off x="15612533" y="9842500"/>
            <a:ext cx="131220" cy="131220"/>
          </a:xfrm>
          <a:custGeom>
            <a:rect b="b" l="l" r="r" t="t"/>
            <a:pathLst>
              <a:path extrusionOk="0" h="21600" w="21600">
                <a:moveTo>
                  <a:pt x="16560" y="0"/>
                </a:moveTo>
                <a:lnTo>
                  <a:pt x="14400" y="0"/>
                </a:lnTo>
                <a:lnTo>
                  <a:pt x="12960" y="2160"/>
                </a:lnTo>
                <a:lnTo>
                  <a:pt x="10800" y="3600"/>
                </a:lnTo>
                <a:lnTo>
                  <a:pt x="10800" y="5760"/>
                </a:lnTo>
                <a:lnTo>
                  <a:pt x="10800" y="3600"/>
                </a:lnTo>
                <a:lnTo>
                  <a:pt x="7200" y="0"/>
                </a:lnTo>
                <a:lnTo>
                  <a:pt x="3600" y="0"/>
                </a:lnTo>
                <a:lnTo>
                  <a:pt x="2160" y="2160"/>
                </a:lnTo>
                <a:lnTo>
                  <a:pt x="0" y="3600"/>
                </a:lnTo>
                <a:lnTo>
                  <a:pt x="0" y="5760"/>
                </a:lnTo>
                <a:lnTo>
                  <a:pt x="1440" y="7200"/>
                </a:lnTo>
                <a:lnTo>
                  <a:pt x="2160" y="10080"/>
                </a:lnTo>
                <a:lnTo>
                  <a:pt x="5760" y="15120"/>
                </a:lnTo>
                <a:lnTo>
                  <a:pt x="10800" y="21600"/>
                </a:lnTo>
                <a:lnTo>
                  <a:pt x="16560" y="15120"/>
                </a:lnTo>
                <a:lnTo>
                  <a:pt x="20160" y="10080"/>
                </a:lnTo>
                <a:lnTo>
                  <a:pt x="20880" y="7200"/>
                </a:lnTo>
                <a:lnTo>
                  <a:pt x="21600" y="5760"/>
                </a:lnTo>
                <a:lnTo>
                  <a:pt x="21600" y="3600"/>
                </a:lnTo>
                <a:lnTo>
                  <a:pt x="18000" y="0"/>
                </a:lnTo>
                <a:lnTo>
                  <a:pt x="1656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8" name="Google Shape;2088;p51"/>
          <p:cNvSpPr/>
          <p:nvPr/>
        </p:nvSpPr>
        <p:spPr>
          <a:xfrm>
            <a:off x="15769167" y="9935634"/>
            <a:ext cx="101628" cy="101628"/>
          </a:xfrm>
          <a:custGeom>
            <a:rect b="b" l="l" r="r" t="t"/>
            <a:pathLst>
              <a:path extrusionOk="0" h="21600" w="21600">
                <a:moveTo>
                  <a:pt x="11232" y="21600"/>
                </a:moveTo>
                <a:lnTo>
                  <a:pt x="15552" y="19872"/>
                </a:lnTo>
                <a:lnTo>
                  <a:pt x="18144" y="18144"/>
                </a:lnTo>
                <a:lnTo>
                  <a:pt x="20736" y="14688"/>
                </a:lnTo>
                <a:lnTo>
                  <a:pt x="21600" y="10368"/>
                </a:lnTo>
                <a:lnTo>
                  <a:pt x="20736" y="6048"/>
                </a:lnTo>
                <a:lnTo>
                  <a:pt x="15552" y="864"/>
                </a:lnTo>
                <a:lnTo>
                  <a:pt x="11232" y="0"/>
                </a:lnTo>
                <a:lnTo>
                  <a:pt x="6912" y="864"/>
                </a:lnTo>
                <a:lnTo>
                  <a:pt x="3456" y="3456"/>
                </a:lnTo>
                <a:lnTo>
                  <a:pt x="1728" y="6048"/>
                </a:lnTo>
                <a:lnTo>
                  <a:pt x="0" y="10368"/>
                </a:lnTo>
                <a:lnTo>
                  <a:pt x="1728" y="14688"/>
                </a:lnTo>
                <a:lnTo>
                  <a:pt x="3456" y="18144"/>
                </a:lnTo>
                <a:lnTo>
                  <a:pt x="6912" y="19872"/>
                </a:lnTo>
                <a:lnTo>
                  <a:pt x="11232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9" name="Google Shape;2089;p51"/>
          <p:cNvSpPr/>
          <p:nvPr/>
        </p:nvSpPr>
        <p:spPr>
          <a:xfrm>
            <a:off x="15743767" y="10062634"/>
            <a:ext cx="169344" cy="27518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640" y="0"/>
                </a:lnTo>
                <a:lnTo>
                  <a:pt x="5940" y="337"/>
                </a:lnTo>
                <a:lnTo>
                  <a:pt x="2700" y="2362"/>
                </a:lnTo>
                <a:lnTo>
                  <a:pt x="2160" y="3037"/>
                </a:lnTo>
                <a:lnTo>
                  <a:pt x="540" y="4725"/>
                </a:lnTo>
                <a:lnTo>
                  <a:pt x="0" y="6412"/>
                </a:lnTo>
                <a:lnTo>
                  <a:pt x="0" y="12487"/>
                </a:lnTo>
                <a:lnTo>
                  <a:pt x="540" y="12825"/>
                </a:lnTo>
                <a:lnTo>
                  <a:pt x="1620" y="13162"/>
                </a:lnTo>
                <a:lnTo>
                  <a:pt x="5400" y="13162"/>
                </a:lnTo>
                <a:lnTo>
                  <a:pt x="5400" y="20588"/>
                </a:lnTo>
                <a:lnTo>
                  <a:pt x="5940" y="20925"/>
                </a:lnTo>
                <a:lnTo>
                  <a:pt x="6480" y="21600"/>
                </a:lnTo>
                <a:lnTo>
                  <a:pt x="14580" y="21600"/>
                </a:lnTo>
                <a:lnTo>
                  <a:pt x="15120" y="20925"/>
                </a:lnTo>
                <a:lnTo>
                  <a:pt x="16200" y="20588"/>
                </a:lnTo>
                <a:lnTo>
                  <a:pt x="16200" y="13162"/>
                </a:lnTo>
                <a:lnTo>
                  <a:pt x="19980" y="13162"/>
                </a:lnTo>
                <a:lnTo>
                  <a:pt x="20520" y="12825"/>
                </a:lnTo>
                <a:lnTo>
                  <a:pt x="21600" y="12487"/>
                </a:lnTo>
                <a:lnTo>
                  <a:pt x="21600" y="6412"/>
                </a:lnTo>
                <a:lnTo>
                  <a:pt x="19440" y="3037"/>
                </a:lnTo>
                <a:lnTo>
                  <a:pt x="18900" y="2362"/>
                </a:lnTo>
                <a:lnTo>
                  <a:pt x="16740" y="1012"/>
                </a:lnTo>
                <a:lnTo>
                  <a:pt x="15120" y="337"/>
                </a:lnTo>
                <a:lnTo>
                  <a:pt x="124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0" name="Google Shape;2090;p51"/>
          <p:cNvSpPr/>
          <p:nvPr/>
        </p:nvSpPr>
        <p:spPr>
          <a:xfrm>
            <a:off x="15468600" y="9935634"/>
            <a:ext cx="105840" cy="101628"/>
          </a:xfrm>
          <a:custGeom>
            <a:rect b="b" l="l" r="r" t="t"/>
            <a:pathLst>
              <a:path extrusionOk="0" h="21600" w="21600">
                <a:moveTo>
                  <a:pt x="11232" y="21600"/>
                </a:moveTo>
                <a:lnTo>
                  <a:pt x="15552" y="19872"/>
                </a:lnTo>
                <a:lnTo>
                  <a:pt x="18144" y="18144"/>
                </a:lnTo>
                <a:lnTo>
                  <a:pt x="20736" y="14688"/>
                </a:lnTo>
                <a:lnTo>
                  <a:pt x="21600" y="10368"/>
                </a:lnTo>
                <a:lnTo>
                  <a:pt x="20736" y="6048"/>
                </a:lnTo>
                <a:lnTo>
                  <a:pt x="15552" y="864"/>
                </a:lnTo>
                <a:lnTo>
                  <a:pt x="11232" y="0"/>
                </a:lnTo>
                <a:lnTo>
                  <a:pt x="6912" y="864"/>
                </a:lnTo>
                <a:lnTo>
                  <a:pt x="3456" y="3456"/>
                </a:lnTo>
                <a:lnTo>
                  <a:pt x="1728" y="6048"/>
                </a:lnTo>
                <a:lnTo>
                  <a:pt x="0" y="10368"/>
                </a:lnTo>
                <a:lnTo>
                  <a:pt x="1728" y="14688"/>
                </a:lnTo>
                <a:lnTo>
                  <a:pt x="3456" y="18144"/>
                </a:lnTo>
                <a:lnTo>
                  <a:pt x="6912" y="19872"/>
                </a:lnTo>
                <a:lnTo>
                  <a:pt x="11232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1" name="Google Shape;2091;p51"/>
          <p:cNvSpPr/>
          <p:nvPr/>
        </p:nvSpPr>
        <p:spPr>
          <a:xfrm>
            <a:off x="15443200" y="10062634"/>
            <a:ext cx="169344" cy="275184"/>
          </a:xfrm>
          <a:custGeom>
            <a:rect b="b" l="l" r="r" t="t"/>
            <a:pathLst>
              <a:path extrusionOk="0" h="21600" w="21600">
                <a:moveTo>
                  <a:pt x="19938" y="9113"/>
                </a:moveTo>
                <a:lnTo>
                  <a:pt x="17723" y="4050"/>
                </a:lnTo>
                <a:lnTo>
                  <a:pt x="14954" y="675"/>
                </a:lnTo>
                <a:lnTo>
                  <a:pt x="13846" y="337"/>
                </a:lnTo>
                <a:lnTo>
                  <a:pt x="11077" y="0"/>
                </a:lnTo>
                <a:lnTo>
                  <a:pt x="8308" y="337"/>
                </a:lnTo>
                <a:lnTo>
                  <a:pt x="6646" y="675"/>
                </a:lnTo>
                <a:lnTo>
                  <a:pt x="3877" y="4050"/>
                </a:lnTo>
                <a:lnTo>
                  <a:pt x="2215" y="9113"/>
                </a:lnTo>
                <a:lnTo>
                  <a:pt x="0" y="14513"/>
                </a:lnTo>
                <a:lnTo>
                  <a:pt x="0" y="15187"/>
                </a:lnTo>
                <a:lnTo>
                  <a:pt x="554" y="15525"/>
                </a:lnTo>
                <a:lnTo>
                  <a:pt x="1108" y="16537"/>
                </a:lnTo>
                <a:lnTo>
                  <a:pt x="6092" y="16537"/>
                </a:lnTo>
                <a:lnTo>
                  <a:pt x="8308" y="20250"/>
                </a:lnTo>
                <a:lnTo>
                  <a:pt x="9415" y="20925"/>
                </a:lnTo>
                <a:lnTo>
                  <a:pt x="11077" y="21600"/>
                </a:lnTo>
                <a:lnTo>
                  <a:pt x="12185" y="20925"/>
                </a:lnTo>
                <a:lnTo>
                  <a:pt x="13846" y="20250"/>
                </a:lnTo>
                <a:lnTo>
                  <a:pt x="15508" y="16537"/>
                </a:lnTo>
                <a:lnTo>
                  <a:pt x="20492" y="16537"/>
                </a:lnTo>
                <a:lnTo>
                  <a:pt x="21046" y="15525"/>
                </a:lnTo>
                <a:lnTo>
                  <a:pt x="21600" y="15187"/>
                </a:lnTo>
                <a:lnTo>
                  <a:pt x="21600" y="14513"/>
                </a:lnTo>
                <a:lnTo>
                  <a:pt x="19938" y="911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2" name="Google Shape;2092;p51"/>
          <p:cNvSpPr/>
          <p:nvPr/>
        </p:nvSpPr>
        <p:spPr>
          <a:xfrm>
            <a:off x="16548102" y="10206567"/>
            <a:ext cx="88884" cy="8888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0463" y="15120"/>
                </a:lnTo>
                <a:lnTo>
                  <a:pt x="19326" y="18360"/>
                </a:lnTo>
                <a:lnTo>
                  <a:pt x="14779" y="20520"/>
                </a:lnTo>
                <a:lnTo>
                  <a:pt x="10232" y="21600"/>
                </a:lnTo>
                <a:lnTo>
                  <a:pt x="6821" y="20520"/>
                </a:lnTo>
                <a:lnTo>
                  <a:pt x="2274" y="18360"/>
                </a:lnTo>
                <a:lnTo>
                  <a:pt x="1137" y="15120"/>
                </a:lnTo>
                <a:lnTo>
                  <a:pt x="0" y="10800"/>
                </a:lnTo>
                <a:lnTo>
                  <a:pt x="1137" y="6480"/>
                </a:lnTo>
                <a:lnTo>
                  <a:pt x="2274" y="3240"/>
                </a:lnTo>
                <a:lnTo>
                  <a:pt x="6821" y="1080"/>
                </a:lnTo>
                <a:lnTo>
                  <a:pt x="10232" y="0"/>
                </a:lnTo>
                <a:lnTo>
                  <a:pt x="14779" y="1080"/>
                </a:lnTo>
                <a:lnTo>
                  <a:pt x="19326" y="3240"/>
                </a:lnTo>
                <a:lnTo>
                  <a:pt x="20463" y="648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3" name="Google Shape;2093;p51"/>
          <p:cNvSpPr/>
          <p:nvPr/>
        </p:nvSpPr>
        <p:spPr>
          <a:xfrm>
            <a:off x="16679333" y="10206567"/>
            <a:ext cx="88884" cy="8888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0520" y="15120"/>
                </a:lnTo>
                <a:lnTo>
                  <a:pt x="18360" y="18360"/>
                </a:lnTo>
                <a:lnTo>
                  <a:pt x="15120" y="20520"/>
                </a:lnTo>
                <a:lnTo>
                  <a:pt x="10800" y="21600"/>
                </a:lnTo>
                <a:lnTo>
                  <a:pt x="6480" y="20520"/>
                </a:lnTo>
                <a:lnTo>
                  <a:pt x="3240" y="18360"/>
                </a:lnTo>
                <a:lnTo>
                  <a:pt x="1080" y="15120"/>
                </a:lnTo>
                <a:lnTo>
                  <a:pt x="0" y="10800"/>
                </a:lnTo>
                <a:lnTo>
                  <a:pt x="1080" y="6480"/>
                </a:lnTo>
                <a:lnTo>
                  <a:pt x="3240" y="3240"/>
                </a:lnTo>
                <a:lnTo>
                  <a:pt x="6480" y="1080"/>
                </a:lnTo>
                <a:lnTo>
                  <a:pt x="10800" y="0"/>
                </a:lnTo>
                <a:lnTo>
                  <a:pt x="15120" y="1080"/>
                </a:lnTo>
                <a:lnTo>
                  <a:pt x="18360" y="3240"/>
                </a:lnTo>
                <a:lnTo>
                  <a:pt x="20520" y="648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4" name="Google Shape;2094;p51"/>
          <p:cNvSpPr/>
          <p:nvPr/>
        </p:nvSpPr>
        <p:spPr>
          <a:xfrm>
            <a:off x="16560800" y="9867900"/>
            <a:ext cx="118530" cy="131220"/>
          </a:xfrm>
          <a:custGeom>
            <a:rect b="b" l="l" r="r" t="t"/>
            <a:pathLst>
              <a:path extrusionOk="0" h="21600" w="21600">
                <a:moveTo>
                  <a:pt x="20769" y="21600"/>
                </a:moveTo>
                <a:lnTo>
                  <a:pt x="21600" y="21600"/>
                </a:lnTo>
                <a:lnTo>
                  <a:pt x="21600" y="2160"/>
                </a:lnTo>
                <a:lnTo>
                  <a:pt x="20769" y="720"/>
                </a:lnTo>
                <a:lnTo>
                  <a:pt x="19938" y="0"/>
                </a:lnTo>
                <a:lnTo>
                  <a:pt x="13292" y="0"/>
                </a:lnTo>
                <a:lnTo>
                  <a:pt x="6646" y="720"/>
                </a:lnTo>
                <a:lnTo>
                  <a:pt x="0" y="3600"/>
                </a:lnTo>
                <a:lnTo>
                  <a:pt x="20769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5" name="Google Shape;2095;p51"/>
          <p:cNvSpPr/>
          <p:nvPr/>
        </p:nvSpPr>
        <p:spPr>
          <a:xfrm>
            <a:off x="16510000" y="9906000"/>
            <a:ext cx="127008" cy="93150"/>
          </a:xfrm>
          <a:custGeom>
            <a:rect b="b" l="l" r="r" t="t"/>
            <a:pathLst>
              <a:path extrusionOk="0" h="21600" w="21600">
                <a:moveTo>
                  <a:pt x="7200" y="0"/>
                </a:moveTo>
                <a:lnTo>
                  <a:pt x="3600" y="3927"/>
                </a:lnTo>
                <a:lnTo>
                  <a:pt x="1440" y="8836"/>
                </a:lnTo>
                <a:lnTo>
                  <a:pt x="720" y="15709"/>
                </a:lnTo>
                <a:lnTo>
                  <a:pt x="0" y="21600"/>
                </a:lnTo>
                <a:lnTo>
                  <a:pt x="21600" y="21600"/>
                </a:lnTo>
                <a:lnTo>
                  <a:pt x="72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6" name="Google Shape;2096;p51"/>
          <p:cNvSpPr/>
          <p:nvPr/>
        </p:nvSpPr>
        <p:spPr>
          <a:xfrm>
            <a:off x="16510000" y="9935634"/>
            <a:ext cx="376758" cy="258228"/>
          </a:xfrm>
          <a:custGeom>
            <a:rect b="b" l="l" r="r" t="t"/>
            <a:pathLst>
              <a:path extrusionOk="0" h="21600" w="21600">
                <a:moveTo>
                  <a:pt x="16936" y="0"/>
                </a:moveTo>
                <a:lnTo>
                  <a:pt x="16200" y="366"/>
                </a:lnTo>
                <a:lnTo>
                  <a:pt x="15709" y="1464"/>
                </a:lnTo>
                <a:lnTo>
                  <a:pt x="14482" y="7322"/>
                </a:lnTo>
                <a:lnTo>
                  <a:pt x="0" y="7322"/>
                </a:lnTo>
                <a:lnTo>
                  <a:pt x="0" y="9519"/>
                </a:lnTo>
                <a:lnTo>
                  <a:pt x="2455" y="20136"/>
                </a:lnTo>
                <a:lnTo>
                  <a:pt x="2945" y="21234"/>
                </a:lnTo>
                <a:lnTo>
                  <a:pt x="3436" y="21600"/>
                </a:lnTo>
                <a:lnTo>
                  <a:pt x="13255" y="21600"/>
                </a:lnTo>
                <a:lnTo>
                  <a:pt x="13745" y="21234"/>
                </a:lnTo>
                <a:lnTo>
                  <a:pt x="14482" y="20136"/>
                </a:lnTo>
                <a:lnTo>
                  <a:pt x="17673" y="3661"/>
                </a:lnTo>
                <a:lnTo>
                  <a:pt x="21600" y="3661"/>
                </a:lnTo>
                <a:lnTo>
                  <a:pt x="21600" y="0"/>
                </a:lnTo>
                <a:lnTo>
                  <a:pt x="16936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7" name="Google Shape;2097;p51"/>
          <p:cNvSpPr/>
          <p:nvPr/>
        </p:nvSpPr>
        <p:spPr>
          <a:xfrm>
            <a:off x="17470969" y="9829800"/>
            <a:ext cx="503766" cy="270918"/>
          </a:xfrm>
          <a:custGeom>
            <a:rect b="b" l="l" r="r" t="t"/>
            <a:pathLst>
              <a:path extrusionOk="0" h="21600" w="21600">
                <a:moveTo>
                  <a:pt x="11715" y="6750"/>
                </a:moveTo>
                <a:lnTo>
                  <a:pt x="11715" y="0"/>
                </a:lnTo>
                <a:lnTo>
                  <a:pt x="9885" y="0"/>
                </a:lnTo>
                <a:lnTo>
                  <a:pt x="9885" y="6750"/>
                </a:lnTo>
                <a:lnTo>
                  <a:pt x="0" y="6750"/>
                </a:lnTo>
                <a:lnTo>
                  <a:pt x="0" y="10125"/>
                </a:lnTo>
                <a:lnTo>
                  <a:pt x="2563" y="10125"/>
                </a:lnTo>
                <a:lnTo>
                  <a:pt x="2563" y="16875"/>
                </a:lnTo>
                <a:lnTo>
                  <a:pt x="4393" y="16875"/>
                </a:lnTo>
                <a:lnTo>
                  <a:pt x="4393" y="10125"/>
                </a:lnTo>
                <a:lnTo>
                  <a:pt x="9885" y="10125"/>
                </a:lnTo>
                <a:lnTo>
                  <a:pt x="9885" y="21600"/>
                </a:lnTo>
                <a:lnTo>
                  <a:pt x="11715" y="21600"/>
                </a:lnTo>
                <a:lnTo>
                  <a:pt x="11715" y="10125"/>
                </a:lnTo>
                <a:lnTo>
                  <a:pt x="17024" y="10125"/>
                </a:lnTo>
                <a:lnTo>
                  <a:pt x="17024" y="18563"/>
                </a:lnTo>
                <a:lnTo>
                  <a:pt x="18854" y="18563"/>
                </a:lnTo>
                <a:lnTo>
                  <a:pt x="18854" y="10125"/>
                </a:lnTo>
                <a:lnTo>
                  <a:pt x="21600" y="10125"/>
                </a:lnTo>
                <a:lnTo>
                  <a:pt x="21600" y="6750"/>
                </a:lnTo>
                <a:lnTo>
                  <a:pt x="11715" y="675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8" name="Google Shape;2098;p51"/>
          <p:cNvSpPr/>
          <p:nvPr/>
        </p:nvSpPr>
        <p:spPr>
          <a:xfrm>
            <a:off x="17835034" y="10075333"/>
            <a:ext cx="127008" cy="13122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21600"/>
                </a:lnTo>
                <a:lnTo>
                  <a:pt x="10428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9" name="Google Shape;2099;p51"/>
          <p:cNvSpPr/>
          <p:nvPr/>
        </p:nvSpPr>
        <p:spPr>
          <a:xfrm>
            <a:off x="17496369" y="10062634"/>
            <a:ext cx="114318" cy="131220"/>
          </a:xfrm>
          <a:custGeom>
            <a:rect b="b" l="l" r="r" t="t"/>
            <a:pathLst>
              <a:path extrusionOk="0" h="21600" w="21600">
                <a:moveTo>
                  <a:pt x="10428" y="0"/>
                </a:moveTo>
                <a:lnTo>
                  <a:pt x="5959" y="745"/>
                </a:lnTo>
                <a:lnTo>
                  <a:pt x="745" y="5959"/>
                </a:lnTo>
                <a:lnTo>
                  <a:pt x="0" y="10428"/>
                </a:lnTo>
                <a:lnTo>
                  <a:pt x="745" y="14897"/>
                </a:lnTo>
                <a:lnTo>
                  <a:pt x="3724" y="17876"/>
                </a:lnTo>
                <a:lnTo>
                  <a:pt x="5959" y="20855"/>
                </a:lnTo>
                <a:lnTo>
                  <a:pt x="10428" y="21600"/>
                </a:lnTo>
                <a:lnTo>
                  <a:pt x="15641" y="20855"/>
                </a:lnTo>
                <a:lnTo>
                  <a:pt x="17876" y="17876"/>
                </a:lnTo>
                <a:lnTo>
                  <a:pt x="20855" y="14897"/>
                </a:lnTo>
                <a:lnTo>
                  <a:pt x="21600" y="10428"/>
                </a:lnTo>
                <a:lnTo>
                  <a:pt x="20855" y="5959"/>
                </a:lnTo>
                <a:lnTo>
                  <a:pt x="15641" y="745"/>
                </a:lnTo>
                <a:lnTo>
                  <a:pt x="10428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0" name="Google Shape;2100;p51"/>
          <p:cNvSpPr/>
          <p:nvPr/>
        </p:nvSpPr>
        <p:spPr>
          <a:xfrm>
            <a:off x="17665702" y="10130367"/>
            <a:ext cx="127008" cy="20741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720" y="13392"/>
                </a:lnTo>
                <a:lnTo>
                  <a:pt x="2160" y="15984"/>
                </a:lnTo>
                <a:lnTo>
                  <a:pt x="4320" y="17712"/>
                </a:lnTo>
                <a:lnTo>
                  <a:pt x="7200" y="19440"/>
                </a:lnTo>
                <a:lnTo>
                  <a:pt x="10800" y="20304"/>
                </a:lnTo>
                <a:lnTo>
                  <a:pt x="21600" y="21600"/>
                </a:lnTo>
                <a:lnTo>
                  <a:pt x="20160" y="20736"/>
                </a:lnTo>
                <a:lnTo>
                  <a:pt x="18000" y="18144"/>
                </a:lnTo>
                <a:lnTo>
                  <a:pt x="15120" y="15120"/>
                </a:lnTo>
                <a:lnTo>
                  <a:pt x="14400" y="12960"/>
                </a:lnTo>
                <a:lnTo>
                  <a:pt x="14400" y="8640"/>
                </a:lnTo>
                <a:lnTo>
                  <a:pt x="15120" y="6480"/>
                </a:lnTo>
                <a:lnTo>
                  <a:pt x="18000" y="2592"/>
                </a:lnTo>
                <a:lnTo>
                  <a:pt x="20160" y="864"/>
                </a:lnTo>
                <a:lnTo>
                  <a:pt x="21600" y="0"/>
                </a:lnTo>
                <a:lnTo>
                  <a:pt x="10800" y="1296"/>
                </a:lnTo>
                <a:lnTo>
                  <a:pt x="7200" y="2160"/>
                </a:lnTo>
                <a:lnTo>
                  <a:pt x="4320" y="3888"/>
                </a:lnTo>
                <a:lnTo>
                  <a:pt x="2160" y="5616"/>
                </a:lnTo>
                <a:lnTo>
                  <a:pt x="720" y="8208"/>
                </a:lnTo>
                <a:lnTo>
                  <a:pt x="0" y="108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1" name="Google Shape;2101;p51"/>
          <p:cNvSpPr/>
          <p:nvPr/>
        </p:nvSpPr>
        <p:spPr>
          <a:xfrm>
            <a:off x="18808702" y="10143066"/>
            <a:ext cx="101628" cy="88884"/>
          </a:xfrm>
          <a:custGeom>
            <a:rect b="b" l="l" r="r" t="t"/>
            <a:pathLst>
              <a:path extrusionOk="0" h="21600" w="21600">
                <a:moveTo>
                  <a:pt x="0" y="11880"/>
                </a:moveTo>
                <a:lnTo>
                  <a:pt x="17280" y="21600"/>
                </a:lnTo>
                <a:lnTo>
                  <a:pt x="21600" y="0"/>
                </a:lnTo>
                <a:lnTo>
                  <a:pt x="0" y="1188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2" name="Google Shape;2102;p51"/>
          <p:cNvSpPr/>
          <p:nvPr/>
        </p:nvSpPr>
        <p:spPr>
          <a:xfrm>
            <a:off x="18715569" y="9999133"/>
            <a:ext cx="67716" cy="63504"/>
          </a:xfrm>
          <a:custGeom>
            <a:rect b="b" l="l" r="r" t="t"/>
            <a:pathLst>
              <a:path extrusionOk="0" h="21600" w="21600">
                <a:moveTo>
                  <a:pt x="11520" y="21600"/>
                </a:moveTo>
                <a:lnTo>
                  <a:pt x="14400" y="21600"/>
                </a:lnTo>
                <a:lnTo>
                  <a:pt x="18720" y="17280"/>
                </a:lnTo>
                <a:lnTo>
                  <a:pt x="20160" y="14400"/>
                </a:lnTo>
                <a:lnTo>
                  <a:pt x="21600" y="10080"/>
                </a:lnTo>
                <a:lnTo>
                  <a:pt x="20160" y="7200"/>
                </a:lnTo>
                <a:lnTo>
                  <a:pt x="18720" y="2880"/>
                </a:lnTo>
                <a:lnTo>
                  <a:pt x="14400" y="0"/>
                </a:lnTo>
                <a:lnTo>
                  <a:pt x="7200" y="0"/>
                </a:lnTo>
                <a:lnTo>
                  <a:pt x="0" y="7200"/>
                </a:lnTo>
                <a:lnTo>
                  <a:pt x="0" y="14400"/>
                </a:lnTo>
                <a:lnTo>
                  <a:pt x="4320" y="17280"/>
                </a:lnTo>
                <a:lnTo>
                  <a:pt x="7200" y="21600"/>
                </a:lnTo>
                <a:lnTo>
                  <a:pt x="1152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3" name="Google Shape;2103;p51"/>
          <p:cNvSpPr/>
          <p:nvPr/>
        </p:nvSpPr>
        <p:spPr>
          <a:xfrm>
            <a:off x="18584333" y="10143066"/>
            <a:ext cx="287874" cy="194724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665" y="6574"/>
                </a:lnTo>
                <a:lnTo>
                  <a:pt x="1994" y="11739"/>
                </a:lnTo>
                <a:lnTo>
                  <a:pt x="3323" y="15026"/>
                </a:lnTo>
                <a:lnTo>
                  <a:pt x="4652" y="17843"/>
                </a:lnTo>
                <a:lnTo>
                  <a:pt x="6314" y="19722"/>
                </a:lnTo>
                <a:lnTo>
                  <a:pt x="7975" y="20661"/>
                </a:lnTo>
                <a:lnTo>
                  <a:pt x="9969" y="21600"/>
                </a:lnTo>
                <a:lnTo>
                  <a:pt x="12295" y="21600"/>
                </a:lnTo>
                <a:lnTo>
                  <a:pt x="15618" y="20661"/>
                </a:lnTo>
                <a:lnTo>
                  <a:pt x="17945" y="19722"/>
                </a:lnTo>
                <a:lnTo>
                  <a:pt x="19938" y="17374"/>
                </a:lnTo>
                <a:lnTo>
                  <a:pt x="21600" y="13148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4" name="Google Shape;2104;p51"/>
          <p:cNvSpPr/>
          <p:nvPr/>
        </p:nvSpPr>
        <p:spPr>
          <a:xfrm>
            <a:off x="18571634" y="9829800"/>
            <a:ext cx="351378" cy="338688"/>
          </a:xfrm>
          <a:custGeom>
            <a:rect b="b" l="l" r="r" t="t"/>
            <a:pathLst>
              <a:path extrusionOk="0" h="21600" w="21600">
                <a:moveTo>
                  <a:pt x="10937" y="21600"/>
                </a:moveTo>
                <a:lnTo>
                  <a:pt x="21327" y="16952"/>
                </a:lnTo>
                <a:lnTo>
                  <a:pt x="21600" y="12577"/>
                </a:lnTo>
                <a:lnTo>
                  <a:pt x="21600" y="10937"/>
                </a:lnTo>
                <a:lnTo>
                  <a:pt x="21327" y="8476"/>
                </a:lnTo>
                <a:lnTo>
                  <a:pt x="21053" y="6562"/>
                </a:lnTo>
                <a:lnTo>
                  <a:pt x="19959" y="4922"/>
                </a:lnTo>
                <a:lnTo>
                  <a:pt x="18592" y="3008"/>
                </a:lnTo>
                <a:lnTo>
                  <a:pt x="16952" y="1641"/>
                </a:lnTo>
                <a:lnTo>
                  <a:pt x="15311" y="820"/>
                </a:lnTo>
                <a:lnTo>
                  <a:pt x="13124" y="547"/>
                </a:lnTo>
                <a:lnTo>
                  <a:pt x="10937" y="0"/>
                </a:lnTo>
                <a:lnTo>
                  <a:pt x="8476" y="547"/>
                </a:lnTo>
                <a:lnTo>
                  <a:pt x="6562" y="820"/>
                </a:lnTo>
                <a:lnTo>
                  <a:pt x="4648" y="1641"/>
                </a:lnTo>
                <a:lnTo>
                  <a:pt x="3008" y="3008"/>
                </a:lnTo>
                <a:lnTo>
                  <a:pt x="1641" y="4922"/>
                </a:lnTo>
                <a:lnTo>
                  <a:pt x="820" y="6562"/>
                </a:lnTo>
                <a:lnTo>
                  <a:pt x="273" y="8476"/>
                </a:lnTo>
                <a:lnTo>
                  <a:pt x="0" y="10937"/>
                </a:lnTo>
                <a:lnTo>
                  <a:pt x="0" y="12577"/>
                </a:lnTo>
                <a:lnTo>
                  <a:pt x="273" y="16952"/>
                </a:lnTo>
                <a:lnTo>
                  <a:pt x="10937" y="21600"/>
                </a:lnTo>
                <a:close/>
                <a:moveTo>
                  <a:pt x="10937" y="4101"/>
                </a:moveTo>
                <a:lnTo>
                  <a:pt x="12304" y="4101"/>
                </a:lnTo>
                <a:lnTo>
                  <a:pt x="13671" y="4922"/>
                </a:lnTo>
                <a:lnTo>
                  <a:pt x="14491" y="5195"/>
                </a:lnTo>
                <a:lnTo>
                  <a:pt x="15585" y="6015"/>
                </a:lnTo>
                <a:lnTo>
                  <a:pt x="16678" y="7109"/>
                </a:lnTo>
                <a:lnTo>
                  <a:pt x="16952" y="8203"/>
                </a:lnTo>
                <a:lnTo>
                  <a:pt x="17499" y="9570"/>
                </a:lnTo>
                <a:lnTo>
                  <a:pt x="17499" y="12304"/>
                </a:lnTo>
                <a:lnTo>
                  <a:pt x="16952" y="13671"/>
                </a:lnTo>
                <a:lnTo>
                  <a:pt x="16678" y="14491"/>
                </a:lnTo>
                <a:lnTo>
                  <a:pt x="14491" y="16678"/>
                </a:lnTo>
                <a:lnTo>
                  <a:pt x="13671" y="16952"/>
                </a:lnTo>
                <a:lnTo>
                  <a:pt x="12304" y="17499"/>
                </a:lnTo>
                <a:lnTo>
                  <a:pt x="9570" y="17499"/>
                </a:lnTo>
                <a:lnTo>
                  <a:pt x="8203" y="16952"/>
                </a:lnTo>
                <a:lnTo>
                  <a:pt x="7109" y="16678"/>
                </a:lnTo>
                <a:lnTo>
                  <a:pt x="6015" y="15585"/>
                </a:lnTo>
                <a:lnTo>
                  <a:pt x="5195" y="14491"/>
                </a:lnTo>
                <a:lnTo>
                  <a:pt x="4648" y="13671"/>
                </a:lnTo>
                <a:lnTo>
                  <a:pt x="4101" y="12304"/>
                </a:lnTo>
                <a:lnTo>
                  <a:pt x="4101" y="9570"/>
                </a:lnTo>
                <a:lnTo>
                  <a:pt x="4648" y="8203"/>
                </a:lnTo>
                <a:lnTo>
                  <a:pt x="5195" y="7109"/>
                </a:lnTo>
                <a:lnTo>
                  <a:pt x="6015" y="6015"/>
                </a:lnTo>
                <a:lnTo>
                  <a:pt x="7109" y="5195"/>
                </a:lnTo>
                <a:lnTo>
                  <a:pt x="8203" y="4922"/>
                </a:lnTo>
                <a:lnTo>
                  <a:pt x="9570" y="4101"/>
                </a:lnTo>
                <a:lnTo>
                  <a:pt x="10937" y="4101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p51"/>
          <p:cNvSpPr/>
          <p:nvPr/>
        </p:nvSpPr>
        <p:spPr>
          <a:xfrm>
            <a:off x="15455902" y="10960100"/>
            <a:ext cx="427572" cy="338688"/>
          </a:xfrm>
          <a:custGeom>
            <a:rect b="b" l="l" r="r" t="t"/>
            <a:pathLst>
              <a:path extrusionOk="0" h="21600" w="21600">
                <a:moveTo>
                  <a:pt x="16582" y="0"/>
                </a:moveTo>
                <a:lnTo>
                  <a:pt x="2182" y="0"/>
                </a:lnTo>
                <a:lnTo>
                  <a:pt x="436" y="547"/>
                </a:lnTo>
                <a:lnTo>
                  <a:pt x="218" y="1641"/>
                </a:lnTo>
                <a:lnTo>
                  <a:pt x="0" y="2461"/>
                </a:lnTo>
                <a:lnTo>
                  <a:pt x="0" y="18866"/>
                </a:lnTo>
                <a:lnTo>
                  <a:pt x="218" y="19686"/>
                </a:lnTo>
                <a:lnTo>
                  <a:pt x="436" y="20780"/>
                </a:lnTo>
                <a:lnTo>
                  <a:pt x="1309" y="21053"/>
                </a:lnTo>
                <a:lnTo>
                  <a:pt x="2182" y="21600"/>
                </a:lnTo>
                <a:lnTo>
                  <a:pt x="19418" y="21600"/>
                </a:lnTo>
                <a:lnTo>
                  <a:pt x="20073" y="21053"/>
                </a:lnTo>
                <a:lnTo>
                  <a:pt x="20945" y="20780"/>
                </a:lnTo>
                <a:lnTo>
                  <a:pt x="21164" y="19686"/>
                </a:lnTo>
                <a:lnTo>
                  <a:pt x="21600" y="18866"/>
                </a:lnTo>
                <a:lnTo>
                  <a:pt x="21600" y="6015"/>
                </a:lnTo>
                <a:lnTo>
                  <a:pt x="16582" y="0"/>
                </a:lnTo>
                <a:close/>
                <a:moveTo>
                  <a:pt x="15055" y="7929"/>
                </a:moveTo>
                <a:lnTo>
                  <a:pt x="15055" y="1367"/>
                </a:lnTo>
                <a:lnTo>
                  <a:pt x="20509" y="7929"/>
                </a:lnTo>
                <a:lnTo>
                  <a:pt x="15055" y="792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6" name="Google Shape;2106;p51"/>
          <p:cNvSpPr/>
          <p:nvPr/>
        </p:nvSpPr>
        <p:spPr>
          <a:xfrm>
            <a:off x="20624800" y="9867900"/>
            <a:ext cx="351378" cy="427572"/>
          </a:xfrm>
          <a:custGeom>
            <a:rect b="b" l="l" r="r" t="t"/>
            <a:pathLst>
              <a:path extrusionOk="0" h="21600" w="21600">
                <a:moveTo>
                  <a:pt x="15311" y="0"/>
                </a:moveTo>
                <a:lnTo>
                  <a:pt x="2734" y="0"/>
                </a:lnTo>
                <a:lnTo>
                  <a:pt x="1641" y="218"/>
                </a:lnTo>
                <a:lnTo>
                  <a:pt x="547" y="655"/>
                </a:lnTo>
                <a:lnTo>
                  <a:pt x="273" y="1309"/>
                </a:lnTo>
                <a:lnTo>
                  <a:pt x="0" y="2182"/>
                </a:lnTo>
                <a:lnTo>
                  <a:pt x="0" y="19418"/>
                </a:lnTo>
                <a:lnTo>
                  <a:pt x="273" y="20291"/>
                </a:lnTo>
                <a:lnTo>
                  <a:pt x="547" y="20945"/>
                </a:lnTo>
                <a:lnTo>
                  <a:pt x="1641" y="21382"/>
                </a:lnTo>
                <a:lnTo>
                  <a:pt x="2734" y="21600"/>
                </a:lnTo>
                <a:lnTo>
                  <a:pt x="18866" y="21600"/>
                </a:lnTo>
                <a:lnTo>
                  <a:pt x="19959" y="21382"/>
                </a:lnTo>
                <a:lnTo>
                  <a:pt x="20780" y="20945"/>
                </a:lnTo>
                <a:lnTo>
                  <a:pt x="21053" y="20291"/>
                </a:lnTo>
                <a:lnTo>
                  <a:pt x="21600" y="19418"/>
                </a:lnTo>
                <a:lnTo>
                  <a:pt x="21600" y="4800"/>
                </a:lnTo>
                <a:lnTo>
                  <a:pt x="15311" y="0"/>
                </a:lnTo>
                <a:close/>
                <a:moveTo>
                  <a:pt x="4101" y="10691"/>
                </a:moveTo>
                <a:lnTo>
                  <a:pt x="14765" y="10691"/>
                </a:lnTo>
                <a:lnTo>
                  <a:pt x="14765" y="12873"/>
                </a:lnTo>
                <a:lnTo>
                  <a:pt x="4101" y="12873"/>
                </a:lnTo>
                <a:lnTo>
                  <a:pt x="4101" y="10691"/>
                </a:lnTo>
                <a:close/>
                <a:moveTo>
                  <a:pt x="17499" y="17236"/>
                </a:moveTo>
                <a:lnTo>
                  <a:pt x="4101" y="17236"/>
                </a:lnTo>
                <a:lnTo>
                  <a:pt x="4101" y="15055"/>
                </a:lnTo>
                <a:lnTo>
                  <a:pt x="17499" y="15055"/>
                </a:lnTo>
                <a:lnTo>
                  <a:pt x="17499" y="17236"/>
                </a:lnTo>
                <a:close/>
                <a:moveTo>
                  <a:pt x="13397" y="6545"/>
                </a:moveTo>
                <a:lnTo>
                  <a:pt x="13397" y="1091"/>
                </a:lnTo>
                <a:lnTo>
                  <a:pt x="20233" y="6545"/>
                </a:lnTo>
                <a:lnTo>
                  <a:pt x="13397" y="654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7" name="Google Shape;2107;p51"/>
          <p:cNvSpPr/>
          <p:nvPr/>
        </p:nvSpPr>
        <p:spPr>
          <a:xfrm>
            <a:off x="21649267" y="9867900"/>
            <a:ext cx="338688" cy="427572"/>
          </a:xfrm>
          <a:custGeom>
            <a:rect b="b" l="l" r="r" t="t"/>
            <a:pathLst>
              <a:path extrusionOk="0" h="21600" w="21600">
                <a:moveTo>
                  <a:pt x="15508" y="0"/>
                </a:moveTo>
                <a:lnTo>
                  <a:pt x="2492" y="0"/>
                </a:lnTo>
                <a:lnTo>
                  <a:pt x="1662" y="218"/>
                </a:lnTo>
                <a:lnTo>
                  <a:pt x="554" y="655"/>
                </a:lnTo>
                <a:lnTo>
                  <a:pt x="277" y="1309"/>
                </a:lnTo>
                <a:lnTo>
                  <a:pt x="0" y="2182"/>
                </a:lnTo>
                <a:lnTo>
                  <a:pt x="0" y="19418"/>
                </a:lnTo>
                <a:lnTo>
                  <a:pt x="277" y="20291"/>
                </a:lnTo>
                <a:lnTo>
                  <a:pt x="554" y="20945"/>
                </a:lnTo>
                <a:lnTo>
                  <a:pt x="1662" y="21382"/>
                </a:lnTo>
                <a:lnTo>
                  <a:pt x="2492" y="21600"/>
                </a:lnTo>
                <a:lnTo>
                  <a:pt x="19108" y="21600"/>
                </a:lnTo>
                <a:lnTo>
                  <a:pt x="19938" y="21382"/>
                </a:lnTo>
                <a:lnTo>
                  <a:pt x="21046" y="20945"/>
                </a:lnTo>
                <a:lnTo>
                  <a:pt x="21323" y="20291"/>
                </a:lnTo>
                <a:lnTo>
                  <a:pt x="21600" y="19418"/>
                </a:lnTo>
                <a:lnTo>
                  <a:pt x="21600" y="4800"/>
                </a:lnTo>
                <a:lnTo>
                  <a:pt x="15508" y="0"/>
                </a:lnTo>
                <a:close/>
                <a:moveTo>
                  <a:pt x="8031" y="11782"/>
                </a:moveTo>
                <a:lnTo>
                  <a:pt x="5262" y="9818"/>
                </a:lnTo>
                <a:lnTo>
                  <a:pt x="2492" y="11782"/>
                </a:lnTo>
                <a:lnTo>
                  <a:pt x="2492" y="2182"/>
                </a:lnTo>
                <a:lnTo>
                  <a:pt x="8031" y="2182"/>
                </a:lnTo>
                <a:lnTo>
                  <a:pt x="8031" y="11782"/>
                </a:lnTo>
                <a:close/>
                <a:moveTo>
                  <a:pt x="13569" y="6545"/>
                </a:moveTo>
                <a:lnTo>
                  <a:pt x="13569" y="1091"/>
                </a:lnTo>
                <a:lnTo>
                  <a:pt x="20492" y="6545"/>
                </a:lnTo>
                <a:lnTo>
                  <a:pt x="13569" y="654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8" name="Google Shape;2108;p51"/>
          <p:cNvSpPr/>
          <p:nvPr/>
        </p:nvSpPr>
        <p:spPr>
          <a:xfrm>
            <a:off x="22741467" y="9842500"/>
            <a:ext cx="300564" cy="389448"/>
          </a:xfrm>
          <a:custGeom>
            <a:rect b="b" l="l" r="r" t="t"/>
            <a:pathLst>
              <a:path extrusionOk="0" h="21600" w="21600">
                <a:moveTo>
                  <a:pt x="14713" y="0"/>
                </a:moveTo>
                <a:lnTo>
                  <a:pt x="3130" y="0"/>
                </a:lnTo>
                <a:lnTo>
                  <a:pt x="1878" y="243"/>
                </a:lnTo>
                <a:lnTo>
                  <a:pt x="939" y="728"/>
                </a:lnTo>
                <a:lnTo>
                  <a:pt x="313" y="1456"/>
                </a:lnTo>
                <a:lnTo>
                  <a:pt x="0" y="2427"/>
                </a:lnTo>
                <a:lnTo>
                  <a:pt x="0" y="19173"/>
                </a:lnTo>
                <a:lnTo>
                  <a:pt x="313" y="20144"/>
                </a:lnTo>
                <a:lnTo>
                  <a:pt x="939" y="21115"/>
                </a:lnTo>
                <a:lnTo>
                  <a:pt x="1878" y="21357"/>
                </a:lnTo>
                <a:lnTo>
                  <a:pt x="3130" y="21600"/>
                </a:lnTo>
                <a:lnTo>
                  <a:pt x="18470" y="21600"/>
                </a:lnTo>
                <a:lnTo>
                  <a:pt x="20974" y="21115"/>
                </a:lnTo>
                <a:lnTo>
                  <a:pt x="21600" y="19173"/>
                </a:lnTo>
                <a:lnTo>
                  <a:pt x="21600" y="5339"/>
                </a:lnTo>
                <a:lnTo>
                  <a:pt x="14713" y="0"/>
                </a:lnTo>
                <a:close/>
                <a:moveTo>
                  <a:pt x="12522" y="7281"/>
                </a:moveTo>
                <a:lnTo>
                  <a:pt x="12522" y="1213"/>
                </a:lnTo>
                <a:lnTo>
                  <a:pt x="20035" y="7281"/>
                </a:lnTo>
                <a:lnTo>
                  <a:pt x="12522" y="728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9" name="Google Shape;2109;p51"/>
          <p:cNvSpPr/>
          <p:nvPr/>
        </p:nvSpPr>
        <p:spPr>
          <a:xfrm>
            <a:off x="22652569" y="9935634"/>
            <a:ext cx="296352" cy="389448"/>
          </a:xfrm>
          <a:custGeom>
            <a:rect b="b" l="l" r="r" t="t"/>
            <a:pathLst>
              <a:path extrusionOk="0" h="21600" w="21600">
                <a:moveTo>
                  <a:pt x="3130" y="0"/>
                </a:moveTo>
                <a:lnTo>
                  <a:pt x="0" y="0"/>
                </a:lnTo>
                <a:lnTo>
                  <a:pt x="0" y="19173"/>
                </a:lnTo>
                <a:lnTo>
                  <a:pt x="626" y="20144"/>
                </a:lnTo>
                <a:lnTo>
                  <a:pt x="939" y="20872"/>
                </a:lnTo>
                <a:lnTo>
                  <a:pt x="2191" y="21115"/>
                </a:lnTo>
                <a:lnTo>
                  <a:pt x="3130" y="21600"/>
                </a:lnTo>
                <a:lnTo>
                  <a:pt x="21600" y="21600"/>
                </a:lnTo>
                <a:lnTo>
                  <a:pt x="21600" y="19173"/>
                </a:lnTo>
                <a:lnTo>
                  <a:pt x="3130" y="19173"/>
                </a:lnTo>
                <a:lnTo>
                  <a:pt x="313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0" name="Google Shape;2110;p51"/>
          <p:cNvSpPr/>
          <p:nvPr/>
        </p:nvSpPr>
        <p:spPr>
          <a:xfrm>
            <a:off x="13533967" y="10854266"/>
            <a:ext cx="300564" cy="376758"/>
          </a:xfrm>
          <a:custGeom>
            <a:rect b="b" l="l" r="r" t="t"/>
            <a:pathLst>
              <a:path extrusionOk="0" h="21600" w="21600">
                <a:moveTo>
                  <a:pt x="14713" y="0"/>
                </a:moveTo>
                <a:lnTo>
                  <a:pt x="3130" y="0"/>
                </a:lnTo>
                <a:lnTo>
                  <a:pt x="626" y="485"/>
                </a:lnTo>
                <a:lnTo>
                  <a:pt x="0" y="2427"/>
                </a:lnTo>
                <a:lnTo>
                  <a:pt x="0" y="19173"/>
                </a:lnTo>
                <a:lnTo>
                  <a:pt x="313" y="20144"/>
                </a:lnTo>
                <a:lnTo>
                  <a:pt x="626" y="20872"/>
                </a:lnTo>
                <a:lnTo>
                  <a:pt x="1878" y="21357"/>
                </a:lnTo>
                <a:lnTo>
                  <a:pt x="3130" y="21600"/>
                </a:lnTo>
                <a:lnTo>
                  <a:pt x="18470" y="21600"/>
                </a:lnTo>
                <a:lnTo>
                  <a:pt x="19722" y="21357"/>
                </a:lnTo>
                <a:lnTo>
                  <a:pt x="20974" y="20872"/>
                </a:lnTo>
                <a:lnTo>
                  <a:pt x="21287" y="20144"/>
                </a:lnTo>
                <a:lnTo>
                  <a:pt x="21600" y="19173"/>
                </a:lnTo>
                <a:lnTo>
                  <a:pt x="21600" y="5339"/>
                </a:lnTo>
                <a:lnTo>
                  <a:pt x="14713" y="0"/>
                </a:lnTo>
                <a:close/>
                <a:moveTo>
                  <a:pt x="12209" y="7281"/>
                </a:moveTo>
                <a:lnTo>
                  <a:pt x="12209" y="1213"/>
                </a:lnTo>
                <a:lnTo>
                  <a:pt x="20035" y="7281"/>
                </a:lnTo>
                <a:lnTo>
                  <a:pt x="12209" y="728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1" name="Google Shape;2111;p51"/>
          <p:cNvSpPr/>
          <p:nvPr/>
        </p:nvSpPr>
        <p:spPr>
          <a:xfrm>
            <a:off x="13470466" y="10922000"/>
            <a:ext cx="296352" cy="376758"/>
          </a:xfrm>
          <a:custGeom>
            <a:rect b="b" l="l" r="r" t="t"/>
            <a:pathLst>
              <a:path extrusionOk="0" h="21600" w="21600">
                <a:moveTo>
                  <a:pt x="3130" y="0"/>
                </a:moveTo>
                <a:lnTo>
                  <a:pt x="0" y="0"/>
                </a:lnTo>
                <a:lnTo>
                  <a:pt x="0" y="19173"/>
                </a:lnTo>
                <a:lnTo>
                  <a:pt x="313" y="19901"/>
                </a:lnTo>
                <a:lnTo>
                  <a:pt x="939" y="20872"/>
                </a:lnTo>
                <a:lnTo>
                  <a:pt x="1878" y="21115"/>
                </a:lnTo>
                <a:lnTo>
                  <a:pt x="3130" y="21600"/>
                </a:lnTo>
                <a:lnTo>
                  <a:pt x="21600" y="21600"/>
                </a:lnTo>
                <a:lnTo>
                  <a:pt x="21600" y="19173"/>
                </a:lnTo>
                <a:lnTo>
                  <a:pt x="3130" y="19173"/>
                </a:lnTo>
                <a:lnTo>
                  <a:pt x="313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2" name="Google Shape;2112;p51"/>
          <p:cNvSpPr/>
          <p:nvPr/>
        </p:nvSpPr>
        <p:spPr>
          <a:xfrm>
            <a:off x="13402733" y="10985500"/>
            <a:ext cx="300564" cy="376758"/>
          </a:xfrm>
          <a:custGeom>
            <a:rect b="b" l="l" r="r" t="t"/>
            <a:pathLst>
              <a:path extrusionOk="0" h="21600" w="21600">
                <a:moveTo>
                  <a:pt x="3130" y="0"/>
                </a:moveTo>
                <a:lnTo>
                  <a:pt x="0" y="0"/>
                </a:lnTo>
                <a:lnTo>
                  <a:pt x="0" y="19145"/>
                </a:lnTo>
                <a:lnTo>
                  <a:pt x="626" y="20127"/>
                </a:lnTo>
                <a:lnTo>
                  <a:pt x="939" y="21109"/>
                </a:lnTo>
                <a:lnTo>
                  <a:pt x="2191" y="21355"/>
                </a:lnTo>
                <a:lnTo>
                  <a:pt x="3130" y="21600"/>
                </a:lnTo>
                <a:lnTo>
                  <a:pt x="21600" y="21600"/>
                </a:lnTo>
                <a:lnTo>
                  <a:pt x="21600" y="19145"/>
                </a:lnTo>
                <a:lnTo>
                  <a:pt x="3130" y="19145"/>
                </a:lnTo>
                <a:lnTo>
                  <a:pt x="313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p51"/>
          <p:cNvSpPr/>
          <p:nvPr/>
        </p:nvSpPr>
        <p:spPr>
          <a:xfrm>
            <a:off x="19562234" y="10934700"/>
            <a:ext cx="427572" cy="364068"/>
          </a:xfrm>
          <a:custGeom>
            <a:rect b="b" l="l" r="r" t="t"/>
            <a:pathLst>
              <a:path extrusionOk="0" h="21600" w="21600">
                <a:moveTo>
                  <a:pt x="19418" y="3600"/>
                </a:moveTo>
                <a:lnTo>
                  <a:pt x="10691" y="3600"/>
                </a:lnTo>
                <a:lnTo>
                  <a:pt x="9164" y="1286"/>
                </a:lnTo>
                <a:lnTo>
                  <a:pt x="8945" y="771"/>
                </a:lnTo>
                <a:lnTo>
                  <a:pt x="8291" y="257"/>
                </a:lnTo>
                <a:lnTo>
                  <a:pt x="7855" y="0"/>
                </a:lnTo>
                <a:lnTo>
                  <a:pt x="655" y="0"/>
                </a:lnTo>
                <a:lnTo>
                  <a:pt x="218" y="257"/>
                </a:lnTo>
                <a:lnTo>
                  <a:pt x="0" y="514"/>
                </a:lnTo>
                <a:lnTo>
                  <a:pt x="0" y="19029"/>
                </a:lnTo>
                <a:lnTo>
                  <a:pt x="218" y="19800"/>
                </a:lnTo>
                <a:lnTo>
                  <a:pt x="655" y="20829"/>
                </a:lnTo>
                <a:lnTo>
                  <a:pt x="1309" y="21086"/>
                </a:lnTo>
                <a:lnTo>
                  <a:pt x="2182" y="21600"/>
                </a:lnTo>
                <a:lnTo>
                  <a:pt x="19418" y="21600"/>
                </a:lnTo>
                <a:lnTo>
                  <a:pt x="20291" y="21086"/>
                </a:lnTo>
                <a:lnTo>
                  <a:pt x="20945" y="20829"/>
                </a:lnTo>
                <a:lnTo>
                  <a:pt x="21382" y="19800"/>
                </a:lnTo>
                <a:lnTo>
                  <a:pt x="21600" y="19029"/>
                </a:lnTo>
                <a:lnTo>
                  <a:pt x="21600" y="6171"/>
                </a:lnTo>
                <a:lnTo>
                  <a:pt x="21382" y="5400"/>
                </a:lnTo>
                <a:lnTo>
                  <a:pt x="20945" y="4371"/>
                </a:lnTo>
                <a:lnTo>
                  <a:pt x="20291" y="4114"/>
                </a:lnTo>
                <a:lnTo>
                  <a:pt x="19418" y="3600"/>
                </a:lnTo>
                <a:close/>
                <a:moveTo>
                  <a:pt x="15055" y="13886"/>
                </a:moveTo>
                <a:lnTo>
                  <a:pt x="11782" y="13886"/>
                </a:lnTo>
                <a:lnTo>
                  <a:pt x="11782" y="17743"/>
                </a:lnTo>
                <a:lnTo>
                  <a:pt x="9600" y="17743"/>
                </a:lnTo>
                <a:lnTo>
                  <a:pt x="9600" y="13886"/>
                </a:lnTo>
                <a:lnTo>
                  <a:pt x="6545" y="13886"/>
                </a:lnTo>
                <a:lnTo>
                  <a:pt x="6545" y="11314"/>
                </a:lnTo>
                <a:lnTo>
                  <a:pt x="9600" y="11314"/>
                </a:lnTo>
                <a:lnTo>
                  <a:pt x="9600" y="7457"/>
                </a:lnTo>
                <a:lnTo>
                  <a:pt x="11782" y="7457"/>
                </a:lnTo>
                <a:lnTo>
                  <a:pt x="11782" y="11314"/>
                </a:lnTo>
                <a:lnTo>
                  <a:pt x="15055" y="11314"/>
                </a:lnTo>
                <a:lnTo>
                  <a:pt x="15055" y="1388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4" name="Google Shape;2114;p51"/>
          <p:cNvSpPr/>
          <p:nvPr/>
        </p:nvSpPr>
        <p:spPr>
          <a:xfrm>
            <a:off x="21611169" y="10934700"/>
            <a:ext cx="431784" cy="364068"/>
          </a:xfrm>
          <a:custGeom>
            <a:rect b="b" l="l" r="r" t="t"/>
            <a:pathLst>
              <a:path extrusionOk="0" h="21600" w="21600">
                <a:moveTo>
                  <a:pt x="19396" y="3600"/>
                </a:moveTo>
                <a:lnTo>
                  <a:pt x="10800" y="3600"/>
                </a:lnTo>
                <a:lnTo>
                  <a:pt x="9257" y="1286"/>
                </a:lnTo>
                <a:lnTo>
                  <a:pt x="8376" y="257"/>
                </a:lnTo>
                <a:lnTo>
                  <a:pt x="7714" y="0"/>
                </a:lnTo>
                <a:lnTo>
                  <a:pt x="441" y="0"/>
                </a:lnTo>
                <a:lnTo>
                  <a:pt x="0" y="514"/>
                </a:lnTo>
                <a:lnTo>
                  <a:pt x="0" y="19029"/>
                </a:lnTo>
                <a:lnTo>
                  <a:pt x="220" y="19800"/>
                </a:lnTo>
                <a:lnTo>
                  <a:pt x="441" y="20829"/>
                </a:lnTo>
                <a:lnTo>
                  <a:pt x="1322" y="21086"/>
                </a:lnTo>
                <a:lnTo>
                  <a:pt x="2204" y="21600"/>
                </a:lnTo>
                <a:lnTo>
                  <a:pt x="19396" y="21600"/>
                </a:lnTo>
                <a:lnTo>
                  <a:pt x="20278" y="21086"/>
                </a:lnTo>
                <a:lnTo>
                  <a:pt x="21159" y="20829"/>
                </a:lnTo>
                <a:lnTo>
                  <a:pt x="21380" y="19800"/>
                </a:lnTo>
                <a:lnTo>
                  <a:pt x="21600" y="19029"/>
                </a:lnTo>
                <a:lnTo>
                  <a:pt x="21600" y="6171"/>
                </a:lnTo>
                <a:lnTo>
                  <a:pt x="21380" y="5400"/>
                </a:lnTo>
                <a:lnTo>
                  <a:pt x="21159" y="4371"/>
                </a:lnTo>
                <a:lnTo>
                  <a:pt x="20278" y="4114"/>
                </a:lnTo>
                <a:lnTo>
                  <a:pt x="19396" y="3600"/>
                </a:lnTo>
                <a:close/>
                <a:moveTo>
                  <a:pt x="14547" y="15171"/>
                </a:moveTo>
                <a:lnTo>
                  <a:pt x="13004" y="16971"/>
                </a:lnTo>
                <a:lnTo>
                  <a:pt x="10800" y="14400"/>
                </a:lnTo>
                <a:lnTo>
                  <a:pt x="8596" y="16971"/>
                </a:lnTo>
                <a:lnTo>
                  <a:pt x="7053" y="15171"/>
                </a:lnTo>
                <a:lnTo>
                  <a:pt x="9257" y="12600"/>
                </a:lnTo>
                <a:lnTo>
                  <a:pt x="7053" y="10029"/>
                </a:lnTo>
                <a:lnTo>
                  <a:pt x="8596" y="8229"/>
                </a:lnTo>
                <a:lnTo>
                  <a:pt x="10800" y="10800"/>
                </a:lnTo>
                <a:lnTo>
                  <a:pt x="13004" y="8229"/>
                </a:lnTo>
                <a:lnTo>
                  <a:pt x="14547" y="10029"/>
                </a:lnTo>
                <a:lnTo>
                  <a:pt x="12343" y="12600"/>
                </a:lnTo>
                <a:lnTo>
                  <a:pt x="14547" y="1517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5" name="Google Shape;2115;p51"/>
          <p:cNvSpPr/>
          <p:nvPr/>
        </p:nvSpPr>
        <p:spPr>
          <a:xfrm>
            <a:off x="20586702" y="10934700"/>
            <a:ext cx="427572" cy="364068"/>
          </a:xfrm>
          <a:custGeom>
            <a:rect b="b" l="l" r="r" t="t"/>
            <a:pathLst>
              <a:path extrusionOk="0" h="21600" w="21600">
                <a:moveTo>
                  <a:pt x="19418" y="3600"/>
                </a:moveTo>
                <a:lnTo>
                  <a:pt x="10691" y="3600"/>
                </a:lnTo>
                <a:lnTo>
                  <a:pt x="9164" y="1286"/>
                </a:lnTo>
                <a:lnTo>
                  <a:pt x="8945" y="771"/>
                </a:lnTo>
                <a:lnTo>
                  <a:pt x="8291" y="257"/>
                </a:lnTo>
                <a:lnTo>
                  <a:pt x="7855" y="0"/>
                </a:lnTo>
                <a:lnTo>
                  <a:pt x="436" y="0"/>
                </a:lnTo>
                <a:lnTo>
                  <a:pt x="0" y="514"/>
                </a:lnTo>
                <a:lnTo>
                  <a:pt x="0" y="19029"/>
                </a:lnTo>
                <a:lnTo>
                  <a:pt x="218" y="19800"/>
                </a:lnTo>
                <a:lnTo>
                  <a:pt x="436" y="20829"/>
                </a:lnTo>
                <a:lnTo>
                  <a:pt x="1309" y="21086"/>
                </a:lnTo>
                <a:lnTo>
                  <a:pt x="2182" y="21600"/>
                </a:lnTo>
                <a:lnTo>
                  <a:pt x="19418" y="21600"/>
                </a:lnTo>
                <a:lnTo>
                  <a:pt x="20073" y="21086"/>
                </a:lnTo>
                <a:lnTo>
                  <a:pt x="20945" y="20829"/>
                </a:lnTo>
                <a:lnTo>
                  <a:pt x="21164" y="19800"/>
                </a:lnTo>
                <a:lnTo>
                  <a:pt x="21600" y="19029"/>
                </a:lnTo>
                <a:lnTo>
                  <a:pt x="21600" y="6171"/>
                </a:lnTo>
                <a:lnTo>
                  <a:pt x="21164" y="5400"/>
                </a:lnTo>
                <a:lnTo>
                  <a:pt x="20945" y="4371"/>
                </a:lnTo>
                <a:lnTo>
                  <a:pt x="20073" y="4114"/>
                </a:lnTo>
                <a:lnTo>
                  <a:pt x="19418" y="3600"/>
                </a:lnTo>
                <a:close/>
                <a:moveTo>
                  <a:pt x="15055" y="13886"/>
                </a:moveTo>
                <a:lnTo>
                  <a:pt x="6327" y="13886"/>
                </a:lnTo>
                <a:lnTo>
                  <a:pt x="6327" y="11314"/>
                </a:lnTo>
                <a:lnTo>
                  <a:pt x="15055" y="11314"/>
                </a:lnTo>
                <a:lnTo>
                  <a:pt x="15055" y="1388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6" name="Google Shape;2116;p51"/>
          <p:cNvSpPr/>
          <p:nvPr/>
        </p:nvSpPr>
        <p:spPr>
          <a:xfrm>
            <a:off x="22639867" y="10934700"/>
            <a:ext cx="427572" cy="364068"/>
          </a:xfrm>
          <a:custGeom>
            <a:rect b="b" l="l" r="r" t="t"/>
            <a:pathLst>
              <a:path extrusionOk="0" h="21600" w="21600">
                <a:moveTo>
                  <a:pt x="19418" y="3600"/>
                </a:moveTo>
                <a:lnTo>
                  <a:pt x="10909" y="3600"/>
                </a:lnTo>
                <a:lnTo>
                  <a:pt x="9164" y="1286"/>
                </a:lnTo>
                <a:lnTo>
                  <a:pt x="8945" y="771"/>
                </a:lnTo>
                <a:lnTo>
                  <a:pt x="8509" y="257"/>
                </a:lnTo>
                <a:lnTo>
                  <a:pt x="7855" y="0"/>
                </a:lnTo>
                <a:lnTo>
                  <a:pt x="655" y="0"/>
                </a:lnTo>
                <a:lnTo>
                  <a:pt x="436" y="257"/>
                </a:lnTo>
                <a:lnTo>
                  <a:pt x="0" y="514"/>
                </a:lnTo>
                <a:lnTo>
                  <a:pt x="0" y="19029"/>
                </a:lnTo>
                <a:lnTo>
                  <a:pt x="436" y="19800"/>
                </a:lnTo>
                <a:lnTo>
                  <a:pt x="655" y="20829"/>
                </a:lnTo>
                <a:lnTo>
                  <a:pt x="1527" y="21086"/>
                </a:lnTo>
                <a:lnTo>
                  <a:pt x="2182" y="21600"/>
                </a:lnTo>
                <a:lnTo>
                  <a:pt x="19418" y="21600"/>
                </a:lnTo>
                <a:lnTo>
                  <a:pt x="20291" y="21086"/>
                </a:lnTo>
                <a:lnTo>
                  <a:pt x="21164" y="20829"/>
                </a:lnTo>
                <a:lnTo>
                  <a:pt x="21382" y="19800"/>
                </a:lnTo>
                <a:lnTo>
                  <a:pt x="21600" y="19029"/>
                </a:lnTo>
                <a:lnTo>
                  <a:pt x="21600" y="6171"/>
                </a:lnTo>
                <a:lnTo>
                  <a:pt x="21382" y="5400"/>
                </a:lnTo>
                <a:lnTo>
                  <a:pt x="21164" y="4371"/>
                </a:lnTo>
                <a:lnTo>
                  <a:pt x="20291" y="4114"/>
                </a:lnTo>
                <a:lnTo>
                  <a:pt x="19418" y="3600"/>
                </a:lnTo>
                <a:close/>
                <a:moveTo>
                  <a:pt x="9818" y="16971"/>
                </a:moveTo>
                <a:lnTo>
                  <a:pt x="5673" y="12343"/>
                </a:lnTo>
                <a:lnTo>
                  <a:pt x="7418" y="10286"/>
                </a:lnTo>
                <a:lnTo>
                  <a:pt x="9818" y="13114"/>
                </a:lnTo>
                <a:lnTo>
                  <a:pt x="14400" y="7971"/>
                </a:lnTo>
                <a:lnTo>
                  <a:pt x="15927" y="9771"/>
                </a:lnTo>
                <a:lnTo>
                  <a:pt x="9818" y="1697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7" name="Google Shape;2117;p51"/>
          <p:cNvSpPr/>
          <p:nvPr/>
        </p:nvSpPr>
        <p:spPr>
          <a:xfrm>
            <a:off x="14664266" y="10934700"/>
            <a:ext cx="245538" cy="389448"/>
          </a:xfrm>
          <a:custGeom>
            <a:rect b="b" l="l" r="r" t="t"/>
            <a:pathLst>
              <a:path extrusionOk="0" h="21600" w="21600">
                <a:moveTo>
                  <a:pt x="14531" y="0"/>
                </a:moveTo>
                <a:lnTo>
                  <a:pt x="0" y="0"/>
                </a:lnTo>
                <a:lnTo>
                  <a:pt x="0" y="21600"/>
                </a:lnTo>
                <a:lnTo>
                  <a:pt x="17673" y="21600"/>
                </a:lnTo>
                <a:lnTo>
                  <a:pt x="19244" y="21355"/>
                </a:lnTo>
                <a:lnTo>
                  <a:pt x="20422" y="21109"/>
                </a:lnTo>
                <a:lnTo>
                  <a:pt x="20815" y="20127"/>
                </a:lnTo>
                <a:lnTo>
                  <a:pt x="21600" y="19391"/>
                </a:lnTo>
                <a:lnTo>
                  <a:pt x="21600" y="4173"/>
                </a:lnTo>
                <a:lnTo>
                  <a:pt x="14531" y="0"/>
                </a:lnTo>
                <a:close/>
                <a:moveTo>
                  <a:pt x="9818" y="7118"/>
                </a:moveTo>
                <a:lnTo>
                  <a:pt x="9818" y="1227"/>
                </a:lnTo>
                <a:lnTo>
                  <a:pt x="19636" y="7118"/>
                </a:lnTo>
                <a:lnTo>
                  <a:pt x="9818" y="71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8" name="Google Shape;2118;p51"/>
          <p:cNvSpPr/>
          <p:nvPr/>
        </p:nvSpPr>
        <p:spPr>
          <a:xfrm>
            <a:off x="14393333" y="10934700"/>
            <a:ext cx="232848" cy="389448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7069" y="0"/>
                </a:lnTo>
                <a:lnTo>
                  <a:pt x="0" y="4173"/>
                </a:lnTo>
                <a:lnTo>
                  <a:pt x="0" y="19391"/>
                </a:lnTo>
                <a:lnTo>
                  <a:pt x="785" y="20127"/>
                </a:lnTo>
                <a:lnTo>
                  <a:pt x="1178" y="21109"/>
                </a:lnTo>
                <a:lnTo>
                  <a:pt x="2356" y="21355"/>
                </a:lnTo>
                <a:lnTo>
                  <a:pt x="3927" y="21600"/>
                </a:lnTo>
                <a:lnTo>
                  <a:pt x="21600" y="21600"/>
                </a:lnTo>
                <a:lnTo>
                  <a:pt x="21600" y="0"/>
                </a:lnTo>
                <a:close/>
                <a:moveTo>
                  <a:pt x="11782" y="7118"/>
                </a:moveTo>
                <a:lnTo>
                  <a:pt x="1964" y="7118"/>
                </a:lnTo>
                <a:lnTo>
                  <a:pt x="11782" y="1227"/>
                </a:lnTo>
                <a:lnTo>
                  <a:pt x="11782" y="71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9" name="Google Shape;2119;p51"/>
          <p:cNvSpPr/>
          <p:nvPr/>
        </p:nvSpPr>
        <p:spPr>
          <a:xfrm>
            <a:off x="17572569" y="11167533"/>
            <a:ext cx="325944" cy="169344"/>
          </a:xfrm>
          <a:custGeom>
            <a:rect b="b" l="l" r="r" t="t"/>
            <a:pathLst>
              <a:path extrusionOk="0" h="21600" w="21600">
                <a:moveTo>
                  <a:pt x="20141" y="8308"/>
                </a:moveTo>
                <a:lnTo>
                  <a:pt x="7881" y="8308"/>
                </a:lnTo>
                <a:lnTo>
                  <a:pt x="8465" y="7754"/>
                </a:lnTo>
                <a:lnTo>
                  <a:pt x="8757" y="6646"/>
                </a:lnTo>
                <a:lnTo>
                  <a:pt x="8757" y="3877"/>
                </a:lnTo>
                <a:lnTo>
                  <a:pt x="7005" y="554"/>
                </a:lnTo>
                <a:lnTo>
                  <a:pt x="6130" y="0"/>
                </a:lnTo>
                <a:lnTo>
                  <a:pt x="5546" y="0"/>
                </a:lnTo>
                <a:lnTo>
                  <a:pt x="0" y="3877"/>
                </a:lnTo>
                <a:lnTo>
                  <a:pt x="0" y="21600"/>
                </a:lnTo>
                <a:lnTo>
                  <a:pt x="16638" y="21600"/>
                </a:lnTo>
                <a:lnTo>
                  <a:pt x="21308" y="12738"/>
                </a:lnTo>
                <a:lnTo>
                  <a:pt x="21600" y="11631"/>
                </a:lnTo>
                <a:lnTo>
                  <a:pt x="21600" y="9415"/>
                </a:lnTo>
                <a:lnTo>
                  <a:pt x="21016" y="8862"/>
                </a:lnTo>
                <a:lnTo>
                  <a:pt x="20141" y="830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0" name="Google Shape;2120;p51"/>
          <p:cNvSpPr/>
          <p:nvPr/>
        </p:nvSpPr>
        <p:spPr>
          <a:xfrm>
            <a:off x="17470969" y="11167533"/>
            <a:ext cx="76194" cy="194724"/>
          </a:xfrm>
          <a:custGeom>
            <a:rect b="b" l="l" r="r" t="t"/>
            <a:pathLst>
              <a:path extrusionOk="0" h="21600" w="21600">
                <a:moveTo>
                  <a:pt x="15916" y="0"/>
                </a:moveTo>
                <a:lnTo>
                  <a:pt x="2274" y="0"/>
                </a:lnTo>
                <a:lnTo>
                  <a:pt x="0" y="982"/>
                </a:lnTo>
                <a:lnTo>
                  <a:pt x="0" y="20618"/>
                </a:lnTo>
                <a:lnTo>
                  <a:pt x="2274" y="21600"/>
                </a:lnTo>
                <a:lnTo>
                  <a:pt x="19326" y="21600"/>
                </a:lnTo>
                <a:lnTo>
                  <a:pt x="21600" y="20618"/>
                </a:lnTo>
                <a:lnTo>
                  <a:pt x="21600" y="982"/>
                </a:lnTo>
                <a:lnTo>
                  <a:pt x="19326" y="0"/>
                </a:lnTo>
                <a:lnTo>
                  <a:pt x="15916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1" name="Google Shape;2121;p51"/>
          <p:cNvSpPr/>
          <p:nvPr/>
        </p:nvSpPr>
        <p:spPr>
          <a:xfrm>
            <a:off x="17729200" y="10854266"/>
            <a:ext cx="232848" cy="275184"/>
          </a:xfrm>
          <a:custGeom>
            <a:rect b="b" l="l" r="r" t="t"/>
            <a:pathLst>
              <a:path extrusionOk="0" h="21600" w="21600">
                <a:moveTo>
                  <a:pt x="17600" y="0"/>
                </a:moveTo>
                <a:lnTo>
                  <a:pt x="4000" y="0"/>
                </a:lnTo>
                <a:lnTo>
                  <a:pt x="800" y="675"/>
                </a:lnTo>
                <a:lnTo>
                  <a:pt x="0" y="3375"/>
                </a:lnTo>
                <a:lnTo>
                  <a:pt x="0" y="18225"/>
                </a:lnTo>
                <a:lnTo>
                  <a:pt x="800" y="20925"/>
                </a:lnTo>
                <a:lnTo>
                  <a:pt x="4000" y="21600"/>
                </a:lnTo>
                <a:lnTo>
                  <a:pt x="17600" y="21600"/>
                </a:lnTo>
                <a:lnTo>
                  <a:pt x="20800" y="20925"/>
                </a:lnTo>
                <a:lnTo>
                  <a:pt x="21600" y="18225"/>
                </a:lnTo>
                <a:lnTo>
                  <a:pt x="21600" y="3375"/>
                </a:lnTo>
                <a:lnTo>
                  <a:pt x="20800" y="675"/>
                </a:lnTo>
                <a:lnTo>
                  <a:pt x="17600" y="0"/>
                </a:lnTo>
                <a:close/>
                <a:moveTo>
                  <a:pt x="4000" y="5062"/>
                </a:moveTo>
                <a:lnTo>
                  <a:pt x="11600" y="5062"/>
                </a:lnTo>
                <a:lnTo>
                  <a:pt x="11600" y="6750"/>
                </a:lnTo>
                <a:lnTo>
                  <a:pt x="4000" y="6750"/>
                </a:lnTo>
                <a:lnTo>
                  <a:pt x="4000" y="5062"/>
                </a:lnTo>
                <a:close/>
                <a:moveTo>
                  <a:pt x="15600" y="16537"/>
                </a:moveTo>
                <a:lnTo>
                  <a:pt x="4000" y="16537"/>
                </a:lnTo>
                <a:lnTo>
                  <a:pt x="4000" y="14850"/>
                </a:lnTo>
                <a:lnTo>
                  <a:pt x="15600" y="14850"/>
                </a:lnTo>
                <a:lnTo>
                  <a:pt x="15600" y="16537"/>
                </a:lnTo>
                <a:close/>
                <a:moveTo>
                  <a:pt x="15600" y="11475"/>
                </a:moveTo>
                <a:lnTo>
                  <a:pt x="4000" y="11475"/>
                </a:lnTo>
                <a:lnTo>
                  <a:pt x="4000" y="10125"/>
                </a:lnTo>
                <a:lnTo>
                  <a:pt x="15600" y="10125"/>
                </a:lnTo>
                <a:lnTo>
                  <a:pt x="15600" y="1147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2" name="Google Shape;2122;p51"/>
          <p:cNvSpPr/>
          <p:nvPr/>
        </p:nvSpPr>
        <p:spPr>
          <a:xfrm>
            <a:off x="18821400" y="10879666"/>
            <a:ext cx="139698" cy="143910"/>
          </a:xfrm>
          <a:custGeom>
            <a:rect b="b" l="l" r="r" t="t"/>
            <a:pathLst>
              <a:path extrusionOk="0" h="21600" w="21600">
                <a:moveTo>
                  <a:pt x="15055" y="2618"/>
                </a:moveTo>
                <a:lnTo>
                  <a:pt x="15055" y="10473"/>
                </a:lnTo>
                <a:lnTo>
                  <a:pt x="4582" y="0"/>
                </a:lnTo>
                <a:lnTo>
                  <a:pt x="0" y="5236"/>
                </a:lnTo>
                <a:lnTo>
                  <a:pt x="10473" y="15709"/>
                </a:lnTo>
                <a:lnTo>
                  <a:pt x="1964" y="15709"/>
                </a:lnTo>
                <a:lnTo>
                  <a:pt x="1964" y="21600"/>
                </a:lnTo>
                <a:lnTo>
                  <a:pt x="21600" y="21600"/>
                </a:lnTo>
                <a:lnTo>
                  <a:pt x="21600" y="2618"/>
                </a:lnTo>
                <a:lnTo>
                  <a:pt x="15055" y="26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3" name="Google Shape;2123;p51"/>
          <p:cNvSpPr/>
          <p:nvPr/>
        </p:nvSpPr>
        <p:spPr>
          <a:xfrm>
            <a:off x="18533533" y="11192933"/>
            <a:ext cx="143910" cy="143910"/>
          </a:xfrm>
          <a:custGeom>
            <a:rect b="b" l="l" r="r" t="t"/>
            <a:pathLst>
              <a:path extrusionOk="0" h="21600" w="21600">
                <a:moveTo>
                  <a:pt x="19059" y="6545"/>
                </a:moveTo>
                <a:lnTo>
                  <a:pt x="19059" y="0"/>
                </a:lnTo>
                <a:lnTo>
                  <a:pt x="0" y="0"/>
                </a:lnTo>
                <a:lnTo>
                  <a:pt x="0" y="18982"/>
                </a:lnTo>
                <a:lnTo>
                  <a:pt x="6353" y="18982"/>
                </a:lnTo>
                <a:lnTo>
                  <a:pt x="6353" y="11127"/>
                </a:lnTo>
                <a:lnTo>
                  <a:pt x="16518" y="21600"/>
                </a:lnTo>
                <a:lnTo>
                  <a:pt x="21600" y="17018"/>
                </a:lnTo>
                <a:lnTo>
                  <a:pt x="11435" y="6545"/>
                </a:lnTo>
                <a:lnTo>
                  <a:pt x="19059" y="654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4" name="Google Shape;2124;p51"/>
          <p:cNvSpPr/>
          <p:nvPr/>
        </p:nvSpPr>
        <p:spPr>
          <a:xfrm>
            <a:off x="18558933" y="10896600"/>
            <a:ext cx="237060" cy="270918"/>
          </a:xfrm>
          <a:custGeom>
            <a:rect b="b" l="l" r="r" t="t"/>
            <a:pathLst>
              <a:path extrusionOk="0" h="21600" w="21600">
                <a:moveTo>
                  <a:pt x="3927" y="21600"/>
                </a:moveTo>
                <a:lnTo>
                  <a:pt x="9818" y="21600"/>
                </a:lnTo>
                <a:lnTo>
                  <a:pt x="9818" y="11475"/>
                </a:lnTo>
                <a:lnTo>
                  <a:pt x="10211" y="10462"/>
                </a:lnTo>
                <a:lnTo>
                  <a:pt x="10604" y="9112"/>
                </a:lnTo>
                <a:lnTo>
                  <a:pt x="12175" y="8775"/>
                </a:lnTo>
                <a:lnTo>
                  <a:pt x="13745" y="8100"/>
                </a:lnTo>
                <a:lnTo>
                  <a:pt x="21600" y="8100"/>
                </a:lnTo>
                <a:lnTo>
                  <a:pt x="21600" y="3375"/>
                </a:lnTo>
                <a:lnTo>
                  <a:pt x="20815" y="2025"/>
                </a:lnTo>
                <a:lnTo>
                  <a:pt x="20422" y="675"/>
                </a:lnTo>
                <a:lnTo>
                  <a:pt x="18851" y="337"/>
                </a:lnTo>
                <a:lnTo>
                  <a:pt x="17673" y="0"/>
                </a:lnTo>
                <a:lnTo>
                  <a:pt x="3927" y="0"/>
                </a:lnTo>
                <a:lnTo>
                  <a:pt x="2356" y="337"/>
                </a:lnTo>
                <a:lnTo>
                  <a:pt x="1178" y="675"/>
                </a:lnTo>
                <a:lnTo>
                  <a:pt x="393" y="2025"/>
                </a:lnTo>
                <a:lnTo>
                  <a:pt x="0" y="3375"/>
                </a:lnTo>
                <a:lnTo>
                  <a:pt x="0" y="18225"/>
                </a:lnTo>
                <a:lnTo>
                  <a:pt x="393" y="19575"/>
                </a:lnTo>
                <a:lnTo>
                  <a:pt x="1178" y="20588"/>
                </a:lnTo>
                <a:lnTo>
                  <a:pt x="2356" y="21263"/>
                </a:lnTo>
                <a:lnTo>
                  <a:pt x="3927" y="21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5" name="Google Shape;2125;p51"/>
          <p:cNvSpPr/>
          <p:nvPr/>
        </p:nvSpPr>
        <p:spPr>
          <a:xfrm>
            <a:off x="18702866" y="11036300"/>
            <a:ext cx="232848" cy="287874"/>
          </a:xfrm>
          <a:custGeom>
            <a:rect b="b" l="l" r="r" t="t"/>
            <a:pathLst>
              <a:path extrusionOk="0" h="21600" w="21600">
                <a:moveTo>
                  <a:pt x="17600" y="0"/>
                </a:moveTo>
                <a:lnTo>
                  <a:pt x="4000" y="0"/>
                </a:lnTo>
                <a:lnTo>
                  <a:pt x="2400" y="675"/>
                </a:lnTo>
                <a:lnTo>
                  <a:pt x="800" y="1013"/>
                </a:lnTo>
                <a:lnTo>
                  <a:pt x="400" y="2363"/>
                </a:lnTo>
                <a:lnTo>
                  <a:pt x="0" y="3375"/>
                </a:lnTo>
                <a:lnTo>
                  <a:pt x="0" y="18562"/>
                </a:lnTo>
                <a:lnTo>
                  <a:pt x="400" y="19575"/>
                </a:lnTo>
                <a:lnTo>
                  <a:pt x="800" y="20925"/>
                </a:lnTo>
                <a:lnTo>
                  <a:pt x="4000" y="21600"/>
                </a:lnTo>
                <a:lnTo>
                  <a:pt x="17600" y="21600"/>
                </a:lnTo>
                <a:lnTo>
                  <a:pt x="20800" y="20925"/>
                </a:lnTo>
                <a:lnTo>
                  <a:pt x="21200" y="19575"/>
                </a:lnTo>
                <a:lnTo>
                  <a:pt x="21600" y="18562"/>
                </a:lnTo>
                <a:lnTo>
                  <a:pt x="21600" y="3375"/>
                </a:lnTo>
                <a:lnTo>
                  <a:pt x="21200" y="2363"/>
                </a:lnTo>
                <a:lnTo>
                  <a:pt x="20800" y="1013"/>
                </a:lnTo>
                <a:lnTo>
                  <a:pt x="19200" y="675"/>
                </a:lnTo>
                <a:lnTo>
                  <a:pt x="17600" y="0"/>
                </a:lnTo>
                <a:close/>
                <a:moveTo>
                  <a:pt x="4000" y="5063"/>
                </a:moveTo>
                <a:lnTo>
                  <a:pt x="11600" y="5063"/>
                </a:lnTo>
                <a:lnTo>
                  <a:pt x="11600" y="6750"/>
                </a:lnTo>
                <a:lnTo>
                  <a:pt x="4000" y="6750"/>
                </a:lnTo>
                <a:lnTo>
                  <a:pt x="4000" y="5063"/>
                </a:lnTo>
                <a:close/>
                <a:moveTo>
                  <a:pt x="17600" y="16875"/>
                </a:moveTo>
                <a:lnTo>
                  <a:pt x="4000" y="16875"/>
                </a:lnTo>
                <a:lnTo>
                  <a:pt x="4000" y="15187"/>
                </a:lnTo>
                <a:lnTo>
                  <a:pt x="17600" y="15187"/>
                </a:lnTo>
                <a:lnTo>
                  <a:pt x="17600" y="16875"/>
                </a:lnTo>
                <a:close/>
                <a:moveTo>
                  <a:pt x="17600" y="11812"/>
                </a:moveTo>
                <a:lnTo>
                  <a:pt x="4000" y="11812"/>
                </a:lnTo>
                <a:lnTo>
                  <a:pt x="4000" y="10125"/>
                </a:lnTo>
                <a:lnTo>
                  <a:pt x="17600" y="10125"/>
                </a:lnTo>
                <a:lnTo>
                  <a:pt x="17600" y="1181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6" name="Google Shape;2126;p51"/>
          <p:cNvSpPr/>
          <p:nvPr/>
        </p:nvSpPr>
        <p:spPr>
          <a:xfrm>
            <a:off x="16467666" y="10854266"/>
            <a:ext cx="211680" cy="237060"/>
          </a:xfrm>
          <a:custGeom>
            <a:rect b="b" l="l" r="r" t="t"/>
            <a:pathLst>
              <a:path extrusionOk="0" h="21600" w="21600">
                <a:moveTo>
                  <a:pt x="17192" y="0"/>
                </a:moveTo>
                <a:lnTo>
                  <a:pt x="4408" y="0"/>
                </a:lnTo>
                <a:lnTo>
                  <a:pt x="882" y="800"/>
                </a:lnTo>
                <a:lnTo>
                  <a:pt x="0" y="4000"/>
                </a:lnTo>
                <a:lnTo>
                  <a:pt x="0" y="17600"/>
                </a:lnTo>
                <a:lnTo>
                  <a:pt x="882" y="20800"/>
                </a:lnTo>
                <a:lnTo>
                  <a:pt x="4408" y="21600"/>
                </a:lnTo>
                <a:lnTo>
                  <a:pt x="17192" y="21600"/>
                </a:lnTo>
                <a:lnTo>
                  <a:pt x="20718" y="20800"/>
                </a:lnTo>
                <a:lnTo>
                  <a:pt x="21600" y="17600"/>
                </a:lnTo>
                <a:lnTo>
                  <a:pt x="21600" y="4000"/>
                </a:lnTo>
                <a:lnTo>
                  <a:pt x="20718" y="800"/>
                </a:lnTo>
                <a:lnTo>
                  <a:pt x="17192" y="0"/>
                </a:lnTo>
                <a:close/>
                <a:moveTo>
                  <a:pt x="4408" y="8000"/>
                </a:moveTo>
                <a:lnTo>
                  <a:pt x="12784" y="8000"/>
                </a:lnTo>
                <a:lnTo>
                  <a:pt x="12784" y="10000"/>
                </a:lnTo>
                <a:lnTo>
                  <a:pt x="4408" y="10000"/>
                </a:lnTo>
                <a:lnTo>
                  <a:pt x="4408" y="8000"/>
                </a:lnTo>
                <a:close/>
                <a:moveTo>
                  <a:pt x="17192" y="15600"/>
                </a:moveTo>
                <a:lnTo>
                  <a:pt x="4408" y="15600"/>
                </a:lnTo>
                <a:lnTo>
                  <a:pt x="4408" y="13600"/>
                </a:lnTo>
                <a:lnTo>
                  <a:pt x="17192" y="13600"/>
                </a:lnTo>
                <a:lnTo>
                  <a:pt x="17192" y="15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7" name="Google Shape;2127;p51"/>
          <p:cNvSpPr/>
          <p:nvPr/>
        </p:nvSpPr>
        <p:spPr>
          <a:xfrm>
            <a:off x="16717433" y="10854266"/>
            <a:ext cx="220158" cy="237060"/>
          </a:xfrm>
          <a:custGeom>
            <a:rect b="b" l="l" r="r" t="t"/>
            <a:pathLst>
              <a:path extrusionOk="0" h="21600" w="21600">
                <a:moveTo>
                  <a:pt x="17192" y="0"/>
                </a:moveTo>
                <a:lnTo>
                  <a:pt x="4408" y="0"/>
                </a:lnTo>
                <a:lnTo>
                  <a:pt x="882" y="800"/>
                </a:lnTo>
                <a:lnTo>
                  <a:pt x="0" y="4000"/>
                </a:lnTo>
                <a:lnTo>
                  <a:pt x="0" y="17600"/>
                </a:lnTo>
                <a:lnTo>
                  <a:pt x="882" y="20800"/>
                </a:lnTo>
                <a:lnTo>
                  <a:pt x="4408" y="21600"/>
                </a:lnTo>
                <a:lnTo>
                  <a:pt x="17192" y="21600"/>
                </a:lnTo>
                <a:lnTo>
                  <a:pt x="20718" y="20800"/>
                </a:lnTo>
                <a:lnTo>
                  <a:pt x="21600" y="17600"/>
                </a:lnTo>
                <a:lnTo>
                  <a:pt x="21600" y="4000"/>
                </a:lnTo>
                <a:lnTo>
                  <a:pt x="20718" y="800"/>
                </a:lnTo>
                <a:lnTo>
                  <a:pt x="17192" y="0"/>
                </a:lnTo>
                <a:close/>
                <a:moveTo>
                  <a:pt x="4408" y="8000"/>
                </a:moveTo>
                <a:lnTo>
                  <a:pt x="13224" y="8000"/>
                </a:lnTo>
                <a:lnTo>
                  <a:pt x="13224" y="10000"/>
                </a:lnTo>
                <a:lnTo>
                  <a:pt x="4408" y="10000"/>
                </a:lnTo>
                <a:lnTo>
                  <a:pt x="4408" y="8000"/>
                </a:lnTo>
                <a:close/>
                <a:moveTo>
                  <a:pt x="17192" y="15600"/>
                </a:moveTo>
                <a:lnTo>
                  <a:pt x="4408" y="15600"/>
                </a:lnTo>
                <a:lnTo>
                  <a:pt x="4408" y="13600"/>
                </a:lnTo>
                <a:lnTo>
                  <a:pt x="17192" y="13600"/>
                </a:lnTo>
                <a:lnTo>
                  <a:pt x="17192" y="15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8" name="Google Shape;2128;p51"/>
          <p:cNvSpPr/>
          <p:nvPr/>
        </p:nvSpPr>
        <p:spPr>
          <a:xfrm>
            <a:off x="16467666" y="11129434"/>
            <a:ext cx="211680" cy="232848"/>
          </a:xfrm>
          <a:custGeom>
            <a:rect b="b" l="l" r="r" t="t"/>
            <a:pathLst>
              <a:path extrusionOk="0" h="21600" w="21600">
                <a:moveTo>
                  <a:pt x="17192" y="0"/>
                </a:moveTo>
                <a:lnTo>
                  <a:pt x="4408" y="0"/>
                </a:lnTo>
                <a:lnTo>
                  <a:pt x="2645" y="400"/>
                </a:lnTo>
                <a:lnTo>
                  <a:pt x="882" y="1200"/>
                </a:lnTo>
                <a:lnTo>
                  <a:pt x="441" y="2400"/>
                </a:lnTo>
                <a:lnTo>
                  <a:pt x="0" y="4000"/>
                </a:lnTo>
                <a:lnTo>
                  <a:pt x="0" y="17600"/>
                </a:lnTo>
                <a:lnTo>
                  <a:pt x="882" y="20800"/>
                </a:lnTo>
                <a:lnTo>
                  <a:pt x="4408" y="21600"/>
                </a:lnTo>
                <a:lnTo>
                  <a:pt x="17192" y="21600"/>
                </a:lnTo>
                <a:lnTo>
                  <a:pt x="20718" y="20800"/>
                </a:lnTo>
                <a:lnTo>
                  <a:pt x="21600" y="17600"/>
                </a:lnTo>
                <a:lnTo>
                  <a:pt x="21600" y="4000"/>
                </a:lnTo>
                <a:lnTo>
                  <a:pt x="21159" y="2400"/>
                </a:lnTo>
                <a:lnTo>
                  <a:pt x="20718" y="1200"/>
                </a:lnTo>
                <a:lnTo>
                  <a:pt x="18955" y="400"/>
                </a:lnTo>
                <a:lnTo>
                  <a:pt x="17192" y="0"/>
                </a:lnTo>
                <a:close/>
                <a:moveTo>
                  <a:pt x="4408" y="8000"/>
                </a:moveTo>
                <a:lnTo>
                  <a:pt x="12784" y="8000"/>
                </a:lnTo>
                <a:lnTo>
                  <a:pt x="12784" y="10000"/>
                </a:lnTo>
                <a:lnTo>
                  <a:pt x="4408" y="10000"/>
                </a:lnTo>
                <a:lnTo>
                  <a:pt x="4408" y="8000"/>
                </a:lnTo>
                <a:close/>
                <a:moveTo>
                  <a:pt x="17192" y="16000"/>
                </a:moveTo>
                <a:lnTo>
                  <a:pt x="4408" y="16000"/>
                </a:lnTo>
                <a:lnTo>
                  <a:pt x="4408" y="14000"/>
                </a:lnTo>
                <a:lnTo>
                  <a:pt x="17192" y="14000"/>
                </a:lnTo>
                <a:lnTo>
                  <a:pt x="17192" y="160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9" name="Google Shape;2129;p51"/>
          <p:cNvSpPr/>
          <p:nvPr/>
        </p:nvSpPr>
        <p:spPr>
          <a:xfrm>
            <a:off x="16717433" y="11129434"/>
            <a:ext cx="220158" cy="232848"/>
          </a:xfrm>
          <a:custGeom>
            <a:rect b="b" l="l" r="r" t="t"/>
            <a:pathLst>
              <a:path extrusionOk="0" h="21600" w="21600">
                <a:moveTo>
                  <a:pt x="17192" y="0"/>
                </a:moveTo>
                <a:lnTo>
                  <a:pt x="4408" y="0"/>
                </a:lnTo>
                <a:lnTo>
                  <a:pt x="2645" y="400"/>
                </a:lnTo>
                <a:lnTo>
                  <a:pt x="882" y="1200"/>
                </a:lnTo>
                <a:lnTo>
                  <a:pt x="441" y="2400"/>
                </a:lnTo>
                <a:lnTo>
                  <a:pt x="0" y="4000"/>
                </a:lnTo>
                <a:lnTo>
                  <a:pt x="0" y="17600"/>
                </a:lnTo>
                <a:lnTo>
                  <a:pt x="882" y="20800"/>
                </a:lnTo>
                <a:lnTo>
                  <a:pt x="4408" y="21600"/>
                </a:lnTo>
                <a:lnTo>
                  <a:pt x="17192" y="21600"/>
                </a:lnTo>
                <a:lnTo>
                  <a:pt x="20718" y="20800"/>
                </a:lnTo>
                <a:lnTo>
                  <a:pt x="21600" y="17600"/>
                </a:lnTo>
                <a:lnTo>
                  <a:pt x="21600" y="4000"/>
                </a:lnTo>
                <a:lnTo>
                  <a:pt x="21159" y="2400"/>
                </a:lnTo>
                <a:lnTo>
                  <a:pt x="20718" y="1200"/>
                </a:lnTo>
                <a:lnTo>
                  <a:pt x="18955" y="400"/>
                </a:lnTo>
                <a:lnTo>
                  <a:pt x="17192" y="0"/>
                </a:lnTo>
                <a:close/>
                <a:moveTo>
                  <a:pt x="4408" y="8000"/>
                </a:moveTo>
                <a:lnTo>
                  <a:pt x="13224" y="8000"/>
                </a:lnTo>
                <a:lnTo>
                  <a:pt x="13224" y="10000"/>
                </a:lnTo>
                <a:lnTo>
                  <a:pt x="4408" y="10000"/>
                </a:lnTo>
                <a:lnTo>
                  <a:pt x="4408" y="8000"/>
                </a:lnTo>
                <a:close/>
                <a:moveTo>
                  <a:pt x="17192" y="16000"/>
                </a:moveTo>
                <a:lnTo>
                  <a:pt x="4408" y="16000"/>
                </a:lnTo>
                <a:lnTo>
                  <a:pt x="4408" y="14000"/>
                </a:lnTo>
                <a:lnTo>
                  <a:pt x="17192" y="14000"/>
                </a:lnTo>
                <a:lnTo>
                  <a:pt x="17192" y="160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0" name="Google Shape;2130;p51"/>
          <p:cNvSpPr/>
          <p:nvPr/>
        </p:nvSpPr>
        <p:spPr>
          <a:xfrm>
            <a:off x="19600333" y="9867900"/>
            <a:ext cx="351378" cy="427572"/>
          </a:xfrm>
          <a:custGeom>
            <a:rect b="b" l="l" r="r" t="t"/>
            <a:pathLst>
              <a:path extrusionOk="0" h="21600" w="21600">
                <a:moveTo>
                  <a:pt x="15585" y="0"/>
                </a:moveTo>
                <a:lnTo>
                  <a:pt x="2734" y="0"/>
                </a:lnTo>
                <a:lnTo>
                  <a:pt x="1641" y="218"/>
                </a:lnTo>
                <a:lnTo>
                  <a:pt x="547" y="655"/>
                </a:lnTo>
                <a:lnTo>
                  <a:pt x="273" y="1309"/>
                </a:lnTo>
                <a:lnTo>
                  <a:pt x="0" y="2182"/>
                </a:lnTo>
                <a:lnTo>
                  <a:pt x="0" y="19418"/>
                </a:lnTo>
                <a:lnTo>
                  <a:pt x="273" y="20291"/>
                </a:lnTo>
                <a:lnTo>
                  <a:pt x="547" y="20945"/>
                </a:lnTo>
                <a:lnTo>
                  <a:pt x="1641" y="21382"/>
                </a:lnTo>
                <a:lnTo>
                  <a:pt x="2734" y="21600"/>
                </a:lnTo>
                <a:lnTo>
                  <a:pt x="18866" y="21600"/>
                </a:lnTo>
                <a:lnTo>
                  <a:pt x="19959" y="21382"/>
                </a:lnTo>
                <a:lnTo>
                  <a:pt x="20780" y="20945"/>
                </a:lnTo>
                <a:lnTo>
                  <a:pt x="21327" y="20291"/>
                </a:lnTo>
                <a:lnTo>
                  <a:pt x="21600" y="19418"/>
                </a:lnTo>
                <a:lnTo>
                  <a:pt x="21600" y="4800"/>
                </a:lnTo>
                <a:lnTo>
                  <a:pt x="15585" y="0"/>
                </a:lnTo>
                <a:close/>
                <a:moveTo>
                  <a:pt x="13397" y="6545"/>
                </a:moveTo>
                <a:lnTo>
                  <a:pt x="13397" y="1091"/>
                </a:lnTo>
                <a:lnTo>
                  <a:pt x="20233" y="6545"/>
                </a:lnTo>
                <a:lnTo>
                  <a:pt x="13397" y="654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p51"/>
          <p:cNvSpPr/>
          <p:nvPr/>
        </p:nvSpPr>
        <p:spPr>
          <a:xfrm>
            <a:off x="14456833" y="11895666"/>
            <a:ext cx="389448" cy="465642"/>
          </a:xfrm>
          <a:custGeom>
            <a:rect b="b" l="l" r="r" t="t"/>
            <a:pathLst>
              <a:path extrusionOk="0" h="21600" w="21600">
                <a:moveTo>
                  <a:pt x="16261" y="0"/>
                </a:moveTo>
                <a:lnTo>
                  <a:pt x="2427" y="0"/>
                </a:lnTo>
                <a:lnTo>
                  <a:pt x="1456" y="200"/>
                </a:lnTo>
                <a:lnTo>
                  <a:pt x="728" y="400"/>
                </a:lnTo>
                <a:lnTo>
                  <a:pt x="243" y="1200"/>
                </a:lnTo>
                <a:lnTo>
                  <a:pt x="0" y="1800"/>
                </a:lnTo>
                <a:lnTo>
                  <a:pt x="0" y="19600"/>
                </a:lnTo>
                <a:lnTo>
                  <a:pt x="243" y="20400"/>
                </a:lnTo>
                <a:lnTo>
                  <a:pt x="728" y="21200"/>
                </a:lnTo>
                <a:lnTo>
                  <a:pt x="1456" y="21400"/>
                </a:lnTo>
                <a:lnTo>
                  <a:pt x="2427" y="21600"/>
                </a:lnTo>
                <a:lnTo>
                  <a:pt x="19173" y="21600"/>
                </a:lnTo>
                <a:lnTo>
                  <a:pt x="20144" y="21400"/>
                </a:lnTo>
                <a:lnTo>
                  <a:pt x="20872" y="21200"/>
                </a:lnTo>
                <a:lnTo>
                  <a:pt x="21357" y="20400"/>
                </a:lnTo>
                <a:lnTo>
                  <a:pt x="21600" y="19600"/>
                </a:lnTo>
                <a:lnTo>
                  <a:pt x="21600" y="4400"/>
                </a:lnTo>
                <a:lnTo>
                  <a:pt x="16261" y="0"/>
                </a:lnTo>
                <a:close/>
                <a:moveTo>
                  <a:pt x="10193" y="17600"/>
                </a:moveTo>
                <a:lnTo>
                  <a:pt x="8980" y="17600"/>
                </a:lnTo>
                <a:lnTo>
                  <a:pt x="8009" y="17400"/>
                </a:lnTo>
                <a:lnTo>
                  <a:pt x="7281" y="17000"/>
                </a:lnTo>
                <a:lnTo>
                  <a:pt x="6310" y="16400"/>
                </a:lnTo>
                <a:lnTo>
                  <a:pt x="5825" y="15600"/>
                </a:lnTo>
                <a:lnTo>
                  <a:pt x="5097" y="15000"/>
                </a:lnTo>
                <a:lnTo>
                  <a:pt x="4854" y="14200"/>
                </a:lnTo>
                <a:lnTo>
                  <a:pt x="4854" y="13200"/>
                </a:lnTo>
                <a:lnTo>
                  <a:pt x="5097" y="11800"/>
                </a:lnTo>
                <a:lnTo>
                  <a:pt x="5825" y="10800"/>
                </a:lnTo>
                <a:lnTo>
                  <a:pt x="6796" y="9800"/>
                </a:lnTo>
                <a:lnTo>
                  <a:pt x="8494" y="9000"/>
                </a:lnTo>
                <a:lnTo>
                  <a:pt x="8494" y="14800"/>
                </a:lnTo>
                <a:lnTo>
                  <a:pt x="15290" y="14800"/>
                </a:lnTo>
                <a:lnTo>
                  <a:pt x="14319" y="16000"/>
                </a:lnTo>
                <a:lnTo>
                  <a:pt x="13106" y="17000"/>
                </a:lnTo>
                <a:lnTo>
                  <a:pt x="11892" y="17400"/>
                </a:lnTo>
                <a:lnTo>
                  <a:pt x="10193" y="17600"/>
                </a:lnTo>
                <a:close/>
                <a:moveTo>
                  <a:pt x="10679" y="12800"/>
                </a:moveTo>
                <a:lnTo>
                  <a:pt x="10679" y="7800"/>
                </a:lnTo>
                <a:lnTo>
                  <a:pt x="11892" y="7800"/>
                </a:lnTo>
                <a:lnTo>
                  <a:pt x="13106" y="8400"/>
                </a:lnTo>
                <a:lnTo>
                  <a:pt x="14076" y="8600"/>
                </a:lnTo>
                <a:lnTo>
                  <a:pt x="15047" y="9200"/>
                </a:lnTo>
                <a:lnTo>
                  <a:pt x="15775" y="10000"/>
                </a:lnTo>
                <a:lnTo>
                  <a:pt x="16261" y="10800"/>
                </a:lnTo>
                <a:lnTo>
                  <a:pt x="16746" y="11800"/>
                </a:lnTo>
                <a:lnTo>
                  <a:pt x="16746" y="12800"/>
                </a:lnTo>
                <a:lnTo>
                  <a:pt x="10679" y="12800"/>
                </a:lnTo>
                <a:close/>
                <a:moveTo>
                  <a:pt x="14319" y="5800"/>
                </a:moveTo>
                <a:lnTo>
                  <a:pt x="14319" y="1000"/>
                </a:lnTo>
                <a:lnTo>
                  <a:pt x="20387" y="5800"/>
                </a:lnTo>
                <a:lnTo>
                  <a:pt x="14319" y="5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51"/>
          <p:cNvSpPr/>
          <p:nvPr/>
        </p:nvSpPr>
        <p:spPr>
          <a:xfrm>
            <a:off x="13432367" y="11895666"/>
            <a:ext cx="389448" cy="465642"/>
          </a:xfrm>
          <a:custGeom>
            <a:rect b="b" l="l" r="r" t="t"/>
            <a:pathLst>
              <a:path extrusionOk="0" h="21600" w="21600">
                <a:moveTo>
                  <a:pt x="16261" y="0"/>
                </a:moveTo>
                <a:lnTo>
                  <a:pt x="2427" y="0"/>
                </a:lnTo>
                <a:lnTo>
                  <a:pt x="1456" y="200"/>
                </a:lnTo>
                <a:lnTo>
                  <a:pt x="728" y="400"/>
                </a:lnTo>
                <a:lnTo>
                  <a:pt x="485" y="1200"/>
                </a:lnTo>
                <a:lnTo>
                  <a:pt x="0" y="1800"/>
                </a:lnTo>
                <a:lnTo>
                  <a:pt x="0" y="19600"/>
                </a:lnTo>
                <a:lnTo>
                  <a:pt x="485" y="20400"/>
                </a:lnTo>
                <a:lnTo>
                  <a:pt x="728" y="21200"/>
                </a:lnTo>
                <a:lnTo>
                  <a:pt x="1456" y="21400"/>
                </a:lnTo>
                <a:lnTo>
                  <a:pt x="2427" y="21600"/>
                </a:lnTo>
                <a:lnTo>
                  <a:pt x="19173" y="21600"/>
                </a:lnTo>
                <a:lnTo>
                  <a:pt x="21115" y="21200"/>
                </a:lnTo>
                <a:lnTo>
                  <a:pt x="21600" y="19600"/>
                </a:lnTo>
                <a:lnTo>
                  <a:pt x="21600" y="4400"/>
                </a:lnTo>
                <a:lnTo>
                  <a:pt x="16261" y="0"/>
                </a:lnTo>
                <a:close/>
                <a:moveTo>
                  <a:pt x="16746" y="12800"/>
                </a:moveTo>
                <a:lnTo>
                  <a:pt x="14319" y="12800"/>
                </a:lnTo>
                <a:lnTo>
                  <a:pt x="14319" y="10800"/>
                </a:lnTo>
                <a:lnTo>
                  <a:pt x="12135" y="10800"/>
                </a:lnTo>
                <a:lnTo>
                  <a:pt x="12135" y="16600"/>
                </a:lnTo>
                <a:lnTo>
                  <a:pt x="14319" y="16600"/>
                </a:lnTo>
                <a:lnTo>
                  <a:pt x="14319" y="18600"/>
                </a:lnTo>
                <a:lnTo>
                  <a:pt x="7281" y="18600"/>
                </a:lnTo>
                <a:lnTo>
                  <a:pt x="7281" y="16600"/>
                </a:lnTo>
                <a:lnTo>
                  <a:pt x="9708" y="16600"/>
                </a:lnTo>
                <a:lnTo>
                  <a:pt x="9708" y="10800"/>
                </a:lnTo>
                <a:lnTo>
                  <a:pt x="7281" y="10800"/>
                </a:lnTo>
                <a:lnTo>
                  <a:pt x="7281" y="12800"/>
                </a:lnTo>
                <a:lnTo>
                  <a:pt x="4854" y="12800"/>
                </a:lnTo>
                <a:lnTo>
                  <a:pt x="4854" y="8800"/>
                </a:lnTo>
                <a:lnTo>
                  <a:pt x="16746" y="8800"/>
                </a:lnTo>
                <a:lnTo>
                  <a:pt x="16746" y="12800"/>
                </a:lnTo>
                <a:close/>
                <a:moveTo>
                  <a:pt x="14319" y="5800"/>
                </a:moveTo>
                <a:lnTo>
                  <a:pt x="14319" y="1000"/>
                </a:lnTo>
                <a:lnTo>
                  <a:pt x="20387" y="5800"/>
                </a:lnTo>
                <a:lnTo>
                  <a:pt x="14319" y="58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p51"/>
          <p:cNvSpPr/>
          <p:nvPr/>
        </p:nvSpPr>
        <p:spPr>
          <a:xfrm>
            <a:off x="15506702" y="11921066"/>
            <a:ext cx="338688" cy="427572"/>
          </a:xfrm>
          <a:custGeom>
            <a:rect b="b" l="l" r="r" t="t"/>
            <a:pathLst>
              <a:path extrusionOk="0" h="21600" w="21600">
                <a:moveTo>
                  <a:pt x="18866" y="0"/>
                </a:moveTo>
                <a:lnTo>
                  <a:pt x="2734" y="0"/>
                </a:lnTo>
                <a:lnTo>
                  <a:pt x="547" y="441"/>
                </a:lnTo>
                <a:lnTo>
                  <a:pt x="273" y="1322"/>
                </a:lnTo>
                <a:lnTo>
                  <a:pt x="0" y="1984"/>
                </a:lnTo>
                <a:lnTo>
                  <a:pt x="0" y="19396"/>
                </a:lnTo>
                <a:lnTo>
                  <a:pt x="547" y="21159"/>
                </a:lnTo>
                <a:lnTo>
                  <a:pt x="2734" y="21600"/>
                </a:lnTo>
                <a:lnTo>
                  <a:pt x="18866" y="21600"/>
                </a:lnTo>
                <a:lnTo>
                  <a:pt x="19959" y="21380"/>
                </a:lnTo>
                <a:lnTo>
                  <a:pt x="20780" y="21159"/>
                </a:lnTo>
                <a:lnTo>
                  <a:pt x="21053" y="20278"/>
                </a:lnTo>
                <a:lnTo>
                  <a:pt x="21600" y="19396"/>
                </a:lnTo>
                <a:lnTo>
                  <a:pt x="21600" y="1984"/>
                </a:lnTo>
                <a:lnTo>
                  <a:pt x="21053" y="1322"/>
                </a:lnTo>
                <a:lnTo>
                  <a:pt x="20780" y="441"/>
                </a:lnTo>
                <a:lnTo>
                  <a:pt x="19959" y="220"/>
                </a:lnTo>
                <a:lnTo>
                  <a:pt x="18866" y="0"/>
                </a:lnTo>
                <a:close/>
                <a:moveTo>
                  <a:pt x="9296" y="18955"/>
                </a:moveTo>
                <a:lnTo>
                  <a:pt x="4375" y="14767"/>
                </a:lnTo>
                <a:lnTo>
                  <a:pt x="6289" y="13224"/>
                </a:lnTo>
                <a:lnTo>
                  <a:pt x="9296" y="15649"/>
                </a:lnTo>
                <a:lnTo>
                  <a:pt x="15038" y="11020"/>
                </a:lnTo>
                <a:lnTo>
                  <a:pt x="17225" y="12563"/>
                </a:lnTo>
                <a:lnTo>
                  <a:pt x="9296" y="18955"/>
                </a:lnTo>
                <a:close/>
                <a:moveTo>
                  <a:pt x="9296" y="10139"/>
                </a:moveTo>
                <a:lnTo>
                  <a:pt x="4375" y="6171"/>
                </a:lnTo>
                <a:lnTo>
                  <a:pt x="6289" y="4408"/>
                </a:lnTo>
                <a:lnTo>
                  <a:pt x="9296" y="7053"/>
                </a:lnTo>
                <a:lnTo>
                  <a:pt x="15038" y="2424"/>
                </a:lnTo>
                <a:lnTo>
                  <a:pt x="17225" y="3967"/>
                </a:lnTo>
                <a:lnTo>
                  <a:pt x="9296" y="1013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51"/>
          <p:cNvSpPr/>
          <p:nvPr/>
        </p:nvSpPr>
        <p:spPr>
          <a:xfrm>
            <a:off x="19587634" y="11921066"/>
            <a:ext cx="376758" cy="427572"/>
          </a:xfrm>
          <a:custGeom>
            <a:rect b="b" l="l" r="r" t="t"/>
            <a:pathLst>
              <a:path extrusionOk="0" h="21600" w="21600">
                <a:moveTo>
                  <a:pt x="17960" y="0"/>
                </a:moveTo>
                <a:lnTo>
                  <a:pt x="17960" y="3086"/>
                </a:lnTo>
                <a:lnTo>
                  <a:pt x="15533" y="3086"/>
                </a:lnTo>
                <a:lnTo>
                  <a:pt x="15533" y="0"/>
                </a:lnTo>
                <a:lnTo>
                  <a:pt x="11892" y="0"/>
                </a:lnTo>
                <a:lnTo>
                  <a:pt x="11892" y="3086"/>
                </a:lnTo>
                <a:lnTo>
                  <a:pt x="9465" y="3086"/>
                </a:lnTo>
                <a:lnTo>
                  <a:pt x="9465" y="0"/>
                </a:lnTo>
                <a:lnTo>
                  <a:pt x="6067" y="0"/>
                </a:lnTo>
                <a:lnTo>
                  <a:pt x="6067" y="3086"/>
                </a:lnTo>
                <a:lnTo>
                  <a:pt x="3640" y="3086"/>
                </a:lnTo>
                <a:lnTo>
                  <a:pt x="3640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1796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5" name="Google Shape;2135;p51"/>
          <p:cNvSpPr/>
          <p:nvPr/>
        </p:nvSpPr>
        <p:spPr>
          <a:xfrm>
            <a:off x="20612102" y="11921066"/>
            <a:ext cx="376758" cy="427572"/>
          </a:xfrm>
          <a:custGeom>
            <a:rect b="b" l="l" r="r" t="t"/>
            <a:pathLst>
              <a:path extrusionOk="0" h="21600" w="21600">
                <a:moveTo>
                  <a:pt x="17960" y="0"/>
                </a:moveTo>
                <a:lnTo>
                  <a:pt x="17960" y="3086"/>
                </a:lnTo>
                <a:lnTo>
                  <a:pt x="15533" y="3086"/>
                </a:lnTo>
                <a:lnTo>
                  <a:pt x="15533" y="0"/>
                </a:lnTo>
                <a:lnTo>
                  <a:pt x="11892" y="0"/>
                </a:lnTo>
                <a:lnTo>
                  <a:pt x="11892" y="3086"/>
                </a:lnTo>
                <a:lnTo>
                  <a:pt x="9465" y="3086"/>
                </a:lnTo>
                <a:lnTo>
                  <a:pt x="9465" y="0"/>
                </a:lnTo>
                <a:lnTo>
                  <a:pt x="5825" y="0"/>
                </a:lnTo>
                <a:lnTo>
                  <a:pt x="5825" y="3086"/>
                </a:lnTo>
                <a:lnTo>
                  <a:pt x="3640" y="3086"/>
                </a:lnTo>
                <a:lnTo>
                  <a:pt x="3640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17960" y="0"/>
                </a:lnTo>
                <a:close/>
                <a:moveTo>
                  <a:pt x="4854" y="7494"/>
                </a:moveTo>
                <a:lnTo>
                  <a:pt x="14319" y="7494"/>
                </a:lnTo>
                <a:lnTo>
                  <a:pt x="14319" y="9698"/>
                </a:lnTo>
                <a:lnTo>
                  <a:pt x="4854" y="9698"/>
                </a:lnTo>
                <a:lnTo>
                  <a:pt x="4854" y="7494"/>
                </a:lnTo>
                <a:close/>
                <a:moveTo>
                  <a:pt x="16746" y="18294"/>
                </a:moveTo>
                <a:lnTo>
                  <a:pt x="4854" y="18294"/>
                </a:lnTo>
                <a:lnTo>
                  <a:pt x="4854" y="16090"/>
                </a:lnTo>
                <a:lnTo>
                  <a:pt x="16746" y="16090"/>
                </a:lnTo>
                <a:lnTo>
                  <a:pt x="16746" y="18294"/>
                </a:lnTo>
                <a:close/>
                <a:moveTo>
                  <a:pt x="16746" y="14106"/>
                </a:moveTo>
                <a:lnTo>
                  <a:pt x="4854" y="14106"/>
                </a:lnTo>
                <a:lnTo>
                  <a:pt x="4854" y="11902"/>
                </a:lnTo>
                <a:lnTo>
                  <a:pt x="16746" y="11902"/>
                </a:lnTo>
                <a:lnTo>
                  <a:pt x="16746" y="1410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6" name="Google Shape;2136;p51"/>
          <p:cNvSpPr/>
          <p:nvPr/>
        </p:nvSpPr>
        <p:spPr>
          <a:xfrm>
            <a:off x="16611600" y="11921066"/>
            <a:ext cx="169344" cy="101628"/>
          </a:xfrm>
          <a:custGeom>
            <a:rect b="b" l="l" r="r" t="t"/>
            <a:pathLst>
              <a:path extrusionOk="0" h="21600" w="21600">
                <a:moveTo>
                  <a:pt x="21600" y="8100"/>
                </a:moveTo>
                <a:lnTo>
                  <a:pt x="16200" y="8100"/>
                </a:lnTo>
                <a:lnTo>
                  <a:pt x="15660" y="5400"/>
                </a:lnTo>
                <a:lnTo>
                  <a:pt x="14580" y="1800"/>
                </a:lnTo>
                <a:lnTo>
                  <a:pt x="12960" y="900"/>
                </a:lnTo>
                <a:lnTo>
                  <a:pt x="10800" y="0"/>
                </a:lnTo>
                <a:lnTo>
                  <a:pt x="8640" y="900"/>
                </a:lnTo>
                <a:lnTo>
                  <a:pt x="7020" y="1800"/>
                </a:lnTo>
                <a:lnTo>
                  <a:pt x="5940" y="5400"/>
                </a:lnTo>
                <a:lnTo>
                  <a:pt x="5400" y="8100"/>
                </a:lnTo>
                <a:lnTo>
                  <a:pt x="0" y="810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81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7" name="Google Shape;2137;p51"/>
          <p:cNvSpPr/>
          <p:nvPr/>
        </p:nvSpPr>
        <p:spPr>
          <a:xfrm>
            <a:off x="16510000" y="11984567"/>
            <a:ext cx="376758" cy="376758"/>
          </a:xfrm>
          <a:custGeom>
            <a:rect b="b" l="l" r="r" t="t"/>
            <a:pathLst>
              <a:path extrusionOk="0" h="21600" w="21600">
                <a:moveTo>
                  <a:pt x="19391" y="0"/>
                </a:moveTo>
                <a:lnTo>
                  <a:pt x="18164" y="0"/>
                </a:lnTo>
                <a:lnTo>
                  <a:pt x="18164" y="3640"/>
                </a:lnTo>
                <a:lnTo>
                  <a:pt x="3436" y="3640"/>
                </a:lnTo>
                <a:lnTo>
                  <a:pt x="3436" y="0"/>
                </a:lnTo>
                <a:lnTo>
                  <a:pt x="2455" y="0"/>
                </a:lnTo>
                <a:lnTo>
                  <a:pt x="1473" y="485"/>
                </a:lnTo>
                <a:lnTo>
                  <a:pt x="491" y="728"/>
                </a:lnTo>
                <a:lnTo>
                  <a:pt x="245" y="1456"/>
                </a:lnTo>
                <a:lnTo>
                  <a:pt x="0" y="2427"/>
                </a:lnTo>
                <a:lnTo>
                  <a:pt x="0" y="19173"/>
                </a:lnTo>
                <a:lnTo>
                  <a:pt x="491" y="21115"/>
                </a:lnTo>
                <a:lnTo>
                  <a:pt x="2455" y="21600"/>
                </a:lnTo>
                <a:lnTo>
                  <a:pt x="19391" y="21600"/>
                </a:lnTo>
                <a:lnTo>
                  <a:pt x="20127" y="21357"/>
                </a:lnTo>
                <a:lnTo>
                  <a:pt x="21109" y="21115"/>
                </a:lnTo>
                <a:lnTo>
                  <a:pt x="21600" y="19173"/>
                </a:lnTo>
                <a:lnTo>
                  <a:pt x="21600" y="2427"/>
                </a:lnTo>
                <a:lnTo>
                  <a:pt x="21355" y="1456"/>
                </a:lnTo>
                <a:lnTo>
                  <a:pt x="21109" y="728"/>
                </a:lnTo>
                <a:lnTo>
                  <a:pt x="20127" y="485"/>
                </a:lnTo>
                <a:lnTo>
                  <a:pt x="19391" y="0"/>
                </a:lnTo>
                <a:close/>
                <a:moveTo>
                  <a:pt x="15709" y="13348"/>
                </a:moveTo>
                <a:lnTo>
                  <a:pt x="12027" y="13348"/>
                </a:lnTo>
                <a:lnTo>
                  <a:pt x="12027" y="16746"/>
                </a:lnTo>
                <a:lnTo>
                  <a:pt x="9573" y="16746"/>
                </a:lnTo>
                <a:lnTo>
                  <a:pt x="9573" y="13348"/>
                </a:lnTo>
                <a:lnTo>
                  <a:pt x="5891" y="13348"/>
                </a:lnTo>
                <a:lnTo>
                  <a:pt x="5891" y="10921"/>
                </a:lnTo>
                <a:lnTo>
                  <a:pt x="9573" y="10921"/>
                </a:lnTo>
                <a:lnTo>
                  <a:pt x="9573" y="7281"/>
                </a:lnTo>
                <a:lnTo>
                  <a:pt x="12027" y="7281"/>
                </a:lnTo>
                <a:lnTo>
                  <a:pt x="12027" y="10921"/>
                </a:lnTo>
                <a:lnTo>
                  <a:pt x="15709" y="10921"/>
                </a:lnTo>
                <a:lnTo>
                  <a:pt x="15709" y="1334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8" name="Google Shape;2138;p51"/>
          <p:cNvSpPr/>
          <p:nvPr/>
        </p:nvSpPr>
        <p:spPr>
          <a:xfrm>
            <a:off x="17640302" y="11921066"/>
            <a:ext cx="165078" cy="101628"/>
          </a:xfrm>
          <a:custGeom>
            <a:rect b="b" l="l" r="r" t="t"/>
            <a:pathLst>
              <a:path extrusionOk="0" h="21600" w="21600">
                <a:moveTo>
                  <a:pt x="21600" y="8100"/>
                </a:moveTo>
                <a:lnTo>
                  <a:pt x="16200" y="8100"/>
                </a:lnTo>
                <a:lnTo>
                  <a:pt x="15120" y="5400"/>
                </a:lnTo>
                <a:lnTo>
                  <a:pt x="14580" y="1800"/>
                </a:lnTo>
                <a:lnTo>
                  <a:pt x="12960" y="900"/>
                </a:lnTo>
                <a:lnTo>
                  <a:pt x="10800" y="0"/>
                </a:lnTo>
                <a:lnTo>
                  <a:pt x="6480" y="1800"/>
                </a:lnTo>
                <a:lnTo>
                  <a:pt x="5940" y="5400"/>
                </a:lnTo>
                <a:lnTo>
                  <a:pt x="5400" y="8100"/>
                </a:lnTo>
                <a:lnTo>
                  <a:pt x="0" y="810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81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9" name="Google Shape;2139;p51"/>
          <p:cNvSpPr/>
          <p:nvPr/>
        </p:nvSpPr>
        <p:spPr>
          <a:xfrm>
            <a:off x="17534466" y="11984567"/>
            <a:ext cx="376758" cy="376758"/>
          </a:xfrm>
          <a:custGeom>
            <a:rect b="b" l="l" r="r" t="t"/>
            <a:pathLst>
              <a:path extrusionOk="0" h="21600" w="21600">
                <a:moveTo>
                  <a:pt x="19173" y="0"/>
                </a:moveTo>
                <a:lnTo>
                  <a:pt x="17960" y="0"/>
                </a:lnTo>
                <a:lnTo>
                  <a:pt x="17960" y="3640"/>
                </a:lnTo>
                <a:lnTo>
                  <a:pt x="3640" y="3640"/>
                </a:lnTo>
                <a:lnTo>
                  <a:pt x="3640" y="0"/>
                </a:lnTo>
                <a:lnTo>
                  <a:pt x="2427" y="0"/>
                </a:lnTo>
                <a:lnTo>
                  <a:pt x="1699" y="485"/>
                </a:lnTo>
                <a:lnTo>
                  <a:pt x="728" y="728"/>
                </a:lnTo>
                <a:lnTo>
                  <a:pt x="485" y="1456"/>
                </a:lnTo>
                <a:lnTo>
                  <a:pt x="0" y="2427"/>
                </a:lnTo>
                <a:lnTo>
                  <a:pt x="0" y="19173"/>
                </a:lnTo>
                <a:lnTo>
                  <a:pt x="485" y="20144"/>
                </a:lnTo>
                <a:lnTo>
                  <a:pt x="728" y="21115"/>
                </a:lnTo>
                <a:lnTo>
                  <a:pt x="1699" y="21357"/>
                </a:lnTo>
                <a:lnTo>
                  <a:pt x="2427" y="21600"/>
                </a:lnTo>
                <a:lnTo>
                  <a:pt x="19173" y="21600"/>
                </a:lnTo>
                <a:lnTo>
                  <a:pt x="21115" y="21115"/>
                </a:lnTo>
                <a:lnTo>
                  <a:pt x="21600" y="19173"/>
                </a:lnTo>
                <a:lnTo>
                  <a:pt x="21600" y="2427"/>
                </a:lnTo>
                <a:lnTo>
                  <a:pt x="21357" y="1456"/>
                </a:lnTo>
                <a:lnTo>
                  <a:pt x="21115" y="728"/>
                </a:lnTo>
                <a:lnTo>
                  <a:pt x="20144" y="485"/>
                </a:lnTo>
                <a:lnTo>
                  <a:pt x="19173" y="0"/>
                </a:lnTo>
                <a:close/>
                <a:moveTo>
                  <a:pt x="15775" y="13348"/>
                </a:moveTo>
                <a:lnTo>
                  <a:pt x="6067" y="13348"/>
                </a:lnTo>
                <a:lnTo>
                  <a:pt x="6067" y="10921"/>
                </a:lnTo>
                <a:lnTo>
                  <a:pt x="15775" y="10921"/>
                </a:lnTo>
                <a:lnTo>
                  <a:pt x="15775" y="1334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0" name="Google Shape;2140;p51"/>
          <p:cNvSpPr/>
          <p:nvPr/>
        </p:nvSpPr>
        <p:spPr>
          <a:xfrm>
            <a:off x="18664769" y="11921066"/>
            <a:ext cx="169344" cy="101628"/>
          </a:xfrm>
          <a:custGeom>
            <a:rect b="b" l="l" r="r" t="t"/>
            <a:pathLst>
              <a:path extrusionOk="0" h="21600" w="21600">
                <a:moveTo>
                  <a:pt x="21600" y="8100"/>
                </a:moveTo>
                <a:lnTo>
                  <a:pt x="16615" y="8100"/>
                </a:lnTo>
                <a:lnTo>
                  <a:pt x="15508" y="5400"/>
                </a:lnTo>
                <a:lnTo>
                  <a:pt x="14954" y="1800"/>
                </a:lnTo>
                <a:lnTo>
                  <a:pt x="12738" y="900"/>
                </a:lnTo>
                <a:lnTo>
                  <a:pt x="11077" y="0"/>
                </a:lnTo>
                <a:lnTo>
                  <a:pt x="6646" y="1800"/>
                </a:lnTo>
                <a:lnTo>
                  <a:pt x="6092" y="5400"/>
                </a:lnTo>
                <a:lnTo>
                  <a:pt x="5538" y="8100"/>
                </a:lnTo>
                <a:lnTo>
                  <a:pt x="0" y="810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81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p51"/>
          <p:cNvSpPr/>
          <p:nvPr/>
        </p:nvSpPr>
        <p:spPr>
          <a:xfrm>
            <a:off x="18558933" y="11984567"/>
            <a:ext cx="376758" cy="376758"/>
          </a:xfrm>
          <a:custGeom>
            <a:rect b="b" l="l" r="r" t="t"/>
            <a:pathLst>
              <a:path extrusionOk="0" h="21600" w="21600">
                <a:moveTo>
                  <a:pt x="19173" y="0"/>
                </a:moveTo>
                <a:lnTo>
                  <a:pt x="17960" y="0"/>
                </a:lnTo>
                <a:lnTo>
                  <a:pt x="17960" y="3640"/>
                </a:lnTo>
                <a:lnTo>
                  <a:pt x="3640" y="3640"/>
                </a:lnTo>
                <a:lnTo>
                  <a:pt x="3640" y="0"/>
                </a:lnTo>
                <a:lnTo>
                  <a:pt x="2427" y="0"/>
                </a:lnTo>
                <a:lnTo>
                  <a:pt x="1456" y="485"/>
                </a:lnTo>
                <a:lnTo>
                  <a:pt x="728" y="728"/>
                </a:lnTo>
                <a:lnTo>
                  <a:pt x="243" y="1456"/>
                </a:lnTo>
                <a:lnTo>
                  <a:pt x="0" y="2427"/>
                </a:lnTo>
                <a:lnTo>
                  <a:pt x="0" y="19173"/>
                </a:lnTo>
                <a:lnTo>
                  <a:pt x="243" y="20144"/>
                </a:lnTo>
                <a:lnTo>
                  <a:pt x="728" y="21115"/>
                </a:lnTo>
                <a:lnTo>
                  <a:pt x="1456" y="21357"/>
                </a:lnTo>
                <a:lnTo>
                  <a:pt x="2427" y="21600"/>
                </a:lnTo>
                <a:lnTo>
                  <a:pt x="19173" y="21600"/>
                </a:lnTo>
                <a:lnTo>
                  <a:pt x="21115" y="21115"/>
                </a:lnTo>
                <a:lnTo>
                  <a:pt x="21600" y="19173"/>
                </a:lnTo>
                <a:lnTo>
                  <a:pt x="21600" y="2427"/>
                </a:lnTo>
                <a:lnTo>
                  <a:pt x="21357" y="1456"/>
                </a:lnTo>
                <a:lnTo>
                  <a:pt x="21115" y="728"/>
                </a:lnTo>
                <a:lnTo>
                  <a:pt x="20144" y="485"/>
                </a:lnTo>
                <a:lnTo>
                  <a:pt x="19173" y="0"/>
                </a:lnTo>
                <a:close/>
                <a:moveTo>
                  <a:pt x="15047" y="15047"/>
                </a:moveTo>
                <a:lnTo>
                  <a:pt x="13348" y="16746"/>
                </a:lnTo>
                <a:lnTo>
                  <a:pt x="10921" y="14319"/>
                </a:lnTo>
                <a:lnTo>
                  <a:pt x="8494" y="16746"/>
                </a:lnTo>
                <a:lnTo>
                  <a:pt x="6553" y="15047"/>
                </a:lnTo>
                <a:lnTo>
                  <a:pt x="8980" y="12620"/>
                </a:lnTo>
                <a:lnTo>
                  <a:pt x="6553" y="9951"/>
                </a:lnTo>
                <a:lnTo>
                  <a:pt x="8494" y="8494"/>
                </a:lnTo>
                <a:lnTo>
                  <a:pt x="10921" y="10921"/>
                </a:lnTo>
                <a:lnTo>
                  <a:pt x="13348" y="8494"/>
                </a:lnTo>
                <a:lnTo>
                  <a:pt x="15047" y="9951"/>
                </a:lnTo>
                <a:lnTo>
                  <a:pt x="12620" y="12620"/>
                </a:lnTo>
                <a:lnTo>
                  <a:pt x="15047" y="1504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2" name="Google Shape;2142;p51"/>
          <p:cNvSpPr/>
          <p:nvPr/>
        </p:nvSpPr>
        <p:spPr>
          <a:xfrm>
            <a:off x="22910800" y="12052301"/>
            <a:ext cx="930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143" name="Google Shape;2143;p51"/>
          <p:cNvSpPr/>
          <p:nvPr/>
        </p:nvSpPr>
        <p:spPr>
          <a:xfrm>
            <a:off x="22910800" y="12128501"/>
            <a:ext cx="93000" cy="507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144" name="Google Shape;2144;p51"/>
          <p:cNvSpPr/>
          <p:nvPr/>
        </p:nvSpPr>
        <p:spPr>
          <a:xfrm>
            <a:off x="22677969" y="11895666"/>
            <a:ext cx="325944" cy="156654"/>
          </a:xfrm>
          <a:custGeom>
            <a:rect b="b" l="l" r="r" t="t"/>
            <a:pathLst>
              <a:path extrusionOk="0" h="21600" w="21600">
                <a:moveTo>
                  <a:pt x="11676" y="15247"/>
                </a:moveTo>
                <a:lnTo>
                  <a:pt x="21600" y="15247"/>
                </a:lnTo>
                <a:lnTo>
                  <a:pt x="21600" y="8894"/>
                </a:lnTo>
                <a:lnTo>
                  <a:pt x="8757" y="8894"/>
                </a:lnTo>
                <a:lnTo>
                  <a:pt x="8757" y="5718"/>
                </a:lnTo>
                <a:lnTo>
                  <a:pt x="10216" y="5718"/>
                </a:lnTo>
                <a:lnTo>
                  <a:pt x="10216" y="0"/>
                </a:lnTo>
                <a:lnTo>
                  <a:pt x="4378" y="0"/>
                </a:lnTo>
                <a:lnTo>
                  <a:pt x="4378" y="5718"/>
                </a:lnTo>
                <a:lnTo>
                  <a:pt x="5838" y="5718"/>
                </a:lnTo>
                <a:lnTo>
                  <a:pt x="5838" y="8894"/>
                </a:lnTo>
                <a:lnTo>
                  <a:pt x="0" y="8894"/>
                </a:lnTo>
                <a:lnTo>
                  <a:pt x="0" y="21600"/>
                </a:lnTo>
                <a:lnTo>
                  <a:pt x="11676" y="21600"/>
                </a:lnTo>
                <a:lnTo>
                  <a:pt x="11676" y="1524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5" name="Google Shape;2145;p51"/>
          <p:cNvSpPr/>
          <p:nvPr/>
        </p:nvSpPr>
        <p:spPr>
          <a:xfrm>
            <a:off x="22677969" y="12179301"/>
            <a:ext cx="364068" cy="207414"/>
          </a:xfrm>
          <a:custGeom>
            <a:rect b="b" l="l" r="r" t="t"/>
            <a:pathLst>
              <a:path extrusionOk="0" h="21600" w="21600">
                <a:moveTo>
                  <a:pt x="19029" y="17192"/>
                </a:moveTo>
                <a:lnTo>
                  <a:pt x="19029" y="4408"/>
                </a:lnTo>
                <a:lnTo>
                  <a:pt x="10286" y="4408"/>
                </a:lnTo>
                <a:lnTo>
                  <a:pt x="10286" y="0"/>
                </a:lnTo>
                <a:lnTo>
                  <a:pt x="0" y="0"/>
                </a:lnTo>
                <a:lnTo>
                  <a:pt x="0" y="8376"/>
                </a:lnTo>
                <a:lnTo>
                  <a:pt x="5143" y="8376"/>
                </a:lnTo>
                <a:lnTo>
                  <a:pt x="5143" y="12784"/>
                </a:lnTo>
                <a:lnTo>
                  <a:pt x="3857" y="12784"/>
                </a:lnTo>
                <a:lnTo>
                  <a:pt x="3857" y="17192"/>
                </a:lnTo>
                <a:lnTo>
                  <a:pt x="9000" y="17192"/>
                </a:lnTo>
                <a:lnTo>
                  <a:pt x="9000" y="12784"/>
                </a:lnTo>
                <a:lnTo>
                  <a:pt x="7714" y="12784"/>
                </a:lnTo>
                <a:lnTo>
                  <a:pt x="7714" y="8376"/>
                </a:lnTo>
                <a:lnTo>
                  <a:pt x="14143" y="8376"/>
                </a:lnTo>
                <a:lnTo>
                  <a:pt x="14143" y="17192"/>
                </a:lnTo>
                <a:lnTo>
                  <a:pt x="11571" y="17192"/>
                </a:lnTo>
                <a:lnTo>
                  <a:pt x="11571" y="21600"/>
                </a:lnTo>
                <a:lnTo>
                  <a:pt x="21600" y="21600"/>
                </a:lnTo>
                <a:lnTo>
                  <a:pt x="21600" y="17192"/>
                </a:lnTo>
                <a:lnTo>
                  <a:pt x="19029" y="1719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6" name="Google Shape;2146;p51"/>
          <p:cNvSpPr/>
          <p:nvPr/>
        </p:nvSpPr>
        <p:spPr>
          <a:xfrm>
            <a:off x="21649267" y="11921066"/>
            <a:ext cx="338688" cy="427572"/>
          </a:xfrm>
          <a:custGeom>
            <a:rect b="b" l="l" r="r" t="t"/>
            <a:pathLst>
              <a:path extrusionOk="0" h="21600" w="21600">
                <a:moveTo>
                  <a:pt x="19108" y="0"/>
                </a:moveTo>
                <a:lnTo>
                  <a:pt x="2492" y="0"/>
                </a:lnTo>
                <a:lnTo>
                  <a:pt x="1662" y="220"/>
                </a:lnTo>
                <a:lnTo>
                  <a:pt x="554" y="441"/>
                </a:lnTo>
                <a:lnTo>
                  <a:pt x="277" y="1322"/>
                </a:lnTo>
                <a:lnTo>
                  <a:pt x="0" y="1984"/>
                </a:lnTo>
                <a:lnTo>
                  <a:pt x="0" y="19396"/>
                </a:lnTo>
                <a:lnTo>
                  <a:pt x="554" y="21159"/>
                </a:lnTo>
                <a:lnTo>
                  <a:pt x="1662" y="21380"/>
                </a:lnTo>
                <a:lnTo>
                  <a:pt x="2492" y="21600"/>
                </a:lnTo>
                <a:lnTo>
                  <a:pt x="19108" y="21600"/>
                </a:lnTo>
                <a:lnTo>
                  <a:pt x="19938" y="21380"/>
                </a:lnTo>
                <a:lnTo>
                  <a:pt x="21046" y="21159"/>
                </a:lnTo>
                <a:lnTo>
                  <a:pt x="21600" y="19396"/>
                </a:lnTo>
                <a:lnTo>
                  <a:pt x="21600" y="1984"/>
                </a:lnTo>
                <a:lnTo>
                  <a:pt x="21323" y="1322"/>
                </a:lnTo>
                <a:lnTo>
                  <a:pt x="21046" y="441"/>
                </a:lnTo>
                <a:lnTo>
                  <a:pt x="19938" y="220"/>
                </a:lnTo>
                <a:lnTo>
                  <a:pt x="19108" y="0"/>
                </a:lnTo>
                <a:close/>
                <a:moveTo>
                  <a:pt x="16338" y="6392"/>
                </a:moveTo>
                <a:lnTo>
                  <a:pt x="13569" y="6392"/>
                </a:lnTo>
                <a:lnTo>
                  <a:pt x="13569" y="8596"/>
                </a:lnTo>
                <a:lnTo>
                  <a:pt x="16338" y="8596"/>
                </a:lnTo>
                <a:lnTo>
                  <a:pt x="16338" y="10800"/>
                </a:lnTo>
                <a:lnTo>
                  <a:pt x="13569" y="10800"/>
                </a:lnTo>
                <a:lnTo>
                  <a:pt x="13569" y="13004"/>
                </a:lnTo>
                <a:lnTo>
                  <a:pt x="10800" y="13004"/>
                </a:lnTo>
                <a:lnTo>
                  <a:pt x="10800" y="10800"/>
                </a:lnTo>
                <a:lnTo>
                  <a:pt x="13569" y="10800"/>
                </a:lnTo>
                <a:lnTo>
                  <a:pt x="13569" y="8596"/>
                </a:lnTo>
                <a:lnTo>
                  <a:pt x="10800" y="8596"/>
                </a:lnTo>
                <a:lnTo>
                  <a:pt x="10800" y="6392"/>
                </a:lnTo>
                <a:lnTo>
                  <a:pt x="13569" y="6392"/>
                </a:lnTo>
                <a:lnTo>
                  <a:pt x="13569" y="4188"/>
                </a:lnTo>
                <a:lnTo>
                  <a:pt x="10800" y="4188"/>
                </a:lnTo>
                <a:lnTo>
                  <a:pt x="10800" y="1984"/>
                </a:lnTo>
                <a:lnTo>
                  <a:pt x="13569" y="1984"/>
                </a:lnTo>
                <a:lnTo>
                  <a:pt x="13569" y="4188"/>
                </a:lnTo>
                <a:lnTo>
                  <a:pt x="16338" y="4188"/>
                </a:lnTo>
                <a:lnTo>
                  <a:pt x="16338" y="639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7" name="Google Shape;2147;p51"/>
          <p:cNvSpPr/>
          <p:nvPr/>
        </p:nvSpPr>
        <p:spPr>
          <a:xfrm>
            <a:off x="20925369" y="5892800"/>
            <a:ext cx="50814" cy="93150"/>
          </a:xfrm>
          <a:custGeom>
            <a:rect b="b" l="l" r="r" t="t"/>
            <a:pathLst>
              <a:path extrusionOk="0" h="21600" w="21600">
                <a:moveTo>
                  <a:pt x="0" y="10286"/>
                </a:moveTo>
                <a:lnTo>
                  <a:pt x="0" y="21600"/>
                </a:lnTo>
                <a:lnTo>
                  <a:pt x="15120" y="21600"/>
                </a:lnTo>
                <a:lnTo>
                  <a:pt x="21600" y="18514"/>
                </a:lnTo>
                <a:lnTo>
                  <a:pt x="21600" y="0"/>
                </a:lnTo>
                <a:lnTo>
                  <a:pt x="0" y="1028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8" name="Google Shape;2148;p51"/>
          <p:cNvSpPr/>
          <p:nvPr/>
        </p:nvSpPr>
        <p:spPr>
          <a:xfrm>
            <a:off x="20612102" y="5791200"/>
            <a:ext cx="402192" cy="220158"/>
          </a:xfrm>
          <a:custGeom>
            <a:rect b="b" l="l" r="r" t="t"/>
            <a:pathLst>
              <a:path extrusionOk="0" h="21600" w="21600">
                <a:moveTo>
                  <a:pt x="21600" y="1296"/>
                </a:moveTo>
                <a:lnTo>
                  <a:pt x="20911" y="864"/>
                </a:lnTo>
                <a:lnTo>
                  <a:pt x="20451" y="0"/>
                </a:lnTo>
                <a:lnTo>
                  <a:pt x="8962" y="0"/>
                </a:lnTo>
                <a:lnTo>
                  <a:pt x="8962" y="8640"/>
                </a:lnTo>
                <a:lnTo>
                  <a:pt x="7813" y="8640"/>
                </a:lnTo>
                <a:lnTo>
                  <a:pt x="7813" y="0"/>
                </a:lnTo>
                <a:lnTo>
                  <a:pt x="5515" y="0"/>
                </a:lnTo>
                <a:lnTo>
                  <a:pt x="5515" y="10800"/>
                </a:lnTo>
                <a:lnTo>
                  <a:pt x="4596" y="10800"/>
                </a:lnTo>
                <a:lnTo>
                  <a:pt x="4596" y="0"/>
                </a:lnTo>
                <a:lnTo>
                  <a:pt x="2757" y="1728"/>
                </a:lnTo>
                <a:lnTo>
                  <a:pt x="1379" y="3888"/>
                </a:lnTo>
                <a:lnTo>
                  <a:pt x="230" y="6912"/>
                </a:lnTo>
                <a:lnTo>
                  <a:pt x="0" y="8640"/>
                </a:lnTo>
                <a:lnTo>
                  <a:pt x="0" y="12960"/>
                </a:lnTo>
                <a:lnTo>
                  <a:pt x="460" y="15120"/>
                </a:lnTo>
                <a:lnTo>
                  <a:pt x="919" y="16848"/>
                </a:lnTo>
                <a:lnTo>
                  <a:pt x="2528" y="19872"/>
                </a:lnTo>
                <a:lnTo>
                  <a:pt x="3447" y="20304"/>
                </a:lnTo>
                <a:lnTo>
                  <a:pt x="4596" y="21600"/>
                </a:lnTo>
                <a:lnTo>
                  <a:pt x="15166" y="21600"/>
                </a:lnTo>
                <a:lnTo>
                  <a:pt x="15855" y="20304"/>
                </a:lnTo>
                <a:lnTo>
                  <a:pt x="15855" y="13824"/>
                </a:lnTo>
                <a:lnTo>
                  <a:pt x="21600" y="3024"/>
                </a:lnTo>
                <a:lnTo>
                  <a:pt x="21600" y="129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9" name="Google Shape;2149;p51"/>
          <p:cNvSpPr/>
          <p:nvPr/>
        </p:nvSpPr>
        <p:spPr>
          <a:xfrm>
            <a:off x="20612102" y="6024035"/>
            <a:ext cx="182034" cy="156654"/>
          </a:xfrm>
          <a:custGeom>
            <a:rect b="b" l="l" r="r" t="t"/>
            <a:pathLst>
              <a:path extrusionOk="0" h="21600" w="21600">
                <a:moveTo>
                  <a:pt x="16691" y="3812"/>
                </a:moveTo>
                <a:lnTo>
                  <a:pt x="4909" y="8259"/>
                </a:lnTo>
                <a:lnTo>
                  <a:pt x="4909" y="0"/>
                </a:lnTo>
                <a:lnTo>
                  <a:pt x="0" y="0"/>
                </a:lnTo>
                <a:lnTo>
                  <a:pt x="0" y="21600"/>
                </a:lnTo>
                <a:lnTo>
                  <a:pt x="4909" y="21600"/>
                </a:lnTo>
                <a:lnTo>
                  <a:pt x="4909" y="14612"/>
                </a:lnTo>
                <a:lnTo>
                  <a:pt x="20127" y="8894"/>
                </a:lnTo>
                <a:lnTo>
                  <a:pt x="21109" y="7624"/>
                </a:lnTo>
                <a:lnTo>
                  <a:pt x="21600" y="5718"/>
                </a:lnTo>
                <a:lnTo>
                  <a:pt x="21600" y="0"/>
                </a:lnTo>
                <a:lnTo>
                  <a:pt x="16691" y="0"/>
                </a:lnTo>
                <a:lnTo>
                  <a:pt x="16691" y="381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0" name="Google Shape;2150;p51"/>
          <p:cNvSpPr/>
          <p:nvPr/>
        </p:nvSpPr>
        <p:spPr>
          <a:xfrm>
            <a:off x="21649267" y="5765800"/>
            <a:ext cx="169344" cy="351378"/>
          </a:xfrm>
          <a:custGeom>
            <a:rect b="b" l="l" r="r" t="t"/>
            <a:pathLst>
              <a:path extrusionOk="0" h="21600" w="21600">
                <a:moveTo>
                  <a:pt x="18831" y="5468"/>
                </a:moveTo>
                <a:lnTo>
                  <a:pt x="21600" y="5468"/>
                </a:lnTo>
                <a:lnTo>
                  <a:pt x="21600" y="2734"/>
                </a:lnTo>
                <a:lnTo>
                  <a:pt x="19385" y="2734"/>
                </a:lnTo>
                <a:lnTo>
                  <a:pt x="3323" y="0"/>
                </a:lnTo>
                <a:lnTo>
                  <a:pt x="1662" y="2734"/>
                </a:lnTo>
                <a:lnTo>
                  <a:pt x="9415" y="4101"/>
                </a:lnTo>
                <a:lnTo>
                  <a:pt x="4985" y="5468"/>
                </a:lnTo>
                <a:lnTo>
                  <a:pt x="2215" y="7656"/>
                </a:lnTo>
                <a:lnTo>
                  <a:pt x="554" y="9570"/>
                </a:lnTo>
                <a:lnTo>
                  <a:pt x="0" y="12304"/>
                </a:lnTo>
                <a:lnTo>
                  <a:pt x="0" y="21600"/>
                </a:lnTo>
                <a:lnTo>
                  <a:pt x="4985" y="21600"/>
                </a:lnTo>
                <a:lnTo>
                  <a:pt x="4985" y="10937"/>
                </a:lnTo>
                <a:lnTo>
                  <a:pt x="6646" y="9570"/>
                </a:lnTo>
                <a:lnTo>
                  <a:pt x="7200" y="8476"/>
                </a:lnTo>
                <a:lnTo>
                  <a:pt x="9415" y="7656"/>
                </a:lnTo>
                <a:lnTo>
                  <a:pt x="11631" y="6562"/>
                </a:lnTo>
                <a:lnTo>
                  <a:pt x="13292" y="6289"/>
                </a:lnTo>
                <a:lnTo>
                  <a:pt x="16062" y="5468"/>
                </a:lnTo>
                <a:lnTo>
                  <a:pt x="18831" y="546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1" name="Google Shape;2151;p51"/>
          <p:cNvSpPr/>
          <p:nvPr/>
        </p:nvSpPr>
        <p:spPr>
          <a:xfrm>
            <a:off x="21848234" y="5765800"/>
            <a:ext cx="139698" cy="127008"/>
          </a:xfrm>
          <a:custGeom>
            <a:rect b="b" l="l" r="r" t="t"/>
            <a:pathLst>
              <a:path extrusionOk="0" h="21600" w="21600">
                <a:moveTo>
                  <a:pt x="20965" y="1440"/>
                </a:moveTo>
                <a:lnTo>
                  <a:pt x="19694" y="0"/>
                </a:lnTo>
                <a:lnTo>
                  <a:pt x="17788" y="0"/>
                </a:lnTo>
                <a:lnTo>
                  <a:pt x="2541" y="3600"/>
                </a:lnTo>
                <a:lnTo>
                  <a:pt x="635" y="5040"/>
                </a:lnTo>
                <a:lnTo>
                  <a:pt x="0" y="7200"/>
                </a:lnTo>
                <a:lnTo>
                  <a:pt x="0" y="14400"/>
                </a:lnTo>
                <a:lnTo>
                  <a:pt x="635" y="17280"/>
                </a:lnTo>
                <a:lnTo>
                  <a:pt x="2541" y="18000"/>
                </a:lnTo>
                <a:lnTo>
                  <a:pt x="17788" y="21600"/>
                </a:lnTo>
                <a:lnTo>
                  <a:pt x="19694" y="21600"/>
                </a:lnTo>
                <a:lnTo>
                  <a:pt x="20965" y="20880"/>
                </a:lnTo>
                <a:lnTo>
                  <a:pt x="21600" y="20160"/>
                </a:lnTo>
                <a:lnTo>
                  <a:pt x="21600" y="2160"/>
                </a:lnTo>
                <a:lnTo>
                  <a:pt x="20965" y="144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2" name="Google Shape;2152;p51"/>
          <p:cNvSpPr/>
          <p:nvPr/>
        </p:nvSpPr>
        <p:spPr>
          <a:xfrm>
            <a:off x="21717000" y="5880101"/>
            <a:ext cx="169344" cy="31325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8640" y="0"/>
                </a:lnTo>
                <a:lnTo>
                  <a:pt x="7020" y="292"/>
                </a:lnTo>
                <a:lnTo>
                  <a:pt x="3780" y="1751"/>
                </a:lnTo>
                <a:lnTo>
                  <a:pt x="1080" y="3503"/>
                </a:lnTo>
                <a:lnTo>
                  <a:pt x="0" y="4670"/>
                </a:lnTo>
                <a:lnTo>
                  <a:pt x="0" y="21016"/>
                </a:lnTo>
                <a:lnTo>
                  <a:pt x="1080" y="21308"/>
                </a:lnTo>
                <a:lnTo>
                  <a:pt x="1620" y="21600"/>
                </a:lnTo>
                <a:lnTo>
                  <a:pt x="19980" y="21600"/>
                </a:lnTo>
                <a:lnTo>
                  <a:pt x="21060" y="21308"/>
                </a:lnTo>
                <a:lnTo>
                  <a:pt x="21600" y="21016"/>
                </a:lnTo>
                <a:lnTo>
                  <a:pt x="21600" y="4670"/>
                </a:lnTo>
                <a:lnTo>
                  <a:pt x="21060" y="3503"/>
                </a:lnTo>
                <a:lnTo>
                  <a:pt x="18360" y="1751"/>
                </a:lnTo>
                <a:lnTo>
                  <a:pt x="14580" y="292"/>
                </a:lnTo>
                <a:lnTo>
                  <a:pt x="12960" y="0"/>
                </a:lnTo>
                <a:lnTo>
                  <a:pt x="10800" y="0"/>
                </a:lnTo>
                <a:close/>
                <a:moveTo>
                  <a:pt x="18900" y="15762"/>
                </a:moveTo>
                <a:lnTo>
                  <a:pt x="10800" y="15762"/>
                </a:lnTo>
                <a:lnTo>
                  <a:pt x="10800" y="7297"/>
                </a:lnTo>
                <a:lnTo>
                  <a:pt x="18900" y="7297"/>
                </a:lnTo>
                <a:lnTo>
                  <a:pt x="18900" y="1576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3" name="Google Shape;2153;p51"/>
          <p:cNvSpPr/>
          <p:nvPr/>
        </p:nvSpPr>
        <p:spPr>
          <a:xfrm>
            <a:off x="22639867" y="8051800"/>
            <a:ext cx="427572" cy="169344"/>
          </a:xfrm>
          <a:custGeom>
            <a:rect b="b" l="l" r="r" t="t"/>
            <a:pathLst>
              <a:path extrusionOk="0" h="21600" w="21600">
                <a:moveTo>
                  <a:pt x="19418" y="0"/>
                </a:moveTo>
                <a:lnTo>
                  <a:pt x="19418" y="8308"/>
                </a:lnTo>
                <a:lnTo>
                  <a:pt x="16800" y="11077"/>
                </a:lnTo>
                <a:lnTo>
                  <a:pt x="12436" y="13846"/>
                </a:lnTo>
                <a:lnTo>
                  <a:pt x="9164" y="13846"/>
                </a:lnTo>
                <a:lnTo>
                  <a:pt x="7636" y="12738"/>
                </a:lnTo>
                <a:lnTo>
                  <a:pt x="5018" y="11077"/>
                </a:lnTo>
                <a:lnTo>
                  <a:pt x="2182" y="8308"/>
                </a:lnTo>
                <a:lnTo>
                  <a:pt x="2182" y="0"/>
                </a:lnTo>
                <a:lnTo>
                  <a:pt x="1527" y="1662"/>
                </a:lnTo>
                <a:lnTo>
                  <a:pt x="655" y="3323"/>
                </a:lnTo>
                <a:lnTo>
                  <a:pt x="436" y="6092"/>
                </a:lnTo>
                <a:lnTo>
                  <a:pt x="0" y="8308"/>
                </a:lnTo>
                <a:lnTo>
                  <a:pt x="873" y="13846"/>
                </a:lnTo>
                <a:lnTo>
                  <a:pt x="1964" y="15508"/>
                </a:lnTo>
                <a:lnTo>
                  <a:pt x="3055" y="17723"/>
                </a:lnTo>
                <a:lnTo>
                  <a:pt x="4582" y="19938"/>
                </a:lnTo>
                <a:lnTo>
                  <a:pt x="6545" y="20492"/>
                </a:lnTo>
                <a:lnTo>
                  <a:pt x="8727" y="21600"/>
                </a:lnTo>
                <a:lnTo>
                  <a:pt x="13091" y="21600"/>
                </a:lnTo>
                <a:lnTo>
                  <a:pt x="15273" y="20492"/>
                </a:lnTo>
                <a:lnTo>
                  <a:pt x="17018" y="19938"/>
                </a:lnTo>
                <a:lnTo>
                  <a:pt x="18764" y="17723"/>
                </a:lnTo>
                <a:lnTo>
                  <a:pt x="19855" y="15508"/>
                </a:lnTo>
                <a:lnTo>
                  <a:pt x="20727" y="13846"/>
                </a:lnTo>
                <a:lnTo>
                  <a:pt x="21382" y="11077"/>
                </a:lnTo>
                <a:lnTo>
                  <a:pt x="21600" y="8308"/>
                </a:lnTo>
                <a:lnTo>
                  <a:pt x="21382" y="6092"/>
                </a:lnTo>
                <a:lnTo>
                  <a:pt x="21164" y="3323"/>
                </a:lnTo>
                <a:lnTo>
                  <a:pt x="19418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4" name="Google Shape;2154;p51"/>
          <p:cNvSpPr/>
          <p:nvPr/>
        </p:nvSpPr>
        <p:spPr>
          <a:xfrm>
            <a:off x="22872703" y="7882466"/>
            <a:ext cx="76194" cy="169344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1600" y="5254"/>
                </a:lnTo>
                <a:lnTo>
                  <a:pt x="18189" y="3503"/>
                </a:lnTo>
                <a:lnTo>
                  <a:pt x="12505" y="1751"/>
                </a:lnTo>
                <a:lnTo>
                  <a:pt x="6821" y="584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5" name="Google Shape;2155;p51"/>
          <p:cNvSpPr/>
          <p:nvPr/>
        </p:nvSpPr>
        <p:spPr>
          <a:xfrm>
            <a:off x="22741467" y="7882466"/>
            <a:ext cx="93150" cy="169344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15120" y="584"/>
                </a:lnTo>
                <a:lnTo>
                  <a:pt x="9720" y="1751"/>
                </a:lnTo>
                <a:lnTo>
                  <a:pt x="4320" y="3503"/>
                </a:lnTo>
                <a:lnTo>
                  <a:pt x="0" y="5254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6" name="Google Shape;2156;p51"/>
          <p:cNvSpPr/>
          <p:nvPr/>
        </p:nvSpPr>
        <p:spPr>
          <a:xfrm>
            <a:off x="22703369" y="7958666"/>
            <a:ext cx="300564" cy="156654"/>
          </a:xfrm>
          <a:custGeom>
            <a:rect b="b" l="l" r="r" t="t"/>
            <a:pathLst>
              <a:path extrusionOk="0" h="21600" w="21600">
                <a:moveTo>
                  <a:pt x="1252" y="18758"/>
                </a:moveTo>
                <a:lnTo>
                  <a:pt x="7513" y="21032"/>
                </a:lnTo>
                <a:lnTo>
                  <a:pt x="10957" y="21600"/>
                </a:lnTo>
                <a:lnTo>
                  <a:pt x="14400" y="21032"/>
                </a:lnTo>
                <a:lnTo>
                  <a:pt x="20661" y="18758"/>
                </a:lnTo>
                <a:lnTo>
                  <a:pt x="21287" y="17053"/>
                </a:lnTo>
                <a:lnTo>
                  <a:pt x="21600" y="15916"/>
                </a:lnTo>
                <a:lnTo>
                  <a:pt x="21600" y="13074"/>
                </a:lnTo>
                <a:lnTo>
                  <a:pt x="21287" y="6253"/>
                </a:lnTo>
                <a:lnTo>
                  <a:pt x="20974" y="2842"/>
                </a:lnTo>
                <a:lnTo>
                  <a:pt x="20035" y="0"/>
                </a:lnTo>
                <a:lnTo>
                  <a:pt x="11583" y="19895"/>
                </a:lnTo>
                <a:lnTo>
                  <a:pt x="11270" y="21032"/>
                </a:lnTo>
                <a:lnTo>
                  <a:pt x="10643" y="21032"/>
                </a:lnTo>
                <a:lnTo>
                  <a:pt x="10017" y="19895"/>
                </a:lnTo>
                <a:lnTo>
                  <a:pt x="1565" y="0"/>
                </a:lnTo>
                <a:lnTo>
                  <a:pt x="939" y="2842"/>
                </a:lnTo>
                <a:lnTo>
                  <a:pt x="0" y="13074"/>
                </a:lnTo>
                <a:lnTo>
                  <a:pt x="0" y="15916"/>
                </a:lnTo>
                <a:lnTo>
                  <a:pt x="626" y="17053"/>
                </a:lnTo>
                <a:lnTo>
                  <a:pt x="1252" y="1875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7" name="Google Shape;2157;p51"/>
          <p:cNvSpPr/>
          <p:nvPr/>
        </p:nvSpPr>
        <p:spPr>
          <a:xfrm>
            <a:off x="17509066" y="3907367"/>
            <a:ext cx="402192" cy="245538"/>
          </a:xfrm>
          <a:custGeom>
            <a:rect b="b" l="l" r="r" t="t"/>
            <a:pathLst>
              <a:path extrusionOk="0" h="21600" w="21600">
                <a:moveTo>
                  <a:pt x="6735" y="17673"/>
                </a:moveTo>
                <a:lnTo>
                  <a:pt x="6503" y="15709"/>
                </a:lnTo>
                <a:lnTo>
                  <a:pt x="15097" y="15709"/>
                </a:lnTo>
                <a:lnTo>
                  <a:pt x="14865" y="17673"/>
                </a:lnTo>
                <a:lnTo>
                  <a:pt x="15097" y="19244"/>
                </a:lnTo>
                <a:lnTo>
                  <a:pt x="15329" y="20422"/>
                </a:lnTo>
                <a:lnTo>
                  <a:pt x="16258" y="20815"/>
                </a:lnTo>
                <a:lnTo>
                  <a:pt x="17187" y="21600"/>
                </a:lnTo>
                <a:lnTo>
                  <a:pt x="17884" y="20815"/>
                </a:lnTo>
                <a:lnTo>
                  <a:pt x="18813" y="20422"/>
                </a:lnTo>
                <a:lnTo>
                  <a:pt x="19045" y="19244"/>
                </a:lnTo>
                <a:lnTo>
                  <a:pt x="19277" y="17673"/>
                </a:lnTo>
                <a:lnTo>
                  <a:pt x="19045" y="15709"/>
                </a:lnTo>
                <a:lnTo>
                  <a:pt x="21135" y="15709"/>
                </a:lnTo>
                <a:lnTo>
                  <a:pt x="21368" y="15316"/>
                </a:lnTo>
                <a:lnTo>
                  <a:pt x="21600" y="14531"/>
                </a:lnTo>
                <a:lnTo>
                  <a:pt x="21600" y="1178"/>
                </a:lnTo>
                <a:lnTo>
                  <a:pt x="21368" y="785"/>
                </a:lnTo>
                <a:lnTo>
                  <a:pt x="21135" y="0"/>
                </a:lnTo>
                <a:lnTo>
                  <a:pt x="465" y="0"/>
                </a:lnTo>
                <a:lnTo>
                  <a:pt x="232" y="785"/>
                </a:lnTo>
                <a:lnTo>
                  <a:pt x="0" y="1178"/>
                </a:lnTo>
                <a:lnTo>
                  <a:pt x="0" y="14531"/>
                </a:lnTo>
                <a:lnTo>
                  <a:pt x="232" y="15316"/>
                </a:lnTo>
                <a:lnTo>
                  <a:pt x="465" y="15709"/>
                </a:lnTo>
                <a:lnTo>
                  <a:pt x="2555" y="15709"/>
                </a:lnTo>
                <a:lnTo>
                  <a:pt x="2090" y="17673"/>
                </a:lnTo>
                <a:lnTo>
                  <a:pt x="2555" y="19244"/>
                </a:lnTo>
                <a:lnTo>
                  <a:pt x="2787" y="20422"/>
                </a:lnTo>
                <a:lnTo>
                  <a:pt x="3716" y="20815"/>
                </a:lnTo>
                <a:lnTo>
                  <a:pt x="4413" y="21600"/>
                </a:lnTo>
                <a:lnTo>
                  <a:pt x="5342" y="20815"/>
                </a:lnTo>
                <a:lnTo>
                  <a:pt x="6271" y="20422"/>
                </a:lnTo>
                <a:lnTo>
                  <a:pt x="6503" y="19244"/>
                </a:lnTo>
                <a:lnTo>
                  <a:pt x="6735" y="17673"/>
                </a:lnTo>
                <a:close/>
                <a:moveTo>
                  <a:pt x="16026" y="3927"/>
                </a:moveTo>
                <a:lnTo>
                  <a:pt x="19277" y="3927"/>
                </a:lnTo>
                <a:lnTo>
                  <a:pt x="19277" y="9818"/>
                </a:lnTo>
                <a:lnTo>
                  <a:pt x="16026" y="9818"/>
                </a:lnTo>
                <a:lnTo>
                  <a:pt x="16026" y="3927"/>
                </a:lnTo>
                <a:close/>
                <a:moveTo>
                  <a:pt x="9058" y="3927"/>
                </a:moveTo>
                <a:lnTo>
                  <a:pt x="12542" y="3927"/>
                </a:lnTo>
                <a:lnTo>
                  <a:pt x="12542" y="9818"/>
                </a:lnTo>
                <a:lnTo>
                  <a:pt x="9058" y="9818"/>
                </a:lnTo>
                <a:lnTo>
                  <a:pt x="9058" y="3927"/>
                </a:lnTo>
                <a:close/>
                <a:moveTo>
                  <a:pt x="2090" y="3927"/>
                </a:moveTo>
                <a:lnTo>
                  <a:pt x="5574" y="3927"/>
                </a:lnTo>
                <a:lnTo>
                  <a:pt x="5574" y="9818"/>
                </a:lnTo>
                <a:lnTo>
                  <a:pt x="2090" y="9818"/>
                </a:lnTo>
                <a:lnTo>
                  <a:pt x="2090" y="392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8" name="Google Shape;2158;p51"/>
          <p:cNvSpPr/>
          <p:nvPr/>
        </p:nvSpPr>
        <p:spPr>
          <a:xfrm>
            <a:off x="17509066" y="4152901"/>
            <a:ext cx="427500" cy="423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159" name="Google Shape;2159;p51"/>
          <p:cNvSpPr/>
          <p:nvPr/>
        </p:nvSpPr>
        <p:spPr>
          <a:xfrm>
            <a:off x="17597969" y="3725333"/>
            <a:ext cx="249750" cy="169344"/>
          </a:xfrm>
          <a:custGeom>
            <a:rect b="b" l="l" r="r" t="t"/>
            <a:pathLst>
              <a:path extrusionOk="0" h="21600" w="21600">
                <a:moveTo>
                  <a:pt x="21600" y="16200"/>
                </a:moveTo>
                <a:lnTo>
                  <a:pt x="13180" y="16200"/>
                </a:lnTo>
                <a:lnTo>
                  <a:pt x="10983" y="10800"/>
                </a:lnTo>
                <a:lnTo>
                  <a:pt x="13180" y="5400"/>
                </a:lnTo>
                <a:lnTo>
                  <a:pt x="16475" y="5400"/>
                </a:lnTo>
                <a:lnTo>
                  <a:pt x="16475" y="0"/>
                </a:lnTo>
                <a:lnTo>
                  <a:pt x="5492" y="0"/>
                </a:lnTo>
                <a:lnTo>
                  <a:pt x="5492" y="5400"/>
                </a:lnTo>
                <a:lnTo>
                  <a:pt x="9885" y="5400"/>
                </a:lnTo>
                <a:lnTo>
                  <a:pt x="7322" y="10800"/>
                </a:lnTo>
                <a:lnTo>
                  <a:pt x="9885" y="16200"/>
                </a:lnTo>
                <a:lnTo>
                  <a:pt x="0" y="1620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62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0" name="Google Shape;2160;p51"/>
          <p:cNvSpPr/>
          <p:nvPr/>
        </p:nvSpPr>
        <p:spPr>
          <a:xfrm>
            <a:off x="10337800" y="7869768"/>
            <a:ext cx="431784" cy="351378"/>
          </a:xfrm>
          <a:custGeom>
            <a:rect b="b" l="l" r="r" t="t"/>
            <a:pathLst>
              <a:path extrusionOk="0" h="21600" w="21600">
                <a:moveTo>
                  <a:pt x="18327" y="10410"/>
                </a:moveTo>
                <a:lnTo>
                  <a:pt x="18109" y="8588"/>
                </a:lnTo>
                <a:lnTo>
                  <a:pt x="17236" y="5465"/>
                </a:lnTo>
                <a:lnTo>
                  <a:pt x="16364" y="4164"/>
                </a:lnTo>
                <a:lnTo>
                  <a:pt x="15709" y="3123"/>
                </a:lnTo>
                <a:lnTo>
                  <a:pt x="14618" y="2082"/>
                </a:lnTo>
                <a:lnTo>
                  <a:pt x="13091" y="1561"/>
                </a:lnTo>
                <a:lnTo>
                  <a:pt x="11782" y="1301"/>
                </a:lnTo>
                <a:lnTo>
                  <a:pt x="11782" y="0"/>
                </a:lnTo>
                <a:lnTo>
                  <a:pt x="9600" y="0"/>
                </a:lnTo>
                <a:lnTo>
                  <a:pt x="9600" y="1301"/>
                </a:lnTo>
                <a:lnTo>
                  <a:pt x="8291" y="1561"/>
                </a:lnTo>
                <a:lnTo>
                  <a:pt x="6982" y="2082"/>
                </a:lnTo>
                <a:lnTo>
                  <a:pt x="5891" y="3123"/>
                </a:lnTo>
                <a:lnTo>
                  <a:pt x="5018" y="4164"/>
                </a:lnTo>
                <a:lnTo>
                  <a:pt x="4364" y="5465"/>
                </a:lnTo>
                <a:lnTo>
                  <a:pt x="3709" y="7027"/>
                </a:lnTo>
                <a:lnTo>
                  <a:pt x="3491" y="8588"/>
                </a:lnTo>
                <a:lnTo>
                  <a:pt x="3273" y="10410"/>
                </a:lnTo>
                <a:lnTo>
                  <a:pt x="1964" y="11451"/>
                </a:lnTo>
                <a:lnTo>
                  <a:pt x="873" y="12752"/>
                </a:lnTo>
                <a:lnTo>
                  <a:pt x="218" y="14053"/>
                </a:lnTo>
                <a:lnTo>
                  <a:pt x="0" y="15354"/>
                </a:lnTo>
                <a:lnTo>
                  <a:pt x="218" y="16655"/>
                </a:lnTo>
                <a:lnTo>
                  <a:pt x="873" y="17957"/>
                </a:lnTo>
                <a:lnTo>
                  <a:pt x="1964" y="18737"/>
                </a:lnTo>
                <a:lnTo>
                  <a:pt x="3055" y="19778"/>
                </a:lnTo>
                <a:lnTo>
                  <a:pt x="4582" y="20819"/>
                </a:lnTo>
                <a:lnTo>
                  <a:pt x="6545" y="21080"/>
                </a:lnTo>
                <a:lnTo>
                  <a:pt x="8509" y="21600"/>
                </a:lnTo>
                <a:lnTo>
                  <a:pt x="12873" y="21600"/>
                </a:lnTo>
                <a:lnTo>
                  <a:pt x="15055" y="21080"/>
                </a:lnTo>
                <a:lnTo>
                  <a:pt x="17018" y="20819"/>
                </a:lnTo>
                <a:lnTo>
                  <a:pt x="18545" y="19778"/>
                </a:lnTo>
                <a:lnTo>
                  <a:pt x="19636" y="18737"/>
                </a:lnTo>
                <a:lnTo>
                  <a:pt x="20727" y="17957"/>
                </a:lnTo>
                <a:lnTo>
                  <a:pt x="21600" y="15354"/>
                </a:lnTo>
                <a:lnTo>
                  <a:pt x="20727" y="12752"/>
                </a:lnTo>
                <a:lnTo>
                  <a:pt x="19636" y="11451"/>
                </a:lnTo>
                <a:lnTo>
                  <a:pt x="18327" y="10410"/>
                </a:lnTo>
                <a:close/>
                <a:moveTo>
                  <a:pt x="16145" y="11451"/>
                </a:moveTo>
                <a:lnTo>
                  <a:pt x="16145" y="13012"/>
                </a:lnTo>
                <a:lnTo>
                  <a:pt x="12873" y="13793"/>
                </a:lnTo>
                <a:lnTo>
                  <a:pt x="15927" y="8328"/>
                </a:lnTo>
                <a:lnTo>
                  <a:pt x="16145" y="9629"/>
                </a:lnTo>
                <a:lnTo>
                  <a:pt x="16145" y="11451"/>
                </a:lnTo>
                <a:close/>
                <a:moveTo>
                  <a:pt x="5455" y="11451"/>
                </a:moveTo>
                <a:lnTo>
                  <a:pt x="5455" y="9629"/>
                </a:lnTo>
                <a:lnTo>
                  <a:pt x="5673" y="8328"/>
                </a:lnTo>
                <a:lnTo>
                  <a:pt x="8509" y="13793"/>
                </a:lnTo>
                <a:lnTo>
                  <a:pt x="5455" y="13012"/>
                </a:lnTo>
                <a:lnTo>
                  <a:pt x="5455" y="11451"/>
                </a:lnTo>
                <a:close/>
                <a:moveTo>
                  <a:pt x="14618" y="5465"/>
                </a:moveTo>
                <a:lnTo>
                  <a:pt x="11782" y="10930"/>
                </a:lnTo>
                <a:lnTo>
                  <a:pt x="11782" y="3643"/>
                </a:lnTo>
                <a:lnTo>
                  <a:pt x="13527" y="4424"/>
                </a:lnTo>
                <a:lnTo>
                  <a:pt x="14618" y="5465"/>
                </a:lnTo>
                <a:close/>
                <a:moveTo>
                  <a:pt x="9600" y="10930"/>
                </a:moveTo>
                <a:lnTo>
                  <a:pt x="6982" y="5465"/>
                </a:lnTo>
                <a:lnTo>
                  <a:pt x="8073" y="4424"/>
                </a:lnTo>
                <a:lnTo>
                  <a:pt x="9600" y="3643"/>
                </a:lnTo>
                <a:lnTo>
                  <a:pt x="9600" y="10930"/>
                </a:lnTo>
                <a:close/>
                <a:moveTo>
                  <a:pt x="10691" y="19258"/>
                </a:moveTo>
                <a:lnTo>
                  <a:pt x="8945" y="19258"/>
                </a:lnTo>
                <a:lnTo>
                  <a:pt x="4582" y="17957"/>
                </a:lnTo>
                <a:lnTo>
                  <a:pt x="3491" y="17176"/>
                </a:lnTo>
                <a:lnTo>
                  <a:pt x="2618" y="16655"/>
                </a:lnTo>
                <a:lnTo>
                  <a:pt x="2400" y="15875"/>
                </a:lnTo>
                <a:lnTo>
                  <a:pt x="2182" y="15354"/>
                </a:lnTo>
                <a:lnTo>
                  <a:pt x="2400" y="14313"/>
                </a:lnTo>
                <a:lnTo>
                  <a:pt x="3273" y="13793"/>
                </a:lnTo>
                <a:lnTo>
                  <a:pt x="3273" y="14053"/>
                </a:lnTo>
                <a:lnTo>
                  <a:pt x="3491" y="14573"/>
                </a:lnTo>
                <a:lnTo>
                  <a:pt x="3927" y="15354"/>
                </a:lnTo>
                <a:lnTo>
                  <a:pt x="8291" y="16395"/>
                </a:lnTo>
                <a:lnTo>
                  <a:pt x="10691" y="16655"/>
                </a:lnTo>
                <a:lnTo>
                  <a:pt x="13091" y="16395"/>
                </a:lnTo>
                <a:lnTo>
                  <a:pt x="17455" y="15354"/>
                </a:lnTo>
                <a:lnTo>
                  <a:pt x="18109" y="14573"/>
                </a:lnTo>
                <a:lnTo>
                  <a:pt x="18327" y="14053"/>
                </a:lnTo>
                <a:lnTo>
                  <a:pt x="18327" y="13793"/>
                </a:lnTo>
                <a:lnTo>
                  <a:pt x="19200" y="14313"/>
                </a:lnTo>
                <a:lnTo>
                  <a:pt x="19418" y="15354"/>
                </a:lnTo>
                <a:lnTo>
                  <a:pt x="19200" y="15875"/>
                </a:lnTo>
                <a:lnTo>
                  <a:pt x="18764" y="16655"/>
                </a:lnTo>
                <a:lnTo>
                  <a:pt x="18109" y="17176"/>
                </a:lnTo>
                <a:lnTo>
                  <a:pt x="17018" y="17957"/>
                </a:lnTo>
                <a:lnTo>
                  <a:pt x="14182" y="18737"/>
                </a:lnTo>
                <a:lnTo>
                  <a:pt x="12655" y="19258"/>
                </a:lnTo>
                <a:lnTo>
                  <a:pt x="10691" y="1925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1" name="Google Shape;2161;p51"/>
          <p:cNvSpPr/>
          <p:nvPr/>
        </p:nvSpPr>
        <p:spPr>
          <a:xfrm>
            <a:off x="9351434" y="5765800"/>
            <a:ext cx="338688" cy="427572"/>
          </a:xfrm>
          <a:custGeom>
            <a:rect b="b" l="l" r="r" t="t"/>
            <a:pathLst>
              <a:path extrusionOk="0" h="21600" w="21600">
                <a:moveTo>
                  <a:pt x="21327" y="436"/>
                </a:moveTo>
                <a:lnTo>
                  <a:pt x="20506" y="0"/>
                </a:lnTo>
                <a:lnTo>
                  <a:pt x="19959" y="0"/>
                </a:lnTo>
                <a:lnTo>
                  <a:pt x="13124" y="1091"/>
                </a:lnTo>
                <a:lnTo>
                  <a:pt x="12577" y="1527"/>
                </a:lnTo>
                <a:lnTo>
                  <a:pt x="12030" y="2182"/>
                </a:lnTo>
                <a:lnTo>
                  <a:pt x="9843" y="2182"/>
                </a:lnTo>
                <a:lnTo>
                  <a:pt x="1641" y="0"/>
                </a:lnTo>
                <a:lnTo>
                  <a:pt x="1094" y="2182"/>
                </a:lnTo>
                <a:lnTo>
                  <a:pt x="4648" y="3273"/>
                </a:lnTo>
                <a:lnTo>
                  <a:pt x="2734" y="4364"/>
                </a:lnTo>
                <a:lnTo>
                  <a:pt x="1367" y="6109"/>
                </a:lnTo>
                <a:lnTo>
                  <a:pt x="273" y="7636"/>
                </a:lnTo>
                <a:lnTo>
                  <a:pt x="0" y="9818"/>
                </a:lnTo>
                <a:lnTo>
                  <a:pt x="0" y="17236"/>
                </a:lnTo>
                <a:lnTo>
                  <a:pt x="2734" y="17236"/>
                </a:lnTo>
                <a:lnTo>
                  <a:pt x="2734" y="8727"/>
                </a:lnTo>
                <a:lnTo>
                  <a:pt x="3008" y="7855"/>
                </a:lnTo>
                <a:lnTo>
                  <a:pt x="4375" y="6327"/>
                </a:lnTo>
                <a:lnTo>
                  <a:pt x="6015" y="5236"/>
                </a:lnTo>
                <a:lnTo>
                  <a:pt x="8203" y="4364"/>
                </a:lnTo>
                <a:lnTo>
                  <a:pt x="8203" y="5673"/>
                </a:lnTo>
                <a:lnTo>
                  <a:pt x="6289" y="6327"/>
                </a:lnTo>
                <a:lnTo>
                  <a:pt x="5195" y="6982"/>
                </a:lnTo>
                <a:lnTo>
                  <a:pt x="4375" y="8509"/>
                </a:lnTo>
                <a:lnTo>
                  <a:pt x="4101" y="9818"/>
                </a:lnTo>
                <a:lnTo>
                  <a:pt x="4101" y="21164"/>
                </a:lnTo>
                <a:lnTo>
                  <a:pt x="4648" y="21600"/>
                </a:lnTo>
                <a:lnTo>
                  <a:pt x="14218" y="21600"/>
                </a:lnTo>
                <a:lnTo>
                  <a:pt x="14765" y="21164"/>
                </a:lnTo>
                <a:lnTo>
                  <a:pt x="14765" y="9818"/>
                </a:lnTo>
                <a:lnTo>
                  <a:pt x="14491" y="8509"/>
                </a:lnTo>
                <a:lnTo>
                  <a:pt x="13944" y="6982"/>
                </a:lnTo>
                <a:lnTo>
                  <a:pt x="12577" y="6327"/>
                </a:lnTo>
                <a:lnTo>
                  <a:pt x="10937" y="5673"/>
                </a:lnTo>
                <a:lnTo>
                  <a:pt x="10937" y="4364"/>
                </a:lnTo>
                <a:lnTo>
                  <a:pt x="12030" y="4364"/>
                </a:lnTo>
                <a:lnTo>
                  <a:pt x="12577" y="5236"/>
                </a:lnTo>
                <a:lnTo>
                  <a:pt x="13124" y="5455"/>
                </a:lnTo>
                <a:lnTo>
                  <a:pt x="19959" y="6545"/>
                </a:lnTo>
                <a:lnTo>
                  <a:pt x="20506" y="6545"/>
                </a:lnTo>
                <a:lnTo>
                  <a:pt x="21327" y="6327"/>
                </a:lnTo>
                <a:lnTo>
                  <a:pt x="21600" y="6109"/>
                </a:lnTo>
                <a:lnTo>
                  <a:pt x="21600" y="655"/>
                </a:lnTo>
                <a:lnTo>
                  <a:pt x="21327" y="436"/>
                </a:lnTo>
                <a:close/>
                <a:moveTo>
                  <a:pt x="12030" y="16145"/>
                </a:moveTo>
                <a:lnTo>
                  <a:pt x="10937" y="16145"/>
                </a:lnTo>
                <a:lnTo>
                  <a:pt x="10937" y="12000"/>
                </a:lnTo>
                <a:lnTo>
                  <a:pt x="12030" y="12000"/>
                </a:lnTo>
                <a:lnTo>
                  <a:pt x="12030" y="16145"/>
                </a:lnTo>
                <a:close/>
                <a:moveTo>
                  <a:pt x="12030" y="9818"/>
                </a:moveTo>
                <a:lnTo>
                  <a:pt x="8749" y="9818"/>
                </a:lnTo>
                <a:lnTo>
                  <a:pt x="8203" y="10255"/>
                </a:lnTo>
                <a:lnTo>
                  <a:pt x="8203" y="17891"/>
                </a:lnTo>
                <a:lnTo>
                  <a:pt x="8749" y="18327"/>
                </a:lnTo>
                <a:lnTo>
                  <a:pt x="12030" y="18327"/>
                </a:lnTo>
                <a:lnTo>
                  <a:pt x="12030" y="19418"/>
                </a:lnTo>
                <a:lnTo>
                  <a:pt x="6835" y="19418"/>
                </a:lnTo>
                <a:lnTo>
                  <a:pt x="6835" y="9818"/>
                </a:lnTo>
                <a:lnTo>
                  <a:pt x="7382" y="8073"/>
                </a:lnTo>
                <a:lnTo>
                  <a:pt x="9570" y="7636"/>
                </a:lnTo>
                <a:lnTo>
                  <a:pt x="10390" y="7855"/>
                </a:lnTo>
                <a:lnTo>
                  <a:pt x="11484" y="8073"/>
                </a:lnTo>
                <a:lnTo>
                  <a:pt x="12030" y="9818"/>
                </a:lnTo>
                <a:close/>
                <a:moveTo>
                  <a:pt x="18866" y="4145"/>
                </a:moveTo>
                <a:lnTo>
                  <a:pt x="14765" y="3491"/>
                </a:lnTo>
                <a:lnTo>
                  <a:pt x="14765" y="3055"/>
                </a:lnTo>
                <a:lnTo>
                  <a:pt x="18866" y="2618"/>
                </a:lnTo>
                <a:lnTo>
                  <a:pt x="18866" y="414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2" name="Google Shape;2162;p51"/>
          <p:cNvSpPr/>
          <p:nvPr/>
        </p:nvSpPr>
        <p:spPr>
          <a:xfrm>
            <a:off x="8301568" y="5791200"/>
            <a:ext cx="414882" cy="389448"/>
          </a:xfrm>
          <a:custGeom>
            <a:rect b="b" l="l" r="r" t="t"/>
            <a:pathLst>
              <a:path extrusionOk="0" h="21600" w="21600">
                <a:moveTo>
                  <a:pt x="21600" y="728"/>
                </a:moveTo>
                <a:lnTo>
                  <a:pt x="21140" y="485"/>
                </a:lnTo>
                <a:lnTo>
                  <a:pt x="20451" y="0"/>
                </a:lnTo>
                <a:lnTo>
                  <a:pt x="4596" y="0"/>
                </a:lnTo>
                <a:lnTo>
                  <a:pt x="3447" y="728"/>
                </a:lnTo>
                <a:lnTo>
                  <a:pt x="2528" y="971"/>
                </a:lnTo>
                <a:lnTo>
                  <a:pt x="1838" y="1942"/>
                </a:lnTo>
                <a:lnTo>
                  <a:pt x="919" y="2670"/>
                </a:lnTo>
                <a:lnTo>
                  <a:pt x="689" y="3640"/>
                </a:lnTo>
                <a:lnTo>
                  <a:pt x="0" y="4854"/>
                </a:lnTo>
                <a:lnTo>
                  <a:pt x="0" y="7281"/>
                </a:lnTo>
                <a:lnTo>
                  <a:pt x="689" y="8494"/>
                </a:lnTo>
                <a:lnTo>
                  <a:pt x="919" y="9465"/>
                </a:lnTo>
                <a:lnTo>
                  <a:pt x="1838" y="10193"/>
                </a:lnTo>
                <a:lnTo>
                  <a:pt x="2528" y="11164"/>
                </a:lnTo>
                <a:lnTo>
                  <a:pt x="3447" y="11407"/>
                </a:lnTo>
                <a:lnTo>
                  <a:pt x="4596" y="12135"/>
                </a:lnTo>
                <a:lnTo>
                  <a:pt x="8043" y="12135"/>
                </a:lnTo>
                <a:lnTo>
                  <a:pt x="8043" y="14804"/>
                </a:lnTo>
                <a:lnTo>
                  <a:pt x="2298" y="16503"/>
                </a:lnTo>
                <a:lnTo>
                  <a:pt x="2298" y="13348"/>
                </a:lnTo>
                <a:lnTo>
                  <a:pt x="0" y="13348"/>
                </a:lnTo>
                <a:lnTo>
                  <a:pt x="0" y="21600"/>
                </a:lnTo>
                <a:lnTo>
                  <a:pt x="2298" y="21600"/>
                </a:lnTo>
                <a:lnTo>
                  <a:pt x="2298" y="18930"/>
                </a:lnTo>
                <a:lnTo>
                  <a:pt x="9421" y="16746"/>
                </a:lnTo>
                <a:lnTo>
                  <a:pt x="9881" y="16261"/>
                </a:lnTo>
                <a:lnTo>
                  <a:pt x="10340" y="15533"/>
                </a:lnTo>
                <a:lnTo>
                  <a:pt x="10340" y="12135"/>
                </a:lnTo>
                <a:lnTo>
                  <a:pt x="15396" y="12135"/>
                </a:lnTo>
                <a:lnTo>
                  <a:pt x="15626" y="11649"/>
                </a:lnTo>
                <a:lnTo>
                  <a:pt x="15855" y="11407"/>
                </a:lnTo>
                <a:lnTo>
                  <a:pt x="15855" y="10921"/>
                </a:lnTo>
                <a:lnTo>
                  <a:pt x="18843" y="10921"/>
                </a:lnTo>
                <a:lnTo>
                  <a:pt x="19072" y="10679"/>
                </a:lnTo>
                <a:lnTo>
                  <a:pt x="19302" y="10193"/>
                </a:lnTo>
                <a:lnTo>
                  <a:pt x="19302" y="6067"/>
                </a:lnTo>
                <a:lnTo>
                  <a:pt x="19072" y="5582"/>
                </a:lnTo>
                <a:lnTo>
                  <a:pt x="18383" y="4854"/>
                </a:lnTo>
                <a:lnTo>
                  <a:pt x="21370" y="2184"/>
                </a:lnTo>
                <a:lnTo>
                  <a:pt x="21600" y="1699"/>
                </a:lnTo>
                <a:lnTo>
                  <a:pt x="21600" y="728"/>
                </a:lnTo>
                <a:close/>
                <a:moveTo>
                  <a:pt x="14017" y="6310"/>
                </a:moveTo>
                <a:lnTo>
                  <a:pt x="13787" y="6553"/>
                </a:lnTo>
                <a:lnTo>
                  <a:pt x="13787" y="9708"/>
                </a:lnTo>
                <a:lnTo>
                  <a:pt x="5745" y="9708"/>
                </a:lnTo>
                <a:lnTo>
                  <a:pt x="4366" y="9465"/>
                </a:lnTo>
                <a:lnTo>
                  <a:pt x="2528" y="7524"/>
                </a:lnTo>
                <a:lnTo>
                  <a:pt x="2298" y="6067"/>
                </a:lnTo>
                <a:lnTo>
                  <a:pt x="2528" y="4854"/>
                </a:lnTo>
                <a:lnTo>
                  <a:pt x="2987" y="3883"/>
                </a:lnTo>
                <a:lnTo>
                  <a:pt x="3677" y="3155"/>
                </a:lnTo>
                <a:lnTo>
                  <a:pt x="4596" y="2670"/>
                </a:lnTo>
                <a:lnTo>
                  <a:pt x="4596" y="6067"/>
                </a:lnTo>
                <a:lnTo>
                  <a:pt x="6894" y="6067"/>
                </a:lnTo>
                <a:lnTo>
                  <a:pt x="6894" y="2427"/>
                </a:lnTo>
                <a:lnTo>
                  <a:pt x="8043" y="2427"/>
                </a:lnTo>
                <a:lnTo>
                  <a:pt x="8043" y="4854"/>
                </a:lnTo>
                <a:lnTo>
                  <a:pt x="10340" y="4854"/>
                </a:lnTo>
                <a:lnTo>
                  <a:pt x="10340" y="2427"/>
                </a:lnTo>
                <a:lnTo>
                  <a:pt x="17694" y="2427"/>
                </a:lnTo>
                <a:lnTo>
                  <a:pt x="14017" y="6310"/>
                </a:lnTo>
                <a:close/>
                <a:moveTo>
                  <a:pt x="17004" y="7281"/>
                </a:moveTo>
                <a:lnTo>
                  <a:pt x="17004" y="8494"/>
                </a:lnTo>
                <a:lnTo>
                  <a:pt x="15855" y="8494"/>
                </a:lnTo>
                <a:lnTo>
                  <a:pt x="15855" y="7766"/>
                </a:lnTo>
                <a:lnTo>
                  <a:pt x="16545" y="7281"/>
                </a:lnTo>
                <a:lnTo>
                  <a:pt x="17004" y="7281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3" name="Google Shape;2163;p51"/>
          <p:cNvSpPr/>
          <p:nvPr/>
        </p:nvSpPr>
        <p:spPr>
          <a:xfrm>
            <a:off x="10337800" y="11895666"/>
            <a:ext cx="406404" cy="491076"/>
          </a:xfrm>
          <a:custGeom>
            <a:rect b="b" l="l" r="r" t="t"/>
            <a:pathLst>
              <a:path extrusionOk="0" h="21600" w="21600">
                <a:moveTo>
                  <a:pt x="20451" y="19688"/>
                </a:moveTo>
                <a:lnTo>
                  <a:pt x="20451" y="5543"/>
                </a:lnTo>
                <a:lnTo>
                  <a:pt x="20221" y="4396"/>
                </a:lnTo>
                <a:lnTo>
                  <a:pt x="19302" y="3632"/>
                </a:lnTo>
                <a:lnTo>
                  <a:pt x="18383" y="3058"/>
                </a:lnTo>
                <a:lnTo>
                  <a:pt x="17004" y="2676"/>
                </a:lnTo>
                <a:lnTo>
                  <a:pt x="8043" y="2676"/>
                </a:lnTo>
                <a:lnTo>
                  <a:pt x="8043" y="1720"/>
                </a:lnTo>
                <a:lnTo>
                  <a:pt x="8962" y="1720"/>
                </a:lnTo>
                <a:lnTo>
                  <a:pt x="8962" y="0"/>
                </a:lnTo>
                <a:lnTo>
                  <a:pt x="4596" y="0"/>
                </a:lnTo>
                <a:lnTo>
                  <a:pt x="4596" y="1720"/>
                </a:lnTo>
                <a:lnTo>
                  <a:pt x="5745" y="1720"/>
                </a:lnTo>
                <a:lnTo>
                  <a:pt x="5745" y="2676"/>
                </a:lnTo>
                <a:lnTo>
                  <a:pt x="0" y="2676"/>
                </a:lnTo>
                <a:lnTo>
                  <a:pt x="0" y="7455"/>
                </a:lnTo>
                <a:lnTo>
                  <a:pt x="11260" y="7455"/>
                </a:lnTo>
                <a:lnTo>
                  <a:pt x="11260" y="4588"/>
                </a:lnTo>
                <a:lnTo>
                  <a:pt x="13557" y="4588"/>
                </a:lnTo>
                <a:lnTo>
                  <a:pt x="13557" y="14910"/>
                </a:lnTo>
                <a:lnTo>
                  <a:pt x="11260" y="14910"/>
                </a:lnTo>
                <a:lnTo>
                  <a:pt x="11260" y="12234"/>
                </a:lnTo>
                <a:lnTo>
                  <a:pt x="0" y="12234"/>
                </a:lnTo>
                <a:lnTo>
                  <a:pt x="0" y="16821"/>
                </a:lnTo>
                <a:lnTo>
                  <a:pt x="5745" y="16821"/>
                </a:lnTo>
                <a:lnTo>
                  <a:pt x="5745" y="17777"/>
                </a:lnTo>
                <a:lnTo>
                  <a:pt x="4596" y="17777"/>
                </a:lnTo>
                <a:lnTo>
                  <a:pt x="4596" y="19688"/>
                </a:lnTo>
                <a:lnTo>
                  <a:pt x="8962" y="19688"/>
                </a:lnTo>
                <a:lnTo>
                  <a:pt x="8962" y="17777"/>
                </a:lnTo>
                <a:lnTo>
                  <a:pt x="8043" y="17777"/>
                </a:lnTo>
                <a:lnTo>
                  <a:pt x="8043" y="16821"/>
                </a:lnTo>
                <a:lnTo>
                  <a:pt x="13557" y="16821"/>
                </a:lnTo>
                <a:lnTo>
                  <a:pt x="13557" y="19688"/>
                </a:lnTo>
                <a:lnTo>
                  <a:pt x="12409" y="19688"/>
                </a:lnTo>
                <a:lnTo>
                  <a:pt x="12409" y="21600"/>
                </a:lnTo>
                <a:lnTo>
                  <a:pt x="21600" y="21600"/>
                </a:lnTo>
                <a:lnTo>
                  <a:pt x="21600" y="19688"/>
                </a:lnTo>
                <a:lnTo>
                  <a:pt x="20451" y="19688"/>
                </a:lnTo>
                <a:close/>
                <a:moveTo>
                  <a:pt x="8962" y="5543"/>
                </a:moveTo>
                <a:lnTo>
                  <a:pt x="2298" y="5543"/>
                </a:lnTo>
                <a:lnTo>
                  <a:pt x="2298" y="4588"/>
                </a:lnTo>
                <a:lnTo>
                  <a:pt x="8962" y="4588"/>
                </a:lnTo>
                <a:lnTo>
                  <a:pt x="8962" y="5543"/>
                </a:lnTo>
                <a:close/>
                <a:moveTo>
                  <a:pt x="8962" y="14910"/>
                </a:moveTo>
                <a:lnTo>
                  <a:pt x="2298" y="14910"/>
                </a:lnTo>
                <a:lnTo>
                  <a:pt x="2298" y="14145"/>
                </a:lnTo>
                <a:lnTo>
                  <a:pt x="8962" y="14145"/>
                </a:lnTo>
                <a:lnTo>
                  <a:pt x="8962" y="14910"/>
                </a:lnTo>
                <a:close/>
                <a:moveTo>
                  <a:pt x="18153" y="19688"/>
                </a:moveTo>
                <a:lnTo>
                  <a:pt x="15855" y="19688"/>
                </a:lnTo>
                <a:lnTo>
                  <a:pt x="15855" y="15865"/>
                </a:lnTo>
                <a:lnTo>
                  <a:pt x="18153" y="15865"/>
                </a:lnTo>
                <a:lnTo>
                  <a:pt x="18153" y="19688"/>
                </a:lnTo>
                <a:close/>
                <a:moveTo>
                  <a:pt x="18153" y="14145"/>
                </a:moveTo>
                <a:lnTo>
                  <a:pt x="15855" y="14145"/>
                </a:lnTo>
                <a:lnTo>
                  <a:pt x="15855" y="12234"/>
                </a:lnTo>
                <a:lnTo>
                  <a:pt x="18153" y="12234"/>
                </a:lnTo>
                <a:lnTo>
                  <a:pt x="18153" y="14145"/>
                </a:lnTo>
                <a:close/>
                <a:moveTo>
                  <a:pt x="18153" y="10322"/>
                </a:moveTo>
                <a:lnTo>
                  <a:pt x="15855" y="10322"/>
                </a:lnTo>
                <a:lnTo>
                  <a:pt x="15855" y="8411"/>
                </a:lnTo>
                <a:lnTo>
                  <a:pt x="18153" y="8411"/>
                </a:lnTo>
                <a:lnTo>
                  <a:pt x="18153" y="10322"/>
                </a:lnTo>
                <a:close/>
                <a:moveTo>
                  <a:pt x="18153" y="6499"/>
                </a:moveTo>
                <a:lnTo>
                  <a:pt x="15855" y="6499"/>
                </a:lnTo>
                <a:lnTo>
                  <a:pt x="15855" y="4588"/>
                </a:lnTo>
                <a:lnTo>
                  <a:pt x="17464" y="4588"/>
                </a:lnTo>
                <a:lnTo>
                  <a:pt x="17923" y="4779"/>
                </a:lnTo>
                <a:lnTo>
                  <a:pt x="18153" y="5161"/>
                </a:lnTo>
                <a:lnTo>
                  <a:pt x="18153" y="649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4" name="Google Shape;2164;p51"/>
          <p:cNvSpPr/>
          <p:nvPr/>
        </p:nvSpPr>
        <p:spPr>
          <a:xfrm>
            <a:off x="2091266" y="10934700"/>
            <a:ext cx="507978" cy="389448"/>
          </a:xfrm>
          <a:custGeom>
            <a:rect b="b" l="l" r="r" t="t"/>
            <a:pathLst>
              <a:path extrusionOk="0" h="21600" w="21600">
                <a:moveTo>
                  <a:pt x="18488" y="0"/>
                </a:moveTo>
                <a:lnTo>
                  <a:pt x="3112" y="0"/>
                </a:lnTo>
                <a:lnTo>
                  <a:pt x="0" y="4173"/>
                </a:lnTo>
                <a:lnTo>
                  <a:pt x="0" y="19391"/>
                </a:lnTo>
                <a:lnTo>
                  <a:pt x="183" y="20127"/>
                </a:lnTo>
                <a:lnTo>
                  <a:pt x="366" y="21109"/>
                </a:lnTo>
                <a:lnTo>
                  <a:pt x="1831" y="21600"/>
                </a:lnTo>
                <a:lnTo>
                  <a:pt x="19769" y="21600"/>
                </a:lnTo>
                <a:lnTo>
                  <a:pt x="21234" y="21109"/>
                </a:lnTo>
                <a:lnTo>
                  <a:pt x="21417" y="20127"/>
                </a:lnTo>
                <a:lnTo>
                  <a:pt x="21600" y="19391"/>
                </a:lnTo>
                <a:lnTo>
                  <a:pt x="21600" y="4173"/>
                </a:lnTo>
                <a:lnTo>
                  <a:pt x="18488" y="0"/>
                </a:lnTo>
                <a:close/>
                <a:moveTo>
                  <a:pt x="9885" y="19391"/>
                </a:moveTo>
                <a:lnTo>
                  <a:pt x="1831" y="19391"/>
                </a:lnTo>
                <a:lnTo>
                  <a:pt x="1831" y="5891"/>
                </a:lnTo>
                <a:lnTo>
                  <a:pt x="4393" y="5891"/>
                </a:lnTo>
                <a:lnTo>
                  <a:pt x="4393" y="2455"/>
                </a:lnTo>
                <a:lnTo>
                  <a:pt x="9885" y="2455"/>
                </a:lnTo>
                <a:lnTo>
                  <a:pt x="9885" y="19391"/>
                </a:lnTo>
                <a:close/>
                <a:moveTo>
                  <a:pt x="19769" y="19391"/>
                </a:moveTo>
                <a:lnTo>
                  <a:pt x="11715" y="19391"/>
                </a:lnTo>
                <a:lnTo>
                  <a:pt x="11715" y="2455"/>
                </a:lnTo>
                <a:lnTo>
                  <a:pt x="17207" y="2455"/>
                </a:lnTo>
                <a:lnTo>
                  <a:pt x="17207" y="5891"/>
                </a:lnTo>
                <a:lnTo>
                  <a:pt x="19769" y="5891"/>
                </a:lnTo>
                <a:lnTo>
                  <a:pt x="19769" y="19391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5" name="Google Shape;2165;p51"/>
          <p:cNvSpPr/>
          <p:nvPr/>
        </p:nvSpPr>
        <p:spPr>
          <a:xfrm>
            <a:off x="3158066" y="10960100"/>
            <a:ext cx="427572" cy="338688"/>
          </a:xfrm>
          <a:custGeom>
            <a:rect b="b" l="l" r="r" t="t"/>
            <a:pathLst>
              <a:path extrusionOk="0" h="21600" w="21600">
                <a:moveTo>
                  <a:pt x="16800" y="0"/>
                </a:moveTo>
                <a:lnTo>
                  <a:pt x="2182" y="0"/>
                </a:lnTo>
                <a:lnTo>
                  <a:pt x="1527" y="273"/>
                </a:lnTo>
                <a:lnTo>
                  <a:pt x="655" y="547"/>
                </a:lnTo>
                <a:lnTo>
                  <a:pt x="436" y="1641"/>
                </a:lnTo>
                <a:lnTo>
                  <a:pt x="0" y="2461"/>
                </a:lnTo>
                <a:lnTo>
                  <a:pt x="0" y="18866"/>
                </a:lnTo>
                <a:lnTo>
                  <a:pt x="436" y="19686"/>
                </a:lnTo>
                <a:lnTo>
                  <a:pt x="655" y="20780"/>
                </a:lnTo>
                <a:lnTo>
                  <a:pt x="1527" y="21053"/>
                </a:lnTo>
                <a:lnTo>
                  <a:pt x="2182" y="21600"/>
                </a:lnTo>
                <a:lnTo>
                  <a:pt x="19418" y="21600"/>
                </a:lnTo>
                <a:lnTo>
                  <a:pt x="20291" y="21053"/>
                </a:lnTo>
                <a:lnTo>
                  <a:pt x="21164" y="20780"/>
                </a:lnTo>
                <a:lnTo>
                  <a:pt x="21382" y="19686"/>
                </a:lnTo>
                <a:lnTo>
                  <a:pt x="21600" y="18866"/>
                </a:lnTo>
                <a:lnTo>
                  <a:pt x="21600" y="6015"/>
                </a:lnTo>
                <a:lnTo>
                  <a:pt x="16800" y="0"/>
                </a:lnTo>
                <a:close/>
                <a:moveTo>
                  <a:pt x="19418" y="18866"/>
                </a:moveTo>
                <a:lnTo>
                  <a:pt x="2182" y="18866"/>
                </a:lnTo>
                <a:lnTo>
                  <a:pt x="2182" y="2461"/>
                </a:lnTo>
                <a:lnTo>
                  <a:pt x="15273" y="2461"/>
                </a:lnTo>
                <a:lnTo>
                  <a:pt x="15273" y="7929"/>
                </a:lnTo>
                <a:lnTo>
                  <a:pt x="19418" y="7929"/>
                </a:lnTo>
                <a:lnTo>
                  <a:pt x="19418" y="1886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6" name="Google Shape;2166;p51"/>
          <p:cNvSpPr/>
          <p:nvPr/>
        </p:nvSpPr>
        <p:spPr>
          <a:xfrm>
            <a:off x="8326968" y="9867900"/>
            <a:ext cx="338688" cy="427572"/>
          </a:xfrm>
          <a:custGeom>
            <a:rect b="b" l="l" r="r" t="t"/>
            <a:pathLst>
              <a:path extrusionOk="0" h="21600" w="21600">
                <a:moveTo>
                  <a:pt x="15585" y="0"/>
                </a:moveTo>
                <a:lnTo>
                  <a:pt x="2734" y="0"/>
                </a:lnTo>
                <a:lnTo>
                  <a:pt x="1641" y="218"/>
                </a:lnTo>
                <a:lnTo>
                  <a:pt x="820" y="655"/>
                </a:lnTo>
                <a:lnTo>
                  <a:pt x="547" y="1309"/>
                </a:lnTo>
                <a:lnTo>
                  <a:pt x="0" y="2182"/>
                </a:lnTo>
                <a:lnTo>
                  <a:pt x="0" y="19418"/>
                </a:lnTo>
                <a:lnTo>
                  <a:pt x="547" y="20291"/>
                </a:lnTo>
                <a:lnTo>
                  <a:pt x="820" y="20945"/>
                </a:lnTo>
                <a:lnTo>
                  <a:pt x="1641" y="21382"/>
                </a:lnTo>
                <a:lnTo>
                  <a:pt x="2734" y="21600"/>
                </a:lnTo>
                <a:lnTo>
                  <a:pt x="18866" y="21600"/>
                </a:lnTo>
                <a:lnTo>
                  <a:pt x="19959" y="21382"/>
                </a:lnTo>
                <a:lnTo>
                  <a:pt x="21053" y="20945"/>
                </a:lnTo>
                <a:lnTo>
                  <a:pt x="21327" y="20291"/>
                </a:lnTo>
                <a:lnTo>
                  <a:pt x="21600" y="19418"/>
                </a:lnTo>
                <a:lnTo>
                  <a:pt x="21600" y="4800"/>
                </a:lnTo>
                <a:lnTo>
                  <a:pt x="15585" y="0"/>
                </a:lnTo>
                <a:close/>
                <a:moveTo>
                  <a:pt x="18866" y="19418"/>
                </a:moveTo>
                <a:lnTo>
                  <a:pt x="2734" y="19418"/>
                </a:lnTo>
                <a:lnTo>
                  <a:pt x="2734" y="2182"/>
                </a:lnTo>
                <a:lnTo>
                  <a:pt x="13671" y="2182"/>
                </a:lnTo>
                <a:lnTo>
                  <a:pt x="13671" y="6545"/>
                </a:lnTo>
                <a:lnTo>
                  <a:pt x="18866" y="6545"/>
                </a:lnTo>
                <a:lnTo>
                  <a:pt x="18866" y="194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p51"/>
          <p:cNvSpPr/>
          <p:nvPr/>
        </p:nvSpPr>
        <p:spPr>
          <a:xfrm>
            <a:off x="8415866" y="10062634"/>
            <a:ext cx="1311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168" name="Google Shape;2168;p51"/>
          <p:cNvSpPr/>
          <p:nvPr/>
        </p:nvSpPr>
        <p:spPr>
          <a:xfrm>
            <a:off x="8415866" y="10143066"/>
            <a:ext cx="169200" cy="507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169" name="Google Shape;2169;p51"/>
          <p:cNvSpPr/>
          <p:nvPr/>
        </p:nvSpPr>
        <p:spPr>
          <a:xfrm>
            <a:off x="9351434" y="9867900"/>
            <a:ext cx="338688" cy="427572"/>
          </a:xfrm>
          <a:custGeom>
            <a:rect b="b" l="l" r="r" t="t"/>
            <a:pathLst>
              <a:path extrusionOk="0" h="21600" w="21600">
                <a:moveTo>
                  <a:pt x="15585" y="0"/>
                </a:moveTo>
                <a:lnTo>
                  <a:pt x="2734" y="0"/>
                </a:lnTo>
                <a:lnTo>
                  <a:pt x="1641" y="218"/>
                </a:lnTo>
                <a:lnTo>
                  <a:pt x="820" y="655"/>
                </a:lnTo>
                <a:lnTo>
                  <a:pt x="273" y="1309"/>
                </a:lnTo>
                <a:lnTo>
                  <a:pt x="0" y="2182"/>
                </a:lnTo>
                <a:lnTo>
                  <a:pt x="0" y="19418"/>
                </a:lnTo>
                <a:lnTo>
                  <a:pt x="273" y="20291"/>
                </a:lnTo>
                <a:lnTo>
                  <a:pt x="820" y="20945"/>
                </a:lnTo>
                <a:lnTo>
                  <a:pt x="1641" y="21382"/>
                </a:lnTo>
                <a:lnTo>
                  <a:pt x="2734" y="21600"/>
                </a:lnTo>
                <a:lnTo>
                  <a:pt x="18866" y="21600"/>
                </a:lnTo>
                <a:lnTo>
                  <a:pt x="19959" y="21382"/>
                </a:lnTo>
                <a:lnTo>
                  <a:pt x="21053" y="20945"/>
                </a:lnTo>
                <a:lnTo>
                  <a:pt x="21327" y="20291"/>
                </a:lnTo>
                <a:lnTo>
                  <a:pt x="21600" y="19418"/>
                </a:lnTo>
                <a:lnTo>
                  <a:pt x="21600" y="4800"/>
                </a:lnTo>
                <a:lnTo>
                  <a:pt x="15585" y="0"/>
                </a:lnTo>
                <a:close/>
                <a:moveTo>
                  <a:pt x="18866" y="19418"/>
                </a:moveTo>
                <a:lnTo>
                  <a:pt x="2734" y="19418"/>
                </a:lnTo>
                <a:lnTo>
                  <a:pt x="2734" y="2182"/>
                </a:lnTo>
                <a:lnTo>
                  <a:pt x="5468" y="2182"/>
                </a:lnTo>
                <a:lnTo>
                  <a:pt x="5468" y="11782"/>
                </a:lnTo>
                <a:lnTo>
                  <a:pt x="8203" y="9818"/>
                </a:lnTo>
                <a:lnTo>
                  <a:pt x="10937" y="11782"/>
                </a:lnTo>
                <a:lnTo>
                  <a:pt x="10937" y="2182"/>
                </a:lnTo>
                <a:lnTo>
                  <a:pt x="13397" y="2182"/>
                </a:lnTo>
                <a:lnTo>
                  <a:pt x="13397" y="6545"/>
                </a:lnTo>
                <a:lnTo>
                  <a:pt x="18866" y="6545"/>
                </a:lnTo>
                <a:lnTo>
                  <a:pt x="18866" y="194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0" name="Google Shape;2170;p51"/>
          <p:cNvSpPr/>
          <p:nvPr/>
        </p:nvSpPr>
        <p:spPr>
          <a:xfrm>
            <a:off x="10443634" y="9842500"/>
            <a:ext cx="300564" cy="389448"/>
          </a:xfrm>
          <a:custGeom>
            <a:rect b="b" l="l" r="r" t="t"/>
            <a:pathLst>
              <a:path extrusionOk="0" h="21600" w="21600">
                <a:moveTo>
                  <a:pt x="14713" y="0"/>
                </a:moveTo>
                <a:lnTo>
                  <a:pt x="3130" y="0"/>
                </a:lnTo>
                <a:lnTo>
                  <a:pt x="1878" y="243"/>
                </a:lnTo>
                <a:lnTo>
                  <a:pt x="626" y="728"/>
                </a:lnTo>
                <a:lnTo>
                  <a:pt x="313" y="1456"/>
                </a:lnTo>
                <a:lnTo>
                  <a:pt x="0" y="2427"/>
                </a:lnTo>
                <a:lnTo>
                  <a:pt x="0" y="19173"/>
                </a:lnTo>
                <a:lnTo>
                  <a:pt x="626" y="21115"/>
                </a:lnTo>
                <a:lnTo>
                  <a:pt x="3130" y="21600"/>
                </a:lnTo>
                <a:lnTo>
                  <a:pt x="18470" y="21600"/>
                </a:lnTo>
                <a:lnTo>
                  <a:pt x="19722" y="21357"/>
                </a:lnTo>
                <a:lnTo>
                  <a:pt x="20661" y="21115"/>
                </a:lnTo>
                <a:lnTo>
                  <a:pt x="20974" y="20144"/>
                </a:lnTo>
                <a:lnTo>
                  <a:pt x="21600" y="19173"/>
                </a:lnTo>
                <a:lnTo>
                  <a:pt x="21600" y="5339"/>
                </a:lnTo>
                <a:lnTo>
                  <a:pt x="14713" y="0"/>
                </a:lnTo>
                <a:close/>
                <a:moveTo>
                  <a:pt x="18470" y="19173"/>
                </a:moveTo>
                <a:lnTo>
                  <a:pt x="3130" y="19173"/>
                </a:lnTo>
                <a:lnTo>
                  <a:pt x="3130" y="2427"/>
                </a:lnTo>
                <a:lnTo>
                  <a:pt x="12209" y="2427"/>
                </a:lnTo>
                <a:lnTo>
                  <a:pt x="12209" y="7281"/>
                </a:lnTo>
                <a:lnTo>
                  <a:pt x="18470" y="7281"/>
                </a:lnTo>
                <a:lnTo>
                  <a:pt x="18470" y="1917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1" name="Google Shape;2171;p51"/>
          <p:cNvSpPr/>
          <p:nvPr/>
        </p:nvSpPr>
        <p:spPr>
          <a:xfrm>
            <a:off x="10350500" y="9935634"/>
            <a:ext cx="300564" cy="389448"/>
          </a:xfrm>
          <a:custGeom>
            <a:rect b="b" l="l" r="r" t="t"/>
            <a:pathLst>
              <a:path extrusionOk="0" h="21600" w="21600">
                <a:moveTo>
                  <a:pt x="3130" y="0"/>
                </a:moveTo>
                <a:lnTo>
                  <a:pt x="0" y="0"/>
                </a:lnTo>
                <a:lnTo>
                  <a:pt x="0" y="19173"/>
                </a:lnTo>
                <a:lnTo>
                  <a:pt x="313" y="20144"/>
                </a:lnTo>
                <a:lnTo>
                  <a:pt x="626" y="20872"/>
                </a:lnTo>
                <a:lnTo>
                  <a:pt x="1878" y="21115"/>
                </a:lnTo>
                <a:lnTo>
                  <a:pt x="3130" y="21600"/>
                </a:lnTo>
                <a:lnTo>
                  <a:pt x="21600" y="21600"/>
                </a:lnTo>
                <a:lnTo>
                  <a:pt x="21600" y="19173"/>
                </a:lnTo>
                <a:lnTo>
                  <a:pt x="3130" y="19173"/>
                </a:lnTo>
                <a:lnTo>
                  <a:pt x="313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2" name="Google Shape;2172;p51"/>
          <p:cNvSpPr/>
          <p:nvPr/>
        </p:nvSpPr>
        <p:spPr>
          <a:xfrm>
            <a:off x="1236132" y="10854266"/>
            <a:ext cx="296352" cy="376758"/>
          </a:xfrm>
          <a:custGeom>
            <a:rect b="b" l="l" r="r" t="t"/>
            <a:pathLst>
              <a:path extrusionOk="0" h="21600" w="21600">
                <a:moveTo>
                  <a:pt x="14503" y="0"/>
                </a:moveTo>
                <a:lnTo>
                  <a:pt x="3086" y="0"/>
                </a:lnTo>
                <a:lnTo>
                  <a:pt x="2160" y="243"/>
                </a:lnTo>
                <a:lnTo>
                  <a:pt x="926" y="485"/>
                </a:lnTo>
                <a:lnTo>
                  <a:pt x="617" y="1456"/>
                </a:lnTo>
                <a:lnTo>
                  <a:pt x="0" y="2427"/>
                </a:lnTo>
                <a:lnTo>
                  <a:pt x="0" y="19173"/>
                </a:lnTo>
                <a:lnTo>
                  <a:pt x="617" y="20144"/>
                </a:lnTo>
                <a:lnTo>
                  <a:pt x="926" y="20872"/>
                </a:lnTo>
                <a:lnTo>
                  <a:pt x="2160" y="21357"/>
                </a:lnTo>
                <a:lnTo>
                  <a:pt x="3086" y="21600"/>
                </a:lnTo>
                <a:lnTo>
                  <a:pt x="18514" y="21600"/>
                </a:lnTo>
                <a:lnTo>
                  <a:pt x="19440" y="21357"/>
                </a:lnTo>
                <a:lnTo>
                  <a:pt x="20674" y="20872"/>
                </a:lnTo>
                <a:lnTo>
                  <a:pt x="20983" y="20144"/>
                </a:lnTo>
                <a:lnTo>
                  <a:pt x="21600" y="19173"/>
                </a:lnTo>
                <a:lnTo>
                  <a:pt x="21600" y="5339"/>
                </a:lnTo>
                <a:lnTo>
                  <a:pt x="14503" y="0"/>
                </a:lnTo>
                <a:close/>
                <a:moveTo>
                  <a:pt x="18514" y="19173"/>
                </a:moveTo>
                <a:lnTo>
                  <a:pt x="3086" y="19173"/>
                </a:lnTo>
                <a:lnTo>
                  <a:pt x="3086" y="2427"/>
                </a:lnTo>
                <a:lnTo>
                  <a:pt x="12343" y="2427"/>
                </a:lnTo>
                <a:lnTo>
                  <a:pt x="12343" y="7281"/>
                </a:lnTo>
                <a:lnTo>
                  <a:pt x="18514" y="7281"/>
                </a:lnTo>
                <a:lnTo>
                  <a:pt x="18514" y="1917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51"/>
          <p:cNvSpPr/>
          <p:nvPr/>
        </p:nvSpPr>
        <p:spPr>
          <a:xfrm>
            <a:off x="1172634" y="10922000"/>
            <a:ext cx="296352" cy="376758"/>
          </a:xfrm>
          <a:custGeom>
            <a:rect b="b" l="l" r="r" t="t"/>
            <a:pathLst>
              <a:path extrusionOk="0" h="21600" w="21600">
                <a:moveTo>
                  <a:pt x="3130" y="0"/>
                </a:moveTo>
                <a:lnTo>
                  <a:pt x="0" y="0"/>
                </a:lnTo>
                <a:lnTo>
                  <a:pt x="0" y="19173"/>
                </a:lnTo>
                <a:lnTo>
                  <a:pt x="313" y="19901"/>
                </a:lnTo>
                <a:lnTo>
                  <a:pt x="626" y="20872"/>
                </a:lnTo>
                <a:lnTo>
                  <a:pt x="1878" y="21115"/>
                </a:lnTo>
                <a:lnTo>
                  <a:pt x="3130" y="21600"/>
                </a:lnTo>
                <a:lnTo>
                  <a:pt x="21600" y="21600"/>
                </a:lnTo>
                <a:lnTo>
                  <a:pt x="21600" y="19173"/>
                </a:lnTo>
                <a:lnTo>
                  <a:pt x="3130" y="19173"/>
                </a:lnTo>
                <a:lnTo>
                  <a:pt x="313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4" name="Google Shape;2174;p51"/>
          <p:cNvSpPr/>
          <p:nvPr/>
        </p:nvSpPr>
        <p:spPr>
          <a:xfrm>
            <a:off x="1104900" y="10985500"/>
            <a:ext cx="300564" cy="376758"/>
          </a:xfrm>
          <a:custGeom>
            <a:rect b="b" l="l" r="r" t="t"/>
            <a:pathLst>
              <a:path extrusionOk="0" h="21600" w="21600">
                <a:moveTo>
                  <a:pt x="3130" y="0"/>
                </a:moveTo>
                <a:lnTo>
                  <a:pt x="0" y="0"/>
                </a:lnTo>
                <a:lnTo>
                  <a:pt x="0" y="19145"/>
                </a:lnTo>
                <a:lnTo>
                  <a:pt x="626" y="21109"/>
                </a:lnTo>
                <a:lnTo>
                  <a:pt x="3130" y="21600"/>
                </a:lnTo>
                <a:lnTo>
                  <a:pt x="21600" y="21600"/>
                </a:lnTo>
                <a:lnTo>
                  <a:pt x="21600" y="19145"/>
                </a:lnTo>
                <a:lnTo>
                  <a:pt x="3130" y="19145"/>
                </a:lnTo>
                <a:lnTo>
                  <a:pt x="313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51"/>
          <p:cNvSpPr/>
          <p:nvPr/>
        </p:nvSpPr>
        <p:spPr>
          <a:xfrm>
            <a:off x="4157133" y="10854266"/>
            <a:ext cx="220158" cy="237060"/>
          </a:xfrm>
          <a:custGeom>
            <a:rect b="b" l="l" r="r" t="t"/>
            <a:pathLst>
              <a:path extrusionOk="0" h="21600" w="21600">
                <a:moveTo>
                  <a:pt x="17280" y="0"/>
                </a:moveTo>
                <a:lnTo>
                  <a:pt x="4320" y="0"/>
                </a:lnTo>
                <a:lnTo>
                  <a:pt x="2592" y="400"/>
                </a:lnTo>
                <a:lnTo>
                  <a:pt x="1296" y="800"/>
                </a:lnTo>
                <a:lnTo>
                  <a:pt x="864" y="2400"/>
                </a:lnTo>
                <a:lnTo>
                  <a:pt x="0" y="4000"/>
                </a:lnTo>
                <a:lnTo>
                  <a:pt x="0" y="17600"/>
                </a:lnTo>
                <a:lnTo>
                  <a:pt x="864" y="19200"/>
                </a:lnTo>
                <a:lnTo>
                  <a:pt x="1296" y="20800"/>
                </a:lnTo>
                <a:lnTo>
                  <a:pt x="2592" y="21200"/>
                </a:lnTo>
                <a:lnTo>
                  <a:pt x="4320" y="21600"/>
                </a:lnTo>
                <a:lnTo>
                  <a:pt x="17280" y="21600"/>
                </a:lnTo>
                <a:lnTo>
                  <a:pt x="18576" y="21200"/>
                </a:lnTo>
                <a:lnTo>
                  <a:pt x="20304" y="20800"/>
                </a:lnTo>
                <a:lnTo>
                  <a:pt x="20736" y="19200"/>
                </a:lnTo>
                <a:lnTo>
                  <a:pt x="21600" y="17600"/>
                </a:lnTo>
                <a:lnTo>
                  <a:pt x="21600" y="4000"/>
                </a:lnTo>
                <a:lnTo>
                  <a:pt x="20736" y="2400"/>
                </a:lnTo>
                <a:lnTo>
                  <a:pt x="20304" y="800"/>
                </a:lnTo>
                <a:lnTo>
                  <a:pt x="18576" y="400"/>
                </a:lnTo>
                <a:lnTo>
                  <a:pt x="17280" y="0"/>
                </a:lnTo>
                <a:close/>
                <a:moveTo>
                  <a:pt x="4320" y="17600"/>
                </a:moveTo>
                <a:lnTo>
                  <a:pt x="4320" y="4000"/>
                </a:lnTo>
                <a:lnTo>
                  <a:pt x="12960" y="4000"/>
                </a:lnTo>
                <a:lnTo>
                  <a:pt x="12960" y="8000"/>
                </a:lnTo>
                <a:lnTo>
                  <a:pt x="17280" y="8000"/>
                </a:lnTo>
                <a:lnTo>
                  <a:pt x="17280" y="17600"/>
                </a:lnTo>
                <a:lnTo>
                  <a:pt x="4320" y="17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6" name="Google Shape;2176;p51"/>
          <p:cNvSpPr/>
          <p:nvPr/>
        </p:nvSpPr>
        <p:spPr>
          <a:xfrm>
            <a:off x="4415368" y="10854266"/>
            <a:ext cx="224370" cy="237060"/>
          </a:xfrm>
          <a:custGeom>
            <a:rect b="b" l="l" r="r" t="t"/>
            <a:pathLst>
              <a:path extrusionOk="0" h="21600" w="21600">
                <a:moveTo>
                  <a:pt x="17192" y="0"/>
                </a:moveTo>
                <a:lnTo>
                  <a:pt x="3967" y="0"/>
                </a:lnTo>
                <a:lnTo>
                  <a:pt x="2645" y="400"/>
                </a:lnTo>
                <a:lnTo>
                  <a:pt x="882" y="800"/>
                </a:lnTo>
                <a:lnTo>
                  <a:pt x="0" y="4000"/>
                </a:lnTo>
                <a:lnTo>
                  <a:pt x="0" y="17600"/>
                </a:lnTo>
                <a:lnTo>
                  <a:pt x="882" y="20800"/>
                </a:lnTo>
                <a:lnTo>
                  <a:pt x="2645" y="21200"/>
                </a:lnTo>
                <a:lnTo>
                  <a:pt x="3967" y="21600"/>
                </a:lnTo>
                <a:lnTo>
                  <a:pt x="17192" y="21600"/>
                </a:lnTo>
                <a:lnTo>
                  <a:pt x="18955" y="21200"/>
                </a:lnTo>
                <a:lnTo>
                  <a:pt x="20278" y="20800"/>
                </a:lnTo>
                <a:lnTo>
                  <a:pt x="21159" y="19200"/>
                </a:lnTo>
                <a:lnTo>
                  <a:pt x="21600" y="17600"/>
                </a:lnTo>
                <a:lnTo>
                  <a:pt x="21600" y="4000"/>
                </a:lnTo>
                <a:lnTo>
                  <a:pt x="21159" y="2400"/>
                </a:lnTo>
                <a:lnTo>
                  <a:pt x="20278" y="800"/>
                </a:lnTo>
                <a:lnTo>
                  <a:pt x="18955" y="400"/>
                </a:lnTo>
                <a:lnTo>
                  <a:pt x="17192" y="0"/>
                </a:lnTo>
                <a:close/>
                <a:moveTo>
                  <a:pt x="3967" y="17600"/>
                </a:moveTo>
                <a:lnTo>
                  <a:pt x="3967" y="4000"/>
                </a:lnTo>
                <a:lnTo>
                  <a:pt x="12784" y="4000"/>
                </a:lnTo>
                <a:lnTo>
                  <a:pt x="12784" y="8000"/>
                </a:lnTo>
                <a:lnTo>
                  <a:pt x="17192" y="8000"/>
                </a:lnTo>
                <a:lnTo>
                  <a:pt x="17192" y="17600"/>
                </a:lnTo>
                <a:lnTo>
                  <a:pt x="3967" y="17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7" name="Google Shape;2177;p51"/>
          <p:cNvSpPr/>
          <p:nvPr/>
        </p:nvSpPr>
        <p:spPr>
          <a:xfrm>
            <a:off x="4157133" y="11129434"/>
            <a:ext cx="220158" cy="232848"/>
          </a:xfrm>
          <a:custGeom>
            <a:rect b="b" l="l" r="r" t="t"/>
            <a:pathLst>
              <a:path extrusionOk="0" h="21600" w="21600">
                <a:moveTo>
                  <a:pt x="17280" y="0"/>
                </a:moveTo>
                <a:lnTo>
                  <a:pt x="4320" y="0"/>
                </a:lnTo>
                <a:lnTo>
                  <a:pt x="2592" y="400"/>
                </a:lnTo>
                <a:lnTo>
                  <a:pt x="1296" y="1200"/>
                </a:lnTo>
                <a:lnTo>
                  <a:pt x="864" y="2400"/>
                </a:lnTo>
                <a:lnTo>
                  <a:pt x="0" y="4000"/>
                </a:lnTo>
                <a:lnTo>
                  <a:pt x="0" y="17600"/>
                </a:lnTo>
                <a:lnTo>
                  <a:pt x="864" y="19200"/>
                </a:lnTo>
                <a:lnTo>
                  <a:pt x="1296" y="20800"/>
                </a:lnTo>
                <a:lnTo>
                  <a:pt x="2592" y="21200"/>
                </a:lnTo>
                <a:lnTo>
                  <a:pt x="4320" y="21600"/>
                </a:lnTo>
                <a:lnTo>
                  <a:pt x="17280" y="21600"/>
                </a:lnTo>
                <a:lnTo>
                  <a:pt x="18576" y="21200"/>
                </a:lnTo>
                <a:lnTo>
                  <a:pt x="20304" y="20800"/>
                </a:lnTo>
                <a:lnTo>
                  <a:pt x="20736" y="19200"/>
                </a:lnTo>
                <a:lnTo>
                  <a:pt x="21600" y="17600"/>
                </a:lnTo>
                <a:lnTo>
                  <a:pt x="21600" y="4000"/>
                </a:lnTo>
                <a:lnTo>
                  <a:pt x="20736" y="2400"/>
                </a:lnTo>
                <a:lnTo>
                  <a:pt x="20304" y="1200"/>
                </a:lnTo>
                <a:lnTo>
                  <a:pt x="18576" y="400"/>
                </a:lnTo>
                <a:lnTo>
                  <a:pt x="17280" y="0"/>
                </a:lnTo>
                <a:close/>
                <a:moveTo>
                  <a:pt x="4320" y="17600"/>
                </a:moveTo>
                <a:lnTo>
                  <a:pt x="4320" y="4000"/>
                </a:lnTo>
                <a:lnTo>
                  <a:pt x="12960" y="4000"/>
                </a:lnTo>
                <a:lnTo>
                  <a:pt x="12960" y="8000"/>
                </a:lnTo>
                <a:lnTo>
                  <a:pt x="17280" y="8000"/>
                </a:lnTo>
                <a:lnTo>
                  <a:pt x="17280" y="17600"/>
                </a:lnTo>
                <a:lnTo>
                  <a:pt x="4320" y="17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8" name="Google Shape;2178;p51"/>
          <p:cNvSpPr/>
          <p:nvPr/>
        </p:nvSpPr>
        <p:spPr>
          <a:xfrm>
            <a:off x="4415368" y="11129434"/>
            <a:ext cx="224370" cy="232848"/>
          </a:xfrm>
          <a:custGeom>
            <a:rect b="b" l="l" r="r" t="t"/>
            <a:pathLst>
              <a:path extrusionOk="0" h="21600" w="21600">
                <a:moveTo>
                  <a:pt x="17192" y="0"/>
                </a:moveTo>
                <a:lnTo>
                  <a:pt x="3967" y="0"/>
                </a:lnTo>
                <a:lnTo>
                  <a:pt x="2645" y="400"/>
                </a:lnTo>
                <a:lnTo>
                  <a:pt x="882" y="1200"/>
                </a:lnTo>
                <a:lnTo>
                  <a:pt x="441" y="2400"/>
                </a:lnTo>
                <a:lnTo>
                  <a:pt x="0" y="4000"/>
                </a:lnTo>
                <a:lnTo>
                  <a:pt x="0" y="17600"/>
                </a:lnTo>
                <a:lnTo>
                  <a:pt x="882" y="20800"/>
                </a:lnTo>
                <a:lnTo>
                  <a:pt x="2645" y="21200"/>
                </a:lnTo>
                <a:lnTo>
                  <a:pt x="3967" y="21600"/>
                </a:lnTo>
                <a:lnTo>
                  <a:pt x="17192" y="21600"/>
                </a:lnTo>
                <a:lnTo>
                  <a:pt x="18955" y="21200"/>
                </a:lnTo>
                <a:lnTo>
                  <a:pt x="20278" y="20800"/>
                </a:lnTo>
                <a:lnTo>
                  <a:pt x="21159" y="19200"/>
                </a:lnTo>
                <a:lnTo>
                  <a:pt x="21600" y="17600"/>
                </a:lnTo>
                <a:lnTo>
                  <a:pt x="21600" y="4000"/>
                </a:lnTo>
                <a:lnTo>
                  <a:pt x="21159" y="2400"/>
                </a:lnTo>
                <a:lnTo>
                  <a:pt x="20278" y="1200"/>
                </a:lnTo>
                <a:lnTo>
                  <a:pt x="18955" y="400"/>
                </a:lnTo>
                <a:lnTo>
                  <a:pt x="17192" y="0"/>
                </a:lnTo>
                <a:close/>
                <a:moveTo>
                  <a:pt x="3967" y="17600"/>
                </a:moveTo>
                <a:lnTo>
                  <a:pt x="3967" y="4000"/>
                </a:lnTo>
                <a:lnTo>
                  <a:pt x="12784" y="4000"/>
                </a:lnTo>
                <a:lnTo>
                  <a:pt x="12784" y="8000"/>
                </a:lnTo>
                <a:lnTo>
                  <a:pt x="17192" y="8000"/>
                </a:lnTo>
                <a:lnTo>
                  <a:pt x="17192" y="17600"/>
                </a:lnTo>
                <a:lnTo>
                  <a:pt x="3967" y="17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9" name="Google Shape;2179;p51"/>
          <p:cNvSpPr/>
          <p:nvPr/>
        </p:nvSpPr>
        <p:spPr>
          <a:xfrm>
            <a:off x="5405968" y="10854266"/>
            <a:ext cx="232848" cy="275184"/>
          </a:xfrm>
          <a:custGeom>
            <a:rect b="b" l="l" r="r" t="t"/>
            <a:pathLst>
              <a:path extrusionOk="0" h="21600" w="21600">
                <a:moveTo>
                  <a:pt x="17673" y="0"/>
                </a:moveTo>
                <a:lnTo>
                  <a:pt x="3927" y="0"/>
                </a:lnTo>
                <a:lnTo>
                  <a:pt x="2749" y="337"/>
                </a:lnTo>
                <a:lnTo>
                  <a:pt x="1178" y="675"/>
                </a:lnTo>
                <a:lnTo>
                  <a:pt x="785" y="2025"/>
                </a:lnTo>
                <a:lnTo>
                  <a:pt x="0" y="3375"/>
                </a:lnTo>
                <a:lnTo>
                  <a:pt x="0" y="18225"/>
                </a:lnTo>
                <a:lnTo>
                  <a:pt x="785" y="19575"/>
                </a:lnTo>
                <a:lnTo>
                  <a:pt x="1178" y="20925"/>
                </a:lnTo>
                <a:lnTo>
                  <a:pt x="2749" y="21262"/>
                </a:lnTo>
                <a:lnTo>
                  <a:pt x="3927" y="21600"/>
                </a:lnTo>
                <a:lnTo>
                  <a:pt x="17673" y="21600"/>
                </a:lnTo>
                <a:lnTo>
                  <a:pt x="19244" y="21262"/>
                </a:lnTo>
                <a:lnTo>
                  <a:pt x="20422" y="20925"/>
                </a:lnTo>
                <a:lnTo>
                  <a:pt x="20815" y="19575"/>
                </a:lnTo>
                <a:lnTo>
                  <a:pt x="21600" y="18225"/>
                </a:lnTo>
                <a:lnTo>
                  <a:pt x="21600" y="3375"/>
                </a:lnTo>
                <a:lnTo>
                  <a:pt x="20815" y="2025"/>
                </a:lnTo>
                <a:lnTo>
                  <a:pt x="20422" y="675"/>
                </a:lnTo>
                <a:lnTo>
                  <a:pt x="19244" y="337"/>
                </a:lnTo>
                <a:lnTo>
                  <a:pt x="17673" y="0"/>
                </a:lnTo>
                <a:close/>
                <a:moveTo>
                  <a:pt x="3927" y="18225"/>
                </a:moveTo>
                <a:lnTo>
                  <a:pt x="3927" y="3375"/>
                </a:lnTo>
                <a:lnTo>
                  <a:pt x="11782" y="3375"/>
                </a:lnTo>
                <a:lnTo>
                  <a:pt x="11782" y="8437"/>
                </a:lnTo>
                <a:lnTo>
                  <a:pt x="17673" y="8437"/>
                </a:lnTo>
                <a:lnTo>
                  <a:pt x="17673" y="18225"/>
                </a:lnTo>
                <a:lnTo>
                  <a:pt x="3927" y="1822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0" name="Google Shape;2180;p51"/>
          <p:cNvSpPr/>
          <p:nvPr/>
        </p:nvSpPr>
        <p:spPr>
          <a:xfrm>
            <a:off x="5168901" y="11129434"/>
            <a:ext cx="444474" cy="232848"/>
          </a:xfrm>
          <a:custGeom>
            <a:rect b="b" l="l" r="r" t="t"/>
            <a:pathLst>
              <a:path extrusionOk="0" h="21600" w="21600">
                <a:moveTo>
                  <a:pt x="20562" y="8000"/>
                </a:moveTo>
                <a:lnTo>
                  <a:pt x="12877" y="8000"/>
                </a:lnTo>
                <a:lnTo>
                  <a:pt x="13085" y="7600"/>
                </a:lnTo>
                <a:lnTo>
                  <a:pt x="13292" y="6400"/>
                </a:lnTo>
                <a:lnTo>
                  <a:pt x="13292" y="4800"/>
                </a:lnTo>
                <a:lnTo>
                  <a:pt x="12254" y="1200"/>
                </a:lnTo>
                <a:lnTo>
                  <a:pt x="11838" y="0"/>
                </a:lnTo>
                <a:lnTo>
                  <a:pt x="11008" y="0"/>
                </a:lnTo>
                <a:lnTo>
                  <a:pt x="6231" y="3600"/>
                </a:lnTo>
                <a:lnTo>
                  <a:pt x="5608" y="2400"/>
                </a:lnTo>
                <a:lnTo>
                  <a:pt x="5192" y="2000"/>
                </a:lnTo>
                <a:lnTo>
                  <a:pt x="623" y="2000"/>
                </a:lnTo>
                <a:lnTo>
                  <a:pt x="208" y="2400"/>
                </a:lnTo>
                <a:lnTo>
                  <a:pt x="0" y="2800"/>
                </a:lnTo>
                <a:lnTo>
                  <a:pt x="0" y="20800"/>
                </a:lnTo>
                <a:lnTo>
                  <a:pt x="208" y="21200"/>
                </a:lnTo>
                <a:lnTo>
                  <a:pt x="623" y="21600"/>
                </a:lnTo>
                <a:lnTo>
                  <a:pt x="5608" y="21600"/>
                </a:lnTo>
                <a:lnTo>
                  <a:pt x="6023" y="21200"/>
                </a:lnTo>
                <a:lnTo>
                  <a:pt x="6231" y="20800"/>
                </a:lnTo>
                <a:lnTo>
                  <a:pt x="6231" y="19600"/>
                </a:lnTo>
                <a:lnTo>
                  <a:pt x="17862" y="19600"/>
                </a:lnTo>
                <a:lnTo>
                  <a:pt x="18277" y="18800"/>
                </a:lnTo>
                <a:lnTo>
                  <a:pt x="21392" y="10800"/>
                </a:lnTo>
                <a:lnTo>
                  <a:pt x="21600" y="10000"/>
                </a:lnTo>
                <a:lnTo>
                  <a:pt x="21600" y="8800"/>
                </a:lnTo>
                <a:lnTo>
                  <a:pt x="20977" y="8400"/>
                </a:lnTo>
                <a:lnTo>
                  <a:pt x="20562" y="8000"/>
                </a:lnTo>
                <a:close/>
                <a:moveTo>
                  <a:pt x="2077" y="17600"/>
                </a:moveTo>
                <a:lnTo>
                  <a:pt x="2077" y="6000"/>
                </a:lnTo>
                <a:lnTo>
                  <a:pt x="4154" y="6000"/>
                </a:lnTo>
                <a:lnTo>
                  <a:pt x="4154" y="17600"/>
                </a:lnTo>
                <a:lnTo>
                  <a:pt x="2077" y="17600"/>
                </a:lnTo>
                <a:close/>
                <a:moveTo>
                  <a:pt x="17031" y="16000"/>
                </a:moveTo>
                <a:lnTo>
                  <a:pt x="6231" y="16000"/>
                </a:lnTo>
                <a:lnTo>
                  <a:pt x="6231" y="7600"/>
                </a:lnTo>
                <a:lnTo>
                  <a:pt x="10800" y="4400"/>
                </a:lnTo>
                <a:lnTo>
                  <a:pt x="11008" y="5600"/>
                </a:lnTo>
                <a:lnTo>
                  <a:pt x="9554" y="8400"/>
                </a:lnTo>
                <a:lnTo>
                  <a:pt x="9346" y="9600"/>
                </a:lnTo>
                <a:lnTo>
                  <a:pt x="9346" y="10800"/>
                </a:lnTo>
                <a:lnTo>
                  <a:pt x="9762" y="11200"/>
                </a:lnTo>
                <a:lnTo>
                  <a:pt x="10177" y="12000"/>
                </a:lnTo>
                <a:lnTo>
                  <a:pt x="18485" y="12000"/>
                </a:lnTo>
                <a:lnTo>
                  <a:pt x="17031" y="160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1" name="Google Shape;2181;p51"/>
          <p:cNvSpPr/>
          <p:nvPr/>
        </p:nvSpPr>
        <p:spPr>
          <a:xfrm>
            <a:off x="7391400" y="11061700"/>
            <a:ext cx="169344" cy="169344"/>
          </a:xfrm>
          <a:custGeom>
            <a:rect b="b" l="l" r="r" t="t"/>
            <a:pathLst>
              <a:path extrusionOk="0" h="21600" w="21600">
                <a:moveTo>
                  <a:pt x="13500" y="0"/>
                </a:moveTo>
                <a:lnTo>
                  <a:pt x="8100" y="0"/>
                </a:lnTo>
                <a:lnTo>
                  <a:pt x="8100" y="8100"/>
                </a:lnTo>
                <a:lnTo>
                  <a:pt x="0" y="8100"/>
                </a:lnTo>
                <a:lnTo>
                  <a:pt x="0" y="13500"/>
                </a:lnTo>
                <a:lnTo>
                  <a:pt x="8100" y="13500"/>
                </a:lnTo>
                <a:lnTo>
                  <a:pt x="8100" y="21600"/>
                </a:lnTo>
                <a:lnTo>
                  <a:pt x="13500" y="21600"/>
                </a:lnTo>
                <a:lnTo>
                  <a:pt x="13500" y="13500"/>
                </a:lnTo>
                <a:lnTo>
                  <a:pt x="21600" y="13500"/>
                </a:lnTo>
                <a:lnTo>
                  <a:pt x="21600" y="8100"/>
                </a:lnTo>
                <a:lnTo>
                  <a:pt x="13500" y="8100"/>
                </a:lnTo>
                <a:lnTo>
                  <a:pt x="135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2" name="Google Shape;2182;p51"/>
          <p:cNvSpPr/>
          <p:nvPr/>
        </p:nvSpPr>
        <p:spPr>
          <a:xfrm>
            <a:off x="7260167" y="10934700"/>
            <a:ext cx="431784" cy="364068"/>
          </a:xfrm>
          <a:custGeom>
            <a:rect b="b" l="l" r="r" t="t"/>
            <a:pathLst>
              <a:path extrusionOk="0" h="21600" w="21600">
                <a:moveTo>
                  <a:pt x="19396" y="3600"/>
                </a:moveTo>
                <a:lnTo>
                  <a:pt x="10580" y="3600"/>
                </a:lnTo>
                <a:lnTo>
                  <a:pt x="8596" y="771"/>
                </a:lnTo>
                <a:lnTo>
                  <a:pt x="8155" y="257"/>
                </a:lnTo>
                <a:lnTo>
                  <a:pt x="7053" y="0"/>
                </a:lnTo>
                <a:lnTo>
                  <a:pt x="1984" y="0"/>
                </a:lnTo>
                <a:lnTo>
                  <a:pt x="1322" y="257"/>
                </a:lnTo>
                <a:lnTo>
                  <a:pt x="441" y="514"/>
                </a:lnTo>
                <a:lnTo>
                  <a:pt x="0" y="2571"/>
                </a:lnTo>
                <a:lnTo>
                  <a:pt x="0" y="19029"/>
                </a:lnTo>
                <a:lnTo>
                  <a:pt x="220" y="19800"/>
                </a:lnTo>
                <a:lnTo>
                  <a:pt x="441" y="20829"/>
                </a:lnTo>
                <a:lnTo>
                  <a:pt x="1322" y="21086"/>
                </a:lnTo>
                <a:lnTo>
                  <a:pt x="1984" y="21600"/>
                </a:lnTo>
                <a:lnTo>
                  <a:pt x="19396" y="21600"/>
                </a:lnTo>
                <a:lnTo>
                  <a:pt x="20278" y="21086"/>
                </a:lnTo>
                <a:lnTo>
                  <a:pt x="21159" y="20829"/>
                </a:lnTo>
                <a:lnTo>
                  <a:pt x="21380" y="19800"/>
                </a:lnTo>
                <a:lnTo>
                  <a:pt x="21600" y="19029"/>
                </a:lnTo>
                <a:lnTo>
                  <a:pt x="21600" y="6171"/>
                </a:lnTo>
                <a:lnTo>
                  <a:pt x="21380" y="5400"/>
                </a:lnTo>
                <a:lnTo>
                  <a:pt x="21159" y="4371"/>
                </a:lnTo>
                <a:lnTo>
                  <a:pt x="20278" y="4114"/>
                </a:lnTo>
                <a:lnTo>
                  <a:pt x="19396" y="3600"/>
                </a:lnTo>
                <a:close/>
                <a:moveTo>
                  <a:pt x="1984" y="19029"/>
                </a:moveTo>
                <a:lnTo>
                  <a:pt x="1984" y="2571"/>
                </a:lnTo>
                <a:lnTo>
                  <a:pt x="7053" y="2571"/>
                </a:lnTo>
                <a:lnTo>
                  <a:pt x="8816" y="5400"/>
                </a:lnTo>
                <a:lnTo>
                  <a:pt x="9478" y="5914"/>
                </a:lnTo>
                <a:lnTo>
                  <a:pt x="10580" y="6171"/>
                </a:lnTo>
                <a:lnTo>
                  <a:pt x="19396" y="6171"/>
                </a:lnTo>
                <a:lnTo>
                  <a:pt x="19396" y="19029"/>
                </a:lnTo>
                <a:lnTo>
                  <a:pt x="1984" y="1902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3" name="Google Shape;2183;p51"/>
          <p:cNvSpPr/>
          <p:nvPr/>
        </p:nvSpPr>
        <p:spPr>
          <a:xfrm>
            <a:off x="8415866" y="11129434"/>
            <a:ext cx="1692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184" name="Google Shape;2184;p51"/>
          <p:cNvSpPr/>
          <p:nvPr/>
        </p:nvSpPr>
        <p:spPr>
          <a:xfrm>
            <a:off x="8288866" y="10934700"/>
            <a:ext cx="427572" cy="364068"/>
          </a:xfrm>
          <a:custGeom>
            <a:rect b="b" l="l" r="r" t="t"/>
            <a:pathLst>
              <a:path extrusionOk="0" h="21600" w="21600">
                <a:moveTo>
                  <a:pt x="19418" y="3600"/>
                </a:moveTo>
                <a:lnTo>
                  <a:pt x="10473" y="3600"/>
                </a:lnTo>
                <a:lnTo>
                  <a:pt x="8727" y="771"/>
                </a:lnTo>
                <a:lnTo>
                  <a:pt x="8073" y="257"/>
                </a:lnTo>
                <a:lnTo>
                  <a:pt x="6982" y="0"/>
                </a:lnTo>
                <a:lnTo>
                  <a:pt x="2182" y="0"/>
                </a:lnTo>
                <a:lnTo>
                  <a:pt x="1527" y="257"/>
                </a:lnTo>
                <a:lnTo>
                  <a:pt x="655" y="514"/>
                </a:lnTo>
                <a:lnTo>
                  <a:pt x="436" y="1543"/>
                </a:lnTo>
                <a:lnTo>
                  <a:pt x="0" y="2571"/>
                </a:lnTo>
                <a:lnTo>
                  <a:pt x="0" y="19029"/>
                </a:lnTo>
                <a:lnTo>
                  <a:pt x="436" y="19800"/>
                </a:lnTo>
                <a:lnTo>
                  <a:pt x="655" y="20829"/>
                </a:lnTo>
                <a:lnTo>
                  <a:pt x="1527" y="21086"/>
                </a:lnTo>
                <a:lnTo>
                  <a:pt x="2182" y="21600"/>
                </a:lnTo>
                <a:lnTo>
                  <a:pt x="19418" y="21600"/>
                </a:lnTo>
                <a:lnTo>
                  <a:pt x="20291" y="21086"/>
                </a:lnTo>
                <a:lnTo>
                  <a:pt x="21164" y="20829"/>
                </a:lnTo>
                <a:lnTo>
                  <a:pt x="21382" y="19800"/>
                </a:lnTo>
                <a:lnTo>
                  <a:pt x="21600" y="19029"/>
                </a:lnTo>
                <a:lnTo>
                  <a:pt x="21600" y="6171"/>
                </a:lnTo>
                <a:lnTo>
                  <a:pt x="21382" y="5400"/>
                </a:lnTo>
                <a:lnTo>
                  <a:pt x="21164" y="4371"/>
                </a:lnTo>
                <a:lnTo>
                  <a:pt x="20291" y="4114"/>
                </a:lnTo>
                <a:lnTo>
                  <a:pt x="19418" y="3600"/>
                </a:lnTo>
                <a:close/>
                <a:moveTo>
                  <a:pt x="2182" y="19029"/>
                </a:moveTo>
                <a:lnTo>
                  <a:pt x="2182" y="2571"/>
                </a:lnTo>
                <a:lnTo>
                  <a:pt x="6982" y="2571"/>
                </a:lnTo>
                <a:lnTo>
                  <a:pt x="8945" y="5400"/>
                </a:lnTo>
                <a:lnTo>
                  <a:pt x="9600" y="5914"/>
                </a:lnTo>
                <a:lnTo>
                  <a:pt x="10473" y="6171"/>
                </a:lnTo>
                <a:lnTo>
                  <a:pt x="19418" y="6171"/>
                </a:lnTo>
                <a:lnTo>
                  <a:pt x="19418" y="19029"/>
                </a:lnTo>
                <a:lnTo>
                  <a:pt x="2182" y="1902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5" name="Google Shape;2185;p51"/>
          <p:cNvSpPr/>
          <p:nvPr/>
        </p:nvSpPr>
        <p:spPr>
          <a:xfrm>
            <a:off x="9444567" y="11078634"/>
            <a:ext cx="156654" cy="139698"/>
          </a:xfrm>
          <a:custGeom>
            <a:rect b="b" l="l" r="r" t="t"/>
            <a:pathLst>
              <a:path extrusionOk="0" h="21600" w="21600">
                <a:moveTo>
                  <a:pt x="16663" y="0"/>
                </a:moveTo>
                <a:lnTo>
                  <a:pt x="11109" y="6353"/>
                </a:lnTo>
                <a:lnTo>
                  <a:pt x="4937" y="0"/>
                </a:lnTo>
                <a:lnTo>
                  <a:pt x="0" y="4447"/>
                </a:lnTo>
                <a:lnTo>
                  <a:pt x="6171" y="10800"/>
                </a:lnTo>
                <a:lnTo>
                  <a:pt x="0" y="17153"/>
                </a:lnTo>
                <a:lnTo>
                  <a:pt x="4937" y="21600"/>
                </a:lnTo>
                <a:lnTo>
                  <a:pt x="11109" y="15247"/>
                </a:lnTo>
                <a:lnTo>
                  <a:pt x="16663" y="21600"/>
                </a:lnTo>
                <a:lnTo>
                  <a:pt x="21600" y="17153"/>
                </a:lnTo>
                <a:lnTo>
                  <a:pt x="15429" y="10800"/>
                </a:lnTo>
                <a:lnTo>
                  <a:pt x="21600" y="4447"/>
                </a:lnTo>
                <a:lnTo>
                  <a:pt x="16663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6" name="Google Shape;2186;p51"/>
          <p:cNvSpPr/>
          <p:nvPr/>
        </p:nvSpPr>
        <p:spPr>
          <a:xfrm>
            <a:off x="9313333" y="10934700"/>
            <a:ext cx="427572" cy="364068"/>
          </a:xfrm>
          <a:custGeom>
            <a:rect b="b" l="l" r="r" t="t"/>
            <a:pathLst>
              <a:path extrusionOk="0" h="21600" w="21600">
                <a:moveTo>
                  <a:pt x="19418" y="3600"/>
                </a:moveTo>
                <a:lnTo>
                  <a:pt x="10473" y="3600"/>
                </a:lnTo>
                <a:lnTo>
                  <a:pt x="8727" y="771"/>
                </a:lnTo>
                <a:lnTo>
                  <a:pt x="8073" y="257"/>
                </a:lnTo>
                <a:lnTo>
                  <a:pt x="6982" y="0"/>
                </a:lnTo>
                <a:lnTo>
                  <a:pt x="2182" y="0"/>
                </a:lnTo>
                <a:lnTo>
                  <a:pt x="1309" y="257"/>
                </a:lnTo>
                <a:lnTo>
                  <a:pt x="655" y="514"/>
                </a:lnTo>
                <a:lnTo>
                  <a:pt x="218" y="1543"/>
                </a:lnTo>
                <a:lnTo>
                  <a:pt x="0" y="2571"/>
                </a:lnTo>
                <a:lnTo>
                  <a:pt x="0" y="19029"/>
                </a:lnTo>
                <a:lnTo>
                  <a:pt x="218" y="19800"/>
                </a:lnTo>
                <a:lnTo>
                  <a:pt x="655" y="20829"/>
                </a:lnTo>
                <a:lnTo>
                  <a:pt x="1309" y="21086"/>
                </a:lnTo>
                <a:lnTo>
                  <a:pt x="2182" y="21600"/>
                </a:lnTo>
                <a:lnTo>
                  <a:pt x="19418" y="21600"/>
                </a:lnTo>
                <a:lnTo>
                  <a:pt x="20291" y="21086"/>
                </a:lnTo>
                <a:lnTo>
                  <a:pt x="20945" y="20829"/>
                </a:lnTo>
                <a:lnTo>
                  <a:pt x="21382" y="19800"/>
                </a:lnTo>
                <a:lnTo>
                  <a:pt x="21600" y="19029"/>
                </a:lnTo>
                <a:lnTo>
                  <a:pt x="21600" y="6171"/>
                </a:lnTo>
                <a:lnTo>
                  <a:pt x="21382" y="5400"/>
                </a:lnTo>
                <a:lnTo>
                  <a:pt x="20945" y="4371"/>
                </a:lnTo>
                <a:lnTo>
                  <a:pt x="20291" y="4114"/>
                </a:lnTo>
                <a:lnTo>
                  <a:pt x="19418" y="3600"/>
                </a:lnTo>
                <a:close/>
                <a:moveTo>
                  <a:pt x="2182" y="19029"/>
                </a:moveTo>
                <a:lnTo>
                  <a:pt x="2182" y="2571"/>
                </a:lnTo>
                <a:lnTo>
                  <a:pt x="6982" y="2571"/>
                </a:lnTo>
                <a:lnTo>
                  <a:pt x="8945" y="5400"/>
                </a:lnTo>
                <a:lnTo>
                  <a:pt x="9382" y="5914"/>
                </a:lnTo>
                <a:lnTo>
                  <a:pt x="10473" y="6171"/>
                </a:lnTo>
                <a:lnTo>
                  <a:pt x="19418" y="6171"/>
                </a:lnTo>
                <a:lnTo>
                  <a:pt x="19418" y="19029"/>
                </a:lnTo>
                <a:lnTo>
                  <a:pt x="2182" y="1902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7" name="Google Shape;2187;p51"/>
          <p:cNvSpPr/>
          <p:nvPr/>
        </p:nvSpPr>
        <p:spPr>
          <a:xfrm>
            <a:off x="10443634" y="11078634"/>
            <a:ext cx="207414" cy="139698"/>
          </a:xfrm>
          <a:custGeom>
            <a:rect b="b" l="l" r="r" t="t"/>
            <a:pathLst>
              <a:path extrusionOk="0" h="21600" w="21600">
                <a:moveTo>
                  <a:pt x="8272" y="12343"/>
                </a:moveTo>
                <a:lnTo>
                  <a:pt x="3217" y="5554"/>
                </a:lnTo>
                <a:lnTo>
                  <a:pt x="0" y="10491"/>
                </a:lnTo>
                <a:lnTo>
                  <a:pt x="8272" y="21600"/>
                </a:lnTo>
                <a:lnTo>
                  <a:pt x="21600" y="4320"/>
                </a:lnTo>
                <a:lnTo>
                  <a:pt x="17923" y="0"/>
                </a:lnTo>
                <a:lnTo>
                  <a:pt x="8272" y="12343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8" name="Google Shape;2188;p51"/>
          <p:cNvSpPr/>
          <p:nvPr/>
        </p:nvSpPr>
        <p:spPr>
          <a:xfrm>
            <a:off x="10337800" y="10934700"/>
            <a:ext cx="431784" cy="364068"/>
          </a:xfrm>
          <a:custGeom>
            <a:rect b="b" l="l" r="r" t="t"/>
            <a:pathLst>
              <a:path extrusionOk="0" h="21600" w="21600">
                <a:moveTo>
                  <a:pt x="19418" y="3600"/>
                </a:moveTo>
                <a:lnTo>
                  <a:pt x="10473" y="3600"/>
                </a:lnTo>
                <a:lnTo>
                  <a:pt x="8509" y="771"/>
                </a:lnTo>
                <a:lnTo>
                  <a:pt x="8073" y="257"/>
                </a:lnTo>
                <a:lnTo>
                  <a:pt x="6982" y="0"/>
                </a:lnTo>
                <a:lnTo>
                  <a:pt x="2182" y="0"/>
                </a:lnTo>
                <a:lnTo>
                  <a:pt x="436" y="514"/>
                </a:lnTo>
                <a:lnTo>
                  <a:pt x="0" y="2571"/>
                </a:lnTo>
                <a:lnTo>
                  <a:pt x="0" y="19029"/>
                </a:lnTo>
                <a:lnTo>
                  <a:pt x="218" y="19800"/>
                </a:lnTo>
                <a:lnTo>
                  <a:pt x="436" y="20829"/>
                </a:lnTo>
                <a:lnTo>
                  <a:pt x="1309" y="21086"/>
                </a:lnTo>
                <a:lnTo>
                  <a:pt x="2182" y="21600"/>
                </a:lnTo>
                <a:lnTo>
                  <a:pt x="19418" y="21600"/>
                </a:lnTo>
                <a:lnTo>
                  <a:pt x="20073" y="21086"/>
                </a:lnTo>
                <a:lnTo>
                  <a:pt x="20945" y="20829"/>
                </a:lnTo>
                <a:lnTo>
                  <a:pt x="21164" y="19800"/>
                </a:lnTo>
                <a:lnTo>
                  <a:pt x="21600" y="19029"/>
                </a:lnTo>
                <a:lnTo>
                  <a:pt x="21600" y="6171"/>
                </a:lnTo>
                <a:lnTo>
                  <a:pt x="21164" y="5400"/>
                </a:lnTo>
                <a:lnTo>
                  <a:pt x="20945" y="4371"/>
                </a:lnTo>
                <a:lnTo>
                  <a:pt x="20073" y="4114"/>
                </a:lnTo>
                <a:lnTo>
                  <a:pt x="19418" y="3600"/>
                </a:lnTo>
                <a:close/>
                <a:moveTo>
                  <a:pt x="2182" y="19029"/>
                </a:moveTo>
                <a:lnTo>
                  <a:pt x="2182" y="2571"/>
                </a:lnTo>
                <a:lnTo>
                  <a:pt x="6982" y="2571"/>
                </a:lnTo>
                <a:lnTo>
                  <a:pt x="8945" y="5400"/>
                </a:lnTo>
                <a:lnTo>
                  <a:pt x="9382" y="5914"/>
                </a:lnTo>
                <a:lnTo>
                  <a:pt x="10473" y="6171"/>
                </a:lnTo>
                <a:lnTo>
                  <a:pt x="19418" y="6171"/>
                </a:lnTo>
                <a:lnTo>
                  <a:pt x="19418" y="19029"/>
                </a:lnTo>
                <a:lnTo>
                  <a:pt x="2182" y="1902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9" name="Google Shape;2189;p51"/>
          <p:cNvSpPr/>
          <p:nvPr/>
        </p:nvSpPr>
        <p:spPr>
          <a:xfrm>
            <a:off x="6519333" y="10879666"/>
            <a:ext cx="143910" cy="143910"/>
          </a:xfrm>
          <a:custGeom>
            <a:rect b="b" l="l" r="r" t="t"/>
            <a:pathLst>
              <a:path extrusionOk="0" h="21600" w="21600">
                <a:moveTo>
                  <a:pt x="15709" y="2618"/>
                </a:moveTo>
                <a:lnTo>
                  <a:pt x="15709" y="10473"/>
                </a:lnTo>
                <a:lnTo>
                  <a:pt x="5236" y="0"/>
                </a:lnTo>
                <a:lnTo>
                  <a:pt x="0" y="5236"/>
                </a:lnTo>
                <a:lnTo>
                  <a:pt x="10473" y="15709"/>
                </a:lnTo>
                <a:lnTo>
                  <a:pt x="2618" y="15709"/>
                </a:lnTo>
                <a:lnTo>
                  <a:pt x="2618" y="21600"/>
                </a:lnTo>
                <a:lnTo>
                  <a:pt x="21600" y="21600"/>
                </a:lnTo>
                <a:lnTo>
                  <a:pt x="21600" y="2618"/>
                </a:lnTo>
                <a:lnTo>
                  <a:pt x="15709" y="261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0" name="Google Shape;2190;p51"/>
          <p:cNvSpPr/>
          <p:nvPr/>
        </p:nvSpPr>
        <p:spPr>
          <a:xfrm>
            <a:off x="6235701" y="11192933"/>
            <a:ext cx="143910" cy="143910"/>
          </a:xfrm>
          <a:custGeom>
            <a:rect b="b" l="l" r="r" t="t"/>
            <a:pathLst>
              <a:path extrusionOk="0" h="21600" w="21600">
                <a:moveTo>
                  <a:pt x="18982" y="6545"/>
                </a:moveTo>
                <a:lnTo>
                  <a:pt x="18982" y="0"/>
                </a:lnTo>
                <a:lnTo>
                  <a:pt x="0" y="0"/>
                </a:lnTo>
                <a:lnTo>
                  <a:pt x="0" y="18982"/>
                </a:lnTo>
                <a:lnTo>
                  <a:pt x="6545" y="18982"/>
                </a:lnTo>
                <a:lnTo>
                  <a:pt x="6545" y="11127"/>
                </a:lnTo>
                <a:lnTo>
                  <a:pt x="17018" y="21600"/>
                </a:lnTo>
                <a:lnTo>
                  <a:pt x="21600" y="17018"/>
                </a:lnTo>
                <a:lnTo>
                  <a:pt x="11127" y="6545"/>
                </a:lnTo>
                <a:lnTo>
                  <a:pt x="18982" y="654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1" name="Google Shape;2191;p51"/>
          <p:cNvSpPr/>
          <p:nvPr/>
        </p:nvSpPr>
        <p:spPr>
          <a:xfrm>
            <a:off x="6405034" y="11036300"/>
            <a:ext cx="232848" cy="287874"/>
          </a:xfrm>
          <a:custGeom>
            <a:rect b="b" l="l" r="r" t="t"/>
            <a:pathLst>
              <a:path extrusionOk="0" h="21600" w="21600">
                <a:moveTo>
                  <a:pt x="17673" y="0"/>
                </a:moveTo>
                <a:lnTo>
                  <a:pt x="3927" y="0"/>
                </a:lnTo>
                <a:lnTo>
                  <a:pt x="2356" y="675"/>
                </a:lnTo>
                <a:lnTo>
                  <a:pt x="1178" y="1013"/>
                </a:lnTo>
                <a:lnTo>
                  <a:pt x="785" y="2363"/>
                </a:lnTo>
                <a:lnTo>
                  <a:pt x="0" y="3375"/>
                </a:lnTo>
                <a:lnTo>
                  <a:pt x="0" y="18562"/>
                </a:lnTo>
                <a:lnTo>
                  <a:pt x="785" y="19575"/>
                </a:lnTo>
                <a:lnTo>
                  <a:pt x="1178" y="20925"/>
                </a:lnTo>
                <a:lnTo>
                  <a:pt x="2356" y="21262"/>
                </a:lnTo>
                <a:lnTo>
                  <a:pt x="3927" y="21600"/>
                </a:lnTo>
                <a:lnTo>
                  <a:pt x="17673" y="21600"/>
                </a:lnTo>
                <a:lnTo>
                  <a:pt x="18851" y="21262"/>
                </a:lnTo>
                <a:lnTo>
                  <a:pt x="20422" y="20925"/>
                </a:lnTo>
                <a:lnTo>
                  <a:pt x="20815" y="19575"/>
                </a:lnTo>
                <a:lnTo>
                  <a:pt x="21600" y="18562"/>
                </a:lnTo>
                <a:lnTo>
                  <a:pt x="21600" y="3375"/>
                </a:lnTo>
                <a:lnTo>
                  <a:pt x="20815" y="2363"/>
                </a:lnTo>
                <a:lnTo>
                  <a:pt x="20422" y="1013"/>
                </a:lnTo>
                <a:lnTo>
                  <a:pt x="18851" y="675"/>
                </a:lnTo>
                <a:lnTo>
                  <a:pt x="17673" y="0"/>
                </a:lnTo>
                <a:close/>
                <a:moveTo>
                  <a:pt x="3927" y="18562"/>
                </a:moveTo>
                <a:lnTo>
                  <a:pt x="3927" y="3375"/>
                </a:lnTo>
                <a:lnTo>
                  <a:pt x="17673" y="3375"/>
                </a:lnTo>
                <a:lnTo>
                  <a:pt x="17673" y="18562"/>
                </a:lnTo>
                <a:lnTo>
                  <a:pt x="3927" y="1856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2" name="Google Shape;2192;p51"/>
          <p:cNvSpPr/>
          <p:nvPr/>
        </p:nvSpPr>
        <p:spPr>
          <a:xfrm>
            <a:off x="6261101" y="10896600"/>
            <a:ext cx="232848" cy="270918"/>
          </a:xfrm>
          <a:custGeom>
            <a:rect b="b" l="l" r="r" t="t"/>
            <a:pathLst>
              <a:path extrusionOk="0" h="21600" w="21600">
                <a:moveTo>
                  <a:pt x="4000" y="3375"/>
                </a:moveTo>
                <a:lnTo>
                  <a:pt x="17600" y="3375"/>
                </a:lnTo>
                <a:lnTo>
                  <a:pt x="17600" y="9787"/>
                </a:lnTo>
                <a:lnTo>
                  <a:pt x="21600" y="9787"/>
                </a:lnTo>
                <a:lnTo>
                  <a:pt x="21600" y="3375"/>
                </a:lnTo>
                <a:lnTo>
                  <a:pt x="20800" y="675"/>
                </a:lnTo>
                <a:lnTo>
                  <a:pt x="17600" y="0"/>
                </a:lnTo>
                <a:lnTo>
                  <a:pt x="4000" y="0"/>
                </a:lnTo>
                <a:lnTo>
                  <a:pt x="800" y="675"/>
                </a:lnTo>
                <a:lnTo>
                  <a:pt x="0" y="3375"/>
                </a:lnTo>
                <a:lnTo>
                  <a:pt x="0" y="18225"/>
                </a:lnTo>
                <a:lnTo>
                  <a:pt x="400" y="19575"/>
                </a:lnTo>
                <a:lnTo>
                  <a:pt x="800" y="20588"/>
                </a:lnTo>
                <a:lnTo>
                  <a:pt x="2400" y="21263"/>
                </a:lnTo>
                <a:lnTo>
                  <a:pt x="4000" y="21600"/>
                </a:lnTo>
                <a:lnTo>
                  <a:pt x="11600" y="21600"/>
                </a:lnTo>
                <a:lnTo>
                  <a:pt x="11600" y="18225"/>
                </a:lnTo>
                <a:lnTo>
                  <a:pt x="4000" y="18225"/>
                </a:lnTo>
                <a:lnTo>
                  <a:pt x="4000" y="3375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3" name="Google Shape;2193;p51"/>
          <p:cNvSpPr/>
          <p:nvPr/>
        </p:nvSpPr>
        <p:spPr>
          <a:xfrm>
            <a:off x="7302501" y="9867900"/>
            <a:ext cx="334422" cy="427572"/>
          </a:xfrm>
          <a:custGeom>
            <a:rect b="b" l="l" r="r" t="t"/>
            <a:pathLst>
              <a:path extrusionOk="0" h="21600" w="21600">
                <a:moveTo>
                  <a:pt x="15585" y="0"/>
                </a:moveTo>
                <a:lnTo>
                  <a:pt x="2734" y="0"/>
                </a:lnTo>
                <a:lnTo>
                  <a:pt x="1914" y="218"/>
                </a:lnTo>
                <a:lnTo>
                  <a:pt x="820" y="655"/>
                </a:lnTo>
                <a:lnTo>
                  <a:pt x="547" y="1309"/>
                </a:lnTo>
                <a:lnTo>
                  <a:pt x="0" y="2182"/>
                </a:lnTo>
                <a:lnTo>
                  <a:pt x="0" y="19418"/>
                </a:lnTo>
                <a:lnTo>
                  <a:pt x="547" y="20291"/>
                </a:lnTo>
                <a:lnTo>
                  <a:pt x="820" y="20945"/>
                </a:lnTo>
                <a:lnTo>
                  <a:pt x="1914" y="21382"/>
                </a:lnTo>
                <a:lnTo>
                  <a:pt x="2734" y="21600"/>
                </a:lnTo>
                <a:lnTo>
                  <a:pt x="19139" y="21600"/>
                </a:lnTo>
                <a:lnTo>
                  <a:pt x="19959" y="21382"/>
                </a:lnTo>
                <a:lnTo>
                  <a:pt x="21053" y="20945"/>
                </a:lnTo>
                <a:lnTo>
                  <a:pt x="21327" y="20291"/>
                </a:lnTo>
                <a:lnTo>
                  <a:pt x="21600" y="19418"/>
                </a:lnTo>
                <a:lnTo>
                  <a:pt x="21600" y="4800"/>
                </a:lnTo>
                <a:lnTo>
                  <a:pt x="15585" y="0"/>
                </a:lnTo>
                <a:close/>
                <a:moveTo>
                  <a:pt x="19139" y="19418"/>
                </a:moveTo>
                <a:lnTo>
                  <a:pt x="2734" y="19418"/>
                </a:lnTo>
                <a:lnTo>
                  <a:pt x="2734" y="2182"/>
                </a:lnTo>
                <a:lnTo>
                  <a:pt x="13671" y="2182"/>
                </a:lnTo>
                <a:lnTo>
                  <a:pt x="13671" y="6545"/>
                </a:lnTo>
                <a:lnTo>
                  <a:pt x="19139" y="6545"/>
                </a:lnTo>
                <a:lnTo>
                  <a:pt x="19139" y="19418"/>
                </a:lnTo>
                <a:close/>
              </a:path>
            </a:pathLst>
          </a:custGeom>
          <a:solidFill>
            <a:srgbClr val="76717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4" name="Google Shape;2194;p51"/>
          <p:cNvSpPr/>
          <p:nvPr/>
        </p:nvSpPr>
        <p:spPr>
          <a:xfrm>
            <a:off x="3196167" y="8843434"/>
            <a:ext cx="351378" cy="427572"/>
          </a:xfrm>
          <a:custGeom>
            <a:rect b="b" l="l" r="r" t="t"/>
            <a:pathLst>
              <a:path extrusionOk="0" h="21600" w="21600">
                <a:moveTo>
                  <a:pt x="18866" y="15273"/>
                </a:moveTo>
                <a:lnTo>
                  <a:pt x="19413" y="14182"/>
                </a:lnTo>
                <a:lnTo>
                  <a:pt x="21053" y="11564"/>
                </a:lnTo>
                <a:lnTo>
                  <a:pt x="21600" y="10909"/>
                </a:lnTo>
                <a:lnTo>
                  <a:pt x="21600" y="9818"/>
                </a:lnTo>
                <a:lnTo>
                  <a:pt x="21327" y="8727"/>
                </a:lnTo>
                <a:lnTo>
                  <a:pt x="20780" y="7418"/>
                </a:lnTo>
                <a:lnTo>
                  <a:pt x="19413" y="6327"/>
                </a:lnTo>
                <a:lnTo>
                  <a:pt x="18592" y="6109"/>
                </a:lnTo>
                <a:lnTo>
                  <a:pt x="17499" y="5673"/>
                </a:lnTo>
                <a:lnTo>
                  <a:pt x="17499" y="0"/>
                </a:lnTo>
                <a:lnTo>
                  <a:pt x="15038" y="0"/>
                </a:lnTo>
                <a:lnTo>
                  <a:pt x="15038" y="6327"/>
                </a:lnTo>
                <a:lnTo>
                  <a:pt x="14491" y="6545"/>
                </a:lnTo>
                <a:lnTo>
                  <a:pt x="13671" y="7200"/>
                </a:lnTo>
                <a:lnTo>
                  <a:pt x="12577" y="7418"/>
                </a:lnTo>
                <a:lnTo>
                  <a:pt x="10937" y="7636"/>
                </a:lnTo>
                <a:lnTo>
                  <a:pt x="9296" y="7418"/>
                </a:lnTo>
                <a:lnTo>
                  <a:pt x="8203" y="7200"/>
                </a:lnTo>
                <a:lnTo>
                  <a:pt x="7109" y="6545"/>
                </a:lnTo>
                <a:lnTo>
                  <a:pt x="6835" y="6327"/>
                </a:lnTo>
                <a:lnTo>
                  <a:pt x="6835" y="0"/>
                </a:lnTo>
                <a:lnTo>
                  <a:pt x="4101" y="0"/>
                </a:lnTo>
                <a:lnTo>
                  <a:pt x="4101" y="5673"/>
                </a:lnTo>
                <a:lnTo>
                  <a:pt x="2461" y="6327"/>
                </a:lnTo>
                <a:lnTo>
                  <a:pt x="1094" y="7418"/>
                </a:lnTo>
                <a:lnTo>
                  <a:pt x="547" y="8727"/>
                </a:lnTo>
                <a:lnTo>
                  <a:pt x="0" y="9818"/>
                </a:lnTo>
                <a:lnTo>
                  <a:pt x="0" y="10909"/>
                </a:lnTo>
                <a:lnTo>
                  <a:pt x="820" y="11564"/>
                </a:lnTo>
                <a:lnTo>
                  <a:pt x="1641" y="13309"/>
                </a:lnTo>
                <a:lnTo>
                  <a:pt x="2461" y="14182"/>
                </a:lnTo>
                <a:lnTo>
                  <a:pt x="2734" y="15273"/>
                </a:lnTo>
                <a:lnTo>
                  <a:pt x="1641" y="17891"/>
                </a:lnTo>
                <a:lnTo>
                  <a:pt x="1367" y="18982"/>
                </a:lnTo>
                <a:lnTo>
                  <a:pt x="1367" y="21164"/>
                </a:lnTo>
                <a:lnTo>
                  <a:pt x="1641" y="21382"/>
                </a:lnTo>
                <a:lnTo>
                  <a:pt x="2187" y="21600"/>
                </a:lnTo>
                <a:lnTo>
                  <a:pt x="19686" y="21600"/>
                </a:lnTo>
                <a:lnTo>
                  <a:pt x="20233" y="21164"/>
                </a:lnTo>
                <a:lnTo>
                  <a:pt x="20233" y="18982"/>
                </a:lnTo>
                <a:lnTo>
                  <a:pt x="19959" y="17891"/>
                </a:lnTo>
                <a:lnTo>
                  <a:pt x="19413" y="15927"/>
                </a:lnTo>
                <a:lnTo>
                  <a:pt x="18866" y="15273"/>
                </a:lnTo>
                <a:close/>
                <a:moveTo>
                  <a:pt x="18046" y="12000"/>
                </a:moveTo>
                <a:lnTo>
                  <a:pt x="16678" y="13309"/>
                </a:lnTo>
                <a:lnTo>
                  <a:pt x="16405" y="14182"/>
                </a:lnTo>
                <a:lnTo>
                  <a:pt x="16405" y="15927"/>
                </a:lnTo>
                <a:lnTo>
                  <a:pt x="16678" y="16800"/>
                </a:lnTo>
                <a:lnTo>
                  <a:pt x="17225" y="17891"/>
                </a:lnTo>
                <a:lnTo>
                  <a:pt x="17499" y="19418"/>
                </a:lnTo>
                <a:lnTo>
                  <a:pt x="4101" y="19418"/>
                </a:lnTo>
                <a:lnTo>
                  <a:pt x="4375" y="17891"/>
                </a:lnTo>
                <a:lnTo>
                  <a:pt x="5195" y="16800"/>
                </a:lnTo>
                <a:lnTo>
                  <a:pt x="5468" y="15927"/>
                </a:lnTo>
                <a:lnTo>
                  <a:pt x="5468" y="14182"/>
                </a:lnTo>
                <a:lnTo>
                  <a:pt x="5195" y="13309"/>
                </a:lnTo>
                <a:lnTo>
                  <a:pt x="3828" y="12000"/>
                </a:lnTo>
                <a:lnTo>
                  <a:pt x="3008" y="10909"/>
                </a:lnTo>
                <a:lnTo>
                  <a:pt x="2734" y="9818"/>
                </a:lnTo>
                <a:lnTo>
                  <a:pt x="2734" y="9164"/>
                </a:lnTo>
                <a:lnTo>
                  <a:pt x="3008" y="8727"/>
                </a:lnTo>
                <a:lnTo>
                  <a:pt x="3828" y="8073"/>
                </a:lnTo>
                <a:lnTo>
                  <a:pt x="4922" y="7636"/>
                </a:lnTo>
                <a:lnTo>
                  <a:pt x="5742" y="8509"/>
                </a:lnTo>
                <a:lnTo>
                  <a:pt x="8476" y="9600"/>
                </a:lnTo>
                <a:lnTo>
                  <a:pt x="10937" y="9818"/>
                </a:lnTo>
                <a:lnTo>
                  <a:pt x="13124" y="9600"/>
                </a:lnTo>
                <a:lnTo>
                  <a:pt x="15038" y="8945"/>
                </a:lnTo>
                <a:lnTo>
                  <a:pt x="15858" y="8509"/>
                </a:lnTo>
                <a:lnTo>
                  <a:pt x="16952" y="7636"/>
                </a:lnTo>
                <a:lnTo>
                  <a:pt x="18046" y="8073"/>
                </a:lnTo>
                <a:lnTo>
                  <a:pt x="18592" y="8727"/>
                </a:lnTo>
                <a:lnTo>
                  <a:pt x="18866" y="9164"/>
                </a:lnTo>
                <a:lnTo>
                  <a:pt x="18866" y="9818"/>
                </a:lnTo>
                <a:lnTo>
                  <a:pt x="18592" y="10909"/>
                </a:lnTo>
                <a:lnTo>
                  <a:pt x="18046" y="120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95" name="Google Shape;2195;p51"/>
          <p:cNvGrpSpPr/>
          <p:nvPr/>
        </p:nvGrpSpPr>
        <p:grpSpPr>
          <a:xfrm>
            <a:off x="2133599" y="8906932"/>
            <a:ext cx="427572" cy="325956"/>
            <a:chOff x="0" y="-1"/>
            <a:chExt cx="427572" cy="325956"/>
          </a:xfrm>
        </p:grpSpPr>
        <p:sp>
          <p:nvSpPr>
            <p:cNvPr id="2196" name="Google Shape;2196;p51"/>
            <p:cNvSpPr/>
            <p:nvPr/>
          </p:nvSpPr>
          <p:spPr>
            <a:xfrm>
              <a:off x="0" y="65189"/>
              <a:ext cx="427572" cy="260766"/>
            </a:xfrm>
            <a:custGeom>
              <a:rect b="b" l="l" r="r" t="t"/>
              <a:pathLst>
                <a:path extrusionOk="0" h="21600" w="21600">
                  <a:moveTo>
                    <a:pt x="20498" y="0"/>
                  </a:moveTo>
                  <a:lnTo>
                    <a:pt x="441" y="0"/>
                  </a:lnTo>
                  <a:lnTo>
                    <a:pt x="220" y="366"/>
                  </a:lnTo>
                  <a:lnTo>
                    <a:pt x="0" y="1098"/>
                  </a:lnTo>
                  <a:lnTo>
                    <a:pt x="0" y="13546"/>
                  </a:lnTo>
                  <a:lnTo>
                    <a:pt x="220" y="13912"/>
                  </a:lnTo>
                  <a:lnTo>
                    <a:pt x="441" y="14644"/>
                  </a:lnTo>
                  <a:lnTo>
                    <a:pt x="1102" y="14644"/>
                  </a:lnTo>
                  <a:lnTo>
                    <a:pt x="2645" y="15010"/>
                  </a:lnTo>
                  <a:lnTo>
                    <a:pt x="3967" y="15376"/>
                  </a:lnTo>
                  <a:lnTo>
                    <a:pt x="5069" y="16108"/>
                  </a:lnTo>
                  <a:lnTo>
                    <a:pt x="6171" y="17573"/>
                  </a:lnTo>
                  <a:lnTo>
                    <a:pt x="7273" y="19403"/>
                  </a:lnTo>
                  <a:lnTo>
                    <a:pt x="7494" y="20868"/>
                  </a:lnTo>
                  <a:lnTo>
                    <a:pt x="8155" y="21234"/>
                  </a:lnTo>
                  <a:lnTo>
                    <a:pt x="8596" y="21600"/>
                  </a:lnTo>
                  <a:lnTo>
                    <a:pt x="13004" y="21600"/>
                  </a:lnTo>
                  <a:lnTo>
                    <a:pt x="13445" y="21234"/>
                  </a:lnTo>
                  <a:lnTo>
                    <a:pt x="14106" y="20868"/>
                  </a:lnTo>
                  <a:lnTo>
                    <a:pt x="14327" y="19769"/>
                  </a:lnTo>
                  <a:lnTo>
                    <a:pt x="15429" y="17573"/>
                  </a:lnTo>
                  <a:lnTo>
                    <a:pt x="16531" y="16108"/>
                  </a:lnTo>
                  <a:lnTo>
                    <a:pt x="17633" y="15376"/>
                  </a:lnTo>
                  <a:lnTo>
                    <a:pt x="18955" y="15010"/>
                  </a:lnTo>
                  <a:lnTo>
                    <a:pt x="20498" y="14644"/>
                  </a:lnTo>
                  <a:lnTo>
                    <a:pt x="21159" y="14644"/>
                  </a:lnTo>
                  <a:lnTo>
                    <a:pt x="21380" y="13912"/>
                  </a:lnTo>
                  <a:lnTo>
                    <a:pt x="21600" y="13546"/>
                  </a:lnTo>
                  <a:lnTo>
                    <a:pt x="21600" y="1098"/>
                  </a:lnTo>
                  <a:lnTo>
                    <a:pt x="21380" y="366"/>
                  </a:lnTo>
                  <a:lnTo>
                    <a:pt x="21159" y="0"/>
                  </a:lnTo>
                  <a:lnTo>
                    <a:pt x="20498" y="0"/>
                  </a:lnTo>
                  <a:close/>
                  <a:moveTo>
                    <a:pt x="14106" y="9153"/>
                  </a:moveTo>
                  <a:lnTo>
                    <a:pt x="13886" y="10983"/>
                  </a:lnTo>
                  <a:lnTo>
                    <a:pt x="13445" y="13546"/>
                  </a:lnTo>
                  <a:lnTo>
                    <a:pt x="12122" y="17939"/>
                  </a:lnTo>
                  <a:lnTo>
                    <a:pt x="9478" y="17939"/>
                  </a:lnTo>
                  <a:lnTo>
                    <a:pt x="8155" y="13180"/>
                  </a:lnTo>
                  <a:lnTo>
                    <a:pt x="7714" y="10983"/>
                  </a:lnTo>
                  <a:lnTo>
                    <a:pt x="7494" y="9153"/>
                  </a:lnTo>
                  <a:lnTo>
                    <a:pt x="7714" y="6956"/>
                  </a:lnTo>
                  <a:lnTo>
                    <a:pt x="8596" y="4027"/>
                  </a:lnTo>
                  <a:lnTo>
                    <a:pt x="8816" y="3661"/>
                  </a:lnTo>
                  <a:lnTo>
                    <a:pt x="12784" y="3661"/>
                  </a:lnTo>
                  <a:lnTo>
                    <a:pt x="13004" y="4027"/>
                  </a:lnTo>
                  <a:lnTo>
                    <a:pt x="13886" y="6956"/>
                  </a:lnTo>
                  <a:lnTo>
                    <a:pt x="14106" y="9153"/>
                  </a:lnTo>
                  <a:close/>
                  <a:moveTo>
                    <a:pt x="2204" y="10983"/>
                  </a:moveTo>
                  <a:lnTo>
                    <a:pt x="2204" y="3661"/>
                  </a:lnTo>
                  <a:lnTo>
                    <a:pt x="6171" y="3661"/>
                  </a:lnTo>
                  <a:lnTo>
                    <a:pt x="5731" y="5858"/>
                  </a:lnTo>
                  <a:lnTo>
                    <a:pt x="5290" y="9153"/>
                  </a:lnTo>
                  <a:lnTo>
                    <a:pt x="5290" y="10983"/>
                  </a:lnTo>
                  <a:lnTo>
                    <a:pt x="5731" y="12814"/>
                  </a:lnTo>
                  <a:lnTo>
                    <a:pt x="3967" y="11715"/>
                  </a:lnTo>
                  <a:lnTo>
                    <a:pt x="2204" y="10983"/>
                  </a:lnTo>
                  <a:close/>
                  <a:moveTo>
                    <a:pt x="19396" y="10983"/>
                  </a:moveTo>
                  <a:lnTo>
                    <a:pt x="17633" y="11715"/>
                  </a:lnTo>
                  <a:lnTo>
                    <a:pt x="15869" y="12814"/>
                  </a:lnTo>
                  <a:lnTo>
                    <a:pt x="16310" y="10983"/>
                  </a:lnTo>
                  <a:lnTo>
                    <a:pt x="16310" y="9153"/>
                  </a:lnTo>
                  <a:lnTo>
                    <a:pt x="15869" y="5858"/>
                  </a:lnTo>
                  <a:lnTo>
                    <a:pt x="15429" y="3661"/>
                  </a:lnTo>
                  <a:lnTo>
                    <a:pt x="19396" y="3661"/>
                  </a:lnTo>
                  <a:lnTo>
                    <a:pt x="19396" y="10983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7" name="Google Shape;2197;p51"/>
            <p:cNvSpPr/>
            <p:nvPr/>
          </p:nvSpPr>
          <p:spPr>
            <a:xfrm>
              <a:off x="0" y="-1"/>
              <a:ext cx="427500" cy="39000"/>
            </a:xfrm>
            <a:prstGeom prst="rect">
              <a:avLst/>
            </a:pr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</p:grpSp>
      <p:sp>
        <p:nvSpPr>
          <p:cNvPr id="2198" name="Google Shape;2198;p51"/>
          <p:cNvSpPr/>
          <p:nvPr/>
        </p:nvSpPr>
        <p:spPr>
          <a:xfrm>
            <a:off x="1104900" y="8868834"/>
            <a:ext cx="427572" cy="364068"/>
          </a:xfrm>
          <a:custGeom>
            <a:rect b="b" l="l" r="r" t="t"/>
            <a:pathLst>
              <a:path extrusionOk="0" h="21600" w="21600">
                <a:moveTo>
                  <a:pt x="20945" y="5400"/>
                </a:moveTo>
                <a:lnTo>
                  <a:pt x="16582" y="1800"/>
                </a:lnTo>
                <a:lnTo>
                  <a:pt x="16145" y="1286"/>
                </a:lnTo>
                <a:lnTo>
                  <a:pt x="14400" y="1286"/>
                </a:lnTo>
                <a:lnTo>
                  <a:pt x="13745" y="514"/>
                </a:lnTo>
                <a:lnTo>
                  <a:pt x="13527" y="0"/>
                </a:lnTo>
                <a:lnTo>
                  <a:pt x="8073" y="0"/>
                </a:lnTo>
                <a:lnTo>
                  <a:pt x="7855" y="514"/>
                </a:lnTo>
                <a:lnTo>
                  <a:pt x="6982" y="1286"/>
                </a:lnTo>
                <a:lnTo>
                  <a:pt x="5455" y="1286"/>
                </a:lnTo>
                <a:lnTo>
                  <a:pt x="4800" y="1800"/>
                </a:lnTo>
                <a:lnTo>
                  <a:pt x="436" y="5400"/>
                </a:lnTo>
                <a:lnTo>
                  <a:pt x="0" y="6171"/>
                </a:lnTo>
                <a:lnTo>
                  <a:pt x="0" y="7200"/>
                </a:lnTo>
                <a:lnTo>
                  <a:pt x="2182" y="12086"/>
                </a:lnTo>
                <a:lnTo>
                  <a:pt x="2836" y="12857"/>
                </a:lnTo>
                <a:lnTo>
                  <a:pt x="3709" y="12857"/>
                </a:lnTo>
                <a:lnTo>
                  <a:pt x="4364" y="12086"/>
                </a:lnTo>
                <a:lnTo>
                  <a:pt x="4364" y="21086"/>
                </a:lnTo>
                <a:lnTo>
                  <a:pt x="4800" y="21600"/>
                </a:lnTo>
                <a:lnTo>
                  <a:pt x="16582" y="21600"/>
                </a:lnTo>
                <a:lnTo>
                  <a:pt x="17018" y="21343"/>
                </a:lnTo>
                <a:lnTo>
                  <a:pt x="17236" y="21086"/>
                </a:lnTo>
                <a:lnTo>
                  <a:pt x="17236" y="12086"/>
                </a:lnTo>
                <a:lnTo>
                  <a:pt x="17673" y="12857"/>
                </a:lnTo>
                <a:lnTo>
                  <a:pt x="18545" y="12857"/>
                </a:lnTo>
                <a:lnTo>
                  <a:pt x="18982" y="12343"/>
                </a:lnTo>
                <a:lnTo>
                  <a:pt x="19418" y="12086"/>
                </a:lnTo>
                <a:lnTo>
                  <a:pt x="21600" y="7200"/>
                </a:lnTo>
                <a:lnTo>
                  <a:pt x="21600" y="6171"/>
                </a:lnTo>
                <a:lnTo>
                  <a:pt x="20945" y="5400"/>
                </a:lnTo>
                <a:close/>
                <a:moveTo>
                  <a:pt x="12436" y="2571"/>
                </a:moveTo>
                <a:lnTo>
                  <a:pt x="10691" y="4629"/>
                </a:lnTo>
                <a:lnTo>
                  <a:pt x="9164" y="2571"/>
                </a:lnTo>
                <a:lnTo>
                  <a:pt x="12436" y="2571"/>
                </a:lnTo>
                <a:close/>
                <a:moveTo>
                  <a:pt x="17673" y="10029"/>
                </a:moveTo>
                <a:lnTo>
                  <a:pt x="16582" y="9000"/>
                </a:lnTo>
                <a:lnTo>
                  <a:pt x="16145" y="9000"/>
                </a:lnTo>
                <a:lnTo>
                  <a:pt x="15491" y="9257"/>
                </a:lnTo>
                <a:lnTo>
                  <a:pt x="15273" y="9514"/>
                </a:lnTo>
                <a:lnTo>
                  <a:pt x="15055" y="10286"/>
                </a:lnTo>
                <a:lnTo>
                  <a:pt x="15055" y="19029"/>
                </a:lnTo>
                <a:lnTo>
                  <a:pt x="6327" y="19029"/>
                </a:lnTo>
                <a:lnTo>
                  <a:pt x="6327" y="10286"/>
                </a:lnTo>
                <a:lnTo>
                  <a:pt x="6109" y="9514"/>
                </a:lnTo>
                <a:lnTo>
                  <a:pt x="5891" y="9257"/>
                </a:lnTo>
                <a:lnTo>
                  <a:pt x="5455" y="9000"/>
                </a:lnTo>
                <a:lnTo>
                  <a:pt x="4800" y="9000"/>
                </a:lnTo>
                <a:lnTo>
                  <a:pt x="3709" y="10029"/>
                </a:lnTo>
                <a:lnTo>
                  <a:pt x="2400" y="6686"/>
                </a:lnTo>
                <a:lnTo>
                  <a:pt x="5673" y="3857"/>
                </a:lnTo>
                <a:lnTo>
                  <a:pt x="6982" y="3857"/>
                </a:lnTo>
                <a:lnTo>
                  <a:pt x="9600" y="7200"/>
                </a:lnTo>
                <a:lnTo>
                  <a:pt x="9600" y="11571"/>
                </a:lnTo>
                <a:lnTo>
                  <a:pt x="11782" y="11571"/>
                </a:lnTo>
                <a:lnTo>
                  <a:pt x="11782" y="7200"/>
                </a:lnTo>
                <a:lnTo>
                  <a:pt x="14400" y="3857"/>
                </a:lnTo>
                <a:lnTo>
                  <a:pt x="15927" y="3857"/>
                </a:lnTo>
                <a:lnTo>
                  <a:pt x="18982" y="6686"/>
                </a:lnTo>
                <a:lnTo>
                  <a:pt x="17673" y="10029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9" name="Google Shape;2199;p51"/>
          <p:cNvSpPr/>
          <p:nvPr/>
        </p:nvSpPr>
        <p:spPr>
          <a:xfrm>
            <a:off x="9313333" y="7814733"/>
            <a:ext cx="427572" cy="431784"/>
          </a:xfrm>
          <a:custGeom>
            <a:rect b="b" l="l" r="r" t="t"/>
            <a:pathLst>
              <a:path extrusionOk="0" h="21600" w="21600">
                <a:moveTo>
                  <a:pt x="21600" y="4408"/>
                </a:moveTo>
                <a:lnTo>
                  <a:pt x="21382" y="3306"/>
                </a:lnTo>
                <a:lnTo>
                  <a:pt x="20509" y="2424"/>
                </a:lnTo>
                <a:lnTo>
                  <a:pt x="19418" y="1543"/>
                </a:lnTo>
                <a:lnTo>
                  <a:pt x="18109" y="1102"/>
                </a:lnTo>
                <a:lnTo>
                  <a:pt x="16364" y="441"/>
                </a:lnTo>
                <a:lnTo>
                  <a:pt x="14618" y="220"/>
                </a:lnTo>
                <a:lnTo>
                  <a:pt x="10909" y="0"/>
                </a:lnTo>
                <a:lnTo>
                  <a:pt x="6982" y="220"/>
                </a:lnTo>
                <a:lnTo>
                  <a:pt x="5236" y="441"/>
                </a:lnTo>
                <a:lnTo>
                  <a:pt x="3491" y="1102"/>
                </a:lnTo>
                <a:lnTo>
                  <a:pt x="2182" y="1543"/>
                </a:lnTo>
                <a:lnTo>
                  <a:pt x="1091" y="2424"/>
                </a:lnTo>
                <a:lnTo>
                  <a:pt x="218" y="3306"/>
                </a:lnTo>
                <a:lnTo>
                  <a:pt x="0" y="4408"/>
                </a:lnTo>
                <a:lnTo>
                  <a:pt x="218" y="5290"/>
                </a:lnTo>
                <a:lnTo>
                  <a:pt x="873" y="6171"/>
                </a:lnTo>
                <a:lnTo>
                  <a:pt x="1964" y="7053"/>
                </a:lnTo>
                <a:lnTo>
                  <a:pt x="3273" y="7494"/>
                </a:lnTo>
                <a:lnTo>
                  <a:pt x="3273" y="18955"/>
                </a:lnTo>
                <a:lnTo>
                  <a:pt x="3491" y="19176"/>
                </a:lnTo>
                <a:lnTo>
                  <a:pt x="5236" y="20278"/>
                </a:lnTo>
                <a:lnTo>
                  <a:pt x="6764" y="21159"/>
                </a:lnTo>
                <a:lnTo>
                  <a:pt x="8727" y="21380"/>
                </a:lnTo>
                <a:lnTo>
                  <a:pt x="10909" y="21600"/>
                </a:lnTo>
                <a:lnTo>
                  <a:pt x="14836" y="21159"/>
                </a:lnTo>
                <a:lnTo>
                  <a:pt x="16800" y="20278"/>
                </a:lnTo>
                <a:lnTo>
                  <a:pt x="18109" y="19176"/>
                </a:lnTo>
                <a:lnTo>
                  <a:pt x="18327" y="18955"/>
                </a:lnTo>
                <a:lnTo>
                  <a:pt x="18327" y="7494"/>
                </a:lnTo>
                <a:lnTo>
                  <a:pt x="19636" y="7053"/>
                </a:lnTo>
                <a:lnTo>
                  <a:pt x="20727" y="6171"/>
                </a:lnTo>
                <a:lnTo>
                  <a:pt x="21382" y="5290"/>
                </a:lnTo>
                <a:lnTo>
                  <a:pt x="21600" y="4408"/>
                </a:lnTo>
                <a:close/>
                <a:moveTo>
                  <a:pt x="5455" y="17853"/>
                </a:moveTo>
                <a:lnTo>
                  <a:pt x="5455" y="13004"/>
                </a:lnTo>
                <a:lnTo>
                  <a:pt x="6764" y="13445"/>
                </a:lnTo>
                <a:lnTo>
                  <a:pt x="7855" y="13886"/>
                </a:lnTo>
                <a:lnTo>
                  <a:pt x="10909" y="14106"/>
                </a:lnTo>
                <a:lnTo>
                  <a:pt x="13745" y="13886"/>
                </a:lnTo>
                <a:lnTo>
                  <a:pt x="14836" y="13445"/>
                </a:lnTo>
                <a:lnTo>
                  <a:pt x="16145" y="13004"/>
                </a:lnTo>
                <a:lnTo>
                  <a:pt x="16145" y="17853"/>
                </a:lnTo>
                <a:lnTo>
                  <a:pt x="15055" y="18735"/>
                </a:lnTo>
                <a:lnTo>
                  <a:pt x="12436" y="19616"/>
                </a:lnTo>
                <a:lnTo>
                  <a:pt x="9164" y="19616"/>
                </a:lnTo>
                <a:lnTo>
                  <a:pt x="6545" y="18735"/>
                </a:lnTo>
                <a:lnTo>
                  <a:pt x="5455" y="17853"/>
                </a:lnTo>
                <a:close/>
                <a:moveTo>
                  <a:pt x="16145" y="10359"/>
                </a:moveTo>
                <a:lnTo>
                  <a:pt x="15055" y="11020"/>
                </a:lnTo>
                <a:lnTo>
                  <a:pt x="13745" y="11682"/>
                </a:lnTo>
                <a:lnTo>
                  <a:pt x="12436" y="11902"/>
                </a:lnTo>
                <a:lnTo>
                  <a:pt x="9164" y="11902"/>
                </a:lnTo>
                <a:lnTo>
                  <a:pt x="7855" y="11682"/>
                </a:lnTo>
                <a:lnTo>
                  <a:pt x="6545" y="11020"/>
                </a:lnTo>
                <a:lnTo>
                  <a:pt x="5455" y="10359"/>
                </a:lnTo>
                <a:lnTo>
                  <a:pt x="5455" y="8155"/>
                </a:lnTo>
                <a:lnTo>
                  <a:pt x="8073" y="8596"/>
                </a:lnTo>
                <a:lnTo>
                  <a:pt x="13527" y="8596"/>
                </a:lnTo>
                <a:lnTo>
                  <a:pt x="16145" y="8155"/>
                </a:lnTo>
                <a:lnTo>
                  <a:pt x="16145" y="10359"/>
                </a:lnTo>
                <a:close/>
                <a:moveTo>
                  <a:pt x="10909" y="6392"/>
                </a:moveTo>
                <a:lnTo>
                  <a:pt x="6982" y="6171"/>
                </a:lnTo>
                <a:lnTo>
                  <a:pt x="4364" y="5731"/>
                </a:lnTo>
                <a:lnTo>
                  <a:pt x="2836" y="4849"/>
                </a:lnTo>
                <a:lnTo>
                  <a:pt x="2182" y="4408"/>
                </a:lnTo>
                <a:lnTo>
                  <a:pt x="2836" y="3747"/>
                </a:lnTo>
                <a:lnTo>
                  <a:pt x="4364" y="2865"/>
                </a:lnTo>
                <a:lnTo>
                  <a:pt x="6982" y="2424"/>
                </a:lnTo>
                <a:lnTo>
                  <a:pt x="10909" y="2204"/>
                </a:lnTo>
                <a:lnTo>
                  <a:pt x="14618" y="2424"/>
                </a:lnTo>
                <a:lnTo>
                  <a:pt x="17236" y="2865"/>
                </a:lnTo>
                <a:lnTo>
                  <a:pt x="18982" y="3747"/>
                </a:lnTo>
                <a:lnTo>
                  <a:pt x="19418" y="4408"/>
                </a:lnTo>
                <a:lnTo>
                  <a:pt x="18982" y="4849"/>
                </a:lnTo>
                <a:lnTo>
                  <a:pt x="17236" y="5731"/>
                </a:lnTo>
                <a:lnTo>
                  <a:pt x="14618" y="6171"/>
                </a:lnTo>
                <a:lnTo>
                  <a:pt x="10909" y="639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0" name="Google Shape;2200;p51"/>
          <p:cNvSpPr/>
          <p:nvPr/>
        </p:nvSpPr>
        <p:spPr>
          <a:xfrm>
            <a:off x="9444567" y="7882466"/>
            <a:ext cx="169344" cy="38124"/>
          </a:xfrm>
          <a:custGeom>
            <a:rect b="b" l="l" r="r" t="t"/>
            <a:pathLst>
              <a:path extrusionOk="0" h="21600" w="21600">
                <a:moveTo>
                  <a:pt x="18831" y="0"/>
                </a:moveTo>
                <a:lnTo>
                  <a:pt x="1108" y="0"/>
                </a:lnTo>
                <a:lnTo>
                  <a:pt x="0" y="4800"/>
                </a:lnTo>
                <a:lnTo>
                  <a:pt x="0" y="16800"/>
                </a:lnTo>
                <a:lnTo>
                  <a:pt x="1108" y="21600"/>
                </a:lnTo>
                <a:lnTo>
                  <a:pt x="20492" y="21600"/>
                </a:lnTo>
                <a:lnTo>
                  <a:pt x="21600" y="16800"/>
                </a:lnTo>
                <a:lnTo>
                  <a:pt x="21600" y="4800"/>
                </a:lnTo>
                <a:lnTo>
                  <a:pt x="20492" y="0"/>
                </a:lnTo>
                <a:lnTo>
                  <a:pt x="18831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1" name="Google Shape;2201;p51"/>
          <p:cNvSpPr/>
          <p:nvPr/>
        </p:nvSpPr>
        <p:spPr>
          <a:xfrm>
            <a:off x="7234767" y="5892800"/>
            <a:ext cx="469908" cy="351378"/>
          </a:xfrm>
          <a:custGeom>
            <a:rect b="b" l="l" r="r" t="t"/>
            <a:pathLst>
              <a:path extrusionOk="0" h="21600" w="21600">
                <a:moveTo>
                  <a:pt x="18200" y="10663"/>
                </a:moveTo>
                <a:lnTo>
                  <a:pt x="16400" y="7382"/>
                </a:lnTo>
                <a:lnTo>
                  <a:pt x="16200" y="6835"/>
                </a:lnTo>
                <a:lnTo>
                  <a:pt x="15400" y="6835"/>
                </a:lnTo>
                <a:lnTo>
                  <a:pt x="15000" y="5468"/>
                </a:lnTo>
                <a:lnTo>
                  <a:pt x="18600" y="5468"/>
                </a:lnTo>
                <a:lnTo>
                  <a:pt x="18600" y="6835"/>
                </a:lnTo>
                <a:lnTo>
                  <a:pt x="20600" y="6835"/>
                </a:lnTo>
                <a:lnTo>
                  <a:pt x="20600" y="1367"/>
                </a:lnTo>
                <a:lnTo>
                  <a:pt x="18600" y="1367"/>
                </a:lnTo>
                <a:lnTo>
                  <a:pt x="18600" y="2734"/>
                </a:lnTo>
                <a:lnTo>
                  <a:pt x="14200" y="2734"/>
                </a:lnTo>
                <a:lnTo>
                  <a:pt x="13800" y="1094"/>
                </a:lnTo>
                <a:lnTo>
                  <a:pt x="13200" y="273"/>
                </a:lnTo>
                <a:lnTo>
                  <a:pt x="12800" y="0"/>
                </a:lnTo>
                <a:lnTo>
                  <a:pt x="7800" y="0"/>
                </a:lnTo>
                <a:lnTo>
                  <a:pt x="7400" y="273"/>
                </a:lnTo>
                <a:lnTo>
                  <a:pt x="6800" y="1094"/>
                </a:lnTo>
                <a:lnTo>
                  <a:pt x="5200" y="6835"/>
                </a:lnTo>
                <a:lnTo>
                  <a:pt x="4800" y="6835"/>
                </a:lnTo>
                <a:lnTo>
                  <a:pt x="4400" y="7109"/>
                </a:lnTo>
                <a:lnTo>
                  <a:pt x="3800" y="7656"/>
                </a:lnTo>
                <a:lnTo>
                  <a:pt x="3200" y="10663"/>
                </a:lnTo>
                <a:lnTo>
                  <a:pt x="2000" y="11484"/>
                </a:lnTo>
                <a:lnTo>
                  <a:pt x="1000" y="12851"/>
                </a:lnTo>
                <a:lnTo>
                  <a:pt x="200" y="14218"/>
                </a:lnTo>
                <a:lnTo>
                  <a:pt x="0" y="16132"/>
                </a:lnTo>
                <a:lnTo>
                  <a:pt x="0" y="17225"/>
                </a:lnTo>
                <a:lnTo>
                  <a:pt x="200" y="18319"/>
                </a:lnTo>
                <a:lnTo>
                  <a:pt x="1200" y="19959"/>
                </a:lnTo>
                <a:lnTo>
                  <a:pt x="2400" y="21327"/>
                </a:lnTo>
                <a:lnTo>
                  <a:pt x="3200" y="21600"/>
                </a:lnTo>
                <a:lnTo>
                  <a:pt x="18400" y="21600"/>
                </a:lnTo>
                <a:lnTo>
                  <a:pt x="19200" y="21327"/>
                </a:lnTo>
                <a:lnTo>
                  <a:pt x="20400" y="19959"/>
                </a:lnTo>
                <a:lnTo>
                  <a:pt x="21400" y="18319"/>
                </a:lnTo>
                <a:lnTo>
                  <a:pt x="21600" y="17225"/>
                </a:lnTo>
                <a:lnTo>
                  <a:pt x="21600" y="16132"/>
                </a:lnTo>
                <a:lnTo>
                  <a:pt x="21400" y="14218"/>
                </a:lnTo>
                <a:lnTo>
                  <a:pt x="20600" y="12851"/>
                </a:lnTo>
                <a:lnTo>
                  <a:pt x="19600" y="11484"/>
                </a:lnTo>
                <a:lnTo>
                  <a:pt x="18200" y="10663"/>
                </a:lnTo>
                <a:close/>
                <a:moveTo>
                  <a:pt x="16000" y="10663"/>
                </a:moveTo>
                <a:lnTo>
                  <a:pt x="5400" y="10663"/>
                </a:lnTo>
                <a:lnTo>
                  <a:pt x="5600" y="9570"/>
                </a:lnTo>
                <a:lnTo>
                  <a:pt x="15200" y="9570"/>
                </a:lnTo>
                <a:lnTo>
                  <a:pt x="16000" y="10663"/>
                </a:lnTo>
                <a:close/>
                <a:moveTo>
                  <a:pt x="8600" y="2734"/>
                </a:moveTo>
                <a:lnTo>
                  <a:pt x="12000" y="2734"/>
                </a:lnTo>
                <a:lnTo>
                  <a:pt x="13200" y="6835"/>
                </a:lnTo>
                <a:lnTo>
                  <a:pt x="7400" y="6835"/>
                </a:lnTo>
                <a:lnTo>
                  <a:pt x="8600" y="2734"/>
                </a:lnTo>
                <a:close/>
                <a:moveTo>
                  <a:pt x="17600" y="18866"/>
                </a:moveTo>
                <a:lnTo>
                  <a:pt x="3800" y="18866"/>
                </a:lnTo>
                <a:lnTo>
                  <a:pt x="3200" y="18592"/>
                </a:lnTo>
                <a:lnTo>
                  <a:pt x="2400" y="18319"/>
                </a:lnTo>
                <a:lnTo>
                  <a:pt x="2000" y="16132"/>
                </a:lnTo>
                <a:lnTo>
                  <a:pt x="2200" y="15038"/>
                </a:lnTo>
                <a:lnTo>
                  <a:pt x="2400" y="14218"/>
                </a:lnTo>
                <a:lnTo>
                  <a:pt x="3200" y="13944"/>
                </a:lnTo>
                <a:lnTo>
                  <a:pt x="3800" y="13397"/>
                </a:lnTo>
                <a:lnTo>
                  <a:pt x="17600" y="13397"/>
                </a:lnTo>
                <a:lnTo>
                  <a:pt x="18400" y="13944"/>
                </a:lnTo>
                <a:lnTo>
                  <a:pt x="19200" y="14218"/>
                </a:lnTo>
                <a:lnTo>
                  <a:pt x="19400" y="15038"/>
                </a:lnTo>
                <a:lnTo>
                  <a:pt x="19600" y="16132"/>
                </a:lnTo>
                <a:lnTo>
                  <a:pt x="19200" y="18319"/>
                </a:lnTo>
                <a:lnTo>
                  <a:pt x="17600" y="1886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2" name="Google Shape;2202;p51"/>
          <p:cNvSpPr/>
          <p:nvPr/>
        </p:nvSpPr>
        <p:spPr>
          <a:xfrm>
            <a:off x="7340600" y="6129866"/>
            <a:ext cx="50814" cy="5081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7200" y="0"/>
                </a:lnTo>
                <a:lnTo>
                  <a:pt x="1800" y="1800"/>
                </a:lnTo>
                <a:lnTo>
                  <a:pt x="0" y="7200"/>
                </a:lnTo>
                <a:lnTo>
                  <a:pt x="0" y="16200"/>
                </a:lnTo>
                <a:lnTo>
                  <a:pt x="1800" y="19800"/>
                </a:lnTo>
                <a:lnTo>
                  <a:pt x="7200" y="21600"/>
                </a:lnTo>
                <a:lnTo>
                  <a:pt x="16200" y="21600"/>
                </a:lnTo>
                <a:lnTo>
                  <a:pt x="19800" y="19800"/>
                </a:lnTo>
                <a:lnTo>
                  <a:pt x="21600" y="16200"/>
                </a:lnTo>
                <a:lnTo>
                  <a:pt x="21600" y="7200"/>
                </a:lnTo>
                <a:lnTo>
                  <a:pt x="19800" y="1800"/>
                </a:lnTo>
                <a:lnTo>
                  <a:pt x="1620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3" name="Google Shape;2203;p51"/>
          <p:cNvSpPr/>
          <p:nvPr/>
        </p:nvSpPr>
        <p:spPr>
          <a:xfrm>
            <a:off x="7442200" y="6129866"/>
            <a:ext cx="55026" cy="5081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5400" y="0"/>
                </a:lnTo>
                <a:lnTo>
                  <a:pt x="1800" y="1800"/>
                </a:lnTo>
                <a:lnTo>
                  <a:pt x="0" y="7200"/>
                </a:lnTo>
                <a:lnTo>
                  <a:pt x="0" y="16200"/>
                </a:lnTo>
                <a:lnTo>
                  <a:pt x="1800" y="19800"/>
                </a:lnTo>
                <a:lnTo>
                  <a:pt x="5400" y="21600"/>
                </a:lnTo>
                <a:lnTo>
                  <a:pt x="14400" y="21600"/>
                </a:lnTo>
                <a:lnTo>
                  <a:pt x="19800" y="19800"/>
                </a:lnTo>
                <a:lnTo>
                  <a:pt x="21600" y="16200"/>
                </a:lnTo>
                <a:lnTo>
                  <a:pt x="21600" y="7200"/>
                </a:lnTo>
                <a:lnTo>
                  <a:pt x="19800" y="1800"/>
                </a:lnTo>
                <a:lnTo>
                  <a:pt x="1440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4" name="Google Shape;2204;p51"/>
          <p:cNvSpPr/>
          <p:nvPr/>
        </p:nvSpPr>
        <p:spPr>
          <a:xfrm>
            <a:off x="7548034" y="6129866"/>
            <a:ext cx="63504" cy="50814"/>
          </a:xfrm>
          <a:custGeom>
            <a:rect b="b" l="l" r="r" t="t"/>
            <a:pathLst>
              <a:path extrusionOk="0" h="21600" w="21600">
                <a:moveTo>
                  <a:pt x="11631" y="0"/>
                </a:moveTo>
                <a:lnTo>
                  <a:pt x="6646" y="0"/>
                </a:lnTo>
                <a:lnTo>
                  <a:pt x="3323" y="1800"/>
                </a:lnTo>
                <a:lnTo>
                  <a:pt x="0" y="7200"/>
                </a:lnTo>
                <a:lnTo>
                  <a:pt x="0" y="16200"/>
                </a:lnTo>
                <a:lnTo>
                  <a:pt x="3323" y="19800"/>
                </a:lnTo>
                <a:lnTo>
                  <a:pt x="6646" y="21600"/>
                </a:lnTo>
                <a:lnTo>
                  <a:pt x="14954" y="21600"/>
                </a:lnTo>
                <a:lnTo>
                  <a:pt x="19938" y="19800"/>
                </a:lnTo>
                <a:lnTo>
                  <a:pt x="21600" y="16200"/>
                </a:lnTo>
                <a:lnTo>
                  <a:pt x="21600" y="7200"/>
                </a:lnTo>
                <a:lnTo>
                  <a:pt x="19938" y="1800"/>
                </a:lnTo>
                <a:lnTo>
                  <a:pt x="14954" y="0"/>
                </a:lnTo>
                <a:lnTo>
                  <a:pt x="11631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5" name="Google Shape;2205;p51"/>
          <p:cNvSpPr/>
          <p:nvPr/>
        </p:nvSpPr>
        <p:spPr>
          <a:xfrm>
            <a:off x="6341533" y="5909733"/>
            <a:ext cx="220158" cy="283662"/>
          </a:xfrm>
          <a:custGeom>
            <a:rect b="b" l="l" r="r" t="t"/>
            <a:pathLst>
              <a:path extrusionOk="0" h="21600" w="21600">
                <a:moveTo>
                  <a:pt x="14256" y="6035"/>
                </a:moveTo>
                <a:lnTo>
                  <a:pt x="19008" y="2541"/>
                </a:lnTo>
                <a:lnTo>
                  <a:pt x="15552" y="0"/>
                </a:lnTo>
                <a:lnTo>
                  <a:pt x="9936" y="4447"/>
                </a:lnTo>
                <a:lnTo>
                  <a:pt x="4320" y="8259"/>
                </a:lnTo>
                <a:lnTo>
                  <a:pt x="3024" y="9847"/>
                </a:lnTo>
                <a:lnTo>
                  <a:pt x="1296" y="11753"/>
                </a:lnTo>
                <a:lnTo>
                  <a:pt x="864" y="13341"/>
                </a:lnTo>
                <a:lnTo>
                  <a:pt x="0" y="15247"/>
                </a:lnTo>
                <a:lnTo>
                  <a:pt x="864" y="17153"/>
                </a:lnTo>
                <a:lnTo>
                  <a:pt x="1296" y="18741"/>
                </a:lnTo>
                <a:lnTo>
                  <a:pt x="4320" y="20965"/>
                </a:lnTo>
                <a:lnTo>
                  <a:pt x="7776" y="21600"/>
                </a:lnTo>
                <a:lnTo>
                  <a:pt x="14256" y="21600"/>
                </a:lnTo>
                <a:lnTo>
                  <a:pt x="15552" y="21282"/>
                </a:lnTo>
                <a:lnTo>
                  <a:pt x="17280" y="20965"/>
                </a:lnTo>
                <a:lnTo>
                  <a:pt x="19008" y="20012"/>
                </a:lnTo>
                <a:lnTo>
                  <a:pt x="20304" y="18741"/>
                </a:lnTo>
                <a:lnTo>
                  <a:pt x="21168" y="17153"/>
                </a:lnTo>
                <a:lnTo>
                  <a:pt x="21600" y="15247"/>
                </a:lnTo>
                <a:lnTo>
                  <a:pt x="21600" y="13659"/>
                </a:lnTo>
                <a:lnTo>
                  <a:pt x="21168" y="12706"/>
                </a:lnTo>
                <a:lnTo>
                  <a:pt x="19008" y="9847"/>
                </a:lnTo>
                <a:lnTo>
                  <a:pt x="15984" y="7624"/>
                </a:lnTo>
                <a:lnTo>
                  <a:pt x="14256" y="6035"/>
                </a:lnTo>
                <a:close/>
                <a:moveTo>
                  <a:pt x="10800" y="18424"/>
                </a:moveTo>
                <a:lnTo>
                  <a:pt x="7776" y="18424"/>
                </a:lnTo>
                <a:lnTo>
                  <a:pt x="5616" y="17788"/>
                </a:lnTo>
                <a:lnTo>
                  <a:pt x="5184" y="16835"/>
                </a:lnTo>
                <a:lnTo>
                  <a:pt x="4320" y="15247"/>
                </a:lnTo>
                <a:lnTo>
                  <a:pt x="5184" y="13341"/>
                </a:lnTo>
                <a:lnTo>
                  <a:pt x="6480" y="11435"/>
                </a:lnTo>
                <a:lnTo>
                  <a:pt x="8640" y="9529"/>
                </a:lnTo>
                <a:lnTo>
                  <a:pt x="10800" y="7941"/>
                </a:lnTo>
                <a:lnTo>
                  <a:pt x="12960" y="9529"/>
                </a:lnTo>
                <a:lnTo>
                  <a:pt x="15120" y="11435"/>
                </a:lnTo>
                <a:lnTo>
                  <a:pt x="16848" y="13341"/>
                </a:lnTo>
                <a:lnTo>
                  <a:pt x="17280" y="15247"/>
                </a:lnTo>
                <a:lnTo>
                  <a:pt x="16848" y="16835"/>
                </a:lnTo>
                <a:lnTo>
                  <a:pt x="15984" y="17788"/>
                </a:lnTo>
                <a:lnTo>
                  <a:pt x="14256" y="18424"/>
                </a:lnTo>
                <a:lnTo>
                  <a:pt x="10800" y="1842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6" name="Google Shape;2206;p51"/>
          <p:cNvSpPr/>
          <p:nvPr/>
        </p:nvSpPr>
        <p:spPr>
          <a:xfrm>
            <a:off x="6366933" y="5765800"/>
            <a:ext cx="169344" cy="220158"/>
          </a:xfrm>
          <a:custGeom>
            <a:rect b="b" l="l" r="r" t="t"/>
            <a:pathLst>
              <a:path extrusionOk="0" h="21600" w="21600">
                <a:moveTo>
                  <a:pt x="4086" y="21600"/>
                </a:moveTo>
                <a:lnTo>
                  <a:pt x="21600" y="8376"/>
                </a:lnTo>
                <a:lnTo>
                  <a:pt x="16930" y="5290"/>
                </a:lnTo>
                <a:lnTo>
                  <a:pt x="13427" y="7935"/>
                </a:lnTo>
                <a:lnTo>
                  <a:pt x="13427" y="0"/>
                </a:lnTo>
                <a:lnTo>
                  <a:pt x="7589" y="0"/>
                </a:lnTo>
                <a:lnTo>
                  <a:pt x="7589" y="12343"/>
                </a:lnTo>
                <a:lnTo>
                  <a:pt x="0" y="18073"/>
                </a:lnTo>
                <a:lnTo>
                  <a:pt x="4086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7" name="Google Shape;2207;p51"/>
          <p:cNvSpPr/>
          <p:nvPr/>
        </p:nvSpPr>
        <p:spPr>
          <a:xfrm>
            <a:off x="5211234" y="5816600"/>
            <a:ext cx="427572" cy="338688"/>
          </a:xfrm>
          <a:custGeom>
            <a:rect b="b" l="l" r="r" t="t"/>
            <a:pathLst>
              <a:path extrusionOk="0" h="21600" w="21600">
                <a:moveTo>
                  <a:pt x="21600" y="4101"/>
                </a:moveTo>
                <a:lnTo>
                  <a:pt x="20509" y="4101"/>
                </a:lnTo>
                <a:lnTo>
                  <a:pt x="20509" y="0"/>
                </a:lnTo>
                <a:lnTo>
                  <a:pt x="18327" y="0"/>
                </a:lnTo>
                <a:lnTo>
                  <a:pt x="18327" y="1367"/>
                </a:lnTo>
                <a:lnTo>
                  <a:pt x="5455" y="1367"/>
                </a:lnTo>
                <a:lnTo>
                  <a:pt x="5455" y="0"/>
                </a:lnTo>
                <a:lnTo>
                  <a:pt x="3273" y="0"/>
                </a:lnTo>
                <a:lnTo>
                  <a:pt x="3273" y="1367"/>
                </a:lnTo>
                <a:lnTo>
                  <a:pt x="1964" y="1641"/>
                </a:lnTo>
                <a:lnTo>
                  <a:pt x="218" y="3828"/>
                </a:lnTo>
                <a:lnTo>
                  <a:pt x="0" y="5468"/>
                </a:lnTo>
                <a:lnTo>
                  <a:pt x="0" y="10937"/>
                </a:lnTo>
                <a:lnTo>
                  <a:pt x="218" y="11484"/>
                </a:lnTo>
                <a:lnTo>
                  <a:pt x="436" y="12304"/>
                </a:lnTo>
                <a:lnTo>
                  <a:pt x="2182" y="12851"/>
                </a:lnTo>
                <a:lnTo>
                  <a:pt x="1091" y="19959"/>
                </a:lnTo>
                <a:lnTo>
                  <a:pt x="1091" y="20506"/>
                </a:lnTo>
                <a:lnTo>
                  <a:pt x="1309" y="21327"/>
                </a:lnTo>
                <a:lnTo>
                  <a:pt x="1527" y="21600"/>
                </a:lnTo>
                <a:lnTo>
                  <a:pt x="9600" y="21600"/>
                </a:lnTo>
                <a:lnTo>
                  <a:pt x="9600" y="18866"/>
                </a:lnTo>
                <a:lnTo>
                  <a:pt x="8945" y="18866"/>
                </a:lnTo>
                <a:lnTo>
                  <a:pt x="9382" y="13671"/>
                </a:lnTo>
                <a:lnTo>
                  <a:pt x="10691" y="13671"/>
                </a:lnTo>
                <a:lnTo>
                  <a:pt x="10691" y="16132"/>
                </a:lnTo>
                <a:lnTo>
                  <a:pt x="12873" y="16132"/>
                </a:lnTo>
                <a:lnTo>
                  <a:pt x="12873" y="13671"/>
                </a:lnTo>
                <a:lnTo>
                  <a:pt x="19855" y="13671"/>
                </a:lnTo>
                <a:lnTo>
                  <a:pt x="20509" y="12851"/>
                </a:lnTo>
                <a:lnTo>
                  <a:pt x="20509" y="6835"/>
                </a:lnTo>
                <a:lnTo>
                  <a:pt x="21600" y="6835"/>
                </a:lnTo>
                <a:lnTo>
                  <a:pt x="21600" y="4101"/>
                </a:lnTo>
                <a:close/>
                <a:moveTo>
                  <a:pt x="3273" y="4101"/>
                </a:moveTo>
                <a:lnTo>
                  <a:pt x="5455" y="4101"/>
                </a:lnTo>
                <a:lnTo>
                  <a:pt x="5455" y="5468"/>
                </a:lnTo>
                <a:lnTo>
                  <a:pt x="11782" y="5468"/>
                </a:lnTo>
                <a:lnTo>
                  <a:pt x="11782" y="4101"/>
                </a:lnTo>
                <a:lnTo>
                  <a:pt x="18327" y="4101"/>
                </a:lnTo>
                <a:lnTo>
                  <a:pt x="18327" y="6835"/>
                </a:lnTo>
                <a:lnTo>
                  <a:pt x="2182" y="6835"/>
                </a:lnTo>
                <a:lnTo>
                  <a:pt x="2182" y="4922"/>
                </a:lnTo>
                <a:lnTo>
                  <a:pt x="2400" y="4375"/>
                </a:lnTo>
                <a:lnTo>
                  <a:pt x="2618" y="4101"/>
                </a:lnTo>
                <a:lnTo>
                  <a:pt x="3273" y="4101"/>
                </a:lnTo>
                <a:close/>
                <a:moveTo>
                  <a:pt x="8509" y="10937"/>
                </a:moveTo>
                <a:lnTo>
                  <a:pt x="7855" y="11210"/>
                </a:lnTo>
                <a:lnTo>
                  <a:pt x="7636" y="11757"/>
                </a:lnTo>
                <a:lnTo>
                  <a:pt x="6764" y="18866"/>
                </a:lnTo>
                <a:lnTo>
                  <a:pt x="3491" y="18866"/>
                </a:lnTo>
                <a:lnTo>
                  <a:pt x="4364" y="12577"/>
                </a:lnTo>
                <a:lnTo>
                  <a:pt x="4364" y="11484"/>
                </a:lnTo>
                <a:lnTo>
                  <a:pt x="3709" y="10937"/>
                </a:lnTo>
                <a:lnTo>
                  <a:pt x="2182" y="10116"/>
                </a:lnTo>
                <a:lnTo>
                  <a:pt x="2182" y="9570"/>
                </a:lnTo>
                <a:lnTo>
                  <a:pt x="18327" y="9570"/>
                </a:lnTo>
                <a:lnTo>
                  <a:pt x="18327" y="10937"/>
                </a:lnTo>
                <a:lnTo>
                  <a:pt x="8509" y="1093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8" name="Google Shape;2208;p51"/>
          <p:cNvSpPr/>
          <p:nvPr/>
        </p:nvSpPr>
        <p:spPr>
          <a:xfrm>
            <a:off x="5211234" y="4749800"/>
            <a:ext cx="427572" cy="419094"/>
          </a:xfrm>
          <a:custGeom>
            <a:rect b="b" l="l" r="r" t="t"/>
            <a:pathLst>
              <a:path extrusionOk="0" h="21600" w="21600">
                <a:moveTo>
                  <a:pt x="18327" y="9698"/>
                </a:moveTo>
                <a:lnTo>
                  <a:pt x="13964" y="9698"/>
                </a:lnTo>
                <a:lnTo>
                  <a:pt x="13964" y="7494"/>
                </a:lnTo>
                <a:lnTo>
                  <a:pt x="13745" y="5951"/>
                </a:lnTo>
                <a:lnTo>
                  <a:pt x="13527" y="4629"/>
                </a:lnTo>
                <a:lnTo>
                  <a:pt x="12655" y="3306"/>
                </a:lnTo>
                <a:lnTo>
                  <a:pt x="11782" y="2204"/>
                </a:lnTo>
                <a:lnTo>
                  <a:pt x="10691" y="1322"/>
                </a:lnTo>
                <a:lnTo>
                  <a:pt x="9382" y="441"/>
                </a:lnTo>
                <a:lnTo>
                  <a:pt x="8073" y="220"/>
                </a:lnTo>
                <a:lnTo>
                  <a:pt x="6545" y="0"/>
                </a:lnTo>
                <a:lnTo>
                  <a:pt x="2182" y="0"/>
                </a:lnTo>
                <a:lnTo>
                  <a:pt x="436" y="441"/>
                </a:lnTo>
                <a:lnTo>
                  <a:pt x="0" y="2204"/>
                </a:lnTo>
                <a:lnTo>
                  <a:pt x="0" y="12343"/>
                </a:lnTo>
                <a:lnTo>
                  <a:pt x="218" y="12784"/>
                </a:lnTo>
                <a:lnTo>
                  <a:pt x="436" y="13004"/>
                </a:lnTo>
                <a:lnTo>
                  <a:pt x="13527" y="13004"/>
                </a:lnTo>
                <a:lnTo>
                  <a:pt x="13745" y="12784"/>
                </a:lnTo>
                <a:lnTo>
                  <a:pt x="13964" y="12343"/>
                </a:lnTo>
                <a:lnTo>
                  <a:pt x="13964" y="11902"/>
                </a:lnTo>
                <a:lnTo>
                  <a:pt x="18764" y="11902"/>
                </a:lnTo>
                <a:lnTo>
                  <a:pt x="19200" y="12122"/>
                </a:lnTo>
                <a:lnTo>
                  <a:pt x="19418" y="12343"/>
                </a:lnTo>
                <a:lnTo>
                  <a:pt x="19418" y="13445"/>
                </a:lnTo>
                <a:lnTo>
                  <a:pt x="19200" y="13886"/>
                </a:lnTo>
                <a:lnTo>
                  <a:pt x="18764" y="14106"/>
                </a:lnTo>
                <a:lnTo>
                  <a:pt x="4364" y="14106"/>
                </a:lnTo>
                <a:lnTo>
                  <a:pt x="3055" y="14327"/>
                </a:lnTo>
                <a:lnTo>
                  <a:pt x="2182" y="15208"/>
                </a:lnTo>
                <a:lnTo>
                  <a:pt x="1309" y="15869"/>
                </a:lnTo>
                <a:lnTo>
                  <a:pt x="1091" y="17412"/>
                </a:lnTo>
                <a:lnTo>
                  <a:pt x="1309" y="18735"/>
                </a:lnTo>
                <a:lnTo>
                  <a:pt x="2182" y="19616"/>
                </a:lnTo>
                <a:lnTo>
                  <a:pt x="3055" y="20278"/>
                </a:lnTo>
                <a:lnTo>
                  <a:pt x="4364" y="20498"/>
                </a:lnTo>
                <a:lnTo>
                  <a:pt x="13964" y="20498"/>
                </a:lnTo>
                <a:lnTo>
                  <a:pt x="13964" y="21600"/>
                </a:lnTo>
                <a:lnTo>
                  <a:pt x="16145" y="21600"/>
                </a:lnTo>
                <a:lnTo>
                  <a:pt x="16145" y="18955"/>
                </a:lnTo>
                <a:lnTo>
                  <a:pt x="15709" y="18514"/>
                </a:lnTo>
                <a:lnTo>
                  <a:pt x="3709" y="18514"/>
                </a:lnTo>
                <a:lnTo>
                  <a:pt x="3491" y="18073"/>
                </a:lnTo>
                <a:lnTo>
                  <a:pt x="3273" y="17853"/>
                </a:lnTo>
                <a:lnTo>
                  <a:pt x="3273" y="16751"/>
                </a:lnTo>
                <a:lnTo>
                  <a:pt x="3709" y="16310"/>
                </a:lnTo>
                <a:lnTo>
                  <a:pt x="18327" y="16310"/>
                </a:lnTo>
                <a:lnTo>
                  <a:pt x="19636" y="15869"/>
                </a:lnTo>
                <a:lnTo>
                  <a:pt x="20509" y="15208"/>
                </a:lnTo>
                <a:lnTo>
                  <a:pt x="21164" y="14327"/>
                </a:lnTo>
                <a:lnTo>
                  <a:pt x="21600" y="13004"/>
                </a:lnTo>
                <a:lnTo>
                  <a:pt x="21164" y="11682"/>
                </a:lnTo>
                <a:lnTo>
                  <a:pt x="20509" y="10800"/>
                </a:lnTo>
                <a:lnTo>
                  <a:pt x="19636" y="9918"/>
                </a:lnTo>
                <a:lnTo>
                  <a:pt x="18327" y="9698"/>
                </a:lnTo>
                <a:close/>
                <a:moveTo>
                  <a:pt x="11782" y="10800"/>
                </a:moveTo>
                <a:lnTo>
                  <a:pt x="2182" y="10800"/>
                </a:lnTo>
                <a:lnTo>
                  <a:pt x="2182" y="2204"/>
                </a:lnTo>
                <a:lnTo>
                  <a:pt x="7636" y="2204"/>
                </a:lnTo>
                <a:lnTo>
                  <a:pt x="8509" y="2645"/>
                </a:lnTo>
                <a:lnTo>
                  <a:pt x="9382" y="2865"/>
                </a:lnTo>
                <a:lnTo>
                  <a:pt x="11127" y="4629"/>
                </a:lnTo>
                <a:lnTo>
                  <a:pt x="11345" y="5290"/>
                </a:lnTo>
                <a:lnTo>
                  <a:pt x="11782" y="6392"/>
                </a:lnTo>
                <a:lnTo>
                  <a:pt x="11782" y="108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9" name="Google Shape;2209;p51"/>
          <p:cNvSpPr/>
          <p:nvPr/>
        </p:nvSpPr>
        <p:spPr>
          <a:xfrm>
            <a:off x="5274733" y="4893733"/>
            <a:ext cx="1311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210" name="Google Shape;2210;p51"/>
          <p:cNvSpPr/>
          <p:nvPr/>
        </p:nvSpPr>
        <p:spPr>
          <a:xfrm>
            <a:off x="4182533" y="4724400"/>
            <a:ext cx="431784" cy="444528"/>
          </a:xfrm>
          <a:custGeom>
            <a:rect b="b" l="l" r="r" t="t"/>
            <a:pathLst>
              <a:path extrusionOk="0" h="21600" w="21600">
                <a:moveTo>
                  <a:pt x="20509" y="6082"/>
                </a:moveTo>
                <a:lnTo>
                  <a:pt x="18327" y="6082"/>
                </a:lnTo>
                <a:lnTo>
                  <a:pt x="18327" y="5872"/>
                </a:lnTo>
                <a:lnTo>
                  <a:pt x="19200" y="5662"/>
                </a:lnTo>
                <a:lnTo>
                  <a:pt x="20073" y="4823"/>
                </a:lnTo>
                <a:lnTo>
                  <a:pt x="20291" y="4194"/>
                </a:lnTo>
                <a:lnTo>
                  <a:pt x="20509" y="3146"/>
                </a:lnTo>
                <a:lnTo>
                  <a:pt x="20291" y="1678"/>
                </a:lnTo>
                <a:lnTo>
                  <a:pt x="19418" y="1049"/>
                </a:lnTo>
                <a:lnTo>
                  <a:pt x="18545" y="210"/>
                </a:lnTo>
                <a:lnTo>
                  <a:pt x="17236" y="0"/>
                </a:lnTo>
                <a:lnTo>
                  <a:pt x="15927" y="210"/>
                </a:lnTo>
                <a:lnTo>
                  <a:pt x="14400" y="1678"/>
                </a:lnTo>
                <a:lnTo>
                  <a:pt x="13964" y="3146"/>
                </a:lnTo>
                <a:lnTo>
                  <a:pt x="14400" y="4194"/>
                </a:lnTo>
                <a:lnTo>
                  <a:pt x="14618" y="4823"/>
                </a:lnTo>
                <a:lnTo>
                  <a:pt x="15491" y="5662"/>
                </a:lnTo>
                <a:lnTo>
                  <a:pt x="16145" y="5872"/>
                </a:lnTo>
                <a:lnTo>
                  <a:pt x="16145" y="6082"/>
                </a:lnTo>
                <a:lnTo>
                  <a:pt x="5455" y="6082"/>
                </a:lnTo>
                <a:lnTo>
                  <a:pt x="5455" y="5872"/>
                </a:lnTo>
                <a:lnTo>
                  <a:pt x="6327" y="5662"/>
                </a:lnTo>
                <a:lnTo>
                  <a:pt x="6982" y="4823"/>
                </a:lnTo>
                <a:lnTo>
                  <a:pt x="7418" y="4194"/>
                </a:lnTo>
                <a:lnTo>
                  <a:pt x="7636" y="3146"/>
                </a:lnTo>
                <a:lnTo>
                  <a:pt x="7418" y="1678"/>
                </a:lnTo>
                <a:lnTo>
                  <a:pt x="6545" y="1049"/>
                </a:lnTo>
                <a:lnTo>
                  <a:pt x="5673" y="210"/>
                </a:lnTo>
                <a:lnTo>
                  <a:pt x="4364" y="0"/>
                </a:lnTo>
                <a:lnTo>
                  <a:pt x="3055" y="210"/>
                </a:lnTo>
                <a:lnTo>
                  <a:pt x="2182" y="1049"/>
                </a:lnTo>
                <a:lnTo>
                  <a:pt x="1309" y="1678"/>
                </a:lnTo>
                <a:lnTo>
                  <a:pt x="1091" y="3146"/>
                </a:lnTo>
                <a:lnTo>
                  <a:pt x="1309" y="4194"/>
                </a:lnTo>
                <a:lnTo>
                  <a:pt x="1745" y="4823"/>
                </a:lnTo>
                <a:lnTo>
                  <a:pt x="2400" y="5662"/>
                </a:lnTo>
                <a:lnTo>
                  <a:pt x="3273" y="5872"/>
                </a:lnTo>
                <a:lnTo>
                  <a:pt x="3273" y="6082"/>
                </a:lnTo>
                <a:lnTo>
                  <a:pt x="655" y="6082"/>
                </a:lnTo>
                <a:lnTo>
                  <a:pt x="0" y="6711"/>
                </a:lnTo>
                <a:lnTo>
                  <a:pt x="0" y="13841"/>
                </a:lnTo>
                <a:lnTo>
                  <a:pt x="218" y="14260"/>
                </a:lnTo>
                <a:lnTo>
                  <a:pt x="655" y="14470"/>
                </a:lnTo>
                <a:lnTo>
                  <a:pt x="2182" y="14470"/>
                </a:lnTo>
                <a:lnTo>
                  <a:pt x="2182" y="21600"/>
                </a:lnTo>
                <a:lnTo>
                  <a:pt x="4364" y="21600"/>
                </a:lnTo>
                <a:lnTo>
                  <a:pt x="4364" y="14470"/>
                </a:lnTo>
                <a:lnTo>
                  <a:pt x="17236" y="14470"/>
                </a:lnTo>
                <a:lnTo>
                  <a:pt x="17236" y="21600"/>
                </a:lnTo>
                <a:lnTo>
                  <a:pt x="19418" y="21600"/>
                </a:lnTo>
                <a:lnTo>
                  <a:pt x="19418" y="14470"/>
                </a:lnTo>
                <a:lnTo>
                  <a:pt x="20945" y="14470"/>
                </a:lnTo>
                <a:lnTo>
                  <a:pt x="21382" y="14260"/>
                </a:lnTo>
                <a:lnTo>
                  <a:pt x="21600" y="13841"/>
                </a:lnTo>
                <a:lnTo>
                  <a:pt x="21600" y="6711"/>
                </a:lnTo>
                <a:lnTo>
                  <a:pt x="20945" y="6082"/>
                </a:lnTo>
                <a:lnTo>
                  <a:pt x="20509" y="6082"/>
                </a:lnTo>
                <a:close/>
                <a:moveTo>
                  <a:pt x="14618" y="8179"/>
                </a:moveTo>
                <a:lnTo>
                  <a:pt x="17891" y="8179"/>
                </a:lnTo>
                <a:lnTo>
                  <a:pt x="13527" y="12373"/>
                </a:lnTo>
                <a:lnTo>
                  <a:pt x="10255" y="12373"/>
                </a:lnTo>
                <a:lnTo>
                  <a:pt x="14618" y="8179"/>
                </a:lnTo>
                <a:close/>
                <a:moveTo>
                  <a:pt x="6982" y="12373"/>
                </a:moveTo>
                <a:lnTo>
                  <a:pt x="3927" y="12373"/>
                </a:lnTo>
                <a:lnTo>
                  <a:pt x="8073" y="8179"/>
                </a:lnTo>
                <a:lnTo>
                  <a:pt x="11345" y="8179"/>
                </a:lnTo>
                <a:lnTo>
                  <a:pt x="6982" y="12373"/>
                </a:lnTo>
                <a:close/>
                <a:moveTo>
                  <a:pt x="17236" y="2097"/>
                </a:moveTo>
                <a:lnTo>
                  <a:pt x="17891" y="2097"/>
                </a:lnTo>
                <a:lnTo>
                  <a:pt x="18327" y="2517"/>
                </a:lnTo>
                <a:lnTo>
                  <a:pt x="18327" y="3565"/>
                </a:lnTo>
                <a:lnTo>
                  <a:pt x="18109" y="3775"/>
                </a:lnTo>
                <a:lnTo>
                  <a:pt x="17891" y="4194"/>
                </a:lnTo>
                <a:lnTo>
                  <a:pt x="16800" y="4194"/>
                </a:lnTo>
                <a:lnTo>
                  <a:pt x="16145" y="3565"/>
                </a:lnTo>
                <a:lnTo>
                  <a:pt x="16145" y="2517"/>
                </a:lnTo>
                <a:lnTo>
                  <a:pt x="16364" y="2307"/>
                </a:lnTo>
                <a:lnTo>
                  <a:pt x="16800" y="2097"/>
                </a:lnTo>
                <a:lnTo>
                  <a:pt x="17236" y="2097"/>
                </a:lnTo>
                <a:close/>
                <a:moveTo>
                  <a:pt x="4364" y="2097"/>
                </a:moveTo>
                <a:lnTo>
                  <a:pt x="4800" y="2097"/>
                </a:lnTo>
                <a:lnTo>
                  <a:pt x="5236" y="2307"/>
                </a:lnTo>
                <a:lnTo>
                  <a:pt x="5455" y="2517"/>
                </a:lnTo>
                <a:lnTo>
                  <a:pt x="5455" y="3565"/>
                </a:lnTo>
                <a:lnTo>
                  <a:pt x="4800" y="4194"/>
                </a:lnTo>
                <a:lnTo>
                  <a:pt x="3927" y="4194"/>
                </a:lnTo>
                <a:lnTo>
                  <a:pt x="3273" y="3565"/>
                </a:lnTo>
                <a:lnTo>
                  <a:pt x="3273" y="2517"/>
                </a:lnTo>
                <a:lnTo>
                  <a:pt x="3491" y="2307"/>
                </a:lnTo>
                <a:lnTo>
                  <a:pt x="3927" y="2097"/>
                </a:lnTo>
                <a:lnTo>
                  <a:pt x="4364" y="2097"/>
                </a:lnTo>
                <a:close/>
                <a:moveTo>
                  <a:pt x="4800" y="8179"/>
                </a:moveTo>
                <a:lnTo>
                  <a:pt x="2182" y="10905"/>
                </a:lnTo>
                <a:lnTo>
                  <a:pt x="2182" y="8179"/>
                </a:lnTo>
                <a:lnTo>
                  <a:pt x="4800" y="8179"/>
                </a:lnTo>
                <a:close/>
                <a:moveTo>
                  <a:pt x="16800" y="12373"/>
                </a:moveTo>
                <a:lnTo>
                  <a:pt x="19418" y="9856"/>
                </a:lnTo>
                <a:lnTo>
                  <a:pt x="19418" y="12373"/>
                </a:lnTo>
                <a:lnTo>
                  <a:pt x="16800" y="1237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1" name="Google Shape;2211;p51"/>
          <p:cNvSpPr/>
          <p:nvPr/>
        </p:nvSpPr>
        <p:spPr>
          <a:xfrm>
            <a:off x="3158066" y="4931835"/>
            <a:ext cx="427572" cy="287874"/>
          </a:xfrm>
          <a:custGeom>
            <a:rect b="b" l="l" r="r" t="t"/>
            <a:pathLst>
              <a:path extrusionOk="0" h="21600" w="21600">
                <a:moveTo>
                  <a:pt x="20727" y="8438"/>
                </a:moveTo>
                <a:lnTo>
                  <a:pt x="21382" y="7425"/>
                </a:lnTo>
                <a:lnTo>
                  <a:pt x="21600" y="6750"/>
                </a:lnTo>
                <a:lnTo>
                  <a:pt x="21600" y="1013"/>
                </a:lnTo>
                <a:lnTo>
                  <a:pt x="21382" y="338"/>
                </a:lnTo>
                <a:lnTo>
                  <a:pt x="21164" y="0"/>
                </a:lnTo>
                <a:lnTo>
                  <a:pt x="9164" y="0"/>
                </a:lnTo>
                <a:lnTo>
                  <a:pt x="8945" y="338"/>
                </a:lnTo>
                <a:lnTo>
                  <a:pt x="8727" y="1013"/>
                </a:lnTo>
                <a:lnTo>
                  <a:pt x="8727" y="1688"/>
                </a:lnTo>
                <a:lnTo>
                  <a:pt x="1091" y="1688"/>
                </a:lnTo>
                <a:lnTo>
                  <a:pt x="655" y="2025"/>
                </a:lnTo>
                <a:lnTo>
                  <a:pt x="0" y="2700"/>
                </a:lnTo>
                <a:lnTo>
                  <a:pt x="0" y="3375"/>
                </a:lnTo>
                <a:lnTo>
                  <a:pt x="436" y="4050"/>
                </a:lnTo>
                <a:lnTo>
                  <a:pt x="2618" y="9113"/>
                </a:lnTo>
                <a:lnTo>
                  <a:pt x="2836" y="9450"/>
                </a:lnTo>
                <a:lnTo>
                  <a:pt x="3055" y="10125"/>
                </a:lnTo>
                <a:lnTo>
                  <a:pt x="8727" y="11137"/>
                </a:lnTo>
                <a:lnTo>
                  <a:pt x="8727" y="12487"/>
                </a:lnTo>
                <a:lnTo>
                  <a:pt x="5018" y="15187"/>
                </a:lnTo>
                <a:lnTo>
                  <a:pt x="4582" y="15862"/>
                </a:lnTo>
                <a:lnTo>
                  <a:pt x="4364" y="16537"/>
                </a:lnTo>
                <a:lnTo>
                  <a:pt x="4364" y="20925"/>
                </a:lnTo>
                <a:lnTo>
                  <a:pt x="4582" y="21262"/>
                </a:lnTo>
                <a:lnTo>
                  <a:pt x="5018" y="21600"/>
                </a:lnTo>
                <a:lnTo>
                  <a:pt x="21164" y="21600"/>
                </a:lnTo>
                <a:lnTo>
                  <a:pt x="21600" y="20925"/>
                </a:lnTo>
                <a:lnTo>
                  <a:pt x="21600" y="16537"/>
                </a:lnTo>
                <a:lnTo>
                  <a:pt x="21382" y="15862"/>
                </a:lnTo>
                <a:lnTo>
                  <a:pt x="20727" y="15187"/>
                </a:lnTo>
                <a:lnTo>
                  <a:pt x="16145" y="12150"/>
                </a:lnTo>
                <a:lnTo>
                  <a:pt x="16145" y="11137"/>
                </a:lnTo>
                <a:lnTo>
                  <a:pt x="20727" y="8438"/>
                </a:lnTo>
                <a:close/>
                <a:moveTo>
                  <a:pt x="3927" y="6750"/>
                </a:moveTo>
                <a:lnTo>
                  <a:pt x="3055" y="5063"/>
                </a:lnTo>
                <a:lnTo>
                  <a:pt x="8727" y="5063"/>
                </a:lnTo>
                <a:lnTo>
                  <a:pt x="8727" y="8100"/>
                </a:lnTo>
                <a:lnTo>
                  <a:pt x="3927" y="6750"/>
                </a:lnTo>
                <a:close/>
                <a:moveTo>
                  <a:pt x="14836" y="15187"/>
                </a:moveTo>
                <a:lnTo>
                  <a:pt x="19418" y="17887"/>
                </a:lnTo>
                <a:lnTo>
                  <a:pt x="19418" y="18225"/>
                </a:lnTo>
                <a:lnTo>
                  <a:pt x="6545" y="18225"/>
                </a:lnTo>
                <a:lnTo>
                  <a:pt x="6545" y="17550"/>
                </a:lnTo>
                <a:lnTo>
                  <a:pt x="10255" y="15187"/>
                </a:lnTo>
                <a:lnTo>
                  <a:pt x="10691" y="14175"/>
                </a:lnTo>
                <a:lnTo>
                  <a:pt x="10909" y="13500"/>
                </a:lnTo>
                <a:lnTo>
                  <a:pt x="10909" y="3375"/>
                </a:lnTo>
                <a:lnTo>
                  <a:pt x="19418" y="3375"/>
                </a:lnTo>
                <a:lnTo>
                  <a:pt x="19418" y="5400"/>
                </a:lnTo>
                <a:lnTo>
                  <a:pt x="14836" y="8438"/>
                </a:lnTo>
                <a:lnTo>
                  <a:pt x="14400" y="9113"/>
                </a:lnTo>
                <a:lnTo>
                  <a:pt x="14182" y="10125"/>
                </a:lnTo>
                <a:lnTo>
                  <a:pt x="14182" y="13500"/>
                </a:lnTo>
                <a:lnTo>
                  <a:pt x="14400" y="14175"/>
                </a:lnTo>
                <a:lnTo>
                  <a:pt x="14836" y="1518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2" name="Google Shape;2212;p51"/>
          <p:cNvSpPr/>
          <p:nvPr/>
        </p:nvSpPr>
        <p:spPr>
          <a:xfrm>
            <a:off x="3158066" y="4699000"/>
            <a:ext cx="364068" cy="220158"/>
          </a:xfrm>
          <a:custGeom>
            <a:rect b="b" l="l" r="r" t="t"/>
            <a:pathLst>
              <a:path extrusionOk="0" h="21600" w="21600">
                <a:moveTo>
                  <a:pt x="12857" y="19396"/>
                </a:moveTo>
                <a:lnTo>
                  <a:pt x="12857" y="20718"/>
                </a:lnTo>
                <a:lnTo>
                  <a:pt x="13371" y="21600"/>
                </a:lnTo>
                <a:lnTo>
                  <a:pt x="21086" y="21600"/>
                </a:lnTo>
                <a:lnTo>
                  <a:pt x="21600" y="20718"/>
                </a:lnTo>
                <a:lnTo>
                  <a:pt x="21600" y="882"/>
                </a:lnTo>
                <a:lnTo>
                  <a:pt x="21086" y="0"/>
                </a:lnTo>
                <a:lnTo>
                  <a:pt x="13371" y="0"/>
                </a:lnTo>
                <a:lnTo>
                  <a:pt x="12857" y="882"/>
                </a:lnTo>
                <a:lnTo>
                  <a:pt x="12857" y="8816"/>
                </a:lnTo>
                <a:lnTo>
                  <a:pt x="0" y="8816"/>
                </a:lnTo>
                <a:lnTo>
                  <a:pt x="0" y="12784"/>
                </a:lnTo>
                <a:lnTo>
                  <a:pt x="12857" y="12784"/>
                </a:lnTo>
                <a:lnTo>
                  <a:pt x="12857" y="19396"/>
                </a:lnTo>
                <a:close/>
                <a:moveTo>
                  <a:pt x="15429" y="4408"/>
                </a:moveTo>
                <a:lnTo>
                  <a:pt x="19029" y="4408"/>
                </a:lnTo>
                <a:lnTo>
                  <a:pt x="19029" y="17192"/>
                </a:lnTo>
                <a:lnTo>
                  <a:pt x="15429" y="17192"/>
                </a:lnTo>
                <a:lnTo>
                  <a:pt x="15429" y="440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3" name="Google Shape;2213;p51"/>
          <p:cNvSpPr/>
          <p:nvPr/>
        </p:nvSpPr>
        <p:spPr>
          <a:xfrm>
            <a:off x="1130300" y="1684866"/>
            <a:ext cx="389448" cy="419094"/>
          </a:xfrm>
          <a:custGeom>
            <a:rect b="b" l="l" r="r" t="t"/>
            <a:pathLst>
              <a:path extrusionOk="0" h="21600" w="21600">
                <a:moveTo>
                  <a:pt x="20387" y="5625"/>
                </a:moveTo>
                <a:lnTo>
                  <a:pt x="18688" y="5625"/>
                </a:lnTo>
                <a:lnTo>
                  <a:pt x="17231" y="5850"/>
                </a:lnTo>
                <a:lnTo>
                  <a:pt x="15533" y="6525"/>
                </a:lnTo>
                <a:lnTo>
                  <a:pt x="14319" y="4275"/>
                </a:lnTo>
                <a:lnTo>
                  <a:pt x="13106" y="2475"/>
                </a:lnTo>
                <a:lnTo>
                  <a:pt x="11649" y="900"/>
                </a:lnTo>
                <a:lnTo>
                  <a:pt x="10679" y="0"/>
                </a:lnTo>
                <a:lnTo>
                  <a:pt x="9708" y="900"/>
                </a:lnTo>
                <a:lnTo>
                  <a:pt x="8252" y="2475"/>
                </a:lnTo>
                <a:lnTo>
                  <a:pt x="7038" y="4275"/>
                </a:lnTo>
                <a:lnTo>
                  <a:pt x="5825" y="6525"/>
                </a:lnTo>
                <a:lnTo>
                  <a:pt x="4369" y="5850"/>
                </a:lnTo>
                <a:lnTo>
                  <a:pt x="2670" y="5625"/>
                </a:lnTo>
                <a:lnTo>
                  <a:pt x="0" y="5625"/>
                </a:lnTo>
                <a:lnTo>
                  <a:pt x="0" y="7425"/>
                </a:lnTo>
                <a:lnTo>
                  <a:pt x="243" y="9450"/>
                </a:lnTo>
                <a:lnTo>
                  <a:pt x="1213" y="11925"/>
                </a:lnTo>
                <a:lnTo>
                  <a:pt x="1699" y="13050"/>
                </a:lnTo>
                <a:lnTo>
                  <a:pt x="2670" y="14175"/>
                </a:lnTo>
                <a:lnTo>
                  <a:pt x="3883" y="15075"/>
                </a:lnTo>
                <a:lnTo>
                  <a:pt x="5097" y="15525"/>
                </a:lnTo>
                <a:lnTo>
                  <a:pt x="6310" y="15750"/>
                </a:lnTo>
                <a:lnTo>
                  <a:pt x="8980" y="15750"/>
                </a:lnTo>
                <a:lnTo>
                  <a:pt x="9465" y="16200"/>
                </a:lnTo>
                <a:lnTo>
                  <a:pt x="9465" y="21600"/>
                </a:lnTo>
                <a:lnTo>
                  <a:pt x="11892" y="21600"/>
                </a:lnTo>
                <a:lnTo>
                  <a:pt x="11892" y="16200"/>
                </a:lnTo>
                <a:lnTo>
                  <a:pt x="12620" y="15750"/>
                </a:lnTo>
                <a:lnTo>
                  <a:pt x="15290" y="15750"/>
                </a:lnTo>
                <a:lnTo>
                  <a:pt x="16503" y="15525"/>
                </a:lnTo>
                <a:lnTo>
                  <a:pt x="17717" y="15075"/>
                </a:lnTo>
                <a:lnTo>
                  <a:pt x="18688" y="14175"/>
                </a:lnTo>
                <a:lnTo>
                  <a:pt x="19658" y="13050"/>
                </a:lnTo>
                <a:lnTo>
                  <a:pt x="20387" y="11925"/>
                </a:lnTo>
                <a:lnTo>
                  <a:pt x="21115" y="9450"/>
                </a:lnTo>
                <a:lnTo>
                  <a:pt x="21600" y="7425"/>
                </a:lnTo>
                <a:lnTo>
                  <a:pt x="21600" y="5625"/>
                </a:lnTo>
                <a:lnTo>
                  <a:pt x="20387" y="5625"/>
                </a:lnTo>
                <a:close/>
                <a:moveTo>
                  <a:pt x="10679" y="3375"/>
                </a:moveTo>
                <a:lnTo>
                  <a:pt x="11892" y="4725"/>
                </a:lnTo>
                <a:lnTo>
                  <a:pt x="12863" y="6075"/>
                </a:lnTo>
                <a:lnTo>
                  <a:pt x="13348" y="7875"/>
                </a:lnTo>
                <a:lnTo>
                  <a:pt x="13834" y="9450"/>
                </a:lnTo>
                <a:lnTo>
                  <a:pt x="12863" y="12600"/>
                </a:lnTo>
                <a:lnTo>
                  <a:pt x="11649" y="13725"/>
                </a:lnTo>
                <a:lnTo>
                  <a:pt x="10679" y="14175"/>
                </a:lnTo>
                <a:lnTo>
                  <a:pt x="9708" y="13725"/>
                </a:lnTo>
                <a:lnTo>
                  <a:pt x="8980" y="12600"/>
                </a:lnTo>
                <a:lnTo>
                  <a:pt x="8009" y="11025"/>
                </a:lnTo>
                <a:lnTo>
                  <a:pt x="7766" y="9450"/>
                </a:lnTo>
                <a:lnTo>
                  <a:pt x="8009" y="7875"/>
                </a:lnTo>
                <a:lnTo>
                  <a:pt x="8980" y="6075"/>
                </a:lnTo>
                <a:lnTo>
                  <a:pt x="9708" y="4500"/>
                </a:lnTo>
                <a:lnTo>
                  <a:pt x="10679" y="3375"/>
                </a:lnTo>
                <a:close/>
                <a:moveTo>
                  <a:pt x="2427" y="7875"/>
                </a:moveTo>
                <a:lnTo>
                  <a:pt x="3883" y="8100"/>
                </a:lnTo>
                <a:lnTo>
                  <a:pt x="5339" y="8550"/>
                </a:lnTo>
                <a:lnTo>
                  <a:pt x="5339" y="10800"/>
                </a:lnTo>
                <a:lnTo>
                  <a:pt x="5582" y="11700"/>
                </a:lnTo>
                <a:lnTo>
                  <a:pt x="6796" y="13725"/>
                </a:lnTo>
                <a:lnTo>
                  <a:pt x="5582" y="13275"/>
                </a:lnTo>
                <a:lnTo>
                  <a:pt x="4369" y="12600"/>
                </a:lnTo>
                <a:lnTo>
                  <a:pt x="3640" y="11700"/>
                </a:lnTo>
                <a:lnTo>
                  <a:pt x="2912" y="10350"/>
                </a:lnTo>
                <a:lnTo>
                  <a:pt x="2427" y="7875"/>
                </a:lnTo>
                <a:close/>
                <a:moveTo>
                  <a:pt x="16989" y="12600"/>
                </a:moveTo>
                <a:lnTo>
                  <a:pt x="16018" y="13275"/>
                </a:lnTo>
                <a:lnTo>
                  <a:pt x="14804" y="13725"/>
                </a:lnTo>
                <a:lnTo>
                  <a:pt x="15775" y="11700"/>
                </a:lnTo>
                <a:lnTo>
                  <a:pt x="16018" y="10800"/>
                </a:lnTo>
                <a:lnTo>
                  <a:pt x="16018" y="8550"/>
                </a:lnTo>
                <a:lnTo>
                  <a:pt x="17717" y="8100"/>
                </a:lnTo>
                <a:lnTo>
                  <a:pt x="19173" y="7875"/>
                </a:lnTo>
                <a:lnTo>
                  <a:pt x="18445" y="10350"/>
                </a:lnTo>
                <a:lnTo>
                  <a:pt x="17960" y="11700"/>
                </a:lnTo>
                <a:lnTo>
                  <a:pt x="16989" y="12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4" name="Google Shape;2214;p51"/>
          <p:cNvSpPr/>
          <p:nvPr/>
        </p:nvSpPr>
        <p:spPr>
          <a:xfrm>
            <a:off x="2222500" y="1672167"/>
            <a:ext cx="313254" cy="431784"/>
          </a:xfrm>
          <a:custGeom>
            <a:rect b="b" l="l" r="r" t="t"/>
            <a:pathLst>
              <a:path extrusionOk="0" h="21600" w="21600">
                <a:moveTo>
                  <a:pt x="14595" y="12122"/>
                </a:moveTo>
                <a:lnTo>
                  <a:pt x="12843" y="12343"/>
                </a:lnTo>
                <a:lnTo>
                  <a:pt x="15470" y="10580"/>
                </a:lnTo>
                <a:lnTo>
                  <a:pt x="17805" y="8596"/>
                </a:lnTo>
                <a:lnTo>
                  <a:pt x="19265" y="6833"/>
                </a:lnTo>
                <a:lnTo>
                  <a:pt x="20141" y="4849"/>
                </a:lnTo>
                <a:lnTo>
                  <a:pt x="17805" y="5731"/>
                </a:lnTo>
                <a:lnTo>
                  <a:pt x="15178" y="6833"/>
                </a:lnTo>
                <a:lnTo>
                  <a:pt x="12843" y="8376"/>
                </a:lnTo>
                <a:lnTo>
                  <a:pt x="11384" y="9478"/>
                </a:lnTo>
                <a:lnTo>
                  <a:pt x="10216" y="10580"/>
                </a:lnTo>
                <a:lnTo>
                  <a:pt x="10216" y="441"/>
                </a:lnTo>
                <a:lnTo>
                  <a:pt x="9924" y="220"/>
                </a:lnTo>
                <a:lnTo>
                  <a:pt x="9341" y="0"/>
                </a:lnTo>
                <a:lnTo>
                  <a:pt x="876" y="0"/>
                </a:lnTo>
                <a:lnTo>
                  <a:pt x="584" y="220"/>
                </a:lnTo>
                <a:lnTo>
                  <a:pt x="0" y="441"/>
                </a:lnTo>
                <a:lnTo>
                  <a:pt x="0" y="21159"/>
                </a:lnTo>
                <a:lnTo>
                  <a:pt x="584" y="21380"/>
                </a:lnTo>
                <a:lnTo>
                  <a:pt x="876" y="21600"/>
                </a:lnTo>
                <a:lnTo>
                  <a:pt x="9341" y="21600"/>
                </a:lnTo>
                <a:lnTo>
                  <a:pt x="9924" y="21380"/>
                </a:lnTo>
                <a:lnTo>
                  <a:pt x="10216" y="21159"/>
                </a:lnTo>
                <a:lnTo>
                  <a:pt x="10216" y="14547"/>
                </a:lnTo>
                <a:lnTo>
                  <a:pt x="12259" y="14988"/>
                </a:lnTo>
                <a:lnTo>
                  <a:pt x="14886" y="14988"/>
                </a:lnTo>
                <a:lnTo>
                  <a:pt x="17514" y="14327"/>
                </a:lnTo>
                <a:lnTo>
                  <a:pt x="19557" y="13886"/>
                </a:lnTo>
                <a:lnTo>
                  <a:pt x="21600" y="13004"/>
                </a:lnTo>
                <a:lnTo>
                  <a:pt x="19557" y="12343"/>
                </a:lnTo>
                <a:lnTo>
                  <a:pt x="17514" y="12122"/>
                </a:lnTo>
                <a:lnTo>
                  <a:pt x="14595" y="12122"/>
                </a:lnTo>
                <a:close/>
                <a:moveTo>
                  <a:pt x="7297" y="13004"/>
                </a:moveTo>
                <a:lnTo>
                  <a:pt x="2919" y="13004"/>
                </a:lnTo>
                <a:lnTo>
                  <a:pt x="2919" y="7494"/>
                </a:lnTo>
                <a:lnTo>
                  <a:pt x="7297" y="7494"/>
                </a:lnTo>
                <a:lnTo>
                  <a:pt x="7297" y="13004"/>
                </a:lnTo>
                <a:close/>
                <a:moveTo>
                  <a:pt x="7297" y="2204"/>
                </a:moveTo>
                <a:lnTo>
                  <a:pt x="7297" y="5290"/>
                </a:lnTo>
                <a:lnTo>
                  <a:pt x="2919" y="5290"/>
                </a:lnTo>
                <a:lnTo>
                  <a:pt x="2919" y="2204"/>
                </a:lnTo>
                <a:lnTo>
                  <a:pt x="7297" y="2204"/>
                </a:lnTo>
                <a:close/>
                <a:moveTo>
                  <a:pt x="2919" y="19396"/>
                </a:moveTo>
                <a:lnTo>
                  <a:pt x="2919" y="15208"/>
                </a:lnTo>
                <a:lnTo>
                  <a:pt x="7297" y="15208"/>
                </a:lnTo>
                <a:lnTo>
                  <a:pt x="7297" y="19396"/>
                </a:lnTo>
                <a:lnTo>
                  <a:pt x="2919" y="1939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5" name="Google Shape;2215;p51"/>
          <p:cNvSpPr/>
          <p:nvPr/>
        </p:nvSpPr>
        <p:spPr>
          <a:xfrm>
            <a:off x="6235701" y="1727199"/>
            <a:ext cx="182034" cy="169344"/>
          </a:xfrm>
          <a:custGeom>
            <a:rect b="b" l="l" r="r" t="t"/>
            <a:pathLst>
              <a:path extrusionOk="0" h="21600" w="21600">
                <a:moveTo>
                  <a:pt x="12857" y="21600"/>
                </a:moveTo>
                <a:lnTo>
                  <a:pt x="14400" y="21600"/>
                </a:lnTo>
                <a:lnTo>
                  <a:pt x="16457" y="21032"/>
                </a:lnTo>
                <a:lnTo>
                  <a:pt x="18000" y="19895"/>
                </a:lnTo>
                <a:lnTo>
                  <a:pt x="19029" y="18189"/>
                </a:lnTo>
                <a:lnTo>
                  <a:pt x="21086" y="15347"/>
                </a:lnTo>
                <a:lnTo>
                  <a:pt x="21600" y="11368"/>
                </a:lnTo>
                <a:lnTo>
                  <a:pt x="20571" y="7958"/>
                </a:lnTo>
                <a:lnTo>
                  <a:pt x="18514" y="5116"/>
                </a:lnTo>
                <a:lnTo>
                  <a:pt x="16971" y="4547"/>
                </a:lnTo>
                <a:lnTo>
                  <a:pt x="14400" y="2842"/>
                </a:lnTo>
                <a:lnTo>
                  <a:pt x="9771" y="1705"/>
                </a:lnTo>
                <a:lnTo>
                  <a:pt x="0" y="0"/>
                </a:lnTo>
                <a:lnTo>
                  <a:pt x="2571" y="9095"/>
                </a:lnTo>
                <a:lnTo>
                  <a:pt x="4629" y="15347"/>
                </a:lnTo>
                <a:lnTo>
                  <a:pt x="5657" y="17621"/>
                </a:lnTo>
                <a:lnTo>
                  <a:pt x="7200" y="19895"/>
                </a:lnTo>
                <a:lnTo>
                  <a:pt x="9771" y="21032"/>
                </a:lnTo>
                <a:lnTo>
                  <a:pt x="12857" y="21600"/>
                </a:lnTo>
                <a:close/>
                <a:moveTo>
                  <a:pt x="15429" y="9095"/>
                </a:moveTo>
                <a:lnTo>
                  <a:pt x="15943" y="10800"/>
                </a:lnTo>
                <a:lnTo>
                  <a:pt x="16457" y="11937"/>
                </a:lnTo>
                <a:lnTo>
                  <a:pt x="15943" y="13642"/>
                </a:lnTo>
                <a:lnTo>
                  <a:pt x="15429" y="14779"/>
                </a:lnTo>
                <a:lnTo>
                  <a:pt x="14400" y="15347"/>
                </a:lnTo>
                <a:lnTo>
                  <a:pt x="12857" y="16484"/>
                </a:lnTo>
                <a:lnTo>
                  <a:pt x="11314" y="16484"/>
                </a:lnTo>
                <a:lnTo>
                  <a:pt x="10286" y="15347"/>
                </a:lnTo>
                <a:lnTo>
                  <a:pt x="8229" y="11937"/>
                </a:lnTo>
                <a:lnTo>
                  <a:pt x="7200" y="7389"/>
                </a:lnTo>
                <a:lnTo>
                  <a:pt x="11829" y="7958"/>
                </a:lnTo>
                <a:lnTo>
                  <a:pt x="15429" y="909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6" name="Google Shape;2216;p51"/>
          <p:cNvSpPr/>
          <p:nvPr/>
        </p:nvSpPr>
        <p:spPr>
          <a:xfrm>
            <a:off x="6299200" y="1684866"/>
            <a:ext cx="325944" cy="431784"/>
          </a:xfrm>
          <a:custGeom>
            <a:rect b="b" l="l" r="r" t="t"/>
            <a:pathLst>
              <a:path extrusionOk="0" h="21600" w="21600">
                <a:moveTo>
                  <a:pt x="11368" y="8982"/>
                </a:moveTo>
                <a:lnTo>
                  <a:pt x="12789" y="9624"/>
                </a:lnTo>
                <a:lnTo>
                  <a:pt x="15632" y="9624"/>
                </a:lnTo>
                <a:lnTo>
                  <a:pt x="18474" y="8554"/>
                </a:lnTo>
                <a:lnTo>
                  <a:pt x="19611" y="6844"/>
                </a:lnTo>
                <a:lnTo>
                  <a:pt x="20463" y="4491"/>
                </a:lnTo>
                <a:lnTo>
                  <a:pt x="21600" y="0"/>
                </a:lnTo>
                <a:lnTo>
                  <a:pt x="16768" y="855"/>
                </a:lnTo>
                <a:lnTo>
                  <a:pt x="13074" y="1711"/>
                </a:lnTo>
                <a:lnTo>
                  <a:pt x="11937" y="2139"/>
                </a:lnTo>
                <a:lnTo>
                  <a:pt x="10800" y="2994"/>
                </a:lnTo>
                <a:lnTo>
                  <a:pt x="9663" y="4277"/>
                </a:lnTo>
                <a:lnTo>
                  <a:pt x="9379" y="5560"/>
                </a:lnTo>
                <a:lnTo>
                  <a:pt x="9379" y="6416"/>
                </a:lnTo>
                <a:lnTo>
                  <a:pt x="9663" y="7057"/>
                </a:lnTo>
                <a:lnTo>
                  <a:pt x="8526" y="8768"/>
                </a:lnTo>
                <a:lnTo>
                  <a:pt x="8242" y="10051"/>
                </a:lnTo>
                <a:lnTo>
                  <a:pt x="8242" y="13259"/>
                </a:lnTo>
                <a:lnTo>
                  <a:pt x="568" y="13259"/>
                </a:lnTo>
                <a:lnTo>
                  <a:pt x="0" y="14115"/>
                </a:lnTo>
                <a:lnTo>
                  <a:pt x="0" y="14543"/>
                </a:lnTo>
                <a:lnTo>
                  <a:pt x="2558" y="20958"/>
                </a:lnTo>
                <a:lnTo>
                  <a:pt x="3411" y="21386"/>
                </a:lnTo>
                <a:lnTo>
                  <a:pt x="3979" y="21600"/>
                </a:lnTo>
                <a:lnTo>
                  <a:pt x="15347" y="21600"/>
                </a:lnTo>
                <a:lnTo>
                  <a:pt x="15916" y="21386"/>
                </a:lnTo>
                <a:lnTo>
                  <a:pt x="16768" y="20958"/>
                </a:lnTo>
                <a:lnTo>
                  <a:pt x="19611" y="14543"/>
                </a:lnTo>
                <a:lnTo>
                  <a:pt x="19611" y="14115"/>
                </a:lnTo>
                <a:lnTo>
                  <a:pt x="19042" y="13687"/>
                </a:lnTo>
                <a:lnTo>
                  <a:pt x="18758" y="13259"/>
                </a:lnTo>
                <a:lnTo>
                  <a:pt x="11084" y="13259"/>
                </a:lnTo>
                <a:lnTo>
                  <a:pt x="11084" y="10051"/>
                </a:lnTo>
                <a:lnTo>
                  <a:pt x="11368" y="8982"/>
                </a:lnTo>
                <a:close/>
                <a:moveTo>
                  <a:pt x="14211" y="19461"/>
                </a:moveTo>
                <a:lnTo>
                  <a:pt x="5116" y="19461"/>
                </a:lnTo>
                <a:lnTo>
                  <a:pt x="3411" y="15398"/>
                </a:lnTo>
                <a:lnTo>
                  <a:pt x="15916" y="15398"/>
                </a:lnTo>
                <a:lnTo>
                  <a:pt x="14211" y="19461"/>
                </a:lnTo>
                <a:close/>
                <a:moveTo>
                  <a:pt x="12789" y="4277"/>
                </a:moveTo>
                <a:lnTo>
                  <a:pt x="13642" y="3636"/>
                </a:lnTo>
                <a:lnTo>
                  <a:pt x="15063" y="3422"/>
                </a:lnTo>
                <a:lnTo>
                  <a:pt x="18189" y="2780"/>
                </a:lnTo>
                <a:lnTo>
                  <a:pt x="17337" y="5347"/>
                </a:lnTo>
                <a:lnTo>
                  <a:pt x="16768" y="6416"/>
                </a:lnTo>
                <a:lnTo>
                  <a:pt x="16484" y="6844"/>
                </a:lnTo>
                <a:lnTo>
                  <a:pt x="15632" y="7485"/>
                </a:lnTo>
                <a:lnTo>
                  <a:pt x="13642" y="7485"/>
                </a:lnTo>
                <a:lnTo>
                  <a:pt x="12221" y="6416"/>
                </a:lnTo>
                <a:lnTo>
                  <a:pt x="12221" y="5133"/>
                </a:lnTo>
                <a:lnTo>
                  <a:pt x="12789" y="427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7" name="Google Shape;2217;p51"/>
          <p:cNvSpPr/>
          <p:nvPr/>
        </p:nvSpPr>
        <p:spPr>
          <a:xfrm>
            <a:off x="7327901" y="1672167"/>
            <a:ext cx="296352" cy="444474"/>
          </a:xfrm>
          <a:custGeom>
            <a:rect b="b" l="l" r="r" t="t"/>
            <a:pathLst>
              <a:path extrusionOk="0" h="21600" w="21600">
                <a:moveTo>
                  <a:pt x="21287" y="13841"/>
                </a:moveTo>
                <a:lnTo>
                  <a:pt x="20974" y="13421"/>
                </a:lnTo>
                <a:lnTo>
                  <a:pt x="12522" y="13421"/>
                </a:lnTo>
                <a:lnTo>
                  <a:pt x="12522" y="12163"/>
                </a:lnTo>
                <a:lnTo>
                  <a:pt x="14087" y="12373"/>
                </a:lnTo>
                <a:lnTo>
                  <a:pt x="15965" y="12163"/>
                </a:lnTo>
                <a:lnTo>
                  <a:pt x="17217" y="11324"/>
                </a:lnTo>
                <a:lnTo>
                  <a:pt x="18157" y="10485"/>
                </a:lnTo>
                <a:lnTo>
                  <a:pt x="18783" y="9227"/>
                </a:lnTo>
                <a:lnTo>
                  <a:pt x="18157" y="8179"/>
                </a:lnTo>
                <a:lnTo>
                  <a:pt x="17843" y="7340"/>
                </a:lnTo>
                <a:lnTo>
                  <a:pt x="19409" y="6501"/>
                </a:lnTo>
                <a:lnTo>
                  <a:pt x="19722" y="5872"/>
                </a:lnTo>
                <a:lnTo>
                  <a:pt x="20348" y="5033"/>
                </a:lnTo>
                <a:lnTo>
                  <a:pt x="19722" y="3775"/>
                </a:lnTo>
                <a:lnTo>
                  <a:pt x="18783" y="2726"/>
                </a:lnTo>
                <a:lnTo>
                  <a:pt x="17217" y="2307"/>
                </a:lnTo>
                <a:lnTo>
                  <a:pt x="15339" y="2097"/>
                </a:lnTo>
                <a:lnTo>
                  <a:pt x="14713" y="1258"/>
                </a:lnTo>
                <a:lnTo>
                  <a:pt x="13774" y="419"/>
                </a:lnTo>
                <a:lnTo>
                  <a:pt x="12522" y="210"/>
                </a:lnTo>
                <a:lnTo>
                  <a:pt x="10957" y="0"/>
                </a:lnTo>
                <a:lnTo>
                  <a:pt x="9391" y="210"/>
                </a:lnTo>
                <a:lnTo>
                  <a:pt x="8139" y="419"/>
                </a:lnTo>
                <a:lnTo>
                  <a:pt x="7200" y="1258"/>
                </a:lnTo>
                <a:lnTo>
                  <a:pt x="6574" y="2097"/>
                </a:lnTo>
                <a:lnTo>
                  <a:pt x="4696" y="2307"/>
                </a:lnTo>
                <a:lnTo>
                  <a:pt x="3130" y="2726"/>
                </a:lnTo>
                <a:lnTo>
                  <a:pt x="2191" y="3775"/>
                </a:lnTo>
                <a:lnTo>
                  <a:pt x="1565" y="5033"/>
                </a:lnTo>
                <a:lnTo>
                  <a:pt x="2191" y="5872"/>
                </a:lnTo>
                <a:lnTo>
                  <a:pt x="2504" y="6501"/>
                </a:lnTo>
                <a:lnTo>
                  <a:pt x="4070" y="7340"/>
                </a:lnTo>
                <a:lnTo>
                  <a:pt x="3757" y="8179"/>
                </a:lnTo>
                <a:lnTo>
                  <a:pt x="3130" y="9227"/>
                </a:lnTo>
                <a:lnTo>
                  <a:pt x="3757" y="10485"/>
                </a:lnTo>
                <a:lnTo>
                  <a:pt x="4696" y="11324"/>
                </a:lnTo>
                <a:lnTo>
                  <a:pt x="5948" y="12163"/>
                </a:lnTo>
                <a:lnTo>
                  <a:pt x="7826" y="12373"/>
                </a:lnTo>
                <a:lnTo>
                  <a:pt x="9391" y="12163"/>
                </a:lnTo>
                <a:lnTo>
                  <a:pt x="9391" y="13421"/>
                </a:lnTo>
                <a:lnTo>
                  <a:pt x="939" y="13421"/>
                </a:lnTo>
                <a:lnTo>
                  <a:pt x="626" y="13841"/>
                </a:lnTo>
                <a:lnTo>
                  <a:pt x="0" y="14260"/>
                </a:lnTo>
                <a:lnTo>
                  <a:pt x="0" y="14680"/>
                </a:lnTo>
                <a:lnTo>
                  <a:pt x="3130" y="20971"/>
                </a:lnTo>
                <a:lnTo>
                  <a:pt x="4070" y="21390"/>
                </a:lnTo>
                <a:lnTo>
                  <a:pt x="4696" y="21600"/>
                </a:lnTo>
                <a:lnTo>
                  <a:pt x="17217" y="21600"/>
                </a:lnTo>
                <a:lnTo>
                  <a:pt x="17843" y="21390"/>
                </a:lnTo>
                <a:lnTo>
                  <a:pt x="18783" y="20971"/>
                </a:lnTo>
                <a:lnTo>
                  <a:pt x="21600" y="14680"/>
                </a:lnTo>
                <a:lnTo>
                  <a:pt x="21600" y="14260"/>
                </a:lnTo>
                <a:lnTo>
                  <a:pt x="21287" y="13841"/>
                </a:lnTo>
                <a:close/>
                <a:moveTo>
                  <a:pt x="7826" y="10276"/>
                </a:moveTo>
                <a:lnTo>
                  <a:pt x="7200" y="10276"/>
                </a:lnTo>
                <a:lnTo>
                  <a:pt x="6574" y="10066"/>
                </a:lnTo>
                <a:lnTo>
                  <a:pt x="6261" y="9856"/>
                </a:lnTo>
                <a:lnTo>
                  <a:pt x="6261" y="9227"/>
                </a:lnTo>
                <a:lnTo>
                  <a:pt x="6574" y="8388"/>
                </a:lnTo>
                <a:lnTo>
                  <a:pt x="7513" y="7969"/>
                </a:lnTo>
                <a:lnTo>
                  <a:pt x="7826" y="7759"/>
                </a:lnTo>
                <a:lnTo>
                  <a:pt x="8139" y="6920"/>
                </a:lnTo>
                <a:lnTo>
                  <a:pt x="7826" y="6711"/>
                </a:lnTo>
                <a:lnTo>
                  <a:pt x="7200" y="6082"/>
                </a:lnTo>
                <a:lnTo>
                  <a:pt x="5635" y="5662"/>
                </a:lnTo>
                <a:lnTo>
                  <a:pt x="4696" y="5033"/>
                </a:lnTo>
                <a:lnTo>
                  <a:pt x="5009" y="4614"/>
                </a:lnTo>
                <a:lnTo>
                  <a:pt x="5635" y="4404"/>
                </a:lnTo>
                <a:lnTo>
                  <a:pt x="6261" y="3984"/>
                </a:lnTo>
                <a:lnTo>
                  <a:pt x="7200" y="4404"/>
                </a:lnTo>
                <a:lnTo>
                  <a:pt x="7826" y="4404"/>
                </a:lnTo>
                <a:lnTo>
                  <a:pt x="8765" y="3984"/>
                </a:lnTo>
                <a:lnTo>
                  <a:pt x="9391" y="3775"/>
                </a:lnTo>
                <a:lnTo>
                  <a:pt x="9391" y="2517"/>
                </a:lnTo>
                <a:lnTo>
                  <a:pt x="10017" y="2097"/>
                </a:lnTo>
                <a:lnTo>
                  <a:pt x="11583" y="2097"/>
                </a:lnTo>
                <a:lnTo>
                  <a:pt x="12209" y="2307"/>
                </a:lnTo>
                <a:lnTo>
                  <a:pt x="12522" y="2517"/>
                </a:lnTo>
                <a:lnTo>
                  <a:pt x="12522" y="3775"/>
                </a:lnTo>
                <a:lnTo>
                  <a:pt x="13148" y="4404"/>
                </a:lnTo>
                <a:lnTo>
                  <a:pt x="14713" y="4404"/>
                </a:lnTo>
                <a:lnTo>
                  <a:pt x="15652" y="3984"/>
                </a:lnTo>
                <a:lnTo>
                  <a:pt x="17217" y="5033"/>
                </a:lnTo>
                <a:lnTo>
                  <a:pt x="16278" y="5662"/>
                </a:lnTo>
                <a:lnTo>
                  <a:pt x="14713" y="6082"/>
                </a:lnTo>
                <a:lnTo>
                  <a:pt x="14087" y="6501"/>
                </a:lnTo>
                <a:lnTo>
                  <a:pt x="13774" y="6920"/>
                </a:lnTo>
                <a:lnTo>
                  <a:pt x="14087" y="7340"/>
                </a:lnTo>
                <a:lnTo>
                  <a:pt x="14400" y="7969"/>
                </a:lnTo>
                <a:lnTo>
                  <a:pt x="15339" y="8388"/>
                </a:lnTo>
                <a:lnTo>
                  <a:pt x="15652" y="9227"/>
                </a:lnTo>
                <a:lnTo>
                  <a:pt x="15652" y="9856"/>
                </a:lnTo>
                <a:lnTo>
                  <a:pt x="15339" y="10066"/>
                </a:lnTo>
                <a:lnTo>
                  <a:pt x="14713" y="10276"/>
                </a:lnTo>
                <a:lnTo>
                  <a:pt x="13148" y="10276"/>
                </a:lnTo>
                <a:lnTo>
                  <a:pt x="12522" y="9856"/>
                </a:lnTo>
                <a:lnTo>
                  <a:pt x="12522" y="8808"/>
                </a:lnTo>
                <a:lnTo>
                  <a:pt x="12209" y="8388"/>
                </a:lnTo>
                <a:lnTo>
                  <a:pt x="11583" y="8179"/>
                </a:lnTo>
                <a:lnTo>
                  <a:pt x="10017" y="8179"/>
                </a:lnTo>
                <a:lnTo>
                  <a:pt x="9704" y="8388"/>
                </a:lnTo>
                <a:lnTo>
                  <a:pt x="9391" y="8808"/>
                </a:lnTo>
                <a:lnTo>
                  <a:pt x="9391" y="9856"/>
                </a:lnTo>
                <a:lnTo>
                  <a:pt x="8765" y="10276"/>
                </a:lnTo>
                <a:lnTo>
                  <a:pt x="7826" y="10276"/>
                </a:lnTo>
                <a:close/>
                <a:moveTo>
                  <a:pt x="15965" y="19503"/>
                </a:moveTo>
                <a:lnTo>
                  <a:pt x="5948" y="19503"/>
                </a:lnTo>
                <a:lnTo>
                  <a:pt x="4070" y="15518"/>
                </a:lnTo>
                <a:lnTo>
                  <a:pt x="17843" y="15518"/>
                </a:lnTo>
                <a:lnTo>
                  <a:pt x="15965" y="1950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8" name="Google Shape;2218;p51"/>
          <p:cNvSpPr/>
          <p:nvPr/>
        </p:nvSpPr>
        <p:spPr>
          <a:xfrm>
            <a:off x="7429501" y="1752599"/>
            <a:ext cx="93150" cy="8888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0520" y="7560"/>
                </a:lnTo>
                <a:lnTo>
                  <a:pt x="18360" y="3240"/>
                </a:lnTo>
                <a:lnTo>
                  <a:pt x="15120" y="2160"/>
                </a:lnTo>
                <a:lnTo>
                  <a:pt x="10800" y="0"/>
                </a:lnTo>
                <a:lnTo>
                  <a:pt x="6480" y="2160"/>
                </a:lnTo>
                <a:lnTo>
                  <a:pt x="3240" y="3240"/>
                </a:lnTo>
                <a:lnTo>
                  <a:pt x="1080" y="7560"/>
                </a:lnTo>
                <a:lnTo>
                  <a:pt x="0" y="10800"/>
                </a:lnTo>
                <a:lnTo>
                  <a:pt x="1080" y="15120"/>
                </a:lnTo>
                <a:lnTo>
                  <a:pt x="3240" y="19440"/>
                </a:lnTo>
                <a:lnTo>
                  <a:pt x="6480" y="20520"/>
                </a:lnTo>
                <a:lnTo>
                  <a:pt x="10800" y="21600"/>
                </a:lnTo>
                <a:lnTo>
                  <a:pt x="15120" y="20520"/>
                </a:lnTo>
                <a:lnTo>
                  <a:pt x="18360" y="19440"/>
                </a:lnTo>
                <a:lnTo>
                  <a:pt x="20520" y="1512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9" name="Google Shape;2219;p51"/>
          <p:cNvSpPr/>
          <p:nvPr/>
        </p:nvSpPr>
        <p:spPr>
          <a:xfrm>
            <a:off x="10469034" y="1672167"/>
            <a:ext cx="300564" cy="182034"/>
          </a:xfrm>
          <a:custGeom>
            <a:rect b="b" l="l" r="r" t="t"/>
            <a:pathLst>
              <a:path extrusionOk="0" h="21600" w="21600">
                <a:moveTo>
                  <a:pt x="939" y="18514"/>
                </a:moveTo>
                <a:lnTo>
                  <a:pt x="3757" y="16457"/>
                </a:lnTo>
                <a:lnTo>
                  <a:pt x="5009" y="18514"/>
                </a:lnTo>
                <a:lnTo>
                  <a:pt x="6261" y="20057"/>
                </a:lnTo>
                <a:lnTo>
                  <a:pt x="7826" y="21600"/>
                </a:lnTo>
                <a:lnTo>
                  <a:pt x="9704" y="21600"/>
                </a:lnTo>
                <a:lnTo>
                  <a:pt x="11896" y="21086"/>
                </a:lnTo>
                <a:lnTo>
                  <a:pt x="13148" y="19543"/>
                </a:lnTo>
                <a:lnTo>
                  <a:pt x="14713" y="17486"/>
                </a:lnTo>
                <a:lnTo>
                  <a:pt x="17530" y="13371"/>
                </a:lnTo>
                <a:lnTo>
                  <a:pt x="19722" y="7714"/>
                </a:lnTo>
                <a:lnTo>
                  <a:pt x="21600" y="3086"/>
                </a:lnTo>
                <a:lnTo>
                  <a:pt x="16591" y="1029"/>
                </a:lnTo>
                <a:lnTo>
                  <a:pt x="9704" y="0"/>
                </a:lnTo>
                <a:lnTo>
                  <a:pt x="6887" y="514"/>
                </a:lnTo>
                <a:lnTo>
                  <a:pt x="5009" y="2571"/>
                </a:lnTo>
                <a:lnTo>
                  <a:pt x="3443" y="5657"/>
                </a:lnTo>
                <a:lnTo>
                  <a:pt x="2817" y="8743"/>
                </a:lnTo>
                <a:lnTo>
                  <a:pt x="3130" y="12857"/>
                </a:lnTo>
                <a:lnTo>
                  <a:pt x="0" y="14400"/>
                </a:lnTo>
                <a:lnTo>
                  <a:pt x="939" y="18514"/>
                </a:lnTo>
                <a:close/>
                <a:moveTo>
                  <a:pt x="8139" y="5143"/>
                </a:moveTo>
                <a:lnTo>
                  <a:pt x="9704" y="5143"/>
                </a:lnTo>
                <a:lnTo>
                  <a:pt x="16591" y="6171"/>
                </a:lnTo>
                <a:lnTo>
                  <a:pt x="13461" y="12857"/>
                </a:lnTo>
                <a:lnTo>
                  <a:pt x="11896" y="15429"/>
                </a:lnTo>
                <a:lnTo>
                  <a:pt x="10957" y="16457"/>
                </a:lnTo>
                <a:lnTo>
                  <a:pt x="8452" y="16457"/>
                </a:lnTo>
                <a:lnTo>
                  <a:pt x="7826" y="15943"/>
                </a:lnTo>
                <a:lnTo>
                  <a:pt x="6887" y="14400"/>
                </a:lnTo>
                <a:lnTo>
                  <a:pt x="12522" y="11829"/>
                </a:lnTo>
                <a:lnTo>
                  <a:pt x="11583" y="8229"/>
                </a:lnTo>
                <a:lnTo>
                  <a:pt x="5948" y="11314"/>
                </a:lnTo>
                <a:lnTo>
                  <a:pt x="5948" y="9257"/>
                </a:lnTo>
                <a:lnTo>
                  <a:pt x="7200" y="6171"/>
                </a:lnTo>
                <a:lnTo>
                  <a:pt x="8139" y="514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0" name="Google Shape;2220;p51"/>
          <p:cNvSpPr/>
          <p:nvPr/>
        </p:nvSpPr>
        <p:spPr>
          <a:xfrm>
            <a:off x="10337800" y="1752599"/>
            <a:ext cx="431784" cy="364068"/>
          </a:xfrm>
          <a:custGeom>
            <a:rect b="b" l="l" r="r" t="t"/>
            <a:pathLst>
              <a:path extrusionOk="0" h="21600" w="21600">
                <a:moveTo>
                  <a:pt x="20509" y="9000"/>
                </a:moveTo>
                <a:lnTo>
                  <a:pt x="5455" y="9000"/>
                </a:lnTo>
                <a:lnTo>
                  <a:pt x="5455" y="4629"/>
                </a:lnTo>
                <a:lnTo>
                  <a:pt x="1964" y="514"/>
                </a:lnTo>
                <a:lnTo>
                  <a:pt x="1309" y="0"/>
                </a:lnTo>
                <a:lnTo>
                  <a:pt x="436" y="0"/>
                </a:lnTo>
                <a:lnTo>
                  <a:pt x="218" y="771"/>
                </a:lnTo>
                <a:lnTo>
                  <a:pt x="0" y="1286"/>
                </a:lnTo>
                <a:lnTo>
                  <a:pt x="0" y="21086"/>
                </a:lnTo>
                <a:lnTo>
                  <a:pt x="436" y="21600"/>
                </a:lnTo>
                <a:lnTo>
                  <a:pt x="20945" y="21600"/>
                </a:lnTo>
                <a:lnTo>
                  <a:pt x="21164" y="21343"/>
                </a:lnTo>
                <a:lnTo>
                  <a:pt x="21600" y="21086"/>
                </a:lnTo>
                <a:lnTo>
                  <a:pt x="21600" y="9514"/>
                </a:lnTo>
                <a:lnTo>
                  <a:pt x="21164" y="9257"/>
                </a:lnTo>
                <a:lnTo>
                  <a:pt x="20945" y="9000"/>
                </a:lnTo>
                <a:lnTo>
                  <a:pt x="20509" y="9000"/>
                </a:lnTo>
                <a:close/>
                <a:moveTo>
                  <a:pt x="19418" y="19029"/>
                </a:moveTo>
                <a:lnTo>
                  <a:pt x="2182" y="19029"/>
                </a:lnTo>
                <a:lnTo>
                  <a:pt x="2182" y="4629"/>
                </a:lnTo>
                <a:lnTo>
                  <a:pt x="3273" y="5914"/>
                </a:lnTo>
                <a:lnTo>
                  <a:pt x="3273" y="10800"/>
                </a:lnTo>
                <a:lnTo>
                  <a:pt x="3491" y="11314"/>
                </a:lnTo>
                <a:lnTo>
                  <a:pt x="3709" y="11571"/>
                </a:lnTo>
                <a:lnTo>
                  <a:pt x="19418" y="11571"/>
                </a:lnTo>
                <a:lnTo>
                  <a:pt x="19418" y="19029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1" name="Google Shape;2221;p51"/>
          <p:cNvSpPr/>
          <p:nvPr/>
        </p:nvSpPr>
        <p:spPr>
          <a:xfrm>
            <a:off x="10418234" y="1998133"/>
            <a:ext cx="636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222" name="Google Shape;2222;p51"/>
          <p:cNvSpPr/>
          <p:nvPr/>
        </p:nvSpPr>
        <p:spPr>
          <a:xfrm>
            <a:off x="10519834" y="1998133"/>
            <a:ext cx="678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223" name="Google Shape;2223;p51"/>
          <p:cNvSpPr/>
          <p:nvPr/>
        </p:nvSpPr>
        <p:spPr>
          <a:xfrm>
            <a:off x="10638367" y="1998133"/>
            <a:ext cx="636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224" name="Google Shape;2224;p51"/>
          <p:cNvSpPr/>
          <p:nvPr/>
        </p:nvSpPr>
        <p:spPr>
          <a:xfrm>
            <a:off x="2235199" y="2764367"/>
            <a:ext cx="220158" cy="275184"/>
          </a:xfrm>
          <a:custGeom>
            <a:rect b="b" l="l" r="r" t="t"/>
            <a:pathLst>
              <a:path extrusionOk="0" h="21600" w="21600">
                <a:moveTo>
                  <a:pt x="15120" y="0"/>
                </a:moveTo>
                <a:lnTo>
                  <a:pt x="5616" y="0"/>
                </a:lnTo>
                <a:lnTo>
                  <a:pt x="4752" y="337"/>
                </a:lnTo>
                <a:lnTo>
                  <a:pt x="4320" y="1012"/>
                </a:lnTo>
                <a:lnTo>
                  <a:pt x="4320" y="3375"/>
                </a:lnTo>
                <a:lnTo>
                  <a:pt x="1296" y="3375"/>
                </a:lnTo>
                <a:lnTo>
                  <a:pt x="0" y="4387"/>
                </a:lnTo>
                <a:lnTo>
                  <a:pt x="0" y="18225"/>
                </a:lnTo>
                <a:lnTo>
                  <a:pt x="864" y="19575"/>
                </a:lnTo>
                <a:lnTo>
                  <a:pt x="1296" y="20925"/>
                </a:lnTo>
                <a:lnTo>
                  <a:pt x="2592" y="21262"/>
                </a:lnTo>
                <a:lnTo>
                  <a:pt x="4320" y="21600"/>
                </a:lnTo>
                <a:lnTo>
                  <a:pt x="17280" y="21600"/>
                </a:lnTo>
                <a:lnTo>
                  <a:pt x="18576" y="21262"/>
                </a:lnTo>
                <a:lnTo>
                  <a:pt x="20304" y="20925"/>
                </a:lnTo>
                <a:lnTo>
                  <a:pt x="20736" y="19575"/>
                </a:lnTo>
                <a:lnTo>
                  <a:pt x="21600" y="18225"/>
                </a:lnTo>
                <a:lnTo>
                  <a:pt x="21600" y="4387"/>
                </a:lnTo>
                <a:lnTo>
                  <a:pt x="20304" y="3375"/>
                </a:lnTo>
                <a:lnTo>
                  <a:pt x="17280" y="3375"/>
                </a:lnTo>
                <a:lnTo>
                  <a:pt x="17280" y="1012"/>
                </a:lnTo>
                <a:lnTo>
                  <a:pt x="16848" y="337"/>
                </a:lnTo>
                <a:lnTo>
                  <a:pt x="15984" y="0"/>
                </a:lnTo>
                <a:lnTo>
                  <a:pt x="15120" y="0"/>
                </a:lnTo>
                <a:close/>
                <a:moveTo>
                  <a:pt x="17280" y="18225"/>
                </a:moveTo>
                <a:lnTo>
                  <a:pt x="4320" y="18225"/>
                </a:lnTo>
                <a:lnTo>
                  <a:pt x="4320" y="6750"/>
                </a:lnTo>
                <a:lnTo>
                  <a:pt x="7776" y="6750"/>
                </a:lnTo>
                <a:lnTo>
                  <a:pt x="8208" y="6412"/>
                </a:lnTo>
                <a:lnTo>
                  <a:pt x="8640" y="5737"/>
                </a:lnTo>
                <a:lnTo>
                  <a:pt x="8640" y="3375"/>
                </a:lnTo>
                <a:lnTo>
                  <a:pt x="12960" y="3375"/>
                </a:lnTo>
                <a:lnTo>
                  <a:pt x="12960" y="5737"/>
                </a:lnTo>
                <a:lnTo>
                  <a:pt x="13392" y="6412"/>
                </a:lnTo>
                <a:lnTo>
                  <a:pt x="13824" y="6750"/>
                </a:lnTo>
                <a:lnTo>
                  <a:pt x="17280" y="6750"/>
                </a:lnTo>
                <a:lnTo>
                  <a:pt x="17280" y="1822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5" name="Google Shape;2225;p51"/>
          <p:cNvSpPr/>
          <p:nvPr/>
        </p:nvSpPr>
        <p:spPr>
          <a:xfrm>
            <a:off x="2298700" y="2870199"/>
            <a:ext cx="93150" cy="101628"/>
          </a:xfrm>
          <a:custGeom>
            <a:rect b="b" l="l" r="r" t="t"/>
            <a:pathLst>
              <a:path extrusionOk="0" h="21600" w="21600">
                <a:moveTo>
                  <a:pt x="12960" y="0"/>
                </a:moveTo>
                <a:lnTo>
                  <a:pt x="0" y="12960"/>
                </a:lnTo>
                <a:lnTo>
                  <a:pt x="8640" y="12960"/>
                </a:lnTo>
                <a:lnTo>
                  <a:pt x="8640" y="21600"/>
                </a:lnTo>
                <a:lnTo>
                  <a:pt x="21600" y="8640"/>
                </a:lnTo>
                <a:lnTo>
                  <a:pt x="12960" y="8640"/>
                </a:lnTo>
                <a:lnTo>
                  <a:pt x="1296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p51"/>
          <p:cNvSpPr/>
          <p:nvPr/>
        </p:nvSpPr>
        <p:spPr>
          <a:xfrm>
            <a:off x="2091266" y="2908301"/>
            <a:ext cx="482598" cy="232848"/>
          </a:xfrm>
          <a:custGeom>
            <a:rect b="b" l="l" r="r" t="t"/>
            <a:pathLst>
              <a:path extrusionOk="0" h="21600" w="21600">
                <a:moveTo>
                  <a:pt x="11379" y="17600"/>
                </a:moveTo>
                <a:lnTo>
                  <a:pt x="10029" y="17600"/>
                </a:lnTo>
                <a:lnTo>
                  <a:pt x="8486" y="16800"/>
                </a:lnTo>
                <a:lnTo>
                  <a:pt x="7329" y="15600"/>
                </a:lnTo>
                <a:lnTo>
                  <a:pt x="6171" y="14000"/>
                </a:lnTo>
                <a:lnTo>
                  <a:pt x="5207" y="12400"/>
                </a:lnTo>
                <a:lnTo>
                  <a:pt x="4436" y="10400"/>
                </a:lnTo>
                <a:lnTo>
                  <a:pt x="3279" y="4800"/>
                </a:lnTo>
                <a:lnTo>
                  <a:pt x="5593" y="0"/>
                </a:lnTo>
                <a:lnTo>
                  <a:pt x="0" y="0"/>
                </a:lnTo>
                <a:lnTo>
                  <a:pt x="0" y="11600"/>
                </a:lnTo>
                <a:lnTo>
                  <a:pt x="1543" y="8400"/>
                </a:lnTo>
                <a:lnTo>
                  <a:pt x="2314" y="10800"/>
                </a:lnTo>
                <a:lnTo>
                  <a:pt x="3279" y="13600"/>
                </a:lnTo>
                <a:lnTo>
                  <a:pt x="4243" y="15600"/>
                </a:lnTo>
                <a:lnTo>
                  <a:pt x="5400" y="17600"/>
                </a:lnTo>
                <a:lnTo>
                  <a:pt x="6943" y="19600"/>
                </a:lnTo>
                <a:lnTo>
                  <a:pt x="9643" y="21200"/>
                </a:lnTo>
                <a:lnTo>
                  <a:pt x="11379" y="21600"/>
                </a:lnTo>
                <a:lnTo>
                  <a:pt x="13307" y="21200"/>
                </a:lnTo>
                <a:lnTo>
                  <a:pt x="14850" y="20000"/>
                </a:lnTo>
                <a:lnTo>
                  <a:pt x="16586" y="18800"/>
                </a:lnTo>
                <a:lnTo>
                  <a:pt x="18129" y="16800"/>
                </a:lnTo>
                <a:lnTo>
                  <a:pt x="19479" y="13600"/>
                </a:lnTo>
                <a:lnTo>
                  <a:pt x="20443" y="10800"/>
                </a:lnTo>
                <a:lnTo>
                  <a:pt x="21214" y="7200"/>
                </a:lnTo>
                <a:lnTo>
                  <a:pt x="21600" y="4000"/>
                </a:lnTo>
                <a:lnTo>
                  <a:pt x="19671" y="4000"/>
                </a:lnTo>
                <a:lnTo>
                  <a:pt x="19286" y="6800"/>
                </a:lnTo>
                <a:lnTo>
                  <a:pt x="17743" y="11600"/>
                </a:lnTo>
                <a:lnTo>
                  <a:pt x="16779" y="13600"/>
                </a:lnTo>
                <a:lnTo>
                  <a:pt x="15621" y="15200"/>
                </a:lnTo>
                <a:lnTo>
                  <a:pt x="14271" y="16800"/>
                </a:lnTo>
                <a:lnTo>
                  <a:pt x="12729" y="17200"/>
                </a:lnTo>
                <a:lnTo>
                  <a:pt x="11379" y="17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7" name="Google Shape;2227;p51"/>
          <p:cNvSpPr/>
          <p:nvPr/>
        </p:nvSpPr>
        <p:spPr>
          <a:xfrm>
            <a:off x="2116666" y="2675466"/>
            <a:ext cx="482598" cy="232848"/>
          </a:xfrm>
          <a:custGeom>
            <a:rect b="b" l="l" r="r" t="t"/>
            <a:pathLst>
              <a:path extrusionOk="0" h="21600" w="21600">
                <a:moveTo>
                  <a:pt x="20057" y="13353"/>
                </a:moveTo>
                <a:lnTo>
                  <a:pt x="19286" y="10996"/>
                </a:lnTo>
                <a:lnTo>
                  <a:pt x="18321" y="7855"/>
                </a:lnTo>
                <a:lnTo>
                  <a:pt x="17357" y="5891"/>
                </a:lnTo>
                <a:lnTo>
                  <a:pt x="16200" y="3927"/>
                </a:lnTo>
                <a:lnTo>
                  <a:pt x="14657" y="1964"/>
                </a:lnTo>
                <a:lnTo>
                  <a:pt x="13307" y="1178"/>
                </a:lnTo>
                <a:lnTo>
                  <a:pt x="11957" y="785"/>
                </a:lnTo>
                <a:lnTo>
                  <a:pt x="10221" y="0"/>
                </a:lnTo>
                <a:lnTo>
                  <a:pt x="8293" y="785"/>
                </a:lnTo>
                <a:lnTo>
                  <a:pt x="6557" y="1571"/>
                </a:lnTo>
                <a:lnTo>
                  <a:pt x="5014" y="3142"/>
                </a:lnTo>
                <a:lnTo>
                  <a:pt x="3471" y="5105"/>
                </a:lnTo>
                <a:lnTo>
                  <a:pt x="2121" y="7855"/>
                </a:lnTo>
                <a:lnTo>
                  <a:pt x="1157" y="10996"/>
                </a:lnTo>
                <a:lnTo>
                  <a:pt x="386" y="14138"/>
                </a:lnTo>
                <a:lnTo>
                  <a:pt x="0" y="17673"/>
                </a:lnTo>
                <a:lnTo>
                  <a:pt x="1929" y="17673"/>
                </a:lnTo>
                <a:lnTo>
                  <a:pt x="2314" y="14531"/>
                </a:lnTo>
                <a:lnTo>
                  <a:pt x="3857" y="9818"/>
                </a:lnTo>
                <a:lnTo>
                  <a:pt x="4821" y="7855"/>
                </a:lnTo>
                <a:lnTo>
                  <a:pt x="5979" y="6284"/>
                </a:lnTo>
                <a:lnTo>
                  <a:pt x="7329" y="5105"/>
                </a:lnTo>
                <a:lnTo>
                  <a:pt x="8871" y="4713"/>
                </a:lnTo>
                <a:lnTo>
                  <a:pt x="10221" y="3927"/>
                </a:lnTo>
                <a:lnTo>
                  <a:pt x="11571" y="3927"/>
                </a:lnTo>
                <a:lnTo>
                  <a:pt x="13114" y="5105"/>
                </a:lnTo>
                <a:lnTo>
                  <a:pt x="14271" y="5891"/>
                </a:lnTo>
                <a:lnTo>
                  <a:pt x="15429" y="7462"/>
                </a:lnTo>
                <a:lnTo>
                  <a:pt x="16393" y="9425"/>
                </a:lnTo>
                <a:lnTo>
                  <a:pt x="17164" y="11389"/>
                </a:lnTo>
                <a:lnTo>
                  <a:pt x="17743" y="13745"/>
                </a:lnTo>
                <a:lnTo>
                  <a:pt x="18321" y="16495"/>
                </a:lnTo>
                <a:lnTo>
                  <a:pt x="16007" y="21600"/>
                </a:lnTo>
                <a:lnTo>
                  <a:pt x="21600" y="21600"/>
                </a:lnTo>
                <a:lnTo>
                  <a:pt x="21600" y="9818"/>
                </a:lnTo>
                <a:lnTo>
                  <a:pt x="20057" y="1335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8" name="Google Shape;2228;p51"/>
          <p:cNvSpPr/>
          <p:nvPr/>
        </p:nvSpPr>
        <p:spPr>
          <a:xfrm>
            <a:off x="4182533" y="1998133"/>
            <a:ext cx="431784" cy="105840"/>
          </a:xfrm>
          <a:custGeom>
            <a:rect b="b" l="l" r="r" t="t"/>
            <a:pathLst>
              <a:path extrusionOk="0" h="21600" w="21600">
                <a:moveTo>
                  <a:pt x="20304" y="0"/>
                </a:moveTo>
                <a:lnTo>
                  <a:pt x="17928" y="4909"/>
                </a:lnTo>
                <a:lnTo>
                  <a:pt x="15768" y="8836"/>
                </a:lnTo>
                <a:lnTo>
                  <a:pt x="13392" y="10800"/>
                </a:lnTo>
                <a:lnTo>
                  <a:pt x="11016" y="11782"/>
                </a:lnTo>
                <a:lnTo>
                  <a:pt x="8208" y="10800"/>
                </a:lnTo>
                <a:lnTo>
                  <a:pt x="5832" y="8836"/>
                </a:lnTo>
                <a:lnTo>
                  <a:pt x="3888" y="4909"/>
                </a:lnTo>
                <a:lnTo>
                  <a:pt x="1728" y="0"/>
                </a:lnTo>
                <a:lnTo>
                  <a:pt x="0" y="5891"/>
                </a:lnTo>
                <a:lnTo>
                  <a:pt x="2376" y="13745"/>
                </a:lnTo>
                <a:lnTo>
                  <a:pt x="5184" y="18655"/>
                </a:lnTo>
                <a:lnTo>
                  <a:pt x="7992" y="20618"/>
                </a:lnTo>
                <a:lnTo>
                  <a:pt x="11016" y="21600"/>
                </a:lnTo>
                <a:lnTo>
                  <a:pt x="13608" y="20618"/>
                </a:lnTo>
                <a:lnTo>
                  <a:pt x="16632" y="18655"/>
                </a:lnTo>
                <a:lnTo>
                  <a:pt x="19224" y="13745"/>
                </a:lnTo>
                <a:lnTo>
                  <a:pt x="21600" y="5891"/>
                </a:lnTo>
                <a:lnTo>
                  <a:pt x="20304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9" name="Google Shape;2229;p51"/>
          <p:cNvSpPr/>
          <p:nvPr/>
        </p:nvSpPr>
        <p:spPr>
          <a:xfrm>
            <a:off x="4275666" y="1659466"/>
            <a:ext cx="258228" cy="351378"/>
          </a:xfrm>
          <a:custGeom>
            <a:rect b="b" l="l" r="r" t="t"/>
            <a:pathLst>
              <a:path extrusionOk="0" h="21600" w="21600">
                <a:moveTo>
                  <a:pt x="10983" y="21600"/>
                </a:moveTo>
                <a:lnTo>
                  <a:pt x="13180" y="21600"/>
                </a:lnTo>
                <a:lnTo>
                  <a:pt x="15376" y="20810"/>
                </a:lnTo>
                <a:lnTo>
                  <a:pt x="17207" y="20283"/>
                </a:lnTo>
                <a:lnTo>
                  <a:pt x="18671" y="19229"/>
                </a:lnTo>
                <a:lnTo>
                  <a:pt x="20868" y="16595"/>
                </a:lnTo>
                <a:lnTo>
                  <a:pt x="21600" y="15278"/>
                </a:lnTo>
                <a:lnTo>
                  <a:pt x="21600" y="13698"/>
                </a:lnTo>
                <a:lnTo>
                  <a:pt x="21234" y="12117"/>
                </a:lnTo>
                <a:lnTo>
                  <a:pt x="20502" y="10010"/>
                </a:lnTo>
                <a:lnTo>
                  <a:pt x="17573" y="6322"/>
                </a:lnTo>
                <a:lnTo>
                  <a:pt x="14644" y="2898"/>
                </a:lnTo>
                <a:lnTo>
                  <a:pt x="12447" y="1054"/>
                </a:lnTo>
                <a:lnTo>
                  <a:pt x="10983" y="0"/>
                </a:lnTo>
                <a:lnTo>
                  <a:pt x="9519" y="1054"/>
                </a:lnTo>
                <a:lnTo>
                  <a:pt x="7688" y="2898"/>
                </a:lnTo>
                <a:lnTo>
                  <a:pt x="4759" y="6322"/>
                </a:lnTo>
                <a:lnTo>
                  <a:pt x="1464" y="10010"/>
                </a:lnTo>
                <a:lnTo>
                  <a:pt x="366" y="12117"/>
                </a:lnTo>
                <a:lnTo>
                  <a:pt x="0" y="13698"/>
                </a:lnTo>
                <a:lnTo>
                  <a:pt x="366" y="15278"/>
                </a:lnTo>
                <a:lnTo>
                  <a:pt x="1831" y="17912"/>
                </a:lnTo>
                <a:lnTo>
                  <a:pt x="3295" y="19229"/>
                </a:lnTo>
                <a:lnTo>
                  <a:pt x="5125" y="20283"/>
                </a:lnTo>
                <a:lnTo>
                  <a:pt x="6956" y="20810"/>
                </a:lnTo>
                <a:lnTo>
                  <a:pt x="8786" y="21600"/>
                </a:lnTo>
                <a:lnTo>
                  <a:pt x="10983" y="21600"/>
                </a:lnTo>
                <a:close/>
                <a:moveTo>
                  <a:pt x="10983" y="4215"/>
                </a:moveTo>
                <a:lnTo>
                  <a:pt x="13546" y="6585"/>
                </a:lnTo>
                <a:lnTo>
                  <a:pt x="15742" y="9483"/>
                </a:lnTo>
                <a:lnTo>
                  <a:pt x="17573" y="11854"/>
                </a:lnTo>
                <a:lnTo>
                  <a:pt x="18305" y="13698"/>
                </a:lnTo>
                <a:lnTo>
                  <a:pt x="18305" y="14751"/>
                </a:lnTo>
                <a:lnTo>
                  <a:pt x="17573" y="15541"/>
                </a:lnTo>
                <a:lnTo>
                  <a:pt x="16475" y="17385"/>
                </a:lnTo>
                <a:lnTo>
                  <a:pt x="13912" y="18702"/>
                </a:lnTo>
                <a:lnTo>
                  <a:pt x="12814" y="18966"/>
                </a:lnTo>
                <a:lnTo>
                  <a:pt x="9519" y="18966"/>
                </a:lnTo>
                <a:lnTo>
                  <a:pt x="8054" y="18702"/>
                </a:lnTo>
                <a:lnTo>
                  <a:pt x="5858" y="17385"/>
                </a:lnTo>
                <a:lnTo>
                  <a:pt x="4759" y="15541"/>
                </a:lnTo>
                <a:lnTo>
                  <a:pt x="4027" y="14751"/>
                </a:lnTo>
                <a:lnTo>
                  <a:pt x="3661" y="13698"/>
                </a:lnTo>
                <a:lnTo>
                  <a:pt x="4759" y="11854"/>
                </a:lnTo>
                <a:lnTo>
                  <a:pt x="6224" y="9483"/>
                </a:lnTo>
                <a:lnTo>
                  <a:pt x="8786" y="6585"/>
                </a:lnTo>
                <a:lnTo>
                  <a:pt x="10983" y="421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0" name="Google Shape;2230;p51"/>
          <p:cNvSpPr/>
          <p:nvPr/>
        </p:nvSpPr>
        <p:spPr>
          <a:xfrm>
            <a:off x="4402666" y="1883834"/>
            <a:ext cx="55026" cy="63504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9969" y="0"/>
                </a:lnTo>
                <a:lnTo>
                  <a:pt x="9969" y="3086"/>
                </a:lnTo>
                <a:lnTo>
                  <a:pt x="8308" y="7714"/>
                </a:lnTo>
                <a:lnTo>
                  <a:pt x="3323" y="9257"/>
                </a:lnTo>
                <a:lnTo>
                  <a:pt x="0" y="9257"/>
                </a:lnTo>
                <a:lnTo>
                  <a:pt x="0" y="21600"/>
                </a:lnTo>
                <a:lnTo>
                  <a:pt x="9969" y="18514"/>
                </a:lnTo>
                <a:lnTo>
                  <a:pt x="16615" y="15429"/>
                </a:lnTo>
                <a:lnTo>
                  <a:pt x="19938" y="7714"/>
                </a:lnTo>
                <a:lnTo>
                  <a:pt x="21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1" name="Google Shape;2231;p51"/>
          <p:cNvSpPr/>
          <p:nvPr/>
        </p:nvSpPr>
        <p:spPr>
          <a:xfrm>
            <a:off x="3454399" y="1947333"/>
            <a:ext cx="42336" cy="50814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0" y="15120"/>
                </a:lnTo>
                <a:lnTo>
                  <a:pt x="2400" y="17280"/>
                </a:lnTo>
                <a:lnTo>
                  <a:pt x="4800" y="21600"/>
                </a:lnTo>
                <a:lnTo>
                  <a:pt x="16800" y="21600"/>
                </a:lnTo>
                <a:lnTo>
                  <a:pt x="19200" y="17280"/>
                </a:lnTo>
                <a:lnTo>
                  <a:pt x="21600" y="15120"/>
                </a:lnTo>
                <a:lnTo>
                  <a:pt x="21600" y="4320"/>
                </a:lnTo>
                <a:lnTo>
                  <a:pt x="16800" y="0"/>
                </a:lnTo>
                <a:lnTo>
                  <a:pt x="4800" y="0"/>
                </a:lnTo>
                <a:lnTo>
                  <a:pt x="0" y="4320"/>
                </a:lnTo>
                <a:lnTo>
                  <a:pt x="0" y="108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2" name="Google Shape;2232;p51"/>
          <p:cNvSpPr/>
          <p:nvPr/>
        </p:nvSpPr>
        <p:spPr>
          <a:xfrm>
            <a:off x="3416301" y="1998133"/>
            <a:ext cx="38124" cy="5081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2160" y="2160"/>
                </a:lnTo>
                <a:lnTo>
                  <a:pt x="0" y="6480"/>
                </a:lnTo>
                <a:lnTo>
                  <a:pt x="0" y="17280"/>
                </a:lnTo>
                <a:lnTo>
                  <a:pt x="4320" y="21600"/>
                </a:lnTo>
                <a:lnTo>
                  <a:pt x="15120" y="21600"/>
                </a:lnTo>
                <a:lnTo>
                  <a:pt x="17280" y="19440"/>
                </a:lnTo>
                <a:lnTo>
                  <a:pt x="21600" y="17280"/>
                </a:lnTo>
                <a:lnTo>
                  <a:pt x="21600" y="648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3" name="Google Shape;2233;p51"/>
          <p:cNvSpPr/>
          <p:nvPr/>
        </p:nvSpPr>
        <p:spPr>
          <a:xfrm>
            <a:off x="3496733" y="1998133"/>
            <a:ext cx="50814" cy="5081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0" y="6480"/>
                </a:lnTo>
                <a:lnTo>
                  <a:pt x="0" y="17280"/>
                </a:lnTo>
                <a:lnTo>
                  <a:pt x="4320" y="19440"/>
                </a:lnTo>
                <a:lnTo>
                  <a:pt x="6480" y="21600"/>
                </a:ln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216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4" name="Google Shape;2234;p51"/>
          <p:cNvSpPr/>
          <p:nvPr/>
        </p:nvSpPr>
        <p:spPr>
          <a:xfrm>
            <a:off x="3454399" y="2048933"/>
            <a:ext cx="42336" cy="55026"/>
          </a:xfrm>
          <a:custGeom>
            <a:rect b="b" l="l" r="r" t="t"/>
            <a:pathLst>
              <a:path extrusionOk="0" h="21600" w="21600">
                <a:moveTo>
                  <a:pt x="9600" y="0"/>
                </a:moveTo>
                <a:lnTo>
                  <a:pt x="4800" y="0"/>
                </a:lnTo>
                <a:lnTo>
                  <a:pt x="2400" y="4320"/>
                </a:lnTo>
                <a:lnTo>
                  <a:pt x="0" y="6480"/>
                </a:lnTo>
                <a:lnTo>
                  <a:pt x="0" y="17280"/>
                </a:lnTo>
                <a:lnTo>
                  <a:pt x="4800" y="21600"/>
                </a:lnTo>
                <a:lnTo>
                  <a:pt x="1680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200" y="4320"/>
                </a:lnTo>
                <a:lnTo>
                  <a:pt x="16800" y="0"/>
                </a:lnTo>
                <a:lnTo>
                  <a:pt x="9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5" name="Google Shape;2235;p51"/>
          <p:cNvSpPr/>
          <p:nvPr/>
        </p:nvSpPr>
        <p:spPr>
          <a:xfrm>
            <a:off x="3378199" y="2048933"/>
            <a:ext cx="38124" cy="55026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2160" y="4320"/>
                </a:lnTo>
                <a:lnTo>
                  <a:pt x="0" y="6480"/>
                </a:lnTo>
                <a:lnTo>
                  <a:pt x="0" y="17280"/>
                </a:lnTo>
                <a:lnTo>
                  <a:pt x="4320" y="21600"/>
                </a:lnTo>
                <a:lnTo>
                  <a:pt x="15120" y="21600"/>
                </a:lnTo>
                <a:lnTo>
                  <a:pt x="17280" y="19440"/>
                </a:lnTo>
                <a:lnTo>
                  <a:pt x="21600" y="17280"/>
                </a:lnTo>
                <a:lnTo>
                  <a:pt x="21600" y="6480"/>
                </a:lnTo>
                <a:lnTo>
                  <a:pt x="17280" y="432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6" name="Google Shape;2236;p51"/>
          <p:cNvSpPr/>
          <p:nvPr/>
        </p:nvSpPr>
        <p:spPr>
          <a:xfrm>
            <a:off x="3547533" y="2048933"/>
            <a:ext cx="38124" cy="55026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0" y="6480"/>
                </a:lnTo>
                <a:lnTo>
                  <a:pt x="0" y="17280"/>
                </a:lnTo>
                <a:lnTo>
                  <a:pt x="2160" y="19440"/>
                </a:lnTo>
                <a:lnTo>
                  <a:pt x="6480" y="21600"/>
                </a:ln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432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7" name="Google Shape;2237;p51"/>
          <p:cNvSpPr/>
          <p:nvPr/>
        </p:nvSpPr>
        <p:spPr>
          <a:xfrm>
            <a:off x="3158066" y="1646767"/>
            <a:ext cx="364068" cy="287874"/>
          </a:xfrm>
          <a:custGeom>
            <a:rect b="b" l="l" r="r" t="t"/>
            <a:pathLst>
              <a:path extrusionOk="0" h="21600" w="21600">
                <a:moveTo>
                  <a:pt x="15429" y="19912"/>
                </a:moveTo>
                <a:lnTo>
                  <a:pt x="15429" y="20587"/>
                </a:lnTo>
                <a:lnTo>
                  <a:pt x="15686" y="21262"/>
                </a:lnTo>
                <a:lnTo>
                  <a:pt x="15943" y="21600"/>
                </a:lnTo>
                <a:lnTo>
                  <a:pt x="21086" y="21600"/>
                </a:lnTo>
                <a:lnTo>
                  <a:pt x="21343" y="21262"/>
                </a:lnTo>
                <a:lnTo>
                  <a:pt x="21600" y="20587"/>
                </a:lnTo>
                <a:lnTo>
                  <a:pt x="21600" y="9788"/>
                </a:lnTo>
                <a:lnTo>
                  <a:pt x="21343" y="8775"/>
                </a:lnTo>
                <a:lnTo>
                  <a:pt x="21086" y="7425"/>
                </a:lnTo>
                <a:lnTo>
                  <a:pt x="19029" y="6750"/>
                </a:lnTo>
                <a:lnTo>
                  <a:pt x="11571" y="6750"/>
                </a:lnTo>
                <a:lnTo>
                  <a:pt x="11571" y="3375"/>
                </a:lnTo>
                <a:lnTo>
                  <a:pt x="15429" y="3375"/>
                </a:lnTo>
                <a:lnTo>
                  <a:pt x="15429" y="0"/>
                </a:lnTo>
                <a:lnTo>
                  <a:pt x="5143" y="0"/>
                </a:lnTo>
                <a:lnTo>
                  <a:pt x="5143" y="3375"/>
                </a:lnTo>
                <a:lnTo>
                  <a:pt x="9000" y="3375"/>
                </a:lnTo>
                <a:lnTo>
                  <a:pt x="9000" y="6750"/>
                </a:lnTo>
                <a:lnTo>
                  <a:pt x="771" y="6750"/>
                </a:lnTo>
                <a:lnTo>
                  <a:pt x="514" y="7088"/>
                </a:lnTo>
                <a:lnTo>
                  <a:pt x="0" y="7425"/>
                </a:lnTo>
                <a:lnTo>
                  <a:pt x="0" y="15862"/>
                </a:lnTo>
                <a:lnTo>
                  <a:pt x="514" y="16200"/>
                </a:lnTo>
                <a:lnTo>
                  <a:pt x="771" y="16537"/>
                </a:lnTo>
                <a:lnTo>
                  <a:pt x="15429" y="16537"/>
                </a:lnTo>
                <a:lnTo>
                  <a:pt x="15429" y="19912"/>
                </a:lnTo>
                <a:close/>
                <a:moveTo>
                  <a:pt x="2571" y="13162"/>
                </a:moveTo>
                <a:lnTo>
                  <a:pt x="2571" y="9788"/>
                </a:lnTo>
                <a:lnTo>
                  <a:pt x="19029" y="9788"/>
                </a:lnTo>
                <a:lnTo>
                  <a:pt x="19029" y="18225"/>
                </a:lnTo>
                <a:lnTo>
                  <a:pt x="18000" y="18225"/>
                </a:lnTo>
                <a:lnTo>
                  <a:pt x="18000" y="14175"/>
                </a:lnTo>
                <a:lnTo>
                  <a:pt x="17229" y="13162"/>
                </a:lnTo>
                <a:lnTo>
                  <a:pt x="2571" y="1316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8" name="Google Shape;2238;p51"/>
          <p:cNvSpPr/>
          <p:nvPr/>
        </p:nvSpPr>
        <p:spPr>
          <a:xfrm>
            <a:off x="8483600" y="1701799"/>
            <a:ext cx="381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239" name="Google Shape;2239;p51"/>
          <p:cNvSpPr/>
          <p:nvPr/>
        </p:nvSpPr>
        <p:spPr>
          <a:xfrm>
            <a:off x="8559800" y="1727199"/>
            <a:ext cx="63504" cy="63504"/>
          </a:xfrm>
          <a:custGeom>
            <a:rect b="b" l="l" r="r" t="t"/>
            <a:pathLst>
              <a:path extrusionOk="0" h="21600" w="21600">
                <a:moveTo>
                  <a:pt x="21600" y="10080"/>
                </a:moveTo>
                <a:lnTo>
                  <a:pt x="11520" y="0"/>
                </a:lnTo>
                <a:lnTo>
                  <a:pt x="0" y="10080"/>
                </a:lnTo>
                <a:lnTo>
                  <a:pt x="11520" y="21600"/>
                </a:lnTo>
                <a:lnTo>
                  <a:pt x="21600" y="1008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0" name="Google Shape;2240;p51"/>
          <p:cNvSpPr/>
          <p:nvPr/>
        </p:nvSpPr>
        <p:spPr>
          <a:xfrm>
            <a:off x="8597901" y="1816101"/>
            <a:ext cx="54900" cy="507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241" name="Google Shape;2241;p51"/>
          <p:cNvSpPr/>
          <p:nvPr/>
        </p:nvSpPr>
        <p:spPr>
          <a:xfrm>
            <a:off x="8377768" y="1727199"/>
            <a:ext cx="67716" cy="63504"/>
          </a:xfrm>
          <a:custGeom>
            <a:rect b="b" l="l" r="r" t="t"/>
            <a:pathLst>
              <a:path extrusionOk="0" h="21600" w="21600">
                <a:moveTo>
                  <a:pt x="21600" y="10080"/>
                </a:moveTo>
                <a:lnTo>
                  <a:pt x="11520" y="0"/>
                </a:lnTo>
                <a:lnTo>
                  <a:pt x="0" y="10080"/>
                </a:lnTo>
                <a:lnTo>
                  <a:pt x="11520" y="21600"/>
                </a:lnTo>
                <a:lnTo>
                  <a:pt x="21600" y="1008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2" name="Google Shape;2242;p51"/>
          <p:cNvSpPr/>
          <p:nvPr/>
        </p:nvSpPr>
        <p:spPr>
          <a:xfrm>
            <a:off x="8352368" y="1816101"/>
            <a:ext cx="38100" cy="507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243" name="Google Shape;2243;p51"/>
          <p:cNvSpPr/>
          <p:nvPr/>
        </p:nvSpPr>
        <p:spPr>
          <a:xfrm>
            <a:off x="8250768" y="1909234"/>
            <a:ext cx="503766" cy="207414"/>
          </a:xfrm>
          <a:custGeom>
            <a:rect b="b" l="l" r="r" t="t"/>
            <a:pathLst>
              <a:path extrusionOk="0" h="21600" w="21600">
                <a:moveTo>
                  <a:pt x="21600" y="18514"/>
                </a:moveTo>
                <a:lnTo>
                  <a:pt x="17939" y="882"/>
                </a:lnTo>
                <a:lnTo>
                  <a:pt x="17573" y="441"/>
                </a:lnTo>
                <a:lnTo>
                  <a:pt x="17024" y="0"/>
                </a:lnTo>
                <a:lnTo>
                  <a:pt x="4393" y="0"/>
                </a:lnTo>
                <a:lnTo>
                  <a:pt x="4027" y="441"/>
                </a:lnTo>
                <a:lnTo>
                  <a:pt x="3478" y="882"/>
                </a:lnTo>
                <a:lnTo>
                  <a:pt x="0" y="18514"/>
                </a:lnTo>
                <a:lnTo>
                  <a:pt x="0" y="19396"/>
                </a:lnTo>
                <a:lnTo>
                  <a:pt x="183" y="20718"/>
                </a:lnTo>
                <a:lnTo>
                  <a:pt x="366" y="21159"/>
                </a:lnTo>
                <a:lnTo>
                  <a:pt x="732" y="21600"/>
                </a:lnTo>
                <a:lnTo>
                  <a:pt x="20685" y="21600"/>
                </a:lnTo>
                <a:lnTo>
                  <a:pt x="21417" y="20718"/>
                </a:lnTo>
                <a:lnTo>
                  <a:pt x="21600" y="19396"/>
                </a:lnTo>
                <a:lnTo>
                  <a:pt x="21600" y="18514"/>
                </a:lnTo>
                <a:close/>
                <a:moveTo>
                  <a:pt x="11715" y="4408"/>
                </a:moveTo>
                <a:lnTo>
                  <a:pt x="12814" y="4408"/>
                </a:lnTo>
                <a:lnTo>
                  <a:pt x="14827" y="17192"/>
                </a:lnTo>
                <a:lnTo>
                  <a:pt x="11715" y="17192"/>
                </a:lnTo>
                <a:lnTo>
                  <a:pt x="11715" y="4408"/>
                </a:lnTo>
                <a:close/>
                <a:moveTo>
                  <a:pt x="9885" y="17192"/>
                </a:moveTo>
                <a:lnTo>
                  <a:pt x="6773" y="17192"/>
                </a:lnTo>
                <a:lnTo>
                  <a:pt x="8786" y="4408"/>
                </a:lnTo>
                <a:lnTo>
                  <a:pt x="9885" y="4408"/>
                </a:lnTo>
                <a:lnTo>
                  <a:pt x="9885" y="17192"/>
                </a:lnTo>
                <a:close/>
                <a:moveTo>
                  <a:pt x="4942" y="4408"/>
                </a:moveTo>
                <a:lnTo>
                  <a:pt x="6773" y="4408"/>
                </a:lnTo>
                <a:lnTo>
                  <a:pt x="4576" y="17192"/>
                </a:lnTo>
                <a:lnTo>
                  <a:pt x="2197" y="17192"/>
                </a:lnTo>
                <a:lnTo>
                  <a:pt x="4942" y="4408"/>
                </a:lnTo>
                <a:close/>
                <a:moveTo>
                  <a:pt x="16841" y="17192"/>
                </a:moveTo>
                <a:lnTo>
                  <a:pt x="14827" y="4408"/>
                </a:lnTo>
                <a:lnTo>
                  <a:pt x="16658" y="4408"/>
                </a:lnTo>
                <a:lnTo>
                  <a:pt x="19403" y="17192"/>
                </a:lnTo>
                <a:lnTo>
                  <a:pt x="16841" y="1719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4" name="Google Shape;2244;p51"/>
          <p:cNvSpPr/>
          <p:nvPr/>
        </p:nvSpPr>
        <p:spPr>
          <a:xfrm>
            <a:off x="8415866" y="1752599"/>
            <a:ext cx="169344" cy="131220"/>
          </a:xfrm>
          <a:custGeom>
            <a:rect b="b" l="l" r="r" t="t"/>
            <a:pathLst>
              <a:path extrusionOk="0" h="21600" w="21600">
                <a:moveTo>
                  <a:pt x="554" y="18720"/>
                </a:moveTo>
                <a:lnTo>
                  <a:pt x="1108" y="20880"/>
                </a:lnTo>
                <a:lnTo>
                  <a:pt x="3323" y="21600"/>
                </a:lnTo>
                <a:lnTo>
                  <a:pt x="18277" y="21600"/>
                </a:lnTo>
                <a:lnTo>
                  <a:pt x="20492" y="20880"/>
                </a:lnTo>
                <a:lnTo>
                  <a:pt x="21046" y="18720"/>
                </a:lnTo>
                <a:lnTo>
                  <a:pt x="21600" y="14400"/>
                </a:lnTo>
                <a:lnTo>
                  <a:pt x="21600" y="11520"/>
                </a:lnTo>
                <a:lnTo>
                  <a:pt x="21046" y="9360"/>
                </a:lnTo>
                <a:lnTo>
                  <a:pt x="18277" y="5040"/>
                </a:lnTo>
                <a:lnTo>
                  <a:pt x="14954" y="1440"/>
                </a:lnTo>
                <a:lnTo>
                  <a:pt x="12738" y="0"/>
                </a:lnTo>
                <a:lnTo>
                  <a:pt x="8862" y="0"/>
                </a:lnTo>
                <a:lnTo>
                  <a:pt x="6646" y="1440"/>
                </a:lnTo>
                <a:lnTo>
                  <a:pt x="3323" y="5040"/>
                </a:lnTo>
                <a:lnTo>
                  <a:pt x="554" y="9360"/>
                </a:lnTo>
                <a:lnTo>
                  <a:pt x="0" y="11520"/>
                </a:lnTo>
                <a:lnTo>
                  <a:pt x="0" y="14400"/>
                </a:lnTo>
                <a:lnTo>
                  <a:pt x="554" y="18720"/>
                </a:lnTo>
                <a:close/>
                <a:moveTo>
                  <a:pt x="11077" y="7200"/>
                </a:moveTo>
                <a:lnTo>
                  <a:pt x="12738" y="8640"/>
                </a:lnTo>
                <a:lnTo>
                  <a:pt x="14954" y="9360"/>
                </a:lnTo>
                <a:lnTo>
                  <a:pt x="15508" y="11520"/>
                </a:lnTo>
                <a:lnTo>
                  <a:pt x="16615" y="14400"/>
                </a:lnTo>
                <a:lnTo>
                  <a:pt x="5538" y="14400"/>
                </a:lnTo>
                <a:lnTo>
                  <a:pt x="6092" y="11520"/>
                </a:lnTo>
                <a:lnTo>
                  <a:pt x="6646" y="9360"/>
                </a:lnTo>
                <a:lnTo>
                  <a:pt x="8862" y="8640"/>
                </a:lnTo>
                <a:lnTo>
                  <a:pt x="11077" y="72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5" name="Google Shape;2245;p51"/>
          <p:cNvSpPr/>
          <p:nvPr/>
        </p:nvSpPr>
        <p:spPr>
          <a:xfrm>
            <a:off x="9376834" y="1659466"/>
            <a:ext cx="313254" cy="182034"/>
          </a:xfrm>
          <a:custGeom>
            <a:rect b="b" l="l" r="r" t="t"/>
            <a:pathLst>
              <a:path extrusionOk="0" h="21600" w="21600">
                <a:moveTo>
                  <a:pt x="926" y="18514"/>
                </a:moveTo>
                <a:lnTo>
                  <a:pt x="4011" y="16457"/>
                </a:lnTo>
                <a:lnTo>
                  <a:pt x="4937" y="18514"/>
                </a:lnTo>
                <a:lnTo>
                  <a:pt x="6171" y="20057"/>
                </a:lnTo>
                <a:lnTo>
                  <a:pt x="7714" y="21600"/>
                </a:lnTo>
                <a:lnTo>
                  <a:pt x="9566" y="21600"/>
                </a:lnTo>
                <a:lnTo>
                  <a:pt x="12034" y="21086"/>
                </a:lnTo>
                <a:lnTo>
                  <a:pt x="12960" y="19543"/>
                </a:lnTo>
                <a:lnTo>
                  <a:pt x="14503" y="18000"/>
                </a:lnTo>
                <a:lnTo>
                  <a:pt x="17280" y="13371"/>
                </a:lnTo>
                <a:lnTo>
                  <a:pt x="19440" y="7714"/>
                </a:lnTo>
                <a:lnTo>
                  <a:pt x="21600" y="3086"/>
                </a:lnTo>
                <a:lnTo>
                  <a:pt x="16354" y="1029"/>
                </a:lnTo>
                <a:lnTo>
                  <a:pt x="9566" y="0"/>
                </a:lnTo>
                <a:lnTo>
                  <a:pt x="7097" y="514"/>
                </a:lnTo>
                <a:lnTo>
                  <a:pt x="4937" y="2571"/>
                </a:lnTo>
                <a:lnTo>
                  <a:pt x="3703" y="5657"/>
                </a:lnTo>
                <a:lnTo>
                  <a:pt x="2777" y="8743"/>
                </a:lnTo>
                <a:lnTo>
                  <a:pt x="3086" y="12857"/>
                </a:lnTo>
                <a:lnTo>
                  <a:pt x="0" y="14400"/>
                </a:lnTo>
                <a:lnTo>
                  <a:pt x="926" y="18514"/>
                </a:lnTo>
                <a:close/>
                <a:moveTo>
                  <a:pt x="8023" y="5143"/>
                </a:moveTo>
                <a:lnTo>
                  <a:pt x="9566" y="5143"/>
                </a:lnTo>
                <a:lnTo>
                  <a:pt x="16354" y="6171"/>
                </a:lnTo>
                <a:lnTo>
                  <a:pt x="13577" y="12857"/>
                </a:lnTo>
                <a:lnTo>
                  <a:pt x="12034" y="15429"/>
                </a:lnTo>
                <a:lnTo>
                  <a:pt x="10800" y="16457"/>
                </a:lnTo>
                <a:lnTo>
                  <a:pt x="8640" y="16457"/>
                </a:lnTo>
                <a:lnTo>
                  <a:pt x="7714" y="15943"/>
                </a:lnTo>
                <a:lnTo>
                  <a:pt x="7097" y="14400"/>
                </a:lnTo>
                <a:lnTo>
                  <a:pt x="12034" y="11829"/>
                </a:lnTo>
                <a:lnTo>
                  <a:pt x="11109" y="8229"/>
                </a:lnTo>
                <a:lnTo>
                  <a:pt x="5863" y="11314"/>
                </a:lnTo>
                <a:lnTo>
                  <a:pt x="5863" y="9771"/>
                </a:lnTo>
                <a:lnTo>
                  <a:pt x="6480" y="7714"/>
                </a:lnTo>
                <a:lnTo>
                  <a:pt x="8023" y="514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6" name="Google Shape;2246;p51"/>
          <p:cNvSpPr/>
          <p:nvPr/>
        </p:nvSpPr>
        <p:spPr>
          <a:xfrm>
            <a:off x="9351434" y="1866901"/>
            <a:ext cx="338688" cy="249750"/>
          </a:xfrm>
          <a:custGeom>
            <a:rect b="b" l="l" r="r" t="t"/>
            <a:pathLst>
              <a:path extrusionOk="0" h="21600" w="21600">
                <a:moveTo>
                  <a:pt x="21327" y="9885"/>
                </a:moveTo>
                <a:lnTo>
                  <a:pt x="17225" y="1098"/>
                </a:lnTo>
                <a:lnTo>
                  <a:pt x="16952" y="366"/>
                </a:lnTo>
                <a:lnTo>
                  <a:pt x="16132" y="0"/>
                </a:lnTo>
                <a:lnTo>
                  <a:pt x="5468" y="0"/>
                </a:lnTo>
                <a:lnTo>
                  <a:pt x="4648" y="366"/>
                </a:lnTo>
                <a:lnTo>
                  <a:pt x="4375" y="1098"/>
                </a:lnTo>
                <a:lnTo>
                  <a:pt x="273" y="9885"/>
                </a:lnTo>
                <a:lnTo>
                  <a:pt x="0" y="10983"/>
                </a:lnTo>
                <a:lnTo>
                  <a:pt x="0" y="17207"/>
                </a:lnTo>
                <a:lnTo>
                  <a:pt x="273" y="17573"/>
                </a:lnTo>
                <a:lnTo>
                  <a:pt x="820" y="17939"/>
                </a:lnTo>
                <a:lnTo>
                  <a:pt x="2734" y="17939"/>
                </a:lnTo>
                <a:lnTo>
                  <a:pt x="2734" y="19769"/>
                </a:lnTo>
                <a:lnTo>
                  <a:pt x="3281" y="20868"/>
                </a:lnTo>
                <a:lnTo>
                  <a:pt x="4101" y="21600"/>
                </a:lnTo>
                <a:lnTo>
                  <a:pt x="5468" y="21600"/>
                </a:lnTo>
                <a:lnTo>
                  <a:pt x="6835" y="19769"/>
                </a:lnTo>
                <a:lnTo>
                  <a:pt x="6835" y="17939"/>
                </a:lnTo>
                <a:lnTo>
                  <a:pt x="14765" y="17939"/>
                </a:lnTo>
                <a:lnTo>
                  <a:pt x="14765" y="19769"/>
                </a:lnTo>
                <a:lnTo>
                  <a:pt x="16132" y="21600"/>
                </a:lnTo>
                <a:lnTo>
                  <a:pt x="17499" y="21600"/>
                </a:lnTo>
                <a:lnTo>
                  <a:pt x="18319" y="20868"/>
                </a:lnTo>
                <a:lnTo>
                  <a:pt x="18866" y="19769"/>
                </a:lnTo>
                <a:lnTo>
                  <a:pt x="18866" y="17939"/>
                </a:lnTo>
                <a:lnTo>
                  <a:pt x="21053" y="17939"/>
                </a:lnTo>
                <a:lnTo>
                  <a:pt x="21600" y="17207"/>
                </a:lnTo>
                <a:lnTo>
                  <a:pt x="21600" y="10983"/>
                </a:lnTo>
                <a:lnTo>
                  <a:pt x="21327" y="9885"/>
                </a:lnTo>
                <a:close/>
                <a:moveTo>
                  <a:pt x="6015" y="3661"/>
                </a:moveTo>
                <a:lnTo>
                  <a:pt x="15585" y="3661"/>
                </a:lnTo>
                <a:lnTo>
                  <a:pt x="17772" y="9153"/>
                </a:lnTo>
                <a:lnTo>
                  <a:pt x="3828" y="9153"/>
                </a:lnTo>
                <a:lnTo>
                  <a:pt x="6015" y="3661"/>
                </a:lnTo>
                <a:close/>
                <a:moveTo>
                  <a:pt x="2734" y="14644"/>
                </a:moveTo>
                <a:lnTo>
                  <a:pt x="2734" y="12814"/>
                </a:lnTo>
                <a:lnTo>
                  <a:pt x="5468" y="12814"/>
                </a:lnTo>
                <a:lnTo>
                  <a:pt x="5468" y="14644"/>
                </a:lnTo>
                <a:lnTo>
                  <a:pt x="2734" y="14644"/>
                </a:lnTo>
                <a:close/>
                <a:moveTo>
                  <a:pt x="8203" y="12814"/>
                </a:moveTo>
                <a:lnTo>
                  <a:pt x="13397" y="12814"/>
                </a:lnTo>
                <a:lnTo>
                  <a:pt x="13397" y="14644"/>
                </a:lnTo>
                <a:lnTo>
                  <a:pt x="8203" y="14644"/>
                </a:lnTo>
                <a:lnTo>
                  <a:pt x="8203" y="12814"/>
                </a:lnTo>
                <a:close/>
                <a:moveTo>
                  <a:pt x="16132" y="14644"/>
                </a:moveTo>
                <a:lnTo>
                  <a:pt x="16132" y="12814"/>
                </a:lnTo>
                <a:lnTo>
                  <a:pt x="18866" y="12814"/>
                </a:lnTo>
                <a:lnTo>
                  <a:pt x="18866" y="14644"/>
                </a:lnTo>
                <a:lnTo>
                  <a:pt x="16132" y="1464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7" name="Google Shape;2247;p51"/>
          <p:cNvSpPr/>
          <p:nvPr/>
        </p:nvSpPr>
        <p:spPr>
          <a:xfrm>
            <a:off x="1325034" y="2662767"/>
            <a:ext cx="237060" cy="165078"/>
          </a:xfrm>
          <a:custGeom>
            <a:rect b="b" l="l" r="r" t="t"/>
            <a:pathLst>
              <a:path extrusionOk="0" h="21600" w="21600">
                <a:moveTo>
                  <a:pt x="6000" y="18831"/>
                </a:moveTo>
                <a:lnTo>
                  <a:pt x="8400" y="18277"/>
                </a:lnTo>
                <a:lnTo>
                  <a:pt x="9600" y="19385"/>
                </a:lnTo>
                <a:lnTo>
                  <a:pt x="10800" y="21046"/>
                </a:lnTo>
                <a:lnTo>
                  <a:pt x="12400" y="21600"/>
                </a:lnTo>
                <a:lnTo>
                  <a:pt x="15200" y="21600"/>
                </a:lnTo>
                <a:lnTo>
                  <a:pt x="16800" y="21046"/>
                </a:lnTo>
                <a:lnTo>
                  <a:pt x="19200" y="18277"/>
                </a:lnTo>
                <a:lnTo>
                  <a:pt x="21200" y="14954"/>
                </a:lnTo>
                <a:lnTo>
                  <a:pt x="21600" y="12738"/>
                </a:lnTo>
                <a:lnTo>
                  <a:pt x="21600" y="8862"/>
                </a:lnTo>
                <a:lnTo>
                  <a:pt x="21200" y="6646"/>
                </a:lnTo>
                <a:lnTo>
                  <a:pt x="19200" y="3323"/>
                </a:lnTo>
                <a:lnTo>
                  <a:pt x="16800" y="554"/>
                </a:lnTo>
                <a:lnTo>
                  <a:pt x="15200" y="0"/>
                </a:lnTo>
                <a:lnTo>
                  <a:pt x="12400" y="0"/>
                </a:lnTo>
                <a:lnTo>
                  <a:pt x="10800" y="554"/>
                </a:lnTo>
                <a:lnTo>
                  <a:pt x="9600" y="1662"/>
                </a:lnTo>
                <a:lnTo>
                  <a:pt x="8400" y="3323"/>
                </a:lnTo>
                <a:lnTo>
                  <a:pt x="6000" y="2215"/>
                </a:lnTo>
                <a:lnTo>
                  <a:pt x="3600" y="3323"/>
                </a:lnTo>
                <a:lnTo>
                  <a:pt x="2000" y="4985"/>
                </a:lnTo>
                <a:lnTo>
                  <a:pt x="400" y="7200"/>
                </a:lnTo>
                <a:lnTo>
                  <a:pt x="0" y="10523"/>
                </a:lnTo>
                <a:lnTo>
                  <a:pt x="400" y="13846"/>
                </a:lnTo>
                <a:lnTo>
                  <a:pt x="3600" y="18277"/>
                </a:lnTo>
                <a:lnTo>
                  <a:pt x="6000" y="18831"/>
                </a:lnTo>
                <a:close/>
                <a:moveTo>
                  <a:pt x="6000" y="7754"/>
                </a:moveTo>
                <a:lnTo>
                  <a:pt x="7600" y="8862"/>
                </a:lnTo>
                <a:lnTo>
                  <a:pt x="8000" y="9415"/>
                </a:lnTo>
                <a:lnTo>
                  <a:pt x="10000" y="9415"/>
                </a:lnTo>
                <a:lnTo>
                  <a:pt x="10400" y="7754"/>
                </a:lnTo>
                <a:lnTo>
                  <a:pt x="12000" y="6092"/>
                </a:lnTo>
                <a:lnTo>
                  <a:pt x="14000" y="4985"/>
                </a:lnTo>
                <a:lnTo>
                  <a:pt x="15200" y="6092"/>
                </a:lnTo>
                <a:lnTo>
                  <a:pt x="16800" y="6646"/>
                </a:lnTo>
                <a:lnTo>
                  <a:pt x="17200" y="8862"/>
                </a:lnTo>
                <a:lnTo>
                  <a:pt x="18000" y="10523"/>
                </a:lnTo>
                <a:lnTo>
                  <a:pt x="17200" y="12738"/>
                </a:lnTo>
                <a:lnTo>
                  <a:pt x="16800" y="14954"/>
                </a:lnTo>
                <a:lnTo>
                  <a:pt x="15200" y="15508"/>
                </a:lnTo>
                <a:lnTo>
                  <a:pt x="14000" y="16062"/>
                </a:lnTo>
                <a:lnTo>
                  <a:pt x="12000" y="15508"/>
                </a:lnTo>
                <a:lnTo>
                  <a:pt x="10400" y="13292"/>
                </a:lnTo>
                <a:lnTo>
                  <a:pt x="10000" y="12185"/>
                </a:lnTo>
                <a:lnTo>
                  <a:pt x="8800" y="12185"/>
                </a:lnTo>
                <a:lnTo>
                  <a:pt x="7600" y="12738"/>
                </a:lnTo>
                <a:lnTo>
                  <a:pt x="6000" y="13292"/>
                </a:lnTo>
                <a:lnTo>
                  <a:pt x="5200" y="13292"/>
                </a:lnTo>
                <a:lnTo>
                  <a:pt x="4400" y="12738"/>
                </a:lnTo>
                <a:lnTo>
                  <a:pt x="4000" y="12185"/>
                </a:lnTo>
                <a:lnTo>
                  <a:pt x="4000" y="9415"/>
                </a:lnTo>
                <a:lnTo>
                  <a:pt x="5200" y="7754"/>
                </a:lnTo>
                <a:lnTo>
                  <a:pt x="6000" y="775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8" name="Google Shape;2248;p51"/>
          <p:cNvSpPr/>
          <p:nvPr/>
        </p:nvSpPr>
        <p:spPr>
          <a:xfrm>
            <a:off x="1104900" y="2844799"/>
            <a:ext cx="427572" cy="296352"/>
          </a:xfrm>
          <a:custGeom>
            <a:rect b="b" l="l" r="r" t="t"/>
            <a:pathLst>
              <a:path extrusionOk="0" h="21600" w="21600">
                <a:moveTo>
                  <a:pt x="17236" y="1252"/>
                </a:moveTo>
                <a:lnTo>
                  <a:pt x="16582" y="313"/>
                </a:lnTo>
                <a:lnTo>
                  <a:pt x="16145" y="0"/>
                </a:lnTo>
                <a:lnTo>
                  <a:pt x="5455" y="0"/>
                </a:lnTo>
                <a:lnTo>
                  <a:pt x="4800" y="313"/>
                </a:lnTo>
                <a:lnTo>
                  <a:pt x="4364" y="1252"/>
                </a:lnTo>
                <a:lnTo>
                  <a:pt x="0" y="19722"/>
                </a:lnTo>
                <a:lnTo>
                  <a:pt x="0" y="20348"/>
                </a:lnTo>
                <a:lnTo>
                  <a:pt x="218" y="20661"/>
                </a:lnTo>
                <a:lnTo>
                  <a:pt x="436" y="21600"/>
                </a:lnTo>
                <a:lnTo>
                  <a:pt x="20945" y="21600"/>
                </a:lnTo>
                <a:lnTo>
                  <a:pt x="21164" y="20661"/>
                </a:lnTo>
                <a:lnTo>
                  <a:pt x="21600" y="20348"/>
                </a:lnTo>
                <a:lnTo>
                  <a:pt x="21600" y="19722"/>
                </a:lnTo>
                <a:lnTo>
                  <a:pt x="17236" y="1252"/>
                </a:lnTo>
                <a:close/>
                <a:moveTo>
                  <a:pt x="2618" y="18470"/>
                </a:moveTo>
                <a:lnTo>
                  <a:pt x="6109" y="3130"/>
                </a:lnTo>
                <a:lnTo>
                  <a:pt x="15273" y="3130"/>
                </a:lnTo>
                <a:lnTo>
                  <a:pt x="18764" y="18470"/>
                </a:lnTo>
                <a:lnTo>
                  <a:pt x="2618" y="1847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p51"/>
          <p:cNvSpPr/>
          <p:nvPr/>
        </p:nvSpPr>
        <p:spPr>
          <a:xfrm>
            <a:off x="1299634" y="2971799"/>
            <a:ext cx="38124" cy="38124"/>
          </a:xfrm>
          <a:custGeom>
            <a:rect b="b" l="l" r="r" t="t"/>
            <a:pathLst>
              <a:path extrusionOk="0" h="21600" w="21600">
                <a:moveTo>
                  <a:pt x="0" y="9600"/>
                </a:moveTo>
                <a:lnTo>
                  <a:pt x="0" y="16800"/>
                </a:lnTo>
                <a:lnTo>
                  <a:pt x="2160" y="19200"/>
                </a:lnTo>
                <a:lnTo>
                  <a:pt x="6480" y="21600"/>
                </a:lnTo>
                <a:lnTo>
                  <a:pt x="17280" y="21600"/>
                </a:lnTo>
                <a:lnTo>
                  <a:pt x="21600" y="16800"/>
                </a:lnTo>
                <a:lnTo>
                  <a:pt x="21600" y="4800"/>
                </a:lnTo>
                <a:lnTo>
                  <a:pt x="17280" y="0"/>
                </a:lnTo>
                <a:lnTo>
                  <a:pt x="6480" y="0"/>
                </a:lnTo>
                <a:lnTo>
                  <a:pt x="2160" y="2400"/>
                </a:lnTo>
                <a:lnTo>
                  <a:pt x="0" y="4800"/>
                </a:lnTo>
                <a:lnTo>
                  <a:pt x="0" y="9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0" name="Google Shape;2250;p51"/>
          <p:cNvSpPr/>
          <p:nvPr/>
        </p:nvSpPr>
        <p:spPr>
          <a:xfrm>
            <a:off x="1236132" y="2920999"/>
            <a:ext cx="63504" cy="7619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18900" y="0"/>
                </a:lnTo>
                <a:lnTo>
                  <a:pt x="10800" y="2400"/>
                </a:lnTo>
                <a:lnTo>
                  <a:pt x="5400" y="8400"/>
                </a:lnTo>
                <a:lnTo>
                  <a:pt x="2700" y="14400"/>
                </a:lnTo>
                <a:lnTo>
                  <a:pt x="0" y="21600"/>
                </a:lnTo>
                <a:lnTo>
                  <a:pt x="13500" y="21600"/>
                </a:lnTo>
                <a:lnTo>
                  <a:pt x="13500" y="19200"/>
                </a:lnTo>
                <a:lnTo>
                  <a:pt x="16200" y="14400"/>
                </a:lnTo>
                <a:lnTo>
                  <a:pt x="18900" y="132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1" name="Google Shape;2251;p51"/>
          <p:cNvSpPr/>
          <p:nvPr/>
        </p:nvSpPr>
        <p:spPr>
          <a:xfrm>
            <a:off x="1261532" y="3022599"/>
            <a:ext cx="131220" cy="55026"/>
          </a:xfrm>
          <a:custGeom>
            <a:rect b="b" l="l" r="r" t="t"/>
            <a:pathLst>
              <a:path extrusionOk="0" h="21600" w="21600">
                <a:moveTo>
                  <a:pt x="5760" y="0"/>
                </a:moveTo>
                <a:lnTo>
                  <a:pt x="0" y="11631"/>
                </a:lnTo>
                <a:lnTo>
                  <a:pt x="2160" y="14954"/>
                </a:lnTo>
                <a:lnTo>
                  <a:pt x="5040" y="19938"/>
                </a:lnTo>
                <a:lnTo>
                  <a:pt x="7920" y="21600"/>
                </a:lnTo>
                <a:lnTo>
                  <a:pt x="13680" y="21600"/>
                </a:lnTo>
                <a:lnTo>
                  <a:pt x="17280" y="19938"/>
                </a:lnTo>
                <a:lnTo>
                  <a:pt x="18720" y="14954"/>
                </a:lnTo>
                <a:lnTo>
                  <a:pt x="21600" y="11631"/>
                </a:lnTo>
                <a:lnTo>
                  <a:pt x="16560" y="0"/>
                </a:lnTo>
                <a:lnTo>
                  <a:pt x="13680" y="3323"/>
                </a:lnTo>
                <a:lnTo>
                  <a:pt x="10800" y="4985"/>
                </a:lnTo>
                <a:lnTo>
                  <a:pt x="7920" y="3323"/>
                </a:lnTo>
                <a:lnTo>
                  <a:pt x="576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2" name="Google Shape;2252;p51"/>
          <p:cNvSpPr/>
          <p:nvPr/>
        </p:nvSpPr>
        <p:spPr>
          <a:xfrm>
            <a:off x="1337732" y="2920999"/>
            <a:ext cx="67716" cy="76194"/>
          </a:xfrm>
          <a:custGeom>
            <a:rect b="b" l="l" r="r" t="t"/>
            <a:pathLst>
              <a:path extrusionOk="0" h="21600" w="21600">
                <a:moveTo>
                  <a:pt x="2700" y="0"/>
                </a:moveTo>
                <a:lnTo>
                  <a:pt x="0" y="10800"/>
                </a:lnTo>
                <a:lnTo>
                  <a:pt x="2700" y="13200"/>
                </a:lnTo>
                <a:lnTo>
                  <a:pt x="6750" y="14400"/>
                </a:lnTo>
                <a:lnTo>
                  <a:pt x="8100" y="19200"/>
                </a:lnTo>
                <a:lnTo>
                  <a:pt x="8100" y="21600"/>
                </a:lnTo>
                <a:lnTo>
                  <a:pt x="21600" y="21600"/>
                </a:lnTo>
                <a:lnTo>
                  <a:pt x="20250" y="14400"/>
                </a:lnTo>
                <a:lnTo>
                  <a:pt x="12150" y="2400"/>
                </a:lnTo>
                <a:lnTo>
                  <a:pt x="27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3" name="Google Shape;2253;p51"/>
          <p:cNvSpPr/>
          <p:nvPr/>
        </p:nvSpPr>
        <p:spPr>
          <a:xfrm>
            <a:off x="7260167" y="2713567"/>
            <a:ext cx="431784" cy="427572"/>
          </a:xfrm>
          <a:custGeom>
            <a:rect b="b" l="l" r="r" t="t"/>
            <a:pathLst>
              <a:path extrusionOk="0" h="21600" w="21600">
                <a:moveTo>
                  <a:pt x="21600" y="10909"/>
                </a:moveTo>
                <a:lnTo>
                  <a:pt x="21380" y="8727"/>
                </a:lnTo>
                <a:lnTo>
                  <a:pt x="20939" y="6764"/>
                </a:lnTo>
                <a:lnTo>
                  <a:pt x="19837" y="5018"/>
                </a:lnTo>
                <a:lnTo>
                  <a:pt x="18294" y="3273"/>
                </a:lnTo>
                <a:lnTo>
                  <a:pt x="16751" y="1964"/>
                </a:lnTo>
                <a:lnTo>
                  <a:pt x="15208" y="873"/>
                </a:lnTo>
                <a:lnTo>
                  <a:pt x="10800" y="0"/>
                </a:lnTo>
                <a:lnTo>
                  <a:pt x="8596" y="436"/>
                </a:lnTo>
                <a:lnTo>
                  <a:pt x="6612" y="873"/>
                </a:lnTo>
                <a:lnTo>
                  <a:pt x="4849" y="1964"/>
                </a:lnTo>
                <a:lnTo>
                  <a:pt x="3086" y="3273"/>
                </a:lnTo>
                <a:lnTo>
                  <a:pt x="1763" y="5018"/>
                </a:lnTo>
                <a:lnTo>
                  <a:pt x="661" y="6545"/>
                </a:lnTo>
                <a:lnTo>
                  <a:pt x="220" y="8727"/>
                </a:lnTo>
                <a:lnTo>
                  <a:pt x="0" y="10909"/>
                </a:lnTo>
                <a:lnTo>
                  <a:pt x="220" y="13091"/>
                </a:lnTo>
                <a:lnTo>
                  <a:pt x="661" y="14836"/>
                </a:lnTo>
                <a:lnTo>
                  <a:pt x="1763" y="16800"/>
                </a:lnTo>
                <a:lnTo>
                  <a:pt x="3086" y="18327"/>
                </a:lnTo>
                <a:lnTo>
                  <a:pt x="4849" y="19636"/>
                </a:lnTo>
                <a:lnTo>
                  <a:pt x="6392" y="20727"/>
                </a:lnTo>
                <a:lnTo>
                  <a:pt x="8596" y="21382"/>
                </a:lnTo>
                <a:lnTo>
                  <a:pt x="10800" y="21600"/>
                </a:lnTo>
                <a:lnTo>
                  <a:pt x="13004" y="21382"/>
                </a:lnTo>
                <a:lnTo>
                  <a:pt x="14767" y="20727"/>
                </a:lnTo>
                <a:lnTo>
                  <a:pt x="16751" y="19636"/>
                </a:lnTo>
                <a:lnTo>
                  <a:pt x="19837" y="17018"/>
                </a:lnTo>
                <a:lnTo>
                  <a:pt x="20939" y="15055"/>
                </a:lnTo>
                <a:lnTo>
                  <a:pt x="21380" y="13091"/>
                </a:lnTo>
                <a:lnTo>
                  <a:pt x="21600" y="10909"/>
                </a:lnTo>
                <a:close/>
                <a:moveTo>
                  <a:pt x="10139" y="19418"/>
                </a:moveTo>
                <a:lnTo>
                  <a:pt x="13004" y="17891"/>
                </a:lnTo>
                <a:lnTo>
                  <a:pt x="14767" y="16145"/>
                </a:lnTo>
                <a:lnTo>
                  <a:pt x="16531" y="13964"/>
                </a:lnTo>
                <a:lnTo>
                  <a:pt x="17853" y="12000"/>
                </a:lnTo>
                <a:lnTo>
                  <a:pt x="19176" y="13309"/>
                </a:lnTo>
                <a:lnTo>
                  <a:pt x="18735" y="14618"/>
                </a:lnTo>
                <a:lnTo>
                  <a:pt x="16971" y="16800"/>
                </a:lnTo>
                <a:lnTo>
                  <a:pt x="15869" y="17891"/>
                </a:lnTo>
                <a:lnTo>
                  <a:pt x="14547" y="18327"/>
                </a:lnTo>
                <a:lnTo>
                  <a:pt x="13445" y="19200"/>
                </a:lnTo>
                <a:lnTo>
                  <a:pt x="11902" y="19418"/>
                </a:lnTo>
                <a:lnTo>
                  <a:pt x="10139" y="19418"/>
                </a:lnTo>
                <a:close/>
                <a:moveTo>
                  <a:pt x="5290" y="17455"/>
                </a:moveTo>
                <a:lnTo>
                  <a:pt x="7053" y="17236"/>
                </a:lnTo>
                <a:lnTo>
                  <a:pt x="8596" y="16800"/>
                </a:lnTo>
                <a:lnTo>
                  <a:pt x="9698" y="15927"/>
                </a:lnTo>
                <a:lnTo>
                  <a:pt x="11020" y="14836"/>
                </a:lnTo>
                <a:lnTo>
                  <a:pt x="12122" y="13964"/>
                </a:lnTo>
                <a:lnTo>
                  <a:pt x="13886" y="11345"/>
                </a:lnTo>
                <a:lnTo>
                  <a:pt x="14327" y="10036"/>
                </a:lnTo>
                <a:lnTo>
                  <a:pt x="15429" y="10473"/>
                </a:lnTo>
                <a:lnTo>
                  <a:pt x="16531" y="11127"/>
                </a:lnTo>
                <a:lnTo>
                  <a:pt x="15649" y="12218"/>
                </a:lnTo>
                <a:lnTo>
                  <a:pt x="15208" y="13527"/>
                </a:lnTo>
                <a:lnTo>
                  <a:pt x="11902" y="16800"/>
                </a:lnTo>
                <a:lnTo>
                  <a:pt x="10580" y="17455"/>
                </a:lnTo>
                <a:lnTo>
                  <a:pt x="9257" y="18327"/>
                </a:lnTo>
                <a:lnTo>
                  <a:pt x="7494" y="18982"/>
                </a:lnTo>
                <a:lnTo>
                  <a:pt x="6392" y="18327"/>
                </a:lnTo>
                <a:lnTo>
                  <a:pt x="5290" y="17455"/>
                </a:lnTo>
                <a:close/>
                <a:moveTo>
                  <a:pt x="3086" y="6545"/>
                </a:moveTo>
                <a:lnTo>
                  <a:pt x="3967" y="11345"/>
                </a:lnTo>
                <a:lnTo>
                  <a:pt x="5069" y="13745"/>
                </a:lnTo>
                <a:lnTo>
                  <a:pt x="6392" y="15709"/>
                </a:lnTo>
                <a:lnTo>
                  <a:pt x="3967" y="16145"/>
                </a:lnTo>
                <a:lnTo>
                  <a:pt x="3086" y="15055"/>
                </a:lnTo>
                <a:lnTo>
                  <a:pt x="2645" y="13745"/>
                </a:lnTo>
                <a:lnTo>
                  <a:pt x="2424" y="12655"/>
                </a:lnTo>
                <a:lnTo>
                  <a:pt x="1984" y="11345"/>
                </a:lnTo>
                <a:lnTo>
                  <a:pt x="1984" y="10036"/>
                </a:lnTo>
                <a:lnTo>
                  <a:pt x="2424" y="8727"/>
                </a:lnTo>
                <a:lnTo>
                  <a:pt x="2645" y="7636"/>
                </a:lnTo>
                <a:lnTo>
                  <a:pt x="3086" y="6545"/>
                </a:lnTo>
                <a:close/>
                <a:moveTo>
                  <a:pt x="7273" y="3055"/>
                </a:moveTo>
                <a:lnTo>
                  <a:pt x="7053" y="4364"/>
                </a:lnTo>
                <a:lnTo>
                  <a:pt x="6612" y="5891"/>
                </a:lnTo>
                <a:lnTo>
                  <a:pt x="6612" y="7636"/>
                </a:lnTo>
                <a:lnTo>
                  <a:pt x="7053" y="8945"/>
                </a:lnTo>
                <a:lnTo>
                  <a:pt x="7273" y="10255"/>
                </a:lnTo>
                <a:lnTo>
                  <a:pt x="8155" y="11564"/>
                </a:lnTo>
                <a:lnTo>
                  <a:pt x="8596" y="13091"/>
                </a:lnTo>
                <a:lnTo>
                  <a:pt x="9478" y="13964"/>
                </a:lnTo>
                <a:lnTo>
                  <a:pt x="8155" y="15055"/>
                </a:lnTo>
                <a:lnTo>
                  <a:pt x="6392" y="12655"/>
                </a:lnTo>
                <a:lnTo>
                  <a:pt x="5290" y="10036"/>
                </a:lnTo>
                <a:lnTo>
                  <a:pt x="5069" y="8727"/>
                </a:lnTo>
                <a:lnTo>
                  <a:pt x="5069" y="4364"/>
                </a:lnTo>
                <a:lnTo>
                  <a:pt x="6171" y="3491"/>
                </a:lnTo>
                <a:lnTo>
                  <a:pt x="7273" y="3055"/>
                </a:lnTo>
                <a:close/>
                <a:moveTo>
                  <a:pt x="18073" y="6327"/>
                </a:moveTo>
                <a:lnTo>
                  <a:pt x="15649" y="5236"/>
                </a:lnTo>
                <a:lnTo>
                  <a:pt x="13224" y="4582"/>
                </a:lnTo>
                <a:lnTo>
                  <a:pt x="10800" y="4582"/>
                </a:lnTo>
                <a:lnTo>
                  <a:pt x="8596" y="5018"/>
                </a:lnTo>
                <a:lnTo>
                  <a:pt x="8816" y="3491"/>
                </a:lnTo>
                <a:lnTo>
                  <a:pt x="9257" y="2400"/>
                </a:lnTo>
                <a:lnTo>
                  <a:pt x="10580" y="2182"/>
                </a:lnTo>
                <a:lnTo>
                  <a:pt x="11902" y="2182"/>
                </a:lnTo>
                <a:lnTo>
                  <a:pt x="13224" y="2400"/>
                </a:lnTo>
                <a:lnTo>
                  <a:pt x="14327" y="3055"/>
                </a:lnTo>
                <a:lnTo>
                  <a:pt x="15429" y="3491"/>
                </a:lnTo>
                <a:lnTo>
                  <a:pt x="16531" y="4364"/>
                </a:lnTo>
                <a:lnTo>
                  <a:pt x="17412" y="5236"/>
                </a:lnTo>
                <a:lnTo>
                  <a:pt x="18073" y="6327"/>
                </a:lnTo>
                <a:close/>
                <a:moveTo>
                  <a:pt x="8596" y="8509"/>
                </a:moveTo>
                <a:lnTo>
                  <a:pt x="8376" y="6545"/>
                </a:lnTo>
                <a:lnTo>
                  <a:pt x="11020" y="6327"/>
                </a:lnTo>
                <a:lnTo>
                  <a:pt x="13886" y="6545"/>
                </a:lnTo>
                <a:lnTo>
                  <a:pt x="16751" y="7418"/>
                </a:lnTo>
                <a:lnTo>
                  <a:pt x="17853" y="7855"/>
                </a:lnTo>
                <a:lnTo>
                  <a:pt x="19176" y="8727"/>
                </a:lnTo>
                <a:lnTo>
                  <a:pt x="19396" y="10036"/>
                </a:lnTo>
                <a:lnTo>
                  <a:pt x="19396" y="11127"/>
                </a:lnTo>
                <a:lnTo>
                  <a:pt x="18073" y="10255"/>
                </a:lnTo>
                <a:lnTo>
                  <a:pt x="16971" y="9382"/>
                </a:lnTo>
                <a:lnTo>
                  <a:pt x="14327" y="8509"/>
                </a:lnTo>
                <a:lnTo>
                  <a:pt x="12784" y="8073"/>
                </a:lnTo>
                <a:lnTo>
                  <a:pt x="9918" y="8073"/>
                </a:lnTo>
                <a:lnTo>
                  <a:pt x="8596" y="8509"/>
                </a:lnTo>
                <a:close/>
                <a:moveTo>
                  <a:pt x="10800" y="13091"/>
                </a:moveTo>
                <a:lnTo>
                  <a:pt x="9698" y="11564"/>
                </a:lnTo>
                <a:lnTo>
                  <a:pt x="8816" y="10036"/>
                </a:lnTo>
                <a:lnTo>
                  <a:pt x="10800" y="9818"/>
                </a:lnTo>
                <a:lnTo>
                  <a:pt x="12784" y="9818"/>
                </a:lnTo>
                <a:lnTo>
                  <a:pt x="11902" y="11345"/>
                </a:lnTo>
                <a:lnTo>
                  <a:pt x="10800" y="13091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4" name="Google Shape;2254;p51"/>
          <p:cNvSpPr/>
          <p:nvPr/>
        </p:nvSpPr>
        <p:spPr>
          <a:xfrm>
            <a:off x="4182533" y="2700866"/>
            <a:ext cx="431784" cy="427572"/>
          </a:xfrm>
          <a:custGeom>
            <a:rect b="b" l="l" r="r" t="t"/>
            <a:pathLst>
              <a:path extrusionOk="0" h="21600" w="21600">
                <a:moveTo>
                  <a:pt x="10909" y="0"/>
                </a:moveTo>
                <a:lnTo>
                  <a:pt x="6545" y="873"/>
                </a:lnTo>
                <a:lnTo>
                  <a:pt x="4800" y="1964"/>
                </a:lnTo>
                <a:lnTo>
                  <a:pt x="3273" y="3273"/>
                </a:lnTo>
                <a:lnTo>
                  <a:pt x="1964" y="5018"/>
                </a:lnTo>
                <a:lnTo>
                  <a:pt x="873" y="6545"/>
                </a:lnTo>
                <a:lnTo>
                  <a:pt x="218" y="8727"/>
                </a:lnTo>
                <a:lnTo>
                  <a:pt x="0" y="10909"/>
                </a:lnTo>
                <a:lnTo>
                  <a:pt x="218" y="13091"/>
                </a:lnTo>
                <a:lnTo>
                  <a:pt x="873" y="15055"/>
                </a:lnTo>
                <a:lnTo>
                  <a:pt x="1964" y="16800"/>
                </a:lnTo>
                <a:lnTo>
                  <a:pt x="3273" y="18327"/>
                </a:lnTo>
                <a:lnTo>
                  <a:pt x="4800" y="19636"/>
                </a:lnTo>
                <a:lnTo>
                  <a:pt x="6545" y="20727"/>
                </a:lnTo>
                <a:lnTo>
                  <a:pt x="8727" y="21382"/>
                </a:lnTo>
                <a:lnTo>
                  <a:pt x="10909" y="21600"/>
                </a:lnTo>
                <a:lnTo>
                  <a:pt x="12873" y="21382"/>
                </a:lnTo>
                <a:lnTo>
                  <a:pt x="15055" y="20727"/>
                </a:lnTo>
                <a:lnTo>
                  <a:pt x="16800" y="19636"/>
                </a:lnTo>
                <a:lnTo>
                  <a:pt x="18327" y="18327"/>
                </a:lnTo>
                <a:lnTo>
                  <a:pt x="19636" y="16800"/>
                </a:lnTo>
                <a:lnTo>
                  <a:pt x="20727" y="15055"/>
                </a:lnTo>
                <a:lnTo>
                  <a:pt x="21382" y="13091"/>
                </a:lnTo>
                <a:lnTo>
                  <a:pt x="21600" y="10909"/>
                </a:lnTo>
                <a:lnTo>
                  <a:pt x="21382" y="8727"/>
                </a:lnTo>
                <a:lnTo>
                  <a:pt x="20727" y="6545"/>
                </a:lnTo>
                <a:lnTo>
                  <a:pt x="19636" y="5018"/>
                </a:lnTo>
                <a:lnTo>
                  <a:pt x="18327" y="3273"/>
                </a:lnTo>
                <a:lnTo>
                  <a:pt x="16800" y="1964"/>
                </a:lnTo>
                <a:lnTo>
                  <a:pt x="15055" y="873"/>
                </a:lnTo>
                <a:lnTo>
                  <a:pt x="12873" y="436"/>
                </a:lnTo>
                <a:lnTo>
                  <a:pt x="10909" y="0"/>
                </a:lnTo>
                <a:close/>
                <a:moveTo>
                  <a:pt x="18109" y="15709"/>
                </a:moveTo>
                <a:lnTo>
                  <a:pt x="16800" y="13745"/>
                </a:lnTo>
                <a:lnTo>
                  <a:pt x="16145" y="12000"/>
                </a:lnTo>
                <a:lnTo>
                  <a:pt x="19418" y="12000"/>
                </a:lnTo>
                <a:lnTo>
                  <a:pt x="18982" y="13745"/>
                </a:lnTo>
                <a:lnTo>
                  <a:pt x="18109" y="15709"/>
                </a:lnTo>
                <a:close/>
                <a:moveTo>
                  <a:pt x="2182" y="12000"/>
                </a:moveTo>
                <a:lnTo>
                  <a:pt x="5455" y="12000"/>
                </a:lnTo>
                <a:lnTo>
                  <a:pt x="4800" y="13745"/>
                </a:lnTo>
                <a:lnTo>
                  <a:pt x="3491" y="15709"/>
                </a:lnTo>
                <a:lnTo>
                  <a:pt x="2836" y="13745"/>
                </a:lnTo>
                <a:lnTo>
                  <a:pt x="2182" y="12000"/>
                </a:lnTo>
                <a:close/>
                <a:moveTo>
                  <a:pt x="3491" y="6109"/>
                </a:moveTo>
                <a:lnTo>
                  <a:pt x="4800" y="7855"/>
                </a:lnTo>
                <a:lnTo>
                  <a:pt x="5455" y="9818"/>
                </a:lnTo>
                <a:lnTo>
                  <a:pt x="2182" y="9818"/>
                </a:lnTo>
                <a:lnTo>
                  <a:pt x="2836" y="7855"/>
                </a:lnTo>
                <a:lnTo>
                  <a:pt x="3491" y="6109"/>
                </a:lnTo>
                <a:close/>
                <a:moveTo>
                  <a:pt x="12000" y="9818"/>
                </a:moveTo>
                <a:lnTo>
                  <a:pt x="12000" y="2182"/>
                </a:lnTo>
                <a:lnTo>
                  <a:pt x="13309" y="2400"/>
                </a:lnTo>
                <a:lnTo>
                  <a:pt x="14400" y="3055"/>
                </a:lnTo>
                <a:lnTo>
                  <a:pt x="15491" y="3491"/>
                </a:lnTo>
                <a:lnTo>
                  <a:pt x="16364" y="4364"/>
                </a:lnTo>
                <a:lnTo>
                  <a:pt x="15709" y="5455"/>
                </a:lnTo>
                <a:lnTo>
                  <a:pt x="14836" y="6764"/>
                </a:lnTo>
                <a:lnTo>
                  <a:pt x="14400" y="8509"/>
                </a:lnTo>
                <a:lnTo>
                  <a:pt x="13964" y="9818"/>
                </a:lnTo>
                <a:lnTo>
                  <a:pt x="12000" y="9818"/>
                </a:lnTo>
                <a:close/>
                <a:moveTo>
                  <a:pt x="9818" y="9818"/>
                </a:moveTo>
                <a:lnTo>
                  <a:pt x="7636" y="9818"/>
                </a:lnTo>
                <a:lnTo>
                  <a:pt x="7418" y="8509"/>
                </a:lnTo>
                <a:lnTo>
                  <a:pt x="6764" y="6764"/>
                </a:lnTo>
                <a:lnTo>
                  <a:pt x="5891" y="5455"/>
                </a:lnTo>
                <a:lnTo>
                  <a:pt x="5236" y="4364"/>
                </a:lnTo>
                <a:lnTo>
                  <a:pt x="6327" y="3491"/>
                </a:lnTo>
                <a:lnTo>
                  <a:pt x="7418" y="3055"/>
                </a:lnTo>
                <a:lnTo>
                  <a:pt x="8291" y="2400"/>
                </a:lnTo>
                <a:lnTo>
                  <a:pt x="9818" y="2182"/>
                </a:lnTo>
                <a:lnTo>
                  <a:pt x="9818" y="9818"/>
                </a:lnTo>
                <a:close/>
                <a:moveTo>
                  <a:pt x="7636" y="12000"/>
                </a:moveTo>
                <a:lnTo>
                  <a:pt x="9818" y="12000"/>
                </a:lnTo>
                <a:lnTo>
                  <a:pt x="9818" y="19418"/>
                </a:lnTo>
                <a:lnTo>
                  <a:pt x="8291" y="19200"/>
                </a:lnTo>
                <a:lnTo>
                  <a:pt x="7418" y="18545"/>
                </a:lnTo>
                <a:lnTo>
                  <a:pt x="6327" y="18109"/>
                </a:lnTo>
                <a:lnTo>
                  <a:pt x="5236" y="17236"/>
                </a:lnTo>
                <a:lnTo>
                  <a:pt x="5891" y="16145"/>
                </a:lnTo>
                <a:lnTo>
                  <a:pt x="6764" y="14836"/>
                </a:lnTo>
                <a:lnTo>
                  <a:pt x="7418" y="13309"/>
                </a:lnTo>
                <a:lnTo>
                  <a:pt x="7636" y="12000"/>
                </a:lnTo>
                <a:close/>
                <a:moveTo>
                  <a:pt x="12000" y="12000"/>
                </a:moveTo>
                <a:lnTo>
                  <a:pt x="13964" y="12000"/>
                </a:lnTo>
                <a:lnTo>
                  <a:pt x="14400" y="13309"/>
                </a:lnTo>
                <a:lnTo>
                  <a:pt x="14836" y="14836"/>
                </a:lnTo>
                <a:lnTo>
                  <a:pt x="15709" y="16145"/>
                </a:lnTo>
                <a:lnTo>
                  <a:pt x="16364" y="17236"/>
                </a:lnTo>
                <a:lnTo>
                  <a:pt x="15491" y="18109"/>
                </a:lnTo>
                <a:lnTo>
                  <a:pt x="14400" y="18545"/>
                </a:lnTo>
                <a:lnTo>
                  <a:pt x="13309" y="19200"/>
                </a:lnTo>
                <a:lnTo>
                  <a:pt x="12000" y="19418"/>
                </a:lnTo>
                <a:lnTo>
                  <a:pt x="12000" y="12000"/>
                </a:lnTo>
                <a:close/>
                <a:moveTo>
                  <a:pt x="16145" y="9818"/>
                </a:moveTo>
                <a:lnTo>
                  <a:pt x="16800" y="7855"/>
                </a:lnTo>
                <a:lnTo>
                  <a:pt x="18109" y="6109"/>
                </a:lnTo>
                <a:lnTo>
                  <a:pt x="18982" y="7855"/>
                </a:lnTo>
                <a:lnTo>
                  <a:pt x="19418" y="9818"/>
                </a:lnTo>
                <a:lnTo>
                  <a:pt x="16145" y="981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5" name="Google Shape;2255;p51"/>
          <p:cNvSpPr/>
          <p:nvPr/>
        </p:nvSpPr>
        <p:spPr>
          <a:xfrm>
            <a:off x="6235701" y="2675466"/>
            <a:ext cx="427572" cy="491076"/>
          </a:xfrm>
          <a:custGeom>
            <a:rect b="b" l="l" r="r" t="t"/>
            <a:pathLst>
              <a:path extrusionOk="0" h="21600" w="21600">
                <a:moveTo>
                  <a:pt x="14106" y="8526"/>
                </a:moveTo>
                <a:lnTo>
                  <a:pt x="13004" y="8526"/>
                </a:lnTo>
                <a:lnTo>
                  <a:pt x="11682" y="8716"/>
                </a:lnTo>
                <a:lnTo>
                  <a:pt x="10580" y="9284"/>
                </a:lnTo>
                <a:lnTo>
                  <a:pt x="9698" y="9663"/>
                </a:lnTo>
                <a:lnTo>
                  <a:pt x="9037" y="8337"/>
                </a:lnTo>
                <a:lnTo>
                  <a:pt x="8596" y="7579"/>
                </a:lnTo>
                <a:lnTo>
                  <a:pt x="8596" y="2842"/>
                </a:lnTo>
                <a:lnTo>
                  <a:pt x="8376" y="1705"/>
                </a:lnTo>
                <a:lnTo>
                  <a:pt x="6833" y="379"/>
                </a:lnTo>
                <a:lnTo>
                  <a:pt x="5290" y="0"/>
                </a:lnTo>
                <a:lnTo>
                  <a:pt x="3967" y="379"/>
                </a:lnTo>
                <a:lnTo>
                  <a:pt x="2424" y="1705"/>
                </a:lnTo>
                <a:lnTo>
                  <a:pt x="2204" y="2842"/>
                </a:lnTo>
                <a:lnTo>
                  <a:pt x="2204" y="6632"/>
                </a:lnTo>
                <a:lnTo>
                  <a:pt x="1763" y="7958"/>
                </a:lnTo>
                <a:lnTo>
                  <a:pt x="1322" y="9474"/>
                </a:lnTo>
                <a:lnTo>
                  <a:pt x="441" y="11368"/>
                </a:lnTo>
                <a:lnTo>
                  <a:pt x="0" y="12695"/>
                </a:lnTo>
                <a:lnTo>
                  <a:pt x="0" y="15537"/>
                </a:lnTo>
                <a:lnTo>
                  <a:pt x="220" y="16863"/>
                </a:lnTo>
                <a:lnTo>
                  <a:pt x="882" y="18379"/>
                </a:lnTo>
                <a:lnTo>
                  <a:pt x="1322" y="19326"/>
                </a:lnTo>
                <a:lnTo>
                  <a:pt x="2204" y="20084"/>
                </a:lnTo>
                <a:lnTo>
                  <a:pt x="2645" y="20842"/>
                </a:lnTo>
                <a:lnTo>
                  <a:pt x="3527" y="21411"/>
                </a:lnTo>
                <a:lnTo>
                  <a:pt x="4408" y="21600"/>
                </a:lnTo>
                <a:lnTo>
                  <a:pt x="6392" y="21600"/>
                </a:lnTo>
                <a:lnTo>
                  <a:pt x="7273" y="21411"/>
                </a:lnTo>
                <a:lnTo>
                  <a:pt x="7935" y="21032"/>
                </a:lnTo>
                <a:lnTo>
                  <a:pt x="9037" y="19895"/>
                </a:lnTo>
                <a:lnTo>
                  <a:pt x="9918" y="20653"/>
                </a:lnTo>
                <a:lnTo>
                  <a:pt x="11461" y="21032"/>
                </a:lnTo>
                <a:lnTo>
                  <a:pt x="12784" y="21600"/>
                </a:lnTo>
                <a:lnTo>
                  <a:pt x="14106" y="21600"/>
                </a:lnTo>
                <a:lnTo>
                  <a:pt x="15649" y="21411"/>
                </a:lnTo>
                <a:lnTo>
                  <a:pt x="17192" y="21032"/>
                </a:lnTo>
                <a:lnTo>
                  <a:pt x="18514" y="20463"/>
                </a:lnTo>
                <a:lnTo>
                  <a:pt x="19616" y="19705"/>
                </a:lnTo>
                <a:lnTo>
                  <a:pt x="20278" y="18758"/>
                </a:lnTo>
                <a:lnTo>
                  <a:pt x="21159" y="17621"/>
                </a:lnTo>
                <a:lnTo>
                  <a:pt x="21380" y="16484"/>
                </a:lnTo>
                <a:lnTo>
                  <a:pt x="21600" y="14968"/>
                </a:lnTo>
                <a:lnTo>
                  <a:pt x="21380" y="13642"/>
                </a:lnTo>
                <a:lnTo>
                  <a:pt x="21159" y="12505"/>
                </a:lnTo>
                <a:lnTo>
                  <a:pt x="20278" y="11368"/>
                </a:lnTo>
                <a:lnTo>
                  <a:pt x="19616" y="10421"/>
                </a:lnTo>
                <a:lnTo>
                  <a:pt x="18514" y="9663"/>
                </a:lnTo>
                <a:lnTo>
                  <a:pt x="17192" y="8905"/>
                </a:lnTo>
                <a:lnTo>
                  <a:pt x="14106" y="8526"/>
                </a:lnTo>
                <a:close/>
                <a:moveTo>
                  <a:pt x="4408" y="2842"/>
                </a:moveTo>
                <a:lnTo>
                  <a:pt x="4408" y="2463"/>
                </a:lnTo>
                <a:lnTo>
                  <a:pt x="4629" y="2274"/>
                </a:lnTo>
                <a:lnTo>
                  <a:pt x="4849" y="1895"/>
                </a:lnTo>
                <a:lnTo>
                  <a:pt x="5951" y="1895"/>
                </a:lnTo>
                <a:lnTo>
                  <a:pt x="6171" y="2274"/>
                </a:lnTo>
                <a:lnTo>
                  <a:pt x="6392" y="2463"/>
                </a:lnTo>
                <a:lnTo>
                  <a:pt x="6392" y="5684"/>
                </a:lnTo>
                <a:lnTo>
                  <a:pt x="4408" y="5684"/>
                </a:lnTo>
                <a:lnTo>
                  <a:pt x="4408" y="2842"/>
                </a:lnTo>
                <a:close/>
                <a:moveTo>
                  <a:pt x="6392" y="19705"/>
                </a:moveTo>
                <a:lnTo>
                  <a:pt x="4408" y="19705"/>
                </a:lnTo>
                <a:lnTo>
                  <a:pt x="3747" y="19326"/>
                </a:lnTo>
                <a:lnTo>
                  <a:pt x="2865" y="18000"/>
                </a:lnTo>
                <a:lnTo>
                  <a:pt x="2424" y="16295"/>
                </a:lnTo>
                <a:lnTo>
                  <a:pt x="2204" y="14021"/>
                </a:lnTo>
                <a:lnTo>
                  <a:pt x="2204" y="12884"/>
                </a:lnTo>
                <a:lnTo>
                  <a:pt x="2424" y="11747"/>
                </a:lnTo>
                <a:lnTo>
                  <a:pt x="3306" y="10042"/>
                </a:lnTo>
                <a:lnTo>
                  <a:pt x="3747" y="8905"/>
                </a:lnTo>
                <a:lnTo>
                  <a:pt x="4408" y="7579"/>
                </a:lnTo>
                <a:lnTo>
                  <a:pt x="6392" y="7579"/>
                </a:lnTo>
                <a:lnTo>
                  <a:pt x="7053" y="8905"/>
                </a:lnTo>
                <a:lnTo>
                  <a:pt x="7494" y="10042"/>
                </a:lnTo>
                <a:lnTo>
                  <a:pt x="8155" y="10989"/>
                </a:lnTo>
                <a:lnTo>
                  <a:pt x="7273" y="11937"/>
                </a:lnTo>
                <a:lnTo>
                  <a:pt x="6392" y="13832"/>
                </a:lnTo>
                <a:lnTo>
                  <a:pt x="6392" y="14968"/>
                </a:lnTo>
                <a:lnTo>
                  <a:pt x="6833" y="16674"/>
                </a:lnTo>
                <a:lnTo>
                  <a:pt x="7494" y="18379"/>
                </a:lnTo>
                <a:lnTo>
                  <a:pt x="6833" y="19326"/>
                </a:lnTo>
                <a:lnTo>
                  <a:pt x="6392" y="19705"/>
                </a:lnTo>
                <a:close/>
                <a:moveTo>
                  <a:pt x="14106" y="19705"/>
                </a:moveTo>
                <a:lnTo>
                  <a:pt x="13004" y="19705"/>
                </a:lnTo>
                <a:lnTo>
                  <a:pt x="11902" y="19326"/>
                </a:lnTo>
                <a:lnTo>
                  <a:pt x="11020" y="18947"/>
                </a:lnTo>
                <a:lnTo>
                  <a:pt x="9478" y="17621"/>
                </a:lnTo>
                <a:lnTo>
                  <a:pt x="9257" y="16863"/>
                </a:lnTo>
                <a:lnTo>
                  <a:pt x="8596" y="15916"/>
                </a:lnTo>
                <a:lnTo>
                  <a:pt x="8596" y="14021"/>
                </a:lnTo>
                <a:lnTo>
                  <a:pt x="9257" y="13263"/>
                </a:lnTo>
                <a:lnTo>
                  <a:pt x="9478" y="12505"/>
                </a:lnTo>
                <a:lnTo>
                  <a:pt x="10359" y="11747"/>
                </a:lnTo>
                <a:lnTo>
                  <a:pt x="11020" y="10989"/>
                </a:lnTo>
                <a:lnTo>
                  <a:pt x="11902" y="10800"/>
                </a:lnTo>
                <a:lnTo>
                  <a:pt x="13004" y="10421"/>
                </a:lnTo>
                <a:lnTo>
                  <a:pt x="15208" y="10421"/>
                </a:lnTo>
                <a:lnTo>
                  <a:pt x="16310" y="10800"/>
                </a:lnTo>
                <a:lnTo>
                  <a:pt x="17192" y="10989"/>
                </a:lnTo>
                <a:lnTo>
                  <a:pt x="17853" y="11747"/>
                </a:lnTo>
                <a:lnTo>
                  <a:pt x="18735" y="12505"/>
                </a:lnTo>
                <a:lnTo>
                  <a:pt x="18955" y="13263"/>
                </a:lnTo>
                <a:lnTo>
                  <a:pt x="19616" y="14021"/>
                </a:lnTo>
                <a:lnTo>
                  <a:pt x="19616" y="15916"/>
                </a:lnTo>
                <a:lnTo>
                  <a:pt x="18955" y="16863"/>
                </a:lnTo>
                <a:lnTo>
                  <a:pt x="18735" y="17621"/>
                </a:lnTo>
                <a:lnTo>
                  <a:pt x="17192" y="18947"/>
                </a:lnTo>
                <a:lnTo>
                  <a:pt x="16310" y="19326"/>
                </a:lnTo>
                <a:lnTo>
                  <a:pt x="15208" y="19705"/>
                </a:lnTo>
                <a:lnTo>
                  <a:pt x="14106" y="1970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p51"/>
          <p:cNvSpPr/>
          <p:nvPr/>
        </p:nvSpPr>
        <p:spPr>
          <a:xfrm>
            <a:off x="6493933" y="2997199"/>
            <a:ext cx="42336" cy="42336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2160" y="4320"/>
                </a:lnTo>
                <a:lnTo>
                  <a:pt x="0" y="6480"/>
                </a:lnTo>
                <a:lnTo>
                  <a:pt x="0" y="17280"/>
                </a:lnTo>
                <a:lnTo>
                  <a:pt x="4320" y="21600"/>
                </a:lnTo>
                <a:lnTo>
                  <a:pt x="15120" y="21600"/>
                </a:lnTo>
                <a:lnTo>
                  <a:pt x="19440" y="19440"/>
                </a:lnTo>
                <a:lnTo>
                  <a:pt x="21600" y="17280"/>
                </a:lnTo>
                <a:lnTo>
                  <a:pt x="21600" y="648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51"/>
          <p:cNvSpPr/>
          <p:nvPr/>
        </p:nvSpPr>
        <p:spPr>
          <a:xfrm>
            <a:off x="6536266" y="2959101"/>
            <a:ext cx="38124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0" y="4800"/>
                </a:lnTo>
                <a:lnTo>
                  <a:pt x="0" y="16800"/>
                </a:lnTo>
                <a:lnTo>
                  <a:pt x="4320" y="21600"/>
                </a:lnTo>
                <a:lnTo>
                  <a:pt x="15120" y="21600"/>
                </a:lnTo>
                <a:lnTo>
                  <a:pt x="19440" y="19200"/>
                </a:lnTo>
                <a:lnTo>
                  <a:pt x="21600" y="16800"/>
                </a:lnTo>
                <a:lnTo>
                  <a:pt x="21600" y="4800"/>
                </a:lnTo>
                <a:lnTo>
                  <a:pt x="19440" y="240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51"/>
          <p:cNvSpPr/>
          <p:nvPr/>
        </p:nvSpPr>
        <p:spPr>
          <a:xfrm>
            <a:off x="6443133" y="2959101"/>
            <a:ext cx="50814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2160" y="2400"/>
                </a:lnTo>
                <a:lnTo>
                  <a:pt x="0" y="4800"/>
                </a:lnTo>
                <a:lnTo>
                  <a:pt x="0" y="16800"/>
                </a:lnTo>
                <a:lnTo>
                  <a:pt x="2160" y="19200"/>
                </a:lnTo>
                <a:lnTo>
                  <a:pt x="6480" y="21600"/>
                </a:lnTo>
                <a:lnTo>
                  <a:pt x="17280" y="21600"/>
                </a:lnTo>
                <a:lnTo>
                  <a:pt x="21600" y="16800"/>
                </a:lnTo>
                <a:lnTo>
                  <a:pt x="21600" y="480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51"/>
          <p:cNvSpPr/>
          <p:nvPr/>
        </p:nvSpPr>
        <p:spPr>
          <a:xfrm>
            <a:off x="3183466" y="2764367"/>
            <a:ext cx="376758" cy="245538"/>
          </a:xfrm>
          <a:custGeom>
            <a:rect b="b" l="l" r="r" t="t"/>
            <a:pathLst>
              <a:path extrusionOk="0" h="21600" w="21600">
                <a:moveTo>
                  <a:pt x="19173" y="0"/>
                </a:moveTo>
                <a:lnTo>
                  <a:pt x="16746" y="0"/>
                </a:lnTo>
                <a:lnTo>
                  <a:pt x="16018" y="366"/>
                </a:lnTo>
                <a:lnTo>
                  <a:pt x="15047" y="1098"/>
                </a:lnTo>
                <a:lnTo>
                  <a:pt x="14804" y="2197"/>
                </a:lnTo>
                <a:lnTo>
                  <a:pt x="14562" y="3661"/>
                </a:lnTo>
                <a:lnTo>
                  <a:pt x="14562" y="9153"/>
                </a:lnTo>
                <a:lnTo>
                  <a:pt x="7281" y="9153"/>
                </a:lnTo>
                <a:lnTo>
                  <a:pt x="7281" y="3661"/>
                </a:lnTo>
                <a:lnTo>
                  <a:pt x="7038" y="2197"/>
                </a:lnTo>
                <a:lnTo>
                  <a:pt x="6796" y="1098"/>
                </a:lnTo>
                <a:lnTo>
                  <a:pt x="5825" y="366"/>
                </a:lnTo>
                <a:lnTo>
                  <a:pt x="4854" y="0"/>
                </a:lnTo>
                <a:lnTo>
                  <a:pt x="2427" y="0"/>
                </a:lnTo>
                <a:lnTo>
                  <a:pt x="1699" y="366"/>
                </a:lnTo>
                <a:lnTo>
                  <a:pt x="728" y="1098"/>
                </a:lnTo>
                <a:lnTo>
                  <a:pt x="485" y="2197"/>
                </a:lnTo>
                <a:lnTo>
                  <a:pt x="0" y="3661"/>
                </a:lnTo>
                <a:lnTo>
                  <a:pt x="0" y="18305"/>
                </a:lnTo>
                <a:lnTo>
                  <a:pt x="485" y="19403"/>
                </a:lnTo>
                <a:lnTo>
                  <a:pt x="728" y="20868"/>
                </a:lnTo>
                <a:lnTo>
                  <a:pt x="1699" y="21234"/>
                </a:lnTo>
                <a:lnTo>
                  <a:pt x="2427" y="21600"/>
                </a:lnTo>
                <a:lnTo>
                  <a:pt x="4854" y="21600"/>
                </a:lnTo>
                <a:lnTo>
                  <a:pt x="6796" y="20868"/>
                </a:lnTo>
                <a:lnTo>
                  <a:pt x="7038" y="19403"/>
                </a:lnTo>
                <a:lnTo>
                  <a:pt x="7281" y="18305"/>
                </a:lnTo>
                <a:lnTo>
                  <a:pt x="7281" y="12814"/>
                </a:lnTo>
                <a:lnTo>
                  <a:pt x="14562" y="12814"/>
                </a:lnTo>
                <a:lnTo>
                  <a:pt x="14562" y="18305"/>
                </a:lnTo>
                <a:lnTo>
                  <a:pt x="14804" y="19403"/>
                </a:lnTo>
                <a:lnTo>
                  <a:pt x="15047" y="20868"/>
                </a:lnTo>
                <a:lnTo>
                  <a:pt x="16018" y="21234"/>
                </a:lnTo>
                <a:lnTo>
                  <a:pt x="16746" y="21600"/>
                </a:lnTo>
                <a:lnTo>
                  <a:pt x="19173" y="21600"/>
                </a:lnTo>
                <a:lnTo>
                  <a:pt x="21115" y="20868"/>
                </a:lnTo>
                <a:lnTo>
                  <a:pt x="21357" y="19403"/>
                </a:lnTo>
                <a:lnTo>
                  <a:pt x="21600" y="18305"/>
                </a:lnTo>
                <a:lnTo>
                  <a:pt x="21600" y="3661"/>
                </a:lnTo>
                <a:lnTo>
                  <a:pt x="21357" y="2197"/>
                </a:lnTo>
                <a:lnTo>
                  <a:pt x="21115" y="1098"/>
                </a:lnTo>
                <a:lnTo>
                  <a:pt x="20144" y="366"/>
                </a:lnTo>
                <a:lnTo>
                  <a:pt x="19173" y="0"/>
                </a:lnTo>
                <a:close/>
                <a:moveTo>
                  <a:pt x="2427" y="18305"/>
                </a:moveTo>
                <a:lnTo>
                  <a:pt x="2427" y="3661"/>
                </a:lnTo>
                <a:lnTo>
                  <a:pt x="4854" y="3661"/>
                </a:lnTo>
                <a:lnTo>
                  <a:pt x="4854" y="18305"/>
                </a:lnTo>
                <a:lnTo>
                  <a:pt x="2427" y="18305"/>
                </a:lnTo>
                <a:close/>
                <a:moveTo>
                  <a:pt x="16746" y="18305"/>
                </a:moveTo>
                <a:lnTo>
                  <a:pt x="16746" y="3661"/>
                </a:lnTo>
                <a:lnTo>
                  <a:pt x="19173" y="3661"/>
                </a:lnTo>
                <a:lnTo>
                  <a:pt x="19173" y="18305"/>
                </a:lnTo>
                <a:lnTo>
                  <a:pt x="16746" y="1830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0" name="Google Shape;2260;p51"/>
          <p:cNvSpPr/>
          <p:nvPr/>
        </p:nvSpPr>
        <p:spPr>
          <a:xfrm>
            <a:off x="3585634" y="2844799"/>
            <a:ext cx="38100" cy="888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261" name="Google Shape;2261;p51"/>
          <p:cNvSpPr/>
          <p:nvPr/>
        </p:nvSpPr>
        <p:spPr>
          <a:xfrm>
            <a:off x="3119967" y="2844799"/>
            <a:ext cx="38100" cy="888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262" name="Google Shape;2262;p51"/>
          <p:cNvSpPr/>
          <p:nvPr/>
        </p:nvSpPr>
        <p:spPr>
          <a:xfrm>
            <a:off x="5168901" y="2738967"/>
            <a:ext cx="507978" cy="338688"/>
          </a:xfrm>
          <a:custGeom>
            <a:rect b="b" l="l" r="r" t="t"/>
            <a:pathLst>
              <a:path extrusionOk="0" h="21600" w="21600">
                <a:moveTo>
                  <a:pt x="20692" y="0"/>
                </a:moveTo>
                <a:lnTo>
                  <a:pt x="545" y="0"/>
                </a:lnTo>
                <a:lnTo>
                  <a:pt x="182" y="273"/>
                </a:lnTo>
                <a:lnTo>
                  <a:pt x="0" y="820"/>
                </a:lnTo>
                <a:lnTo>
                  <a:pt x="0" y="21053"/>
                </a:lnTo>
                <a:lnTo>
                  <a:pt x="182" y="21327"/>
                </a:lnTo>
                <a:lnTo>
                  <a:pt x="545" y="21600"/>
                </a:lnTo>
                <a:lnTo>
                  <a:pt x="21055" y="21600"/>
                </a:lnTo>
                <a:lnTo>
                  <a:pt x="21237" y="21327"/>
                </a:lnTo>
                <a:lnTo>
                  <a:pt x="21600" y="21053"/>
                </a:lnTo>
                <a:lnTo>
                  <a:pt x="21600" y="820"/>
                </a:lnTo>
                <a:lnTo>
                  <a:pt x="21055" y="0"/>
                </a:lnTo>
                <a:lnTo>
                  <a:pt x="20692" y="0"/>
                </a:lnTo>
                <a:close/>
                <a:moveTo>
                  <a:pt x="10709" y="13671"/>
                </a:moveTo>
                <a:lnTo>
                  <a:pt x="10165" y="13124"/>
                </a:lnTo>
                <a:lnTo>
                  <a:pt x="9439" y="12851"/>
                </a:lnTo>
                <a:lnTo>
                  <a:pt x="9257" y="11757"/>
                </a:lnTo>
                <a:lnTo>
                  <a:pt x="8894" y="10937"/>
                </a:lnTo>
                <a:lnTo>
                  <a:pt x="9257" y="9843"/>
                </a:lnTo>
                <a:lnTo>
                  <a:pt x="9439" y="8749"/>
                </a:lnTo>
                <a:lnTo>
                  <a:pt x="10165" y="8476"/>
                </a:lnTo>
                <a:lnTo>
                  <a:pt x="10709" y="8203"/>
                </a:lnTo>
                <a:lnTo>
                  <a:pt x="12161" y="8749"/>
                </a:lnTo>
                <a:lnTo>
                  <a:pt x="12524" y="10937"/>
                </a:lnTo>
                <a:lnTo>
                  <a:pt x="12343" y="11757"/>
                </a:lnTo>
                <a:lnTo>
                  <a:pt x="12161" y="12851"/>
                </a:lnTo>
                <a:lnTo>
                  <a:pt x="11435" y="13124"/>
                </a:lnTo>
                <a:lnTo>
                  <a:pt x="10709" y="13671"/>
                </a:lnTo>
                <a:close/>
                <a:moveTo>
                  <a:pt x="1815" y="8203"/>
                </a:moveTo>
                <a:lnTo>
                  <a:pt x="3630" y="8203"/>
                </a:lnTo>
                <a:lnTo>
                  <a:pt x="3630" y="13671"/>
                </a:lnTo>
                <a:lnTo>
                  <a:pt x="1815" y="13671"/>
                </a:lnTo>
                <a:lnTo>
                  <a:pt x="1815" y="8203"/>
                </a:lnTo>
                <a:close/>
                <a:moveTo>
                  <a:pt x="1815" y="16132"/>
                </a:moveTo>
                <a:lnTo>
                  <a:pt x="5445" y="16132"/>
                </a:lnTo>
                <a:lnTo>
                  <a:pt x="5445" y="5468"/>
                </a:lnTo>
                <a:lnTo>
                  <a:pt x="1815" y="5468"/>
                </a:lnTo>
                <a:lnTo>
                  <a:pt x="1815" y="2734"/>
                </a:lnTo>
                <a:lnTo>
                  <a:pt x="9802" y="2734"/>
                </a:lnTo>
                <a:lnTo>
                  <a:pt x="9802" y="5742"/>
                </a:lnTo>
                <a:lnTo>
                  <a:pt x="8713" y="6562"/>
                </a:lnTo>
                <a:lnTo>
                  <a:pt x="7805" y="7382"/>
                </a:lnTo>
                <a:lnTo>
                  <a:pt x="7442" y="9296"/>
                </a:lnTo>
                <a:lnTo>
                  <a:pt x="7261" y="10937"/>
                </a:lnTo>
                <a:lnTo>
                  <a:pt x="7442" y="12577"/>
                </a:lnTo>
                <a:lnTo>
                  <a:pt x="7805" y="14218"/>
                </a:lnTo>
                <a:lnTo>
                  <a:pt x="8713" y="15311"/>
                </a:lnTo>
                <a:lnTo>
                  <a:pt x="9802" y="15858"/>
                </a:lnTo>
                <a:lnTo>
                  <a:pt x="9802" y="18866"/>
                </a:lnTo>
                <a:lnTo>
                  <a:pt x="1815" y="18866"/>
                </a:lnTo>
                <a:lnTo>
                  <a:pt x="1815" y="16132"/>
                </a:lnTo>
                <a:close/>
                <a:moveTo>
                  <a:pt x="19785" y="13671"/>
                </a:moveTo>
                <a:lnTo>
                  <a:pt x="17970" y="13671"/>
                </a:lnTo>
                <a:lnTo>
                  <a:pt x="17970" y="8203"/>
                </a:lnTo>
                <a:lnTo>
                  <a:pt x="19785" y="8203"/>
                </a:lnTo>
                <a:lnTo>
                  <a:pt x="19785" y="13671"/>
                </a:lnTo>
                <a:close/>
                <a:moveTo>
                  <a:pt x="16155" y="5468"/>
                </a:moveTo>
                <a:lnTo>
                  <a:pt x="16155" y="16132"/>
                </a:lnTo>
                <a:lnTo>
                  <a:pt x="19785" y="16132"/>
                </a:lnTo>
                <a:lnTo>
                  <a:pt x="19785" y="18866"/>
                </a:lnTo>
                <a:lnTo>
                  <a:pt x="11617" y="18866"/>
                </a:lnTo>
                <a:lnTo>
                  <a:pt x="11617" y="15858"/>
                </a:lnTo>
                <a:lnTo>
                  <a:pt x="12706" y="15311"/>
                </a:lnTo>
                <a:lnTo>
                  <a:pt x="13613" y="14218"/>
                </a:lnTo>
                <a:lnTo>
                  <a:pt x="14158" y="12577"/>
                </a:lnTo>
                <a:lnTo>
                  <a:pt x="14339" y="10937"/>
                </a:lnTo>
                <a:lnTo>
                  <a:pt x="14158" y="9296"/>
                </a:lnTo>
                <a:lnTo>
                  <a:pt x="13613" y="7382"/>
                </a:lnTo>
                <a:lnTo>
                  <a:pt x="12706" y="6562"/>
                </a:lnTo>
                <a:lnTo>
                  <a:pt x="11617" y="5742"/>
                </a:lnTo>
                <a:lnTo>
                  <a:pt x="11617" y="2734"/>
                </a:lnTo>
                <a:lnTo>
                  <a:pt x="19785" y="2734"/>
                </a:lnTo>
                <a:lnTo>
                  <a:pt x="19785" y="5468"/>
                </a:lnTo>
                <a:lnTo>
                  <a:pt x="16155" y="546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3" name="Google Shape;2263;p51"/>
          <p:cNvSpPr/>
          <p:nvPr/>
        </p:nvSpPr>
        <p:spPr>
          <a:xfrm>
            <a:off x="8326968" y="2700866"/>
            <a:ext cx="338688" cy="440262"/>
          </a:xfrm>
          <a:custGeom>
            <a:rect b="b" l="l" r="r" t="t"/>
            <a:pathLst>
              <a:path extrusionOk="0" h="21600" w="21600">
                <a:moveTo>
                  <a:pt x="21600" y="7685"/>
                </a:moveTo>
                <a:lnTo>
                  <a:pt x="21327" y="6231"/>
                </a:lnTo>
                <a:lnTo>
                  <a:pt x="20506" y="4777"/>
                </a:lnTo>
                <a:lnTo>
                  <a:pt x="19959" y="3323"/>
                </a:lnTo>
                <a:lnTo>
                  <a:pt x="18592" y="2285"/>
                </a:lnTo>
                <a:lnTo>
                  <a:pt x="16952" y="1454"/>
                </a:lnTo>
                <a:lnTo>
                  <a:pt x="15038" y="623"/>
                </a:lnTo>
                <a:lnTo>
                  <a:pt x="12851" y="415"/>
                </a:lnTo>
                <a:lnTo>
                  <a:pt x="10937" y="0"/>
                </a:lnTo>
                <a:lnTo>
                  <a:pt x="8749" y="415"/>
                </a:lnTo>
                <a:lnTo>
                  <a:pt x="6835" y="623"/>
                </a:lnTo>
                <a:lnTo>
                  <a:pt x="3008" y="2285"/>
                </a:lnTo>
                <a:lnTo>
                  <a:pt x="1641" y="3323"/>
                </a:lnTo>
                <a:lnTo>
                  <a:pt x="0" y="7685"/>
                </a:lnTo>
                <a:lnTo>
                  <a:pt x="547" y="9554"/>
                </a:lnTo>
                <a:lnTo>
                  <a:pt x="1367" y="11423"/>
                </a:lnTo>
                <a:lnTo>
                  <a:pt x="2734" y="12877"/>
                </a:lnTo>
                <a:lnTo>
                  <a:pt x="4922" y="14123"/>
                </a:lnTo>
                <a:lnTo>
                  <a:pt x="7929" y="18485"/>
                </a:lnTo>
                <a:lnTo>
                  <a:pt x="6835" y="18485"/>
                </a:lnTo>
                <a:lnTo>
                  <a:pt x="8203" y="21600"/>
                </a:lnTo>
                <a:lnTo>
                  <a:pt x="13671" y="21600"/>
                </a:lnTo>
                <a:lnTo>
                  <a:pt x="15038" y="18485"/>
                </a:lnTo>
                <a:lnTo>
                  <a:pt x="13944" y="18485"/>
                </a:lnTo>
                <a:lnTo>
                  <a:pt x="16952" y="14123"/>
                </a:lnTo>
                <a:lnTo>
                  <a:pt x="18866" y="12877"/>
                </a:lnTo>
                <a:lnTo>
                  <a:pt x="20233" y="11423"/>
                </a:lnTo>
                <a:lnTo>
                  <a:pt x="21327" y="9554"/>
                </a:lnTo>
                <a:lnTo>
                  <a:pt x="21600" y="7685"/>
                </a:lnTo>
                <a:close/>
                <a:moveTo>
                  <a:pt x="18866" y="7685"/>
                </a:moveTo>
                <a:lnTo>
                  <a:pt x="18592" y="9346"/>
                </a:lnTo>
                <a:lnTo>
                  <a:pt x="18046" y="10592"/>
                </a:lnTo>
                <a:lnTo>
                  <a:pt x="16952" y="11631"/>
                </a:lnTo>
                <a:lnTo>
                  <a:pt x="15311" y="12462"/>
                </a:lnTo>
                <a:lnTo>
                  <a:pt x="15858" y="10385"/>
                </a:lnTo>
                <a:lnTo>
                  <a:pt x="15858" y="5192"/>
                </a:lnTo>
                <a:lnTo>
                  <a:pt x="15311" y="3115"/>
                </a:lnTo>
                <a:lnTo>
                  <a:pt x="16952" y="3946"/>
                </a:lnTo>
                <a:lnTo>
                  <a:pt x="18046" y="4985"/>
                </a:lnTo>
                <a:lnTo>
                  <a:pt x="18592" y="6231"/>
                </a:lnTo>
                <a:lnTo>
                  <a:pt x="18866" y="7685"/>
                </a:lnTo>
                <a:close/>
                <a:moveTo>
                  <a:pt x="12851" y="2285"/>
                </a:moveTo>
                <a:lnTo>
                  <a:pt x="13671" y="4985"/>
                </a:lnTo>
                <a:lnTo>
                  <a:pt x="13944" y="7685"/>
                </a:lnTo>
                <a:lnTo>
                  <a:pt x="13671" y="10592"/>
                </a:lnTo>
                <a:lnTo>
                  <a:pt x="12851" y="13085"/>
                </a:lnTo>
                <a:lnTo>
                  <a:pt x="10937" y="13500"/>
                </a:lnTo>
                <a:lnTo>
                  <a:pt x="8749" y="13085"/>
                </a:lnTo>
                <a:lnTo>
                  <a:pt x="8203" y="10592"/>
                </a:lnTo>
                <a:lnTo>
                  <a:pt x="7929" y="7685"/>
                </a:lnTo>
                <a:lnTo>
                  <a:pt x="8203" y="4985"/>
                </a:lnTo>
                <a:lnTo>
                  <a:pt x="8749" y="2285"/>
                </a:lnTo>
                <a:lnTo>
                  <a:pt x="10937" y="2077"/>
                </a:lnTo>
                <a:lnTo>
                  <a:pt x="12851" y="2285"/>
                </a:lnTo>
                <a:close/>
                <a:moveTo>
                  <a:pt x="2734" y="7685"/>
                </a:moveTo>
                <a:lnTo>
                  <a:pt x="3008" y="6231"/>
                </a:lnTo>
                <a:lnTo>
                  <a:pt x="3828" y="4985"/>
                </a:lnTo>
                <a:lnTo>
                  <a:pt x="4922" y="3946"/>
                </a:lnTo>
                <a:lnTo>
                  <a:pt x="6562" y="3115"/>
                </a:lnTo>
                <a:lnTo>
                  <a:pt x="5742" y="5192"/>
                </a:lnTo>
                <a:lnTo>
                  <a:pt x="5742" y="10385"/>
                </a:lnTo>
                <a:lnTo>
                  <a:pt x="6562" y="12462"/>
                </a:lnTo>
                <a:lnTo>
                  <a:pt x="4922" y="11631"/>
                </a:lnTo>
                <a:lnTo>
                  <a:pt x="3828" y="10592"/>
                </a:lnTo>
                <a:lnTo>
                  <a:pt x="3008" y="9346"/>
                </a:lnTo>
                <a:lnTo>
                  <a:pt x="2734" y="7685"/>
                </a:lnTo>
                <a:close/>
                <a:moveTo>
                  <a:pt x="11757" y="18485"/>
                </a:moveTo>
                <a:lnTo>
                  <a:pt x="9843" y="18485"/>
                </a:lnTo>
                <a:lnTo>
                  <a:pt x="7929" y="15162"/>
                </a:lnTo>
                <a:lnTo>
                  <a:pt x="9296" y="15369"/>
                </a:lnTo>
                <a:lnTo>
                  <a:pt x="12577" y="15369"/>
                </a:lnTo>
                <a:lnTo>
                  <a:pt x="13944" y="15162"/>
                </a:lnTo>
                <a:lnTo>
                  <a:pt x="11757" y="1848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4" name="Google Shape;2264;p51"/>
          <p:cNvSpPr/>
          <p:nvPr/>
        </p:nvSpPr>
        <p:spPr>
          <a:xfrm>
            <a:off x="10481733" y="2700866"/>
            <a:ext cx="1311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5" name="Google Shape;2265;p51"/>
          <p:cNvSpPr/>
          <p:nvPr/>
        </p:nvSpPr>
        <p:spPr>
          <a:xfrm>
            <a:off x="10312400" y="2738967"/>
            <a:ext cx="469908" cy="364068"/>
          </a:xfrm>
          <a:custGeom>
            <a:rect b="b" l="l" r="r" t="t"/>
            <a:pathLst>
              <a:path extrusionOk="0" h="21600" w="21600">
                <a:moveTo>
                  <a:pt x="21204" y="5400"/>
                </a:moveTo>
                <a:lnTo>
                  <a:pt x="20213" y="4114"/>
                </a:lnTo>
                <a:lnTo>
                  <a:pt x="19817" y="3857"/>
                </a:lnTo>
                <a:lnTo>
                  <a:pt x="13673" y="3857"/>
                </a:lnTo>
                <a:lnTo>
                  <a:pt x="13475" y="2314"/>
                </a:lnTo>
                <a:lnTo>
                  <a:pt x="11890" y="257"/>
                </a:lnTo>
                <a:lnTo>
                  <a:pt x="10701" y="0"/>
                </a:lnTo>
                <a:lnTo>
                  <a:pt x="9512" y="257"/>
                </a:lnTo>
                <a:lnTo>
                  <a:pt x="8719" y="1029"/>
                </a:lnTo>
                <a:lnTo>
                  <a:pt x="8125" y="2314"/>
                </a:lnTo>
                <a:lnTo>
                  <a:pt x="7927" y="3857"/>
                </a:lnTo>
                <a:lnTo>
                  <a:pt x="1783" y="3857"/>
                </a:lnTo>
                <a:lnTo>
                  <a:pt x="1189" y="4114"/>
                </a:lnTo>
                <a:lnTo>
                  <a:pt x="793" y="4886"/>
                </a:lnTo>
                <a:lnTo>
                  <a:pt x="198" y="5400"/>
                </a:lnTo>
                <a:lnTo>
                  <a:pt x="0" y="6429"/>
                </a:lnTo>
                <a:lnTo>
                  <a:pt x="0" y="7971"/>
                </a:lnTo>
                <a:lnTo>
                  <a:pt x="594" y="9000"/>
                </a:lnTo>
                <a:lnTo>
                  <a:pt x="1189" y="9771"/>
                </a:lnTo>
                <a:lnTo>
                  <a:pt x="2180" y="10543"/>
                </a:lnTo>
                <a:lnTo>
                  <a:pt x="8521" y="12343"/>
                </a:lnTo>
                <a:lnTo>
                  <a:pt x="8719" y="15171"/>
                </a:lnTo>
                <a:lnTo>
                  <a:pt x="7927" y="15171"/>
                </a:lnTo>
                <a:lnTo>
                  <a:pt x="6539" y="15686"/>
                </a:lnTo>
                <a:lnTo>
                  <a:pt x="5152" y="17486"/>
                </a:lnTo>
                <a:lnTo>
                  <a:pt x="4954" y="19029"/>
                </a:lnTo>
                <a:lnTo>
                  <a:pt x="4954" y="21086"/>
                </a:lnTo>
                <a:lnTo>
                  <a:pt x="5350" y="21600"/>
                </a:lnTo>
                <a:lnTo>
                  <a:pt x="16051" y="21600"/>
                </a:lnTo>
                <a:lnTo>
                  <a:pt x="16448" y="21343"/>
                </a:lnTo>
                <a:lnTo>
                  <a:pt x="16646" y="21086"/>
                </a:lnTo>
                <a:lnTo>
                  <a:pt x="16646" y="19029"/>
                </a:lnTo>
                <a:lnTo>
                  <a:pt x="16448" y="17486"/>
                </a:lnTo>
                <a:lnTo>
                  <a:pt x="15655" y="16457"/>
                </a:lnTo>
                <a:lnTo>
                  <a:pt x="14862" y="15686"/>
                </a:lnTo>
                <a:lnTo>
                  <a:pt x="13673" y="15171"/>
                </a:lnTo>
                <a:lnTo>
                  <a:pt x="12683" y="15171"/>
                </a:lnTo>
                <a:lnTo>
                  <a:pt x="12881" y="12343"/>
                </a:lnTo>
                <a:lnTo>
                  <a:pt x="19618" y="10543"/>
                </a:lnTo>
                <a:lnTo>
                  <a:pt x="20213" y="9771"/>
                </a:lnTo>
                <a:lnTo>
                  <a:pt x="21006" y="9000"/>
                </a:lnTo>
                <a:lnTo>
                  <a:pt x="21204" y="7971"/>
                </a:lnTo>
                <a:lnTo>
                  <a:pt x="21600" y="7457"/>
                </a:lnTo>
                <a:lnTo>
                  <a:pt x="21600" y="6429"/>
                </a:lnTo>
                <a:lnTo>
                  <a:pt x="21204" y="5400"/>
                </a:lnTo>
                <a:close/>
                <a:moveTo>
                  <a:pt x="2774" y="7971"/>
                </a:moveTo>
                <a:lnTo>
                  <a:pt x="1982" y="7457"/>
                </a:lnTo>
                <a:lnTo>
                  <a:pt x="1982" y="6686"/>
                </a:lnTo>
                <a:lnTo>
                  <a:pt x="2180" y="6429"/>
                </a:lnTo>
                <a:lnTo>
                  <a:pt x="8125" y="6429"/>
                </a:lnTo>
                <a:lnTo>
                  <a:pt x="8323" y="9514"/>
                </a:lnTo>
                <a:lnTo>
                  <a:pt x="2774" y="7971"/>
                </a:lnTo>
                <a:close/>
                <a:moveTo>
                  <a:pt x="13673" y="17743"/>
                </a:moveTo>
                <a:lnTo>
                  <a:pt x="14268" y="17743"/>
                </a:lnTo>
                <a:lnTo>
                  <a:pt x="14466" y="18257"/>
                </a:lnTo>
                <a:lnTo>
                  <a:pt x="14664" y="18514"/>
                </a:lnTo>
                <a:lnTo>
                  <a:pt x="14664" y="19029"/>
                </a:lnTo>
                <a:lnTo>
                  <a:pt x="6936" y="19029"/>
                </a:lnTo>
                <a:lnTo>
                  <a:pt x="6936" y="18514"/>
                </a:lnTo>
                <a:lnTo>
                  <a:pt x="7134" y="18257"/>
                </a:lnTo>
                <a:lnTo>
                  <a:pt x="7332" y="17743"/>
                </a:lnTo>
                <a:lnTo>
                  <a:pt x="13673" y="17743"/>
                </a:lnTo>
                <a:close/>
                <a:moveTo>
                  <a:pt x="10701" y="15171"/>
                </a:moveTo>
                <a:lnTo>
                  <a:pt x="9710" y="3857"/>
                </a:lnTo>
                <a:lnTo>
                  <a:pt x="9710" y="3343"/>
                </a:lnTo>
                <a:lnTo>
                  <a:pt x="10305" y="2571"/>
                </a:lnTo>
                <a:lnTo>
                  <a:pt x="11295" y="2571"/>
                </a:lnTo>
                <a:lnTo>
                  <a:pt x="11494" y="2829"/>
                </a:lnTo>
                <a:lnTo>
                  <a:pt x="11692" y="3857"/>
                </a:lnTo>
                <a:lnTo>
                  <a:pt x="10701" y="15171"/>
                </a:lnTo>
                <a:close/>
                <a:moveTo>
                  <a:pt x="19618" y="7457"/>
                </a:moveTo>
                <a:lnTo>
                  <a:pt x="19024" y="7971"/>
                </a:lnTo>
                <a:lnTo>
                  <a:pt x="13277" y="9514"/>
                </a:lnTo>
                <a:lnTo>
                  <a:pt x="13475" y="6429"/>
                </a:lnTo>
                <a:lnTo>
                  <a:pt x="19222" y="6429"/>
                </a:lnTo>
                <a:lnTo>
                  <a:pt x="19618" y="6686"/>
                </a:lnTo>
                <a:lnTo>
                  <a:pt x="19618" y="745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6" name="Google Shape;2266;p51"/>
          <p:cNvSpPr/>
          <p:nvPr/>
        </p:nvSpPr>
        <p:spPr>
          <a:xfrm>
            <a:off x="2184399" y="3856567"/>
            <a:ext cx="182034" cy="38124"/>
          </a:xfrm>
          <a:custGeom>
            <a:rect b="b" l="l" r="r" t="t"/>
            <a:pathLst>
              <a:path extrusionOk="0" h="21600" w="21600">
                <a:moveTo>
                  <a:pt x="1964" y="21600"/>
                </a:moveTo>
                <a:lnTo>
                  <a:pt x="20127" y="21600"/>
                </a:lnTo>
                <a:lnTo>
                  <a:pt x="21600" y="15120"/>
                </a:lnTo>
                <a:lnTo>
                  <a:pt x="21600" y="4320"/>
                </a:lnTo>
                <a:lnTo>
                  <a:pt x="21109" y="2160"/>
                </a:lnTo>
                <a:lnTo>
                  <a:pt x="20127" y="0"/>
                </a:lnTo>
                <a:lnTo>
                  <a:pt x="982" y="0"/>
                </a:lnTo>
                <a:lnTo>
                  <a:pt x="0" y="4320"/>
                </a:lnTo>
                <a:lnTo>
                  <a:pt x="0" y="15120"/>
                </a:lnTo>
                <a:lnTo>
                  <a:pt x="491" y="17280"/>
                </a:lnTo>
                <a:lnTo>
                  <a:pt x="982" y="21600"/>
                </a:lnTo>
                <a:lnTo>
                  <a:pt x="1964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7" name="Google Shape;2267;p51"/>
          <p:cNvSpPr/>
          <p:nvPr/>
        </p:nvSpPr>
        <p:spPr>
          <a:xfrm>
            <a:off x="2442634" y="4013200"/>
            <a:ext cx="118530" cy="114318"/>
          </a:xfrm>
          <a:custGeom>
            <a:rect b="b" l="l" r="r" t="t"/>
            <a:pathLst>
              <a:path extrusionOk="0" h="21600" w="21600">
                <a:moveTo>
                  <a:pt x="3086" y="13292"/>
                </a:moveTo>
                <a:lnTo>
                  <a:pt x="0" y="13292"/>
                </a:lnTo>
                <a:lnTo>
                  <a:pt x="771" y="16615"/>
                </a:lnTo>
                <a:lnTo>
                  <a:pt x="3857" y="19108"/>
                </a:lnTo>
                <a:lnTo>
                  <a:pt x="6943" y="20769"/>
                </a:lnTo>
                <a:lnTo>
                  <a:pt x="10800" y="21600"/>
                </a:lnTo>
                <a:lnTo>
                  <a:pt x="15429" y="20769"/>
                </a:lnTo>
                <a:lnTo>
                  <a:pt x="17743" y="17446"/>
                </a:lnTo>
                <a:lnTo>
                  <a:pt x="20829" y="14123"/>
                </a:lnTo>
                <a:lnTo>
                  <a:pt x="21600" y="9138"/>
                </a:lnTo>
                <a:lnTo>
                  <a:pt x="21600" y="5815"/>
                </a:lnTo>
                <a:lnTo>
                  <a:pt x="20829" y="4154"/>
                </a:lnTo>
                <a:lnTo>
                  <a:pt x="17743" y="0"/>
                </a:lnTo>
                <a:lnTo>
                  <a:pt x="16200" y="4985"/>
                </a:lnTo>
                <a:lnTo>
                  <a:pt x="12343" y="9138"/>
                </a:lnTo>
                <a:lnTo>
                  <a:pt x="8486" y="12462"/>
                </a:lnTo>
                <a:lnTo>
                  <a:pt x="3086" y="1329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8" name="Google Shape;2268;p51"/>
          <p:cNvSpPr/>
          <p:nvPr/>
        </p:nvSpPr>
        <p:spPr>
          <a:xfrm>
            <a:off x="2133599" y="3763434"/>
            <a:ext cx="427572" cy="300564"/>
          </a:xfrm>
          <a:custGeom>
            <a:rect b="b" l="l" r="r" t="t"/>
            <a:pathLst>
              <a:path extrusionOk="0" h="21600" w="21600">
                <a:moveTo>
                  <a:pt x="19396" y="10330"/>
                </a:moveTo>
                <a:lnTo>
                  <a:pt x="19396" y="4696"/>
                </a:lnTo>
                <a:lnTo>
                  <a:pt x="19176" y="2817"/>
                </a:lnTo>
                <a:lnTo>
                  <a:pt x="18514" y="1565"/>
                </a:lnTo>
                <a:lnTo>
                  <a:pt x="17633" y="313"/>
                </a:lnTo>
                <a:lnTo>
                  <a:pt x="16310" y="0"/>
                </a:lnTo>
                <a:lnTo>
                  <a:pt x="14106" y="0"/>
                </a:lnTo>
                <a:lnTo>
                  <a:pt x="14106" y="3130"/>
                </a:lnTo>
                <a:lnTo>
                  <a:pt x="16751" y="3130"/>
                </a:lnTo>
                <a:lnTo>
                  <a:pt x="16971" y="3443"/>
                </a:lnTo>
                <a:lnTo>
                  <a:pt x="17412" y="3757"/>
                </a:lnTo>
                <a:lnTo>
                  <a:pt x="17412" y="17843"/>
                </a:lnTo>
                <a:lnTo>
                  <a:pt x="16971" y="18157"/>
                </a:lnTo>
                <a:lnTo>
                  <a:pt x="16751" y="18470"/>
                </a:lnTo>
                <a:lnTo>
                  <a:pt x="10800" y="18470"/>
                </a:lnTo>
                <a:lnTo>
                  <a:pt x="10800" y="11583"/>
                </a:lnTo>
                <a:lnTo>
                  <a:pt x="10580" y="11270"/>
                </a:lnTo>
                <a:lnTo>
                  <a:pt x="10359" y="10643"/>
                </a:lnTo>
                <a:lnTo>
                  <a:pt x="4188" y="10643"/>
                </a:lnTo>
                <a:lnTo>
                  <a:pt x="3086" y="11583"/>
                </a:lnTo>
                <a:lnTo>
                  <a:pt x="2424" y="11896"/>
                </a:lnTo>
                <a:lnTo>
                  <a:pt x="661" y="14400"/>
                </a:lnTo>
                <a:lnTo>
                  <a:pt x="441" y="15339"/>
                </a:lnTo>
                <a:lnTo>
                  <a:pt x="0" y="16904"/>
                </a:lnTo>
                <a:lnTo>
                  <a:pt x="0" y="21600"/>
                </a:lnTo>
                <a:lnTo>
                  <a:pt x="16310" y="21600"/>
                </a:lnTo>
                <a:lnTo>
                  <a:pt x="17633" y="21287"/>
                </a:lnTo>
                <a:lnTo>
                  <a:pt x="18514" y="20035"/>
                </a:lnTo>
                <a:lnTo>
                  <a:pt x="19176" y="18783"/>
                </a:lnTo>
                <a:lnTo>
                  <a:pt x="19396" y="16904"/>
                </a:lnTo>
                <a:lnTo>
                  <a:pt x="19396" y="14400"/>
                </a:lnTo>
                <a:lnTo>
                  <a:pt x="21600" y="15339"/>
                </a:lnTo>
                <a:lnTo>
                  <a:pt x="21600" y="9391"/>
                </a:lnTo>
                <a:lnTo>
                  <a:pt x="19396" y="10330"/>
                </a:lnTo>
                <a:close/>
                <a:moveTo>
                  <a:pt x="2204" y="18470"/>
                </a:moveTo>
                <a:lnTo>
                  <a:pt x="2424" y="16591"/>
                </a:lnTo>
                <a:lnTo>
                  <a:pt x="3086" y="15339"/>
                </a:lnTo>
                <a:lnTo>
                  <a:pt x="3967" y="14400"/>
                </a:lnTo>
                <a:lnTo>
                  <a:pt x="5290" y="13774"/>
                </a:lnTo>
                <a:lnTo>
                  <a:pt x="8596" y="13774"/>
                </a:lnTo>
                <a:lnTo>
                  <a:pt x="8596" y="18470"/>
                </a:lnTo>
                <a:lnTo>
                  <a:pt x="2204" y="1847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9" name="Google Shape;2269;p51"/>
          <p:cNvSpPr/>
          <p:nvPr/>
        </p:nvSpPr>
        <p:spPr>
          <a:xfrm>
            <a:off x="2184399" y="4089400"/>
            <a:ext cx="114318" cy="38124"/>
          </a:xfrm>
          <a:custGeom>
            <a:rect b="b" l="l" r="r" t="t"/>
            <a:pathLst>
              <a:path extrusionOk="0" h="21600" w="21600">
                <a:moveTo>
                  <a:pt x="10400" y="21600"/>
                </a:moveTo>
                <a:lnTo>
                  <a:pt x="14400" y="19440"/>
                </a:lnTo>
                <a:lnTo>
                  <a:pt x="17600" y="15120"/>
                </a:lnTo>
                <a:lnTo>
                  <a:pt x="20800" y="8640"/>
                </a:lnTo>
                <a:lnTo>
                  <a:pt x="21600" y="0"/>
                </a:lnTo>
                <a:lnTo>
                  <a:pt x="0" y="0"/>
                </a:lnTo>
                <a:lnTo>
                  <a:pt x="800" y="8640"/>
                </a:lnTo>
                <a:lnTo>
                  <a:pt x="4000" y="15120"/>
                </a:lnTo>
                <a:lnTo>
                  <a:pt x="6400" y="19440"/>
                </a:lnTo>
                <a:lnTo>
                  <a:pt x="104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0" name="Google Shape;2270;p51"/>
          <p:cNvSpPr/>
          <p:nvPr/>
        </p:nvSpPr>
        <p:spPr>
          <a:xfrm>
            <a:off x="1223434" y="4025901"/>
            <a:ext cx="38124" cy="38124"/>
          </a:xfrm>
          <a:custGeom>
            <a:rect b="b" l="l" r="r" t="t"/>
            <a:pathLst>
              <a:path extrusionOk="0" h="21600" w="21600">
                <a:moveTo>
                  <a:pt x="9600" y="21600"/>
                </a:moveTo>
                <a:lnTo>
                  <a:pt x="1680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200" y="2160"/>
                </a:lnTo>
                <a:lnTo>
                  <a:pt x="16800" y="0"/>
                </a:lnTo>
                <a:lnTo>
                  <a:pt x="4800" y="0"/>
                </a:lnTo>
                <a:lnTo>
                  <a:pt x="2400" y="2160"/>
                </a:lnTo>
                <a:lnTo>
                  <a:pt x="0" y="6480"/>
                </a:lnTo>
                <a:lnTo>
                  <a:pt x="0" y="17280"/>
                </a:lnTo>
                <a:lnTo>
                  <a:pt x="4800" y="21600"/>
                </a:lnTo>
                <a:lnTo>
                  <a:pt x="96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1" name="Google Shape;2271;p51"/>
          <p:cNvSpPr/>
          <p:nvPr/>
        </p:nvSpPr>
        <p:spPr>
          <a:xfrm>
            <a:off x="1392767" y="4025901"/>
            <a:ext cx="38124" cy="3812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5120" y="21600"/>
                </a:lnTo>
                <a:lnTo>
                  <a:pt x="19440" y="1944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2160"/>
                </a:lnTo>
                <a:lnTo>
                  <a:pt x="15120" y="0"/>
                </a:lnTo>
                <a:lnTo>
                  <a:pt x="4320" y="0"/>
                </a:lnTo>
                <a:lnTo>
                  <a:pt x="2160" y="2160"/>
                </a:lnTo>
                <a:lnTo>
                  <a:pt x="0" y="6480"/>
                </a:lnTo>
                <a:lnTo>
                  <a:pt x="0" y="17280"/>
                </a:lnTo>
                <a:lnTo>
                  <a:pt x="432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2" name="Google Shape;2272;p51"/>
          <p:cNvSpPr/>
          <p:nvPr/>
        </p:nvSpPr>
        <p:spPr>
          <a:xfrm>
            <a:off x="1519767" y="3856567"/>
            <a:ext cx="42300" cy="762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273" name="Google Shape;2273;p51"/>
          <p:cNvSpPr/>
          <p:nvPr/>
        </p:nvSpPr>
        <p:spPr>
          <a:xfrm>
            <a:off x="1092199" y="3856567"/>
            <a:ext cx="38100" cy="762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274" name="Google Shape;2274;p51"/>
          <p:cNvSpPr/>
          <p:nvPr/>
        </p:nvSpPr>
        <p:spPr>
          <a:xfrm>
            <a:off x="1155700" y="3738034"/>
            <a:ext cx="338688" cy="427572"/>
          </a:xfrm>
          <a:custGeom>
            <a:rect b="b" l="l" r="r" t="t"/>
            <a:pathLst>
              <a:path extrusionOk="0" h="21600" w="21600">
                <a:moveTo>
                  <a:pt x="18866" y="0"/>
                </a:moveTo>
                <a:lnTo>
                  <a:pt x="2734" y="0"/>
                </a:lnTo>
                <a:lnTo>
                  <a:pt x="547" y="436"/>
                </a:lnTo>
                <a:lnTo>
                  <a:pt x="0" y="2182"/>
                </a:lnTo>
                <a:lnTo>
                  <a:pt x="0" y="19418"/>
                </a:lnTo>
                <a:lnTo>
                  <a:pt x="273" y="20073"/>
                </a:lnTo>
                <a:lnTo>
                  <a:pt x="547" y="20945"/>
                </a:lnTo>
                <a:lnTo>
                  <a:pt x="1641" y="21164"/>
                </a:lnTo>
                <a:lnTo>
                  <a:pt x="2734" y="21600"/>
                </a:lnTo>
                <a:lnTo>
                  <a:pt x="3554" y="21164"/>
                </a:lnTo>
                <a:lnTo>
                  <a:pt x="4648" y="20945"/>
                </a:lnTo>
                <a:lnTo>
                  <a:pt x="4922" y="20073"/>
                </a:lnTo>
                <a:lnTo>
                  <a:pt x="5195" y="19418"/>
                </a:lnTo>
                <a:lnTo>
                  <a:pt x="16132" y="19418"/>
                </a:lnTo>
                <a:lnTo>
                  <a:pt x="16405" y="20073"/>
                </a:lnTo>
                <a:lnTo>
                  <a:pt x="16678" y="20945"/>
                </a:lnTo>
                <a:lnTo>
                  <a:pt x="17772" y="21164"/>
                </a:lnTo>
                <a:lnTo>
                  <a:pt x="18866" y="21600"/>
                </a:lnTo>
                <a:lnTo>
                  <a:pt x="19686" y="21164"/>
                </a:lnTo>
                <a:lnTo>
                  <a:pt x="20780" y="20945"/>
                </a:lnTo>
                <a:lnTo>
                  <a:pt x="21053" y="20073"/>
                </a:lnTo>
                <a:lnTo>
                  <a:pt x="21600" y="19418"/>
                </a:lnTo>
                <a:lnTo>
                  <a:pt x="21600" y="2182"/>
                </a:lnTo>
                <a:lnTo>
                  <a:pt x="21053" y="1309"/>
                </a:lnTo>
                <a:lnTo>
                  <a:pt x="20780" y="436"/>
                </a:lnTo>
                <a:lnTo>
                  <a:pt x="19686" y="218"/>
                </a:lnTo>
                <a:lnTo>
                  <a:pt x="18866" y="0"/>
                </a:lnTo>
                <a:close/>
                <a:moveTo>
                  <a:pt x="2734" y="6545"/>
                </a:moveTo>
                <a:lnTo>
                  <a:pt x="18866" y="6545"/>
                </a:lnTo>
                <a:lnTo>
                  <a:pt x="18866" y="10691"/>
                </a:lnTo>
                <a:lnTo>
                  <a:pt x="2734" y="10691"/>
                </a:lnTo>
                <a:lnTo>
                  <a:pt x="2734" y="6545"/>
                </a:lnTo>
                <a:close/>
                <a:moveTo>
                  <a:pt x="18866" y="17236"/>
                </a:moveTo>
                <a:lnTo>
                  <a:pt x="2734" y="17236"/>
                </a:lnTo>
                <a:lnTo>
                  <a:pt x="2734" y="12873"/>
                </a:lnTo>
                <a:lnTo>
                  <a:pt x="18866" y="12873"/>
                </a:lnTo>
                <a:lnTo>
                  <a:pt x="18866" y="17236"/>
                </a:lnTo>
                <a:close/>
                <a:moveTo>
                  <a:pt x="2734" y="4364"/>
                </a:moveTo>
                <a:lnTo>
                  <a:pt x="2734" y="2182"/>
                </a:lnTo>
                <a:lnTo>
                  <a:pt x="18866" y="2182"/>
                </a:lnTo>
                <a:lnTo>
                  <a:pt x="18866" y="4364"/>
                </a:lnTo>
                <a:lnTo>
                  <a:pt x="2734" y="436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5" name="Google Shape;2275;p51"/>
          <p:cNvSpPr/>
          <p:nvPr/>
        </p:nvSpPr>
        <p:spPr>
          <a:xfrm>
            <a:off x="3158066" y="3738034"/>
            <a:ext cx="427572" cy="414882"/>
          </a:xfrm>
          <a:custGeom>
            <a:rect b="b" l="l" r="r" t="t"/>
            <a:pathLst>
              <a:path extrusionOk="0" h="21600" w="21600">
                <a:moveTo>
                  <a:pt x="20509" y="11719"/>
                </a:moveTo>
                <a:lnTo>
                  <a:pt x="20509" y="6894"/>
                </a:lnTo>
                <a:lnTo>
                  <a:pt x="18327" y="6894"/>
                </a:lnTo>
                <a:lnTo>
                  <a:pt x="18327" y="11260"/>
                </a:lnTo>
                <a:lnTo>
                  <a:pt x="17236" y="11260"/>
                </a:lnTo>
                <a:lnTo>
                  <a:pt x="17236" y="4596"/>
                </a:lnTo>
                <a:lnTo>
                  <a:pt x="16800" y="2757"/>
                </a:lnTo>
                <a:lnTo>
                  <a:pt x="15927" y="2528"/>
                </a:lnTo>
                <a:lnTo>
                  <a:pt x="15273" y="2298"/>
                </a:lnTo>
                <a:lnTo>
                  <a:pt x="14182" y="2298"/>
                </a:lnTo>
                <a:lnTo>
                  <a:pt x="14182" y="0"/>
                </a:lnTo>
                <a:lnTo>
                  <a:pt x="7636" y="0"/>
                </a:lnTo>
                <a:lnTo>
                  <a:pt x="7636" y="2298"/>
                </a:lnTo>
                <a:lnTo>
                  <a:pt x="6545" y="2298"/>
                </a:lnTo>
                <a:lnTo>
                  <a:pt x="5673" y="2528"/>
                </a:lnTo>
                <a:lnTo>
                  <a:pt x="5018" y="2757"/>
                </a:lnTo>
                <a:lnTo>
                  <a:pt x="4582" y="3677"/>
                </a:lnTo>
                <a:lnTo>
                  <a:pt x="4364" y="4596"/>
                </a:lnTo>
                <a:lnTo>
                  <a:pt x="4364" y="11260"/>
                </a:lnTo>
                <a:lnTo>
                  <a:pt x="3273" y="11260"/>
                </a:lnTo>
                <a:lnTo>
                  <a:pt x="3273" y="6894"/>
                </a:lnTo>
                <a:lnTo>
                  <a:pt x="1091" y="6894"/>
                </a:lnTo>
                <a:lnTo>
                  <a:pt x="1091" y="11719"/>
                </a:lnTo>
                <a:lnTo>
                  <a:pt x="436" y="12409"/>
                </a:lnTo>
                <a:lnTo>
                  <a:pt x="0" y="13557"/>
                </a:lnTo>
                <a:lnTo>
                  <a:pt x="0" y="18613"/>
                </a:lnTo>
                <a:lnTo>
                  <a:pt x="655" y="19302"/>
                </a:lnTo>
                <a:lnTo>
                  <a:pt x="2182" y="19302"/>
                </a:lnTo>
                <a:lnTo>
                  <a:pt x="2618" y="20221"/>
                </a:lnTo>
                <a:lnTo>
                  <a:pt x="2836" y="20911"/>
                </a:lnTo>
                <a:lnTo>
                  <a:pt x="3491" y="21140"/>
                </a:lnTo>
                <a:lnTo>
                  <a:pt x="4364" y="21600"/>
                </a:lnTo>
                <a:lnTo>
                  <a:pt x="5236" y="21140"/>
                </a:lnTo>
                <a:lnTo>
                  <a:pt x="6109" y="20911"/>
                </a:lnTo>
                <a:lnTo>
                  <a:pt x="6327" y="20221"/>
                </a:lnTo>
                <a:lnTo>
                  <a:pt x="6545" y="19302"/>
                </a:lnTo>
                <a:lnTo>
                  <a:pt x="15273" y="19302"/>
                </a:lnTo>
                <a:lnTo>
                  <a:pt x="15491" y="20221"/>
                </a:lnTo>
                <a:lnTo>
                  <a:pt x="15709" y="20911"/>
                </a:lnTo>
                <a:lnTo>
                  <a:pt x="16582" y="21140"/>
                </a:lnTo>
                <a:lnTo>
                  <a:pt x="17236" y="21600"/>
                </a:lnTo>
                <a:lnTo>
                  <a:pt x="18109" y="21140"/>
                </a:lnTo>
                <a:lnTo>
                  <a:pt x="18982" y="20911"/>
                </a:lnTo>
                <a:lnTo>
                  <a:pt x="19200" y="20221"/>
                </a:lnTo>
                <a:lnTo>
                  <a:pt x="19418" y="19302"/>
                </a:lnTo>
                <a:lnTo>
                  <a:pt x="21164" y="19302"/>
                </a:lnTo>
                <a:lnTo>
                  <a:pt x="21382" y="19072"/>
                </a:lnTo>
                <a:lnTo>
                  <a:pt x="21600" y="18613"/>
                </a:lnTo>
                <a:lnTo>
                  <a:pt x="21600" y="13557"/>
                </a:lnTo>
                <a:lnTo>
                  <a:pt x="21382" y="12409"/>
                </a:lnTo>
                <a:lnTo>
                  <a:pt x="20509" y="11719"/>
                </a:lnTo>
                <a:close/>
                <a:moveTo>
                  <a:pt x="15273" y="4596"/>
                </a:moveTo>
                <a:lnTo>
                  <a:pt x="15273" y="8043"/>
                </a:lnTo>
                <a:lnTo>
                  <a:pt x="6545" y="8043"/>
                </a:lnTo>
                <a:lnTo>
                  <a:pt x="6545" y="4596"/>
                </a:lnTo>
                <a:lnTo>
                  <a:pt x="15273" y="4596"/>
                </a:lnTo>
                <a:close/>
                <a:moveTo>
                  <a:pt x="2182" y="17004"/>
                </a:moveTo>
                <a:lnTo>
                  <a:pt x="2182" y="13557"/>
                </a:lnTo>
                <a:lnTo>
                  <a:pt x="4364" y="13557"/>
                </a:lnTo>
                <a:lnTo>
                  <a:pt x="4364" y="17004"/>
                </a:lnTo>
                <a:lnTo>
                  <a:pt x="2182" y="17004"/>
                </a:lnTo>
                <a:close/>
                <a:moveTo>
                  <a:pt x="6545" y="17004"/>
                </a:moveTo>
                <a:lnTo>
                  <a:pt x="6545" y="10111"/>
                </a:lnTo>
                <a:lnTo>
                  <a:pt x="15273" y="10111"/>
                </a:lnTo>
                <a:lnTo>
                  <a:pt x="15273" y="17004"/>
                </a:lnTo>
                <a:lnTo>
                  <a:pt x="6545" y="17004"/>
                </a:lnTo>
                <a:close/>
                <a:moveTo>
                  <a:pt x="19418" y="17004"/>
                </a:moveTo>
                <a:lnTo>
                  <a:pt x="17236" y="17004"/>
                </a:lnTo>
                <a:lnTo>
                  <a:pt x="17236" y="13557"/>
                </a:lnTo>
                <a:lnTo>
                  <a:pt x="19418" y="13557"/>
                </a:lnTo>
                <a:lnTo>
                  <a:pt x="19418" y="1700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6" name="Google Shape;2276;p51"/>
          <p:cNvSpPr/>
          <p:nvPr/>
        </p:nvSpPr>
        <p:spPr>
          <a:xfrm>
            <a:off x="3314701" y="3958167"/>
            <a:ext cx="38100" cy="804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277" name="Google Shape;2277;p51"/>
          <p:cNvSpPr/>
          <p:nvPr/>
        </p:nvSpPr>
        <p:spPr>
          <a:xfrm>
            <a:off x="3390901" y="3958167"/>
            <a:ext cx="50700" cy="804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278" name="Google Shape;2278;p51"/>
          <p:cNvSpPr/>
          <p:nvPr/>
        </p:nvSpPr>
        <p:spPr>
          <a:xfrm>
            <a:off x="4182533" y="3831167"/>
            <a:ext cx="431784" cy="321732"/>
          </a:xfrm>
          <a:custGeom>
            <a:rect b="b" l="l" r="r" t="t"/>
            <a:pathLst>
              <a:path extrusionOk="0" h="21600" w="21600">
                <a:moveTo>
                  <a:pt x="12000" y="0"/>
                </a:moveTo>
                <a:lnTo>
                  <a:pt x="10473" y="0"/>
                </a:lnTo>
                <a:lnTo>
                  <a:pt x="9164" y="584"/>
                </a:lnTo>
                <a:lnTo>
                  <a:pt x="6982" y="2335"/>
                </a:lnTo>
                <a:lnTo>
                  <a:pt x="5891" y="3503"/>
                </a:lnTo>
                <a:lnTo>
                  <a:pt x="5236" y="5254"/>
                </a:lnTo>
                <a:lnTo>
                  <a:pt x="4582" y="6714"/>
                </a:lnTo>
                <a:lnTo>
                  <a:pt x="4364" y="8465"/>
                </a:lnTo>
                <a:lnTo>
                  <a:pt x="3491" y="8465"/>
                </a:lnTo>
                <a:lnTo>
                  <a:pt x="2836" y="9049"/>
                </a:lnTo>
                <a:lnTo>
                  <a:pt x="1309" y="10216"/>
                </a:lnTo>
                <a:lnTo>
                  <a:pt x="218" y="12259"/>
                </a:lnTo>
                <a:lnTo>
                  <a:pt x="0" y="13135"/>
                </a:lnTo>
                <a:lnTo>
                  <a:pt x="0" y="17805"/>
                </a:lnTo>
                <a:lnTo>
                  <a:pt x="218" y="18389"/>
                </a:lnTo>
                <a:lnTo>
                  <a:pt x="655" y="18681"/>
                </a:lnTo>
                <a:lnTo>
                  <a:pt x="3491" y="18681"/>
                </a:lnTo>
                <a:lnTo>
                  <a:pt x="3927" y="19849"/>
                </a:lnTo>
                <a:lnTo>
                  <a:pt x="4582" y="20724"/>
                </a:lnTo>
                <a:lnTo>
                  <a:pt x="5455" y="21016"/>
                </a:lnTo>
                <a:lnTo>
                  <a:pt x="6545" y="21600"/>
                </a:lnTo>
                <a:lnTo>
                  <a:pt x="7636" y="21016"/>
                </a:lnTo>
                <a:lnTo>
                  <a:pt x="8291" y="20724"/>
                </a:lnTo>
                <a:lnTo>
                  <a:pt x="9164" y="19849"/>
                </a:lnTo>
                <a:lnTo>
                  <a:pt x="9382" y="18681"/>
                </a:lnTo>
                <a:lnTo>
                  <a:pt x="13309" y="18681"/>
                </a:lnTo>
                <a:lnTo>
                  <a:pt x="13527" y="19849"/>
                </a:lnTo>
                <a:lnTo>
                  <a:pt x="14400" y="20724"/>
                </a:lnTo>
                <a:lnTo>
                  <a:pt x="15055" y="21016"/>
                </a:lnTo>
                <a:lnTo>
                  <a:pt x="16145" y="21600"/>
                </a:lnTo>
                <a:lnTo>
                  <a:pt x="17236" y="21016"/>
                </a:lnTo>
                <a:lnTo>
                  <a:pt x="18109" y="20724"/>
                </a:lnTo>
                <a:lnTo>
                  <a:pt x="18982" y="19849"/>
                </a:lnTo>
                <a:lnTo>
                  <a:pt x="19200" y="18681"/>
                </a:lnTo>
                <a:lnTo>
                  <a:pt x="20945" y="18681"/>
                </a:lnTo>
                <a:lnTo>
                  <a:pt x="21382" y="18389"/>
                </a:lnTo>
                <a:lnTo>
                  <a:pt x="21600" y="17805"/>
                </a:lnTo>
                <a:lnTo>
                  <a:pt x="21600" y="12843"/>
                </a:lnTo>
                <a:lnTo>
                  <a:pt x="21382" y="10216"/>
                </a:lnTo>
                <a:lnTo>
                  <a:pt x="20073" y="5546"/>
                </a:lnTo>
                <a:lnTo>
                  <a:pt x="18545" y="3795"/>
                </a:lnTo>
                <a:lnTo>
                  <a:pt x="17236" y="2043"/>
                </a:lnTo>
                <a:lnTo>
                  <a:pt x="15709" y="876"/>
                </a:lnTo>
                <a:lnTo>
                  <a:pt x="13745" y="292"/>
                </a:lnTo>
                <a:lnTo>
                  <a:pt x="12000" y="0"/>
                </a:lnTo>
                <a:close/>
                <a:moveTo>
                  <a:pt x="18545" y="8465"/>
                </a:moveTo>
                <a:lnTo>
                  <a:pt x="12873" y="8465"/>
                </a:lnTo>
                <a:lnTo>
                  <a:pt x="12873" y="2919"/>
                </a:lnTo>
                <a:lnTo>
                  <a:pt x="14836" y="3503"/>
                </a:lnTo>
                <a:lnTo>
                  <a:pt x="17891" y="6422"/>
                </a:lnTo>
                <a:lnTo>
                  <a:pt x="18545" y="8465"/>
                </a:lnTo>
                <a:close/>
                <a:moveTo>
                  <a:pt x="10909" y="2919"/>
                </a:moveTo>
                <a:lnTo>
                  <a:pt x="10909" y="8465"/>
                </a:lnTo>
                <a:lnTo>
                  <a:pt x="6545" y="8465"/>
                </a:lnTo>
                <a:lnTo>
                  <a:pt x="6982" y="6422"/>
                </a:lnTo>
                <a:lnTo>
                  <a:pt x="9164" y="3503"/>
                </a:lnTo>
                <a:lnTo>
                  <a:pt x="10909" y="2919"/>
                </a:lnTo>
                <a:close/>
                <a:moveTo>
                  <a:pt x="6545" y="18681"/>
                </a:moveTo>
                <a:lnTo>
                  <a:pt x="5891" y="18681"/>
                </a:lnTo>
                <a:lnTo>
                  <a:pt x="5673" y="18389"/>
                </a:lnTo>
                <a:lnTo>
                  <a:pt x="5455" y="17805"/>
                </a:lnTo>
                <a:lnTo>
                  <a:pt x="5455" y="16346"/>
                </a:lnTo>
                <a:lnTo>
                  <a:pt x="5891" y="15762"/>
                </a:lnTo>
                <a:lnTo>
                  <a:pt x="6982" y="15762"/>
                </a:lnTo>
                <a:lnTo>
                  <a:pt x="7418" y="16054"/>
                </a:lnTo>
                <a:lnTo>
                  <a:pt x="7636" y="16346"/>
                </a:lnTo>
                <a:lnTo>
                  <a:pt x="7636" y="17805"/>
                </a:lnTo>
                <a:lnTo>
                  <a:pt x="7418" y="18389"/>
                </a:lnTo>
                <a:lnTo>
                  <a:pt x="6982" y="18681"/>
                </a:lnTo>
                <a:lnTo>
                  <a:pt x="6545" y="18681"/>
                </a:lnTo>
                <a:close/>
                <a:moveTo>
                  <a:pt x="16145" y="18681"/>
                </a:moveTo>
                <a:lnTo>
                  <a:pt x="15709" y="18681"/>
                </a:lnTo>
                <a:lnTo>
                  <a:pt x="15055" y="17805"/>
                </a:lnTo>
                <a:lnTo>
                  <a:pt x="15055" y="16346"/>
                </a:lnTo>
                <a:lnTo>
                  <a:pt x="15491" y="16054"/>
                </a:lnTo>
                <a:lnTo>
                  <a:pt x="15709" y="15762"/>
                </a:lnTo>
                <a:lnTo>
                  <a:pt x="16800" y="15762"/>
                </a:lnTo>
                <a:lnTo>
                  <a:pt x="17236" y="16346"/>
                </a:lnTo>
                <a:lnTo>
                  <a:pt x="17236" y="17805"/>
                </a:lnTo>
                <a:lnTo>
                  <a:pt x="17018" y="18389"/>
                </a:lnTo>
                <a:lnTo>
                  <a:pt x="16800" y="18681"/>
                </a:lnTo>
                <a:lnTo>
                  <a:pt x="16145" y="18681"/>
                </a:lnTo>
                <a:close/>
                <a:moveTo>
                  <a:pt x="19418" y="15762"/>
                </a:moveTo>
                <a:lnTo>
                  <a:pt x="19200" y="15762"/>
                </a:lnTo>
                <a:lnTo>
                  <a:pt x="18982" y="14595"/>
                </a:lnTo>
                <a:lnTo>
                  <a:pt x="18109" y="13719"/>
                </a:lnTo>
                <a:lnTo>
                  <a:pt x="17236" y="13135"/>
                </a:lnTo>
                <a:lnTo>
                  <a:pt x="16145" y="12843"/>
                </a:lnTo>
                <a:lnTo>
                  <a:pt x="15055" y="13135"/>
                </a:lnTo>
                <a:lnTo>
                  <a:pt x="14400" y="13719"/>
                </a:lnTo>
                <a:lnTo>
                  <a:pt x="13527" y="14595"/>
                </a:lnTo>
                <a:lnTo>
                  <a:pt x="13309" y="15762"/>
                </a:lnTo>
                <a:lnTo>
                  <a:pt x="9382" y="15762"/>
                </a:lnTo>
                <a:lnTo>
                  <a:pt x="9164" y="14595"/>
                </a:lnTo>
                <a:lnTo>
                  <a:pt x="8291" y="13719"/>
                </a:lnTo>
                <a:lnTo>
                  <a:pt x="7636" y="13135"/>
                </a:lnTo>
                <a:lnTo>
                  <a:pt x="6545" y="12843"/>
                </a:lnTo>
                <a:lnTo>
                  <a:pt x="5455" y="13135"/>
                </a:lnTo>
                <a:lnTo>
                  <a:pt x="4582" y="13719"/>
                </a:lnTo>
                <a:lnTo>
                  <a:pt x="3927" y="14595"/>
                </a:lnTo>
                <a:lnTo>
                  <a:pt x="3491" y="15762"/>
                </a:lnTo>
                <a:lnTo>
                  <a:pt x="2182" y="15762"/>
                </a:lnTo>
                <a:lnTo>
                  <a:pt x="2182" y="14303"/>
                </a:lnTo>
                <a:lnTo>
                  <a:pt x="2400" y="13135"/>
                </a:lnTo>
                <a:lnTo>
                  <a:pt x="2836" y="12259"/>
                </a:lnTo>
                <a:lnTo>
                  <a:pt x="3491" y="11676"/>
                </a:lnTo>
                <a:lnTo>
                  <a:pt x="4364" y="11384"/>
                </a:lnTo>
                <a:lnTo>
                  <a:pt x="19418" y="11384"/>
                </a:lnTo>
                <a:lnTo>
                  <a:pt x="19418" y="1576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79" name="Google Shape;2279;p51"/>
          <p:cNvGrpSpPr/>
          <p:nvPr/>
        </p:nvGrpSpPr>
        <p:grpSpPr>
          <a:xfrm>
            <a:off x="5211233" y="3725332"/>
            <a:ext cx="402192" cy="469912"/>
            <a:chOff x="-1" y="-1"/>
            <a:chExt cx="402192" cy="469912"/>
          </a:xfrm>
        </p:grpSpPr>
        <p:sp>
          <p:nvSpPr>
            <p:cNvPr id="2280" name="Google Shape;2280;p51"/>
            <p:cNvSpPr/>
            <p:nvPr/>
          </p:nvSpPr>
          <p:spPr>
            <a:xfrm>
              <a:off x="90805" y="-1"/>
              <a:ext cx="246510" cy="169668"/>
            </a:xfrm>
            <a:custGeom>
              <a:rect b="b" l="l" r="r" t="t"/>
              <a:pathLst>
                <a:path extrusionOk="0" h="21600" w="21600">
                  <a:moveTo>
                    <a:pt x="21600" y="16200"/>
                  </a:moveTo>
                  <a:lnTo>
                    <a:pt x="13180" y="16200"/>
                  </a:lnTo>
                  <a:lnTo>
                    <a:pt x="10617" y="10800"/>
                  </a:lnTo>
                  <a:lnTo>
                    <a:pt x="13180" y="5400"/>
                  </a:lnTo>
                  <a:lnTo>
                    <a:pt x="16108" y="5400"/>
                  </a:lnTo>
                  <a:lnTo>
                    <a:pt x="16108" y="0"/>
                  </a:lnTo>
                  <a:lnTo>
                    <a:pt x="5492" y="0"/>
                  </a:lnTo>
                  <a:lnTo>
                    <a:pt x="5492" y="5400"/>
                  </a:lnTo>
                  <a:lnTo>
                    <a:pt x="9885" y="5400"/>
                  </a:lnTo>
                  <a:lnTo>
                    <a:pt x="6956" y="10800"/>
                  </a:lnTo>
                  <a:lnTo>
                    <a:pt x="9885" y="16200"/>
                  </a:lnTo>
                  <a:lnTo>
                    <a:pt x="0" y="1620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620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1" name="Google Shape;2281;p51"/>
            <p:cNvSpPr/>
            <p:nvPr/>
          </p:nvSpPr>
          <p:spPr>
            <a:xfrm>
              <a:off x="-1" y="182739"/>
              <a:ext cx="402192" cy="287172"/>
            </a:xfrm>
            <a:custGeom>
              <a:rect b="b" l="l" r="r" t="t"/>
              <a:pathLst>
                <a:path extrusionOk="0" h="21600" w="21600">
                  <a:moveTo>
                    <a:pt x="21600" y="11631"/>
                  </a:moveTo>
                  <a:lnTo>
                    <a:pt x="21600" y="997"/>
                  </a:lnTo>
                  <a:lnTo>
                    <a:pt x="20911" y="0"/>
                  </a:lnTo>
                  <a:lnTo>
                    <a:pt x="460" y="0"/>
                  </a:lnTo>
                  <a:lnTo>
                    <a:pt x="230" y="665"/>
                  </a:lnTo>
                  <a:lnTo>
                    <a:pt x="0" y="997"/>
                  </a:lnTo>
                  <a:lnTo>
                    <a:pt x="0" y="12295"/>
                  </a:lnTo>
                  <a:lnTo>
                    <a:pt x="230" y="12960"/>
                  </a:lnTo>
                  <a:lnTo>
                    <a:pt x="460" y="13292"/>
                  </a:lnTo>
                  <a:lnTo>
                    <a:pt x="2528" y="13292"/>
                  </a:lnTo>
                  <a:lnTo>
                    <a:pt x="2298" y="14954"/>
                  </a:lnTo>
                  <a:lnTo>
                    <a:pt x="2528" y="16615"/>
                  </a:lnTo>
                  <a:lnTo>
                    <a:pt x="3217" y="18277"/>
                  </a:lnTo>
                  <a:lnTo>
                    <a:pt x="0" y="1827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8277"/>
                  </a:lnTo>
                  <a:lnTo>
                    <a:pt x="18383" y="18277"/>
                  </a:lnTo>
                  <a:lnTo>
                    <a:pt x="19072" y="16615"/>
                  </a:lnTo>
                  <a:lnTo>
                    <a:pt x="19302" y="14954"/>
                  </a:lnTo>
                  <a:lnTo>
                    <a:pt x="19072" y="13292"/>
                  </a:lnTo>
                  <a:lnTo>
                    <a:pt x="20911" y="13292"/>
                  </a:lnTo>
                  <a:lnTo>
                    <a:pt x="21370" y="12960"/>
                  </a:lnTo>
                  <a:lnTo>
                    <a:pt x="21600" y="12295"/>
                  </a:lnTo>
                  <a:lnTo>
                    <a:pt x="21600" y="11631"/>
                  </a:lnTo>
                  <a:close/>
                  <a:moveTo>
                    <a:pt x="6894" y="14954"/>
                  </a:moveTo>
                  <a:lnTo>
                    <a:pt x="6894" y="15618"/>
                  </a:lnTo>
                  <a:lnTo>
                    <a:pt x="6204" y="16615"/>
                  </a:lnTo>
                  <a:lnTo>
                    <a:pt x="5055" y="16615"/>
                  </a:lnTo>
                  <a:lnTo>
                    <a:pt x="4826" y="16283"/>
                  </a:lnTo>
                  <a:lnTo>
                    <a:pt x="4596" y="15618"/>
                  </a:lnTo>
                  <a:lnTo>
                    <a:pt x="4596" y="13957"/>
                  </a:lnTo>
                  <a:lnTo>
                    <a:pt x="5055" y="13292"/>
                  </a:lnTo>
                  <a:lnTo>
                    <a:pt x="6204" y="13292"/>
                  </a:lnTo>
                  <a:lnTo>
                    <a:pt x="6434" y="13625"/>
                  </a:lnTo>
                  <a:lnTo>
                    <a:pt x="6894" y="13957"/>
                  </a:lnTo>
                  <a:lnTo>
                    <a:pt x="6894" y="14954"/>
                  </a:lnTo>
                  <a:close/>
                  <a:moveTo>
                    <a:pt x="8272" y="18277"/>
                  </a:moveTo>
                  <a:lnTo>
                    <a:pt x="8732" y="16615"/>
                  </a:lnTo>
                  <a:lnTo>
                    <a:pt x="8962" y="14954"/>
                  </a:lnTo>
                  <a:lnTo>
                    <a:pt x="8732" y="13292"/>
                  </a:lnTo>
                  <a:lnTo>
                    <a:pt x="12868" y="13292"/>
                  </a:lnTo>
                  <a:lnTo>
                    <a:pt x="12409" y="14954"/>
                  </a:lnTo>
                  <a:lnTo>
                    <a:pt x="13328" y="18277"/>
                  </a:lnTo>
                  <a:lnTo>
                    <a:pt x="8272" y="18277"/>
                  </a:lnTo>
                  <a:close/>
                  <a:moveTo>
                    <a:pt x="17004" y="14954"/>
                  </a:moveTo>
                  <a:lnTo>
                    <a:pt x="17004" y="15618"/>
                  </a:lnTo>
                  <a:lnTo>
                    <a:pt x="16774" y="16283"/>
                  </a:lnTo>
                  <a:lnTo>
                    <a:pt x="16545" y="16615"/>
                  </a:lnTo>
                  <a:lnTo>
                    <a:pt x="15396" y="16615"/>
                  </a:lnTo>
                  <a:lnTo>
                    <a:pt x="14936" y="16283"/>
                  </a:lnTo>
                  <a:lnTo>
                    <a:pt x="14706" y="15618"/>
                  </a:lnTo>
                  <a:lnTo>
                    <a:pt x="14706" y="13957"/>
                  </a:lnTo>
                  <a:lnTo>
                    <a:pt x="14936" y="13625"/>
                  </a:lnTo>
                  <a:lnTo>
                    <a:pt x="15396" y="13292"/>
                  </a:lnTo>
                  <a:lnTo>
                    <a:pt x="16545" y="13292"/>
                  </a:lnTo>
                  <a:lnTo>
                    <a:pt x="17004" y="13957"/>
                  </a:lnTo>
                  <a:lnTo>
                    <a:pt x="17004" y="14954"/>
                  </a:lnTo>
                  <a:close/>
                  <a:moveTo>
                    <a:pt x="19302" y="9969"/>
                  </a:moveTo>
                  <a:lnTo>
                    <a:pt x="2298" y="9969"/>
                  </a:lnTo>
                  <a:lnTo>
                    <a:pt x="2298" y="3323"/>
                  </a:lnTo>
                  <a:lnTo>
                    <a:pt x="19302" y="3323"/>
                  </a:lnTo>
                  <a:lnTo>
                    <a:pt x="19302" y="9969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2" name="Google Shape;2282;p51"/>
            <p:cNvSpPr/>
            <p:nvPr/>
          </p:nvSpPr>
          <p:spPr>
            <a:xfrm>
              <a:off x="103783" y="248007"/>
              <a:ext cx="64800" cy="52200"/>
            </a:xfrm>
            <a:prstGeom prst="rect">
              <a:avLst/>
            </a:pr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2283" name="Google Shape;2283;p51"/>
            <p:cNvSpPr/>
            <p:nvPr/>
          </p:nvSpPr>
          <p:spPr>
            <a:xfrm>
              <a:off x="233514" y="248007"/>
              <a:ext cx="64800" cy="52200"/>
            </a:xfrm>
            <a:prstGeom prst="rect">
              <a:avLst/>
            </a:pr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</p:grpSp>
      <p:grpSp>
        <p:nvGrpSpPr>
          <p:cNvPr id="2284" name="Google Shape;2284;p51"/>
          <p:cNvGrpSpPr/>
          <p:nvPr/>
        </p:nvGrpSpPr>
        <p:grpSpPr>
          <a:xfrm>
            <a:off x="6273799" y="3725333"/>
            <a:ext cx="351378" cy="440262"/>
            <a:chOff x="-1" y="0"/>
            <a:chExt cx="351378" cy="440262"/>
          </a:xfrm>
        </p:grpSpPr>
        <p:sp>
          <p:nvSpPr>
            <p:cNvPr id="2285" name="Google Shape;2285;p51"/>
            <p:cNvSpPr/>
            <p:nvPr/>
          </p:nvSpPr>
          <p:spPr>
            <a:xfrm>
              <a:off x="-1" y="0"/>
              <a:ext cx="351378" cy="440262"/>
            </a:xfrm>
            <a:custGeom>
              <a:rect b="b" l="l" r="r" t="t"/>
              <a:pathLst>
                <a:path extrusionOk="0" h="21600" w="21600">
                  <a:moveTo>
                    <a:pt x="17499" y="4154"/>
                  </a:moveTo>
                  <a:lnTo>
                    <a:pt x="21600" y="4154"/>
                  </a:lnTo>
                  <a:lnTo>
                    <a:pt x="21600" y="2077"/>
                  </a:lnTo>
                  <a:lnTo>
                    <a:pt x="17225" y="2077"/>
                  </a:lnTo>
                  <a:lnTo>
                    <a:pt x="16132" y="1246"/>
                  </a:lnTo>
                  <a:lnTo>
                    <a:pt x="14491" y="623"/>
                  </a:lnTo>
                  <a:lnTo>
                    <a:pt x="12851" y="208"/>
                  </a:lnTo>
                  <a:lnTo>
                    <a:pt x="10663" y="0"/>
                  </a:lnTo>
                  <a:lnTo>
                    <a:pt x="8749" y="208"/>
                  </a:lnTo>
                  <a:lnTo>
                    <a:pt x="7109" y="623"/>
                  </a:lnTo>
                  <a:lnTo>
                    <a:pt x="5195" y="1246"/>
                  </a:lnTo>
                  <a:lnTo>
                    <a:pt x="4375" y="2077"/>
                  </a:lnTo>
                  <a:lnTo>
                    <a:pt x="0" y="2077"/>
                  </a:lnTo>
                  <a:lnTo>
                    <a:pt x="0" y="4154"/>
                  </a:lnTo>
                  <a:lnTo>
                    <a:pt x="3828" y="4154"/>
                  </a:lnTo>
                  <a:lnTo>
                    <a:pt x="4922" y="5608"/>
                  </a:lnTo>
                  <a:lnTo>
                    <a:pt x="5742" y="6438"/>
                  </a:lnTo>
                  <a:lnTo>
                    <a:pt x="6289" y="6854"/>
                  </a:lnTo>
                  <a:lnTo>
                    <a:pt x="2734" y="9554"/>
                  </a:lnTo>
                  <a:lnTo>
                    <a:pt x="1641" y="11215"/>
                  </a:lnTo>
                  <a:lnTo>
                    <a:pt x="1367" y="13292"/>
                  </a:lnTo>
                  <a:lnTo>
                    <a:pt x="1367" y="17862"/>
                  </a:lnTo>
                  <a:lnTo>
                    <a:pt x="1641" y="18277"/>
                  </a:lnTo>
                  <a:lnTo>
                    <a:pt x="1914" y="18485"/>
                  </a:lnTo>
                  <a:lnTo>
                    <a:pt x="6562" y="18485"/>
                  </a:lnTo>
                  <a:lnTo>
                    <a:pt x="7109" y="19731"/>
                  </a:lnTo>
                  <a:lnTo>
                    <a:pt x="7929" y="20562"/>
                  </a:lnTo>
                  <a:lnTo>
                    <a:pt x="9023" y="21185"/>
                  </a:lnTo>
                  <a:lnTo>
                    <a:pt x="10663" y="21600"/>
                  </a:lnTo>
                  <a:lnTo>
                    <a:pt x="12304" y="21185"/>
                  </a:lnTo>
                  <a:lnTo>
                    <a:pt x="13397" y="20562"/>
                  </a:lnTo>
                  <a:lnTo>
                    <a:pt x="14491" y="19731"/>
                  </a:lnTo>
                  <a:lnTo>
                    <a:pt x="14765" y="18485"/>
                  </a:lnTo>
                  <a:lnTo>
                    <a:pt x="19413" y="18485"/>
                  </a:lnTo>
                  <a:lnTo>
                    <a:pt x="20233" y="17862"/>
                  </a:lnTo>
                  <a:lnTo>
                    <a:pt x="20233" y="13292"/>
                  </a:lnTo>
                  <a:lnTo>
                    <a:pt x="19686" y="11215"/>
                  </a:lnTo>
                  <a:lnTo>
                    <a:pt x="18866" y="9554"/>
                  </a:lnTo>
                  <a:lnTo>
                    <a:pt x="17225" y="8308"/>
                  </a:lnTo>
                  <a:lnTo>
                    <a:pt x="15038" y="6854"/>
                  </a:lnTo>
                  <a:lnTo>
                    <a:pt x="15858" y="6438"/>
                  </a:lnTo>
                  <a:lnTo>
                    <a:pt x="16405" y="5608"/>
                  </a:lnTo>
                  <a:lnTo>
                    <a:pt x="17499" y="4154"/>
                  </a:lnTo>
                  <a:close/>
                  <a:moveTo>
                    <a:pt x="12030" y="18485"/>
                  </a:moveTo>
                  <a:lnTo>
                    <a:pt x="12030" y="18900"/>
                  </a:lnTo>
                  <a:lnTo>
                    <a:pt x="11757" y="19315"/>
                  </a:lnTo>
                  <a:lnTo>
                    <a:pt x="11484" y="19523"/>
                  </a:lnTo>
                  <a:lnTo>
                    <a:pt x="10116" y="19523"/>
                  </a:lnTo>
                  <a:lnTo>
                    <a:pt x="9570" y="19315"/>
                  </a:lnTo>
                  <a:lnTo>
                    <a:pt x="9296" y="18900"/>
                  </a:lnTo>
                  <a:lnTo>
                    <a:pt x="9296" y="13915"/>
                  </a:lnTo>
                  <a:lnTo>
                    <a:pt x="9570" y="13500"/>
                  </a:lnTo>
                  <a:lnTo>
                    <a:pt x="10116" y="13292"/>
                  </a:lnTo>
                  <a:lnTo>
                    <a:pt x="11484" y="13292"/>
                  </a:lnTo>
                  <a:lnTo>
                    <a:pt x="11757" y="13500"/>
                  </a:lnTo>
                  <a:lnTo>
                    <a:pt x="12030" y="13915"/>
                  </a:lnTo>
                  <a:lnTo>
                    <a:pt x="12030" y="18485"/>
                  </a:lnTo>
                  <a:close/>
                  <a:moveTo>
                    <a:pt x="17499" y="13292"/>
                  </a:moveTo>
                  <a:lnTo>
                    <a:pt x="17499" y="16408"/>
                  </a:lnTo>
                  <a:lnTo>
                    <a:pt x="14765" y="16408"/>
                  </a:lnTo>
                  <a:lnTo>
                    <a:pt x="14765" y="14331"/>
                  </a:lnTo>
                  <a:lnTo>
                    <a:pt x="14491" y="13085"/>
                  </a:lnTo>
                  <a:lnTo>
                    <a:pt x="13397" y="12254"/>
                  </a:lnTo>
                  <a:lnTo>
                    <a:pt x="12304" y="11631"/>
                  </a:lnTo>
                  <a:lnTo>
                    <a:pt x="10663" y="11215"/>
                  </a:lnTo>
                  <a:lnTo>
                    <a:pt x="9023" y="11631"/>
                  </a:lnTo>
                  <a:lnTo>
                    <a:pt x="7929" y="12254"/>
                  </a:lnTo>
                  <a:lnTo>
                    <a:pt x="7109" y="13085"/>
                  </a:lnTo>
                  <a:lnTo>
                    <a:pt x="6562" y="14331"/>
                  </a:lnTo>
                  <a:lnTo>
                    <a:pt x="6562" y="16408"/>
                  </a:lnTo>
                  <a:lnTo>
                    <a:pt x="3828" y="16408"/>
                  </a:lnTo>
                  <a:lnTo>
                    <a:pt x="3828" y="12254"/>
                  </a:lnTo>
                  <a:lnTo>
                    <a:pt x="4648" y="11215"/>
                  </a:lnTo>
                  <a:lnTo>
                    <a:pt x="4922" y="10592"/>
                  </a:lnTo>
                  <a:lnTo>
                    <a:pt x="7109" y="8931"/>
                  </a:lnTo>
                  <a:lnTo>
                    <a:pt x="7929" y="8723"/>
                  </a:lnTo>
                  <a:lnTo>
                    <a:pt x="9296" y="8308"/>
                  </a:lnTo>
                  <a:lnTo>
                    <a:pt x="12030" y="8308"/>
                  </a:lnTo>
                  <a:lnTo>
                    <a:pt x="13397" y="8723"/>
                  </a:lnTo>
                  <a:lnTo>
                    <a:pt x="14491" y="8931"/>
                  </a:lnTo>
                  <a:lnTo>
                    <a:pt x="15311" y="9762"/>
                  </a:lnTo>
                  <a:lnTo>
                    <a:pt x="16405" y="10592"/>
                  </a:lnTo>
                  <a:lnTo>
                    <a:pt x="16678" y="11215"/>
                  </a:lnTo>
                  <a:lnTo>
                    <a:pt x="17499" y="12254"/>
                  </a:lnTo>
                  <a:lnTo>
                    <a:pt x="17499" y="13292"/>
                  </a:lnTo>
                  <a:close/>
                  <a:moveTo>
                    <a:pt x="6562" y="3115"/>
                  </a:moveTo>
                  <a:lnTo>
                    <a:pt x="7109" y="2908"/>
                  </a:lnTo>
                  <a:lnTo>
                    <a:pt x="7929" y="2492"/>
                  </a:lnTo>
                  <a:lnTo>
                    <a:pt x="9023" y="2077"/>
                  </a:lnTo>
                  <a:lnTo>
                    <a:pt x="12304" y="2077"/>
                  </a:lnTo>
                  <a:lnTo>
                    <a:pt x="14491" y="2908"/>
                  </a:lnTo>
                  <a:lnTo>
                    <a:pt x="14765" y="3115"/>
                  </a:lnTo>
                  <a:lnTo>
                    <a:pt x="14765" y="3946"/>
                  </a:lnTo>
                  <a:lnTo>
                    <a:pt x="13944" y="4985"/>
                  </a:lnTo>
                  <a:lnTo>
                    <a:pt x="12851" y="5815"/>
                  </a:lnTo>
                  <a:lnTo>
                    <a:pt x="11757" y="6231"/>
                  </a:lnTo>
                  <a:lnTo>
                    <a:pt x="9570" y="6231"/>
                  </a:lnTo>
                  <a:lnTo>
                    <a:pt x="7929" y="5400"/>
                  </a:lnTo>
                  <a:lnTo>
                    <a:pt x="7382" y="4985"/>
                  </a:lnTo>
                  <a:lnTo>
                    <a:pt x="6562" y="3946"/>
                  </a:lnTo>
                  <a:lnTo>
                    <a:pt x="6562" y="3115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6" name="Google Shape;2286;p51"/>
            <p:cNvSpPr/>
            <p:nvPr/>
          </p:nvSpPr>
          <p:spPr>
            <a:xfrm>
              <a:off x="156159" y="64748"/>
              <a:ext cx="39042" cy="38826"/>
            </a:xfrm>
            <a:custGeom>
              <a:rect b="b" l="l" r="r" t="t"/>
              <a:pathLst>
                <a:path extrusionOk="0" h="21600" w="21600">
                  <a:moveTo>
                    <a:pt x="10800" y="0"/>
                  </a:moveTo>
                  <a:lnTo>
                    <a:pt x="6480" y="0"/>
                  </a:lnTo>
                  <a:lnTo>
                    <a:pt x="2160" y="2160"/>
                  </a:lnTo>
                  <a:lnTo>
                    <a:pt x="0" y="4320"/>
                  </a:lnTo>
                  <a:lnTo>
                    <a:pt x="0" y="15120"/>
                  </a:lnTo>
                  <a:lnTo>
                    <a:pt x="2160" y="19440"/>
                  </a:lnTo>
                  <a:lnTo>
                    <a:pt x="6480" y="21600"/>
                  </a:lnTo>
                  <a:lnTo>
                    <a:pt x="17280" y="21600"/>
                  </a:lnTo>
                  <a:lnTo>
                    <a:pt x="19440" y="19440"/>
                  </a:lnTo>
                  <a:lnTo>
                    <a:pt x="21600" y="15120"/>
                  </a:lnTo>
                  <a:lnTo>
                    <a:pt x="21600" y="4320"/>
                  </a:lnTo>
                  <a:lnTo>
                    <a:pt x="17280" y="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7" name="Google Shape;2287;p51"/>
          <p:cNvSpPr/>
          <p:nvPr/>
        </p:nvSpPr>
        <p:spPr>
          <a:xfrm>
            <a:off x="9351434" y="2738967"/>
            <a:ext cx="2625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288" name="Google Shape;2288;p51"/>
          <p:cNvSpPr/>
          <p:nvPr/>
        </p:nvSpPr>
        <p:spPr>
          <a:xfrm>
            <a:off x="9287933" y="2802466"/>
            <a:ext cx="465642" cy="325944"/>
          </a:xfrm>
          <a:custGeom>
            <a:rect b="b" l="l" r="r" t="t"/>
            <a:pathLst>
              <a:path extrusionOk="0" h="21600" w="21600">
                <a:moveTo>
                  <a:pt x="19618" y="0"/>
                </a:moveTo>
                <a:lnTo>
                  <a:pt x="19618" y="2919"/>
                </a:lnTo>
                <a:lnTo>
                  <a:pt x="9908" y="2919"/>
                </a:lnTo>
                <a:lnTo>
                  <a:pt x="9908" y="0"/>
                </a:lnTo>
                <a:lnTo>
                  <a:pt x="7927" y="0"/>
                </a:lnTo>
                <a:lnTo>
                  <a:pt x="7927" y="2919"/>
                </a:lnTo>
                <a:lnTo>
                  <a:pt x="4360" y="2919"/>
                </a:lnTo>
                <a:lnTo>
                  <a:pt x="3765" y="3211"/>
                </a:lnTo>
                <a:lnTo>
                  <a:pt x="2972" y="4086"/>
                </a:lnTo>
                <a:lnTo>
                  <a:pt x="2180" y="4670"/>
                </a:lnTo>
                <a:lnTo>
                  <a:pt x="1783" y="5838"/>
                </a:lnTo>
                <a:lnTo>
                  <a:pt x="1189" y="6714"/>
                </a:lnTo>
                <a:lnTo>
                  <a:pt x="991" y="7881"/>
                </a:lnTo>
                <a:lnTo>
                  <a:pt x="991" y="9341"/>
                </a:lnTo>
                <a:lnTo>
                  <a:pt x="1189" y="11676"/>
                </a:lnTo>
                <a:lnTo>
                  <a:pt x="1783" y="12843"/>
                </a:lnTo>
                <a:lnTo>
                  <a:pt x="2774" y="14303"/>
                </a:lnTo>
                <a:lnTo>
                  <a:pt x="3963" y="15470"/>
                </a:lnTo>
                <a:lnTo>
                  <a:pt x="3963" y="18681"/>
                </a:lnTo>
                <a:lnTo>
                  <a:pt x="2576" y="18681"/>
                </a:lnTo>
                <a:lnTo>
                  <a:pt x="2180" y="18389"/>
                </a:lnTo>
                <a:lnTo>
                  <a:pt x="1982" y="18097"/>
                </a:lnTo>
                <a:lnTo>
                  <a:pt x="1982" y="15762"/>
                </a:lnTo>
                <a:lnTo>
                  <a:pt x="0" y="15762"/>
                </a:lnTo>
                <a:lnTo>
                  <a:pt x="0" y="17222"/>
                </a:lnTo>
                <a:lnTo>
                  <a:pt x="198" y="18973"/>
                </a:lnTo>
                <a:lnTo>
                  <a:pt x="1783" y="21308"/>
                </a:lnTo>
                <a:lnTo>
                  <a:pt x="2972" y="21600"/>
                </a:lnTo>
                <a:lnTo>
                  <a:pt x="14664" y="21600"/>
                </a:lnTo>
                <a:lnTo>
                  <a:pt x="14664" y="18681"/>
                </a:lnTo>
                <a:lnTo>
                  <a:pt x="11692" y="18681"/>
                </a:lnTo>
                <a:lnTo>
                  <a:pt x="11692" y="14886"/>
                </a:lnTo>
                <a:lnTo>
                  <a:pt x="12683" y="13427"/>
                </a:lnTo>
                <a:lnTo>
                  <a:pt x="13475" y="11092"/>
                </a:lnTo>
                <a:lnTo>
                  <a:pt x="20807" y="8757"/>
                </a:lnTo>
                <a:lnTo>
                  <a:pt x="21402" y="7881"/>
                </a:lnTo>
                <a:lnTo>
                  <a:pt x="21600" y="7297"/>
                </a:lnTo>
                <a:lnTo>
                  <a:pt x="21600" y="0"/>
                </a:lnTo>
                <a:lnTo>
                  <a:pt x="19618" y="0"/>
                </a:lnTo>
                <a:close/>
                <a:moveTo>
                  <a:pt x="9908" y="18681"/>
                </a:moveTo>
                <a:lnTo>
                  <a:pt x="5945" y="18681"/>
                </a:lnTo>
                <a:lnTo>
                  <a:pt x="5945" y="15762"/>
                </a:lnTo>
                <a:lnTo>
                  <a:pt x="9908" y="15762"/>
                </a:lnTo>
                <a:lnTo>
                  <a:pt x="9908" y="18681"/>
                </a:lnTo>
                <a:close/>
                <a:moveTo>
                  <a:pt x="9314" y="12843"/>
                </a:moveTo>
                <a:lnTo>
                  <a:pt x="5350" y="12843"/>
                </a:lnTo>
                <a:lnTo>
                  <a:pt x="4360" y="12551"/>
                </a:lnTo>
                <a:lnTo>
                  <a:pt x="3765" y="11968"/>
                </a:lnTo>
                <a:lnTo>
                  <a:pt x="3171" y="10800"/>
                </a:lnTo>
                <a:lnTo>
                  <a:pt x="2972" y="9341"/>
                </a:lnTo>
                <a:lnTo>
                  <a:pt x="3171" y="7881"/>
                </a:lnTo>
                <a:lnTo>
                  <a:pt x="3765" y="6714"/>
                </a:lnTo>
                <a:lnTo>
                  <a:pt x="4360" y="6130"/>
                </a:lnTo>
                <a:lnTo>
                  <a:pt x="5350" y="5838"/>
                </a:lnTo>
                <a:lnTo>
                  <a:pt x="9314" y="5838"/>
                </a:lnTo>
                <a:lnTo>
                  <a:pt x="10305" y="6130"/>
                </a:lnTo>
                <a:lnTo>
                  <a:pt x="11097" y="6714"/>
                </a:lnTo>
                <a:lnTo>
                  <a:pt x="11494" y="7881"/>
                </a:lnTo>
                <a:lnTo>
                  <a:pt x="11692" y="9341"/>
                </a:lnTo>
                <a:lnTo>
                  <a:pt x="11494" y="10800"/>
                </a:lnTo>
                <a:lnTo>
                  <a:pt x="11097" y="11968"/>
                </a:lnTo>
                <a:lnTo>
                  <a:pt x="10305" y="12551"/>
                </a:lnTo>
                <a:lnTo>
                  <a:pt x="9314" y="12843"/>
                </a:lnTo>
                <a:close/>
                <a:moveTo>
                  <a:pt x="19618" y="6130"/>
                </a:moveTo>
                <a:lnTo>
                  <a:pt x="13673" y="8173"/>
                </a:lnTo>
                <a:lnTo>
                  <a:pt x="13475" y="6714"/>
                </a:lnTo>
                <a:lnTo>
                  <a:pt x="13079" y="5838"/>
                </a:lnTo>
                <a:lnTo>
                  <a:pt x="19618" y="5838"/>
                </a:lnTo>
                <a:lnTo>
                  <a:pt x="19618" y="613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9" name="Google Shape;2289;p51"/>
          <p:cNvSpPr/>
          <p:nvPr/>
        </p:nvSpPr>
        <p:spPr>
          <a:xfrm>
            <a:off x="9376834" y="2908301"/>
            <a:ext cx="67716" cy="63504"/>
          </a:xfrm>
          <a:custGeom>
            <a:rect b="b" l="l" r="r" t="t"/>
            <a:pathLst>
              <a:path extrusionOk="0" h="21600" w="21600">
                <a:moveTo>
                  <a:pt x="10080" y="0"/>
                </a:moveTo>
                <a:lnTo>
                  <a:pt x="7200" y="0"/>
                </a:lnTo>
                <a:lnTo>
                  <a:pt x="2880" y="2880"/>
                </a:lnTo>
                <a:lnTo>
                  <a:pt x="0" y="7200"/>
                </a:lnTo>
                <a:lnTo>
                  <a:pt x="0" y="14400"/>
                </a:lnTo>
                <a:lnTo>
                  <a:pt x="7200" y="21600"/>
                </a:lnTo>
                <a:lnTo>
                  <a:pt x="14400" y="21600"/>
                </a:lnTo>
                <a:lnTo>
                  <a:pt x="17280" y="17280"/>
                </a:lnTo>
                <a:lnTo>
                  <a:pt x="21600" y="14400"/>
                </a:lnTo>
                <a:lnTo>
                  <a:pt x="21600" y="7200"/>
                </a:lnTo>
                <a:lnTo>
                  <a:pt x="14400" y="0"/>
                </a:lnTo>
                <a:lnTo>
                  <a:pt x="1008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0" name="Google Shape;2290;p51"/>
          <p:cNvSpPr/>
          <p:nvPr/>
        </p:nvSpPr>
        <p:spPr>
          <a:xfrm>
            <a:off x="7302501" y="3738034"/>
            <a:ext cx="334422" cy="414882"/>
          </a:xfrm>
          <a:custGeom>
            <a:rect b="b" l="l" r="r" t="t"/>
            <a:pathLst>
              <a:path extrusionOk="0" h="21600" w="21600">
                <a:moveTo>
                  <a:pt x="10937" y="0"/>
                </a:moveTo>
                <a:lnTo>
                  <a:pt x="8476" y="230"/>
                </a:lnTo>
                <a:lnTo>
                  <a:pt x="6562" y="919"/>
                </a:lnTo>
                <a:lnTo>
                  <a:pt x="4922" y="1609"/>
                </a:lnTo>
                <a:lnTo>
                  <a:pt x="3281" y="2528"/>
                </a:lnTo>
                <a:lnTo>
                  <a:pt x="1914" y="3906"/>
                </a:lnTo>
                <a:lnTo>
                  <a:pt x="820" y="5745"/>
                </a:lnTo>
                <a:lnTo>
                  <a:pt x="547" y="7353"/>
                </a:lnTo>
                <a:lnTo>
                  <a:pt x="0" y="9421"/>
                </a:lnTo>
                <a:lnTo>
                  <a:pt x="0" y="10800"/>
                </a:lnTo>
                <a:lnTo>
                  <a:pt x="547" y="12179"/>
                </a:lnTo>
                <a:lnTo>
                  <a:pt x="1914" y="14706"/>
                </a:lnTo>
                <a:lnTo>
                  <a:pt x="3281" y="17004"/>
                </a:lnTo>
                <a:lnTo>
                  <a:pt x="5195" y="18613"/>
                </a:lnTo>
                <a:lnTo>
                  <a:pt x="6835" y="19762"/>
                </a:lnTo>
                <a:lnTo>
                  <a:pt x="8476" y="20681"/>
                </a:lnTo>
                <a:lnTo>
                  <a:pt x="10663" y="21600"/>
                </a:lnTo>
                <a:lnTo>
                  <a:pt x="11210" y="21600"/>
                </a:lnTo>
                <a:lnTo>
                  <a:pt x="13397" y="20681"/>
                </a:lnTo>
                <a:lnTo>
                  <a:pt x="15038" y="19762"/>
                </a:lnTo>
                <a:lnTo>
                  <a:pt x="16678" y="18613"/>
                </a:lnTo>
                <a:lnTo>
                  <a:pt x="18592" y="17004"/>
                </a:lnTo>
                <a:lnTo>
                  <a:pt x="19959" y="14706"/>
                </a:lnTo>
                <a:lnTo>
                  <a:pt x="21327" y="12179"/>
                </a:lnTo>
                <a:lnTo>
                  <a:pt x="21600" y="10800"/>
                </a:lnTo>
                <a:lnTo>
                  <a:pt x="21600" y="9421"/>
                </a:lnTo>
                <a:lnTo>
                  <a:pt x="21327" y="7353"/>
                </a:lnTo>
                <a:lnTo>
                  <a:pt x="21053" y="5745"/>
                </a:lnTo>
                <a:lnTo>
                  <a:pt x="19959" y="3906"/>
                </a:lnTo>
                <a:lnTo>
                  <a:pt x="18592" y="2528"/>
                </a:lnTo>
                <a:lnTo>
                  <a:pt x="16952" y="1609"/>
                </a:lnTo>
                <a:lnTo>
                  <a:pt x="15311" y="919"/>
                </a:lnTo>
                <a:lnTo>
                  <a:pt x="13397" y="230"/>
                </a:lnTo>
                <a:lnTo>
                  <a:pt x="10937" y="0"/>
                </a:lnTo>
                <a:close/>
                <a:moveTo>
                  <a:pt x="10937" y="19302"/>
                </a:moveTo>
                <a:lnTo>
                  <a:pt x="9023" y="18153"/>
                </a:lnTo>
                <a:lnTo>
                  <a:pt x="7656" y="17234"/>
                </a:lnTo>
                <a:lnTo>
                  <a:pt x="4922" y="14936"/>
                </a:lnTo>
                <a:lnTo>
                  <a:pt x="3828" y="13328"/>
                </a:lnTo>
                <a:lnTo>
                  <a:pt x="3281" y="11260"/>
                </a:lnTo>
                <a:lnTo>
                  <a:pt x="2734" y="9421"/>
                </a:lnTo>
                <a:lnTo>
                  <a:pt x="2734" y="8502"/>
                </a:lnTo>
                <a:lnTo>
                  <a:pt x="3281" y="9881"/>
                </a:lnTo>
                <a:lnTo>
                  <a:pt x="3554" y="10800"/>
                </a:lnTo>
                <a:lnTo>
                  <a:pt x="4101" y="11719"/>
                </a:lnTo>
                <a:lnTo>
                  <a:pt x="4922" y="12409"/>
                </a:lnTo>
                <a:lnTo>
                  <a:pt x="6289" y="13098"/>
                </a:lnTo>
                <a:lnTo>
                  <a:pt x="7656" y="13328"/>
                </a:lnTo>
                <a:lnTo>
                  <a:pt x="9570" y="13557"/>
                </a:lnTo>
                <a:lnTo>
                  <a:pt x="9570" y="11719"/>
                </a:lnTo>
                <a:lnTo>
                  <a:pt x="9296" y="10800"/>
                </a:lnTo>
                <a:lnTo>
                  <a:pt x="8476" y="9651"/>
                </a:lnTo>
                <a:lnTo>
                  <a:pt x="7109" y="8732"/>
                </a:lnTo>
                <a:lnTo>
                  <a:pt x="5468" y="8272"/>
                </a:lnTo>
                <a:lnTo>
                  <a:pt x="2734" y="8043"/>
                </a:lnTo>
                <a:lnTo>
                  <a:pt x="3554" y="6894"/>
                </a:lnTo>
                <a:lnTo>
                  <a:pt x="3828" y="5745"/>
                </a:lnTo>
                <a:lnTo>
                  <a:pt x="4922" y="4826"/>
                </a:lnTo>
                <a:lnTo>
                  <a:pt x="5742" y="3906"/>
                </a:lnTo>
                <a:lnTo>
                  <a:pt x="6835" y="3217"/>
                </a:lnTo>
                <a:lnTo>
                  <a:pt x="9570" y="2298"/>
                </a:lnTo>
                <a:lnTo>
                  <a:pt x="12304" y="2298"/>
                </a:lnTo>
                <a:lnTo>
                  <a:pt x="15038" y="3217"/>
                </a:lnTo>
                <a:lnTo>
                  <a:pt x="18046" y="5745"/>
                </a:lnTo>
                <a:lnTo>
                  <a:pt x="18319" y="6894"/>
                </a:lnTo>
                <a:lnTo>
                  <a:pt x="19139" y="8043"/>
                </a:lnTo>
                <a:lnTo>
                  <a:pt x="16405" y="8272"/>
                </a:lnTo>
                <a:lnTo>
                  <a:pt x="14765" y="8732"/>
                </a:lnTo>
                <a:lnTo>
                  <a:pt x="13397" y="9651"/>
                </a:lnTo>
                <a:lnTo>
                  <a:pt x="12577" y="10800"/>
                </a:lnTo>
                <a:lnTo>
                  <a:pt x="12304" y="11719"/>
                </a:lnTo>
                <a:lnTo>
                  <a:pt x="12304" y="13557"/>
                </a:lnTo>
                <a:lnTo>
                  <a:pt x="14218" y="13328"/>
                </a:lnTo>
                <a:lnTo>
                  <a:pt x="15585" y="13098"/>
                </a:lnTo>
                <a:lnTo>
                  <a:pt x="16952" y="12409"/>
                </a:lnTo>
                <a:lnTo>
                  <a:pt x="17772" y="11719"/>
                </a:lnTo>
                <a:lnTo>
                  <a:pt x="18319" y="10800"/>
                </a:lnTo>
                <a:lnTo>
                  <a:pt x="18592" y="9881"/>
                </a:lnTo>
                <a:lnTo>
                  <a:pt x="19139" y="8502"/>
                </a:lnTo>
                <a:lnTo>
                  <a:pt x="19139" y="9421"/>
                </a:lnTo>
                <a:lnTo>
                  <a:pt x="18592" y="11260"/>
                </a:lnTo>
                <a:lnTo>
                  <a:pt x="18046" y="13328"/>
                </a:lnTo>
                <a:lnTo>
                  <a:pt x="16952" y="14936"/>
                </a:lnTo>
                <a:lnTo>
                  <a:pt x="15585" y="16545"/>
                </a:lnTo>
                <a:lnTo>
                  <a:pt x="14218" y="17234"/>
                </a:lnTo>
                <a:lnTo>
                  <a:pt x="12851" y="18153"/>
                </a:lnTo>
                <a:lnTo>
                  <a:pt x="10937" y="1930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1" name="Google Shape;2291;p51"/>
          <p:cNvSpPr/>
          <p:nvPr/>
        </p:nvSpPr>
        <p:spPr>
          <a:xfrm>
            <a:off x="10337800" y="3725333"/>
            <a:ext cx="431784" cy="427572"/>
          </a:xfrm>
          <a:custGeom>
            <a:rect b="b" l="l" r="r" t="t"/>
            <a:pathLst>
              <a:path extrusionOk="0" h="21600" w="21600">
                <a:moveTo>
                  <a:pt x="19418" y="13964"/>
                </a:moveTo>
                <a:lnTo>
                  <a:pt x="19200" y="13964"/>
                </a:lnTo>
                <a:lnTo>
                  <a:pt x="15709" y="7855"/>
                </a:lnTo>
                <a:lnTo>
                  <a:pt x="16145" y="7200"/>
                </a:lnTo>
                <a:lnTo>
                  <a:pt x="16145" y="6545"/>
                </a:lnTo>
                <a:lnTo>
                  <a:pt x="15709" y="4800"/>
                </a:lnTo>
                <a:lnTo>
                  <a:pt x="13964" y="4364"/>
                </a:lnTo>
                <a:lnTo>
                  <a:pt x="13091" y="4582"/>
                </a:lnTo>
                <a:lnTo>
                  <a:pt x="12436" y="5236"/>
                </a:lnTo>
                <a:lnTo>
                  <a:pt x="4364" y="2182"/>
                </a:lnTo>
                <a:lnTo>
                  <a:pt x="3927" y="1309"/>
                </a:lnTo>
                <a:lnTo>
                  <a:pt x="3709" y="655"/>
                </a:lnTo>
                <a:lnTo>
                  <a:pt x="3055" y="218"/>
                </a:lnTo>
                <a:lnTo>
                  <a:pt x="2182" y="0"/>
                </a:lnTo>
                <a:lnTo>
                  <a:pt x="1309" y="218"/>
                </a:lnTo>
                <a:lnTo>
                  <a:pt x="436" y="655"/>
                </a:lnTo>
                <a:lnTo>
                  <a:pt x="218" y="1309"/>
                </a:lnTo>
                <a:lnTo>
                  <a:pt x="0" y="2182"/>
                </a:lnTo>
                <a:lnTo>
                  <a:pt x="218" y="3055"/>
                </a:lnTo>
                <a:lnTo>
                  <a:pt x="436" y="3709"/>
                </a:lnTo>
                <a:lnTo>
                  <a:pt x="1309" y="4145"/>
                </a:lnTo>
                <a:lnTo>
                  <a:pt x="2182" y="4364"/>
                </a:lnTo>
                <a:lnTo>
                  <a:pt x="3055" y="4145"/>
                </a:lnTo>
                <a:lnTo>
                  <a:pt x="3709" y="3491"/>
                </a:lnTo>
                <a:lnTo>
                  <a:pt x="11782" y="6545"/>
                </a:lnTo>
                <a:lnTo>
                  <a:pt x="11782" y="6982"/>
                </a:lnTo>
                <a:lnTo>
                  <a:pt x="5455" y="12218"/>
                </a:lnTo>
                <a:lnTo>
                  <a:pt x="4364" y="11782"/>
                </a:lnTo>
                <a:lnTo>
                  <a:pt x="3491" y="12218"/>
                </a:lnTo>
                <a:lnTo>
                  <a:pt x="2618" y="12436"/>
                </a:lnTo>
                <a:lnTo>
                  <a:pt x="2400" y="13091"/>
                </a:lnTo>
                <a:lnTo>
                  <a:pt x="2182" y="13964"/>
                </a:lnTo>
                <a:lnTo>
                  <a:pt x="2618" y="15709"/>
                </a:lnTo>
                <a:lnTo>
                  <a:pt x="4364" y="16145"/>
                </a:lnTo>
                <a:lnTo>
                  <a:pt x="5018" y="15927"/>
                </a:lnTo>
                <a:lnTo>
                  <a:pt x="7855" y="18545"/>
                </a:lnTo>
                <a:lnTo>
                  <a:pt x="7636" y="19418"/>
                </a:lnTo>
                <a:lnTo>
                  <a:pt x="7855" y="20291"/>
                </a:lnTo>
                <a:lnTo>
                  <a:pt x="8073" y="20945"/>
                </a:lnTo>
                <a:lnTo>
                  <a:pt x="8945" y="21164"/>
                </a:lnTo>
                <a:lnTo>
                  <a:pt x="9600" y="21600"/>
                </a:lnTo>
                <a:lnTo>
                  <a:pt x="10473" y="21164"/>
                </a:lnTo>
                <a:lnTo>
                  <a:pt x="11127" y="20945"/>
                </a:lnTo>
                <a:lnTo>
                  <a:pt x="11564" y="20291"/>
                </a:lnTo>
                <a:lnTo>
                  <a:pt x="11782" y="19636"/>
                </a:lnTo>
                <a:lnTo>
                  <a:pt x="17673" y="17455"/>
                </a:lnTo>
                <a:lnTo>
                  <a:pt x="18545" y="18109"/>
                </a:lnTo>
                <a:lnTo>
                  <a:pt x="19418" y="18327"/>
                </a:lnTo>
                <a:lnTo>
                  <a:pt x="20073" y="18109"/>
                </a:lnTo>
                <a:lnTo>
                  <a:pt x="20945" y="17673"/>
                </a:lnTo>
                <a:lnTo>
                  <a:pt x="21164" y="17018"/>
                </a:lnTo>
                <a:lnTo>
                  <a:pt x="21600" y="16145"/>
                </a:lnTo>
                <a:lnTo>
                  <a:pt x="21164" y="15273"/>
                </a:lnTo>
                <a:lnTo>
                  <a:pt x="20945" y="14618"/>
                </a:lnTo>
                <a:lnTo>
                  <a:pt x="20073" y="14182"/>
                </a:lnTo>
                <a:lnTo>
                  <a:pt x="19418" y="13964"/>
                </a:lnTo>
                <a:close/>
                <a:moveTo>
                  <a:pt x="9600" y="17236"/>
                </a:moveTo>
                <a:lnTo>
                  <a:pt x="8945" y="17455"/>
                </a:lnTo>
                <a:lnTo>
                  <a:pt x="6109" y="14836"/>
                </a:lnTo>
                <a:lnTo>
                  <a:pt x="6545" y="13964"/>
                </a:lnTo>
                <a:lnTo>
                  <a:pt x="6545" y="13527"/>
                </a:lnTo>
                <a:lnTo>
                  <a:pt x="12873" y="8291"/>
                </a:lnTo>
                <a:lnTo>
                  <a:pt x="13964" y="8727"/>
                </a:lnTo>
                <a:lnTo>
                  <a:pt x="14182" y="8727"/>
                </a:lnTo>
                <a:lnTo>
                  <a:pt x="17673" y="14836"/>
                </a:lnTo>
                <a:lnTo>
                  <a:pt x="17455" y="15273"/>
                </a:lnTo>
                <a:lnTo>
                  <a:pt x="17236" y="15927"/>
                </a:lnTo>
                <a:lnTo>
                  <a:pt x="11345" y="18109"/>
                </a:lnTo>
                <a:lnTo>
                  <a:pt x="10473" y="17455"/>
                </a:lnTo>
                <a:lnTo>
                  <a:pt x="9600" y="1723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2" name="Google Shape;2292;p51"/>
          <p:cNvSpPr/>
          <p:nvPr/>
        </p:nvSpPr>
        <p:spPr>
          <a:xfrm>
            <a:off x="8314266" y="3750733"/>
            <a:ext cx="376758" cy="376758"/>
          </a:xfrm>
          <a:custGeom>
            <a:rect b="b" l="l" r="r" t="t"/>
            <a:pathLst>
              <a:path extrusionOk="0" h="21600" w="21600">
                <a:moveTo>
                  <a:pt x="20847" y="745"/>
                </a:moveTo>
                <a:lnTo>
                  <a:pt x="20344" y="0"/>
                </a:lnTo>
                <a:lnTo>
                  <a:pt x="18586" y="0"/>
                </a:lnTo>
                <a:lnTo>
                  <a:pt x="17581" y="248"/>
                </a:lnTo>
                <a:lnTo>
                  <a:pt x="15321" y="1241"/>
                </a:lnTo>
                <a:lnTo>
                  <a:pt x="13312" y="2483"/>
                </a:lnTo>
                <a:lnTo>
                  <a:pt x="12056" y="2234"/>
                </a:lnTo>
                <a:lnTo>
                  <a:pt x="10800" y="2234"/>
                </a:lnTo>
                <a:lnTo>
                  <a:pt x="8791" y="2483"/>
                </a:lnTo>
                <a:lnTo>
                  <a:pt x="7284" y="2731"/>
                </a:lnTo>
                <a:lnTo>
                  <a:pt x="5777" y="3724"/>
                </a:lnTo>
                <a:lnTo>
                  <a:pt x="4521" y="4717"/>
                </a:lnTo>
                <a:lnTo>
                  <a:pt x="3516" y="5959"/>
                </a:lnTo>
                <a:lnTo>
                  <a:pt x="2763" y="7448"/>
                </a:lnTo>
                <a:lnTo>
                  <a:pt x="2260" y="8938"/>
                </a:lnTo>
                <a:lnTo>
                  <a:pt x="2009" y="10676"/>
                </a:lnTo>
                <a:lnTo>
                  <a:pt x="2009" y="11917"/>
                </a:lnTo>
                <a:lnTo>
                  <a:pt x="2260" y="13159"/>
                </a:lnTo>
                <a:lnTo>
                  <a:pt x="251" y="17628"/>
                </a:lnTo>
                <a:lnTo>
                  <a:pt x="0" y="18372"/>
                </a:lnTo>
                <a:lnTo>
                  <a:pt x="0" y="20359"/>
                </a:lnTo>
                <a:lnTo>
                  <a:pt x="1256" y="21600"/>
                </a:lnTo>
                <a:lnTo>
                  <a:pt x="2009" y="21600"/>
                </a:lnTo>
                <a:lnTo>
                  <a:pt x="3516" y="21103"/>
                </a:lnTo>
                <a:lnTo>
                  <a:pt x="5274" y="20607"/>
                </a:lnTo>
                <a:lnTo>
                  <a:pt x="8288" y="19117"/>
                </a:lnTo>
                <a:lnTo>
                  <a:pt x="9544" y="19366"/>
                </a:lnTo>
                <a:lnTo>
                  <a:pt x="10800" y="19366"/>
                </a:lnTo>
                <a:lnTo>
                  <a:pt x="12558" y="19117"/>
                </a:lnTo>
                <a:lnTo>
                  <a:pt x="14065" y="18621"/>
                </a:lnTo>
                <a:lnTo>
                  <a:pt x="15572" y="17876"/>
                </a:lnTo>
                <a:lnTo>
                  <a:pt x="16828" y="16883"/>
                </a:lnTo>
                <a:lnTo>
                  <a:pt x="17833" y="15641"/>
                </a:lnTo>
                <a:lnTo>
                  <a:pt x="18837" y="14152"/>
                </a:lnTo>
                <a:lnTo>
                  <a:pt x="19088" y="12662"/>
                </a:lnTo>
                <a:lnTo>
                  <a:pt x="19340" y="10676"/>
                </a:lnTo>
                <a:lnTo>
                  <a:pt x="19340" y="9434"/>
                </a:lnTo>
                <a:lnTo>
                  <a:pt x="19088" y="8441"/>
                </a:lnTo>
                <a:lnTo>
                  <a:pt x="20093" y="6455"/>
                </a:lnTo>
                <a:lnTo>
                  <a:pt x="21349" y="4469"/>
                </a:lnTo>
                <a:lnTo>
                  <a:pt x="21600" y="3228"/>
                </a:lnTo>
                <a:lnTo>
                  <a:pt x="21600" y="1241"/>
                </a:lnTo>
                <a:lnTo>
                  <a:pt x="20847" y="745"/>
                </a:lnTo>
                <a:close/>
                <a:moveTo>
                  <a:pt x="10800" y="16883"/>
                </a:moveTo>
                <a:lnTo>
                  <a:pt x="14065" y="14152"/>
                </a:lnTo>
                <a:lnTo>
                  <a:pt x="16828" y="10676"/>
                </a:lnTo>
                <a:lnTo>
                  <a:pt x="16326" y="13159"/>
                </a:lnTo>
                <a:lnTo>
                  <a:pt x="15572" y="14152"/>
                </a:lnTo>
                <a:lnTo>
                  <a:pt x="15070" y="15145"/>
                </a:lnTo>
                <a:lnTo>
                  <a:pt x="14065" y="15890"/>
                </a:lnTo>
                <a:lnTo>
                  <a:pt x="13312" y="16386"/>
                </a:lnTo>
                <a:lnTo>
                  <a:pt x="12056" y="16883"/>
                </a:lnTo>
                <a:lnTo>
                  <a:pt x="10800" y="16883"/>
                </a:lnTo>
                <a:close/>
                <a:moveTo>
                  <a:pt x="18084" y="6207"/>
                </a:moveTo>
                <a:lnTo>
                  <a:pt x="15572" y="9434"/>
                </a:lnTo>
                <a:lnTo>
                  <a:pt x="12558" y="12662"/>
                </a:lnTo>
                <a:lnTo>
                  <a:pt x="9795" y="15393"/>
                </a:lnTo>
                <a:lnTo>
                  <a:pt x="6028" y="18124"/>
                </a:lnTo>
                <a:lnTo>
                  <a:pt x="4019" y="19366"/>
                </a:lnTo>
                <a:lnTo>
                  <a:pt x="2763" y="19614"/>
                </a:lnTo>
                <a:lnTo>
                  <a:pt x="1758" y="19614"/>
                </a:lnTo>
                <a:lnTo>
                  <a:pt x="1758" y="18372"/>
                </a:lnTo>
                <a:lnTo>
                  <a:pt x="2260" y="17131"/>
                </a:lnTo>
                <a:lnTo>
                  <a:pt x="3265" y="15393"/>
                </a:lnTo>
                <a:lnTo>
                  <a:pt x="4521" y="16883"/>
                </a:lnTo>
                <a:lnTo>
                  <a:pt x="6781" y="15393"/>
                </a:lnTo>
                <a:lnTo>
                  <a:pt x="5777" y="14400"/>
                </a:lnTo>
                <a:lnTo>
                  <a:pt x="5274" y="13159"/>
                </a:lnTo>
                <a:lnTo>
                  <a:pt x="4521" y="11917"/>
                </a:lnTo>
                <a:lnTo>
                  <a:pt x="4521" y="9434"/>
                </a:lnTo>
                <a:lnTo>
                  <a:pt x="5274" y="8441"/>
                </a:lnTo>
                <a:lnTo>
                  <a:pt x="5526" y="7448"/>
                </a:lnTo>
                <a:lnTo>
                  <a:pt x="6279" y="6455"/>
                </a:lnTo>
                <a:lnTo>
                  <a:pt x="7284" y="5462"/>
                </a:lnTo>
                <a:lnTo>
                  <a:pt x="8288" y="5214"/>
                </a:lnTo>
                <a:lnTo>
                  <a:pt x="9544" y="4717"/>
                </a:lnTo>
                <a:lnTo>
                  <a:pt x="10800" y="4717"/>
                </a:lnTo>
                <a:lnTo>
                  <a:pt x="13312" y="5214"/>
                </a:lnTo>
                <a:lnTo>
                  <a:pt x="14567" y="5959"/>
                </a:lnTo>
                <a:lnTo>
                  <a:pt x="15321" y="6703"/>
                </a:lnTo>
                <a:lnTo>
                  <a:pt x="16828" y="4717"/>
                </a:lnTo>
                <a:lnTo>
                  <a:pt x="15321" y="3476"/>
                </a:lnTo>
                <a:lnTo>
                  <a:pt x="17330" y="2483"/>
                </a:lnTo>
                <a:lnTo>
                  <a:pt x="18586" y="1986"/>
                </a:lnTo>
                <a:lnTo>
                  <a:pt x="19591" y="1986"/>
                </a:lnTo>
                <a:lnTo>
                  <a:pt x="19591" y="2731"/>
                </a:lnTo>
                <a:lnTo>
                  <a:pt x="19340" y="3972"/>
                </a:lnTo>
                <a:lnTo>
                  <a:pt x="18084" y="620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3" name="Google Shape;2293;p51"/>
          <p:cNvSpPr/>
          <p:nvPr/>
        </p:nvSpPr>
        <p:spPr>
          <a:xfrm>
            <a:off x="9313333" y="3725333"/>
            <a:ext cx="427572" cy="440262"/>
          </a:xfrm>
          <a:custGeom>
            <a:rect b="b" l="l" r="r" t="t"/>
            <a:pathLst>
              <a:path extrusionOk="0" h="21600" w="21600">
                <a:moveTo>
                  <a:pt x="20945" y="3531"/>
                </a:moveTo>
                <a:lnTo>
                  <a:pt x="21382" y="2908"/>
                </a:lnTo>
                <a:lnTo>
                  <a:pt x="21600" y="2077"/>
                </a:lnTo>
                <a:lnTo>
                  <a:pt x="21382" y="1246"/>
                </a:lnTo>
                <a:lnTo>
                  <a:pt x="20945" y="623"/>
                </a:lnTo>
                <a:lnTo>
                  <a:pt x="20291" y="208"/>
                </a:lnTo>
                <a:lnTo>
                  <a:pt x="19418" y="0"/>
                </a:lnTo>
                <a:lnTo>
                  <a:pt x="18545" y="208"/>
                </a:lnTo>
                <a:lnTo>
                  <a:pt x="17891" y="623"/>
                </a:lnTo>
                <a:lnTo>
                  <a:pt x="17236" y="1454"/>
                </a:lnTo>
                <a:lnTo>
                  <a:pt x="17236" y="2492"/>
                </a:lnTo>
                <a:lnTo>
                  <a:pt x="16145" y="3531"/>
                </a:lnTo>
                <a:lnTo>
                  <a:pt x="15055" y="3115"/>
                </a:lnTo>
                <a:lnTo>
                  <a:pt x="13745" y="2492"/>
                </a:lnTo>
                <a:lnTo>
                  <a:pt x="12218" y="2077"/>
                </a:lnTo>
                <a:lnTo>
                  <a:pt x="9382" y="2077"/>
                </a:lnTo>
                <a:lnTo>
                  <a:pt x="7855" y="2492"/>
                </a:lnTo>
                <a:lnTo>
                  <a:pt x="6545" y="3115"/>
                </a:lnTo>
                <a:lnTo>
                  <a:pt x="5455" y="3531"/>
                </a:lnTo>
                <a:lnTo>
                  <a:pt x="4364" y="2492"/>
                </a:lnTo>
                <a:lnTo>
                  <a:pt x="4364" y="1454"/>
                </a:lnTo>
                <a:lnTo>
                  <a:pt x="3709" y="623"/>
                </a:lnTo>
                <a:lnTo>
                  <a:pt x="3055" y="208"/>
                </a:lnTo>
                <a:lnTo>
                  <a:pt x="2182" y="0"/>
                </a:lnTo>
                <a:lnTo>
                  <a:pt x="1309" y="208"/>
                </a:lnTo>
                <a:lnTo>
                  <a:pt x="655" y="623"/>
                </a:lnTo>
                <a:lnTo>
                  <a:pt x="218" y="1246"/>
                </a:lnTo>
                <a:lnTo>
                  <a:pt x="0" y="2077"/>
                </a:lnTo>
                <a:lnTo>
                  <a:pt x="218" y="2908"/>
                </a:lnTo>
                <a:lnTo>
                  <a:pt x="655" y="3531"/>
                </a:lnTo>
                <a:lnTo>
                  <a:pt x="1745" y="4154"/>
                </a:lnTo>
                <a:lnTo>
                  <a:pt x="2836" y="4154"/>
                </a:lnTo>
                <a:lnTo>
                  <a:pt x="3709" y="4985"/>
                </a:lnTo>
                <a:lnTo>
                  <a:pt x="1964" y="7892"/>
                </a:lnTo>
                <a:lnTo>
                  <a:pt x="1309" y="9554"/>
                </a:lnTo>
                <a:lnTo>
                  <a:pt x="1091" y="11215"/>
                </a:lnTo>
                <a:lnTo>
                  <a:pt x="1091" y="17862"/>
                </a:lnTo>
                <a:lnTo>
                  <a:pt x="1309" y="19315"/>
                </a:lnTo>
                <a:lnTo>
                  <a:pt x="2182" y="20562"/>
                </a:lnTo>
                <a:lnTo>
                  <a:pt x="3491" y="21185"/>
                </a:lnTo>
                <a:lnTo>
                  <a:pt x="4800" y="21600"/>
                </a:lnTo>
                <a:lnTo>
                  <a:pt x="5891" y="21600"/>
                </a:lnTo>
                <a:lnTo>
                  <a:pt x="6764" y="20977"/>
                </a:lnTo>
                <a:lnTo>
                  <a:pt x="7855" y="19938"/>
                </a:lnTo>
                <a:lnTo>
                  <a:pt x="9164" y="21185"/>
                </a:lnTo>
                <a:lnTo>
                  <a:pt x="10036" y="21600"/>
                </a:lnTo>
                <a:lnTo>
                  <a:pt x="11564" y="21600"/>
                </a:lnTo>
                <a:lnTo>
                  <a:pt x="12436" y="21185"/>
                </a:lnTo>
                <a:lnTo>
                  <a:pt x="12873" y="20769"/>
                </a:lnTo>
                <a:lnTo>
                  <a:pt x="13527" y="19938"/>
                </a:lnTo>
                <a:lnTo>
                  <a:pt x="13964" y="20562"/>
                </a:lnTo>
                <a:lnTo>
                  <a:pt x="15273" y="21185"/>
                </a:lnTo>
                <a:lnTo>
                  <a:pt x="16800" y="21600"/>
                </a:lnTo>
                <a:lnTo>
                  <a:pt x="18109" y="21185"/>
                </a:lnTo>
                <a:lnTo>
                  <a:pt x="19418" y="20562"/>
                </a:lnTo>
                <a:lnTo>
                  <a:pt x="20291" y="19315"/>
                </a:lnTo>
                <a:lnTo>
                  <a:pt x="20509" y="17862"/>
                </a:lnTo>
                <a:lnTo>
                  <a:pt x="20509" y="11215"/>
                </a:lnTo>
                <a:lnTo>
                  <a:pt x="20291" y="9554"/>
                </a:lnTo>
                <a:lnTo>
                  <a:pt x="19636" y="7892"/>
                </a:lnTo>
                <a:lnTo>
                  <a:pt x="18982" y="6438"/>
                </a:lnTo>
                <a:lnTo>
                  <a:pt x="17891" y="4985"/>
                </a:lnTo>
                <a:lnTo>
                  <a:pt x="18982" y="4154"/>
                </a:lnTo>
                <a:lnTo>
                  <a:pt x="19855" y="4154"/>
                </a:lnTo>
                <a:lnTo>
                  <a:pt x="20945" y="3531"/>
                </a:lnTo>
                <a:close/>
                <a:moveTo>
                  <a:pt x="18327" y="17862"/>
                </a:moveTo>
                <a:lnTo>
                  <a:pt x="18327" y="18485"/>
                </a:lnTo>
                <a:lnTo>
                  <a:pt x="17236" y="19523"/>
                </a:lnTo>
                <a:lnTo>
                  <a:pt x="16145" y="19523"/>
                </a:lnTo>
                <a:lnTo>
                  <a:pt x="15709" y="18900"/>
                </a:lnTo>
                <a:lnTo>
                  <a:pt x="15055" y="18485"/>
                </a:lnTo>
                <a:lnTo>
                  <a:pt x="15055" y="17238"/>
                </a:lnTo>
                <a:lnTo>
                  <a:pt x="14618" y="16823"/>
                </a:lnTo>
                <a:lnTo>
                  <a:pt x="13964" y="16408"/>
                </a:lnTo>
                <a:lnTo>
                  <a:pt x="12873" y="16408"/>
                </a:lnTo>
                <a:lnTo>
                  <a:pt x="12436" y="16823"/>
                </a:lnTo>
                <a:lnTo>
                  <a:pt x="12218" y="17446"/>
                </a:lnTo>
                <a:lnTo>
                  <a:pt x="11782" y="17862"/>
                </a:lnTo>
                <a:lnTo>
                  <a:pt x="11782" y="18692"/>
                </a:lnTo>
                <a:lnTo>
                  <a:pt x="11564" y="19315"/>
                </a:lnTo>
                <a:lnTo>
                  <a:pt x="11345" y="19523"/>
                </a:lnTo>
                <a:lnTo>
                  <a:pt x="10255" y="19523"/>
                </a:lnTo>
                <a:lnTo>
                  <a:pt x="10036" y="19315"/>
                </a:lnTo>
                <a:lnTo>
                  <a:pt x="9818" y="18692"/>
                </a:lnTo>
                <a:lnTo>
                  <a:pt x="9818" y="17446"/>
                </a:lnTo>
                <a:lnTo>
                  <a:pt x="8727" y="16408"/>
                </a:lnTo>
                <a:lnTo>
                  <a:pt x="7636" y="16408"/>
                </a:lnTo>
                <a:lnTo>
                  <a:pt x="6982" y="16823"/>
                </a:lnTo>
                <a:lnTo>
                  <a:pt x="6764" y="17238"/>
                </a:lnTo>
                <a:lnTo>
                  <a:pt x="6327" y="18485"/>
                </a:lnTo>
                <a:lnTo>
                  <a:pt x="5891" y="18900"/>
                </a:lnTo>
                <a:lnTo>
                  <a:pt x="5455" y="19523"/>
                </a:lnTo>
                <a:lnTo>
                  <a:pt x="4364" y="19523"/>
                </a:lnTo>
                <a:lnTo>
                  <a:pt x="3273" y="18485"/>
                </a:lnTo>
                <a:lnTo>
                  <a:pt x="3273" y="11215"/>
                </a:lnTo>
                <a:lnTo>
                  <a:pt x="3491" y="9762"/>
                </a:lnTo>
                <a:lnTo>
                  <a:pt x="3709" y="8515"/>
                </a:lnTo>
                <a:lnTo>
                  <a:pt x="4582" y="7269"/>
                </a:lnTo>
                <a:lnTo>
                  <a:pt x="5455" y="6231"/>
                </a:lnTo>
                <a:lnTo>
                  <a:pt x="6545" y="5400"/>
                </a:lnTo>
                <a:lnTo>
                  <a:pt x="7855" y="4569"/>
                </a:lnTo>
                <a:lnTo>
                  <a:pt x="9164" y="4362"/>
                </a:lnTo>
                <a:lnTo>
                  <a:pt x="10909" y="4154"/>
                </a:lnTo>
                <a:lnTo>
                  <a:pt x="12436" y="4362"/>
                </a:lnTo>
                <a:lnTo>
                  <a:pt x="13745" y="4569"/>
                </a:lnTo>
                <a:lnTo>
                  <a:pt x="15055" y="5400"/>
                </a:lnTo>
                <a:lnTo>
                  <a:pt x="16145" y="6231"/>
                </a:lnTo>
                <a:lnTo>
                  <a:pt x="17018" y="7269"/>
                </a:lnTo>
                <a:lnTo>
                  <a:pt x="17891" y="8515"/>
                </a:lnTo>
                <a:lnTo>
                  <a:pt x="18109" y="9762"/>
                </a:lnTo>
                <a:lnTo>
                  <a:pt x="18327" y="11215"/>
                </a:lnTo>
                <a:lnTo>
                  <a:pt x="18327" y="1786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4" name="Google Shape;2294;p51"/>
          <p:cNvSpPr/>
          <p:nvPr/>
        </p:nvSpPr>
        <p:spPr>
          <a:xfrm>
            <a:off x="9444567" y="3856567"/>
            <a:ext cx="169344" cy="169344"/>
          </a:xfrm>
          <a:custGeom>
            <a:rect b="b" l="l" r="r" t="t"/>
            <a:pathLst>
              <a:path extrusionOk="0" h="21600" w="21600">
                <a:moveTo>
                  <a:pt x="11077" y="0"/>
                </a:moveTo>
                <a:lnTo>
                  <a:pt x="8862" y="0"/>
                </a:lnTo>
                <a:lnTo>
                  <a:pt x="6646" y="554"/>
                </a:lnTo>
                <a:lnTo>
                  <a:pt x="3323" y="3323"/>
                </a:lnTo>
                <a:lnTo>
                  <a:pt x="554" y="6646"/>
                </a:lnTo>
                <a:lnTo>
                  <a:pt x="0" y="8862"/>
                </a:lnTo>
                <a:lnTo>
                  <a:pt x="0" y="12738"/>
                </a:lnTo>
                <a:lnTo>
                  <a:pt x="554" y="14954"/>
                </a:lnTo>
                <a:lnTo>
                  <a:pt x="3323" y="18277"/>
                </a:lnTo>
                <a:lnTo>
                  <a:pt x="6646" y="21046"/>
                </a:lnTo>
                <a:lnTo>
                  <a:pt x="8862" y="21600"/>
                </a:lnTo>
                <a:lnTo>
                  <a:pt x="12738" y="21600"/>
                </a:lnTo>
                <a:lnTo>
                  <a:pt x="14954" y="21046"/>
                </a:lnTo>
                <a:lnTo>
                  <a:pt x="18277" y="18277"/>
                </a:lnTo>
                <a:lnTo>
                  <a:pt x="21046" y="14954"/>
                </a:lnTo>
                <a:lnTo>
                  <a:pt x="21600" y="12738"/>
                </a:lnTo>
                <a:lnTo>
                  <a:pt x="21600" y="8862"/>
                </a:lnTo>
                <a:lnTo>
                  <a:pt x="21046" y="6646"/>
                </a:lnTo>
                <a:lnTo>
                  <a:pt x="18277" y="3323"/>
                </a:lnTo>
                <a:lnTo>
                  <a:pt x="14954" y="554"/>
                </a:lnTo>
                <a:lnTo>
                  <a:pt x="12738" y="0"/>
                </a:lnTo>
                <a:lnTo>
                  <a:pt x="11077" y="0"/>
                </a:lnTo>
                <a:close/>
                <a:moveTo>
                  <a:pt x="11077" y="16062"/>
                </a:moveTo>
                <a:lnTo>
                  <a:pt x="6646" y="14954"/>
                </a:lnTo>
                <a:lnTo>
                  <a:pt x="5538" y="10523"/>
                </a:lnTo>
                <a:lnTo>
                  <a:pt x="6092" y="8862"/>
                </a:lnTo>
                <a:lnTo>
                  <a:pt x="6646" y="6646"/>
                </a:lnTo>
                <a:lnTo>
                  <a:pt x="11077" y="5538"/>
                </a:lnTo>
                <a:lnTo>
                  <a:pt x="12738" y="6092"/>
                </a:lnTo>
                <a:lnTo>
                  <a:pt x="14954" y="6646"/>
                </a:lnTo>
                <a:lnTo>
                  <a:pt x="15508" y="8862"/>
                </a:lnTo>
                <a:lnTo>
                  <a:pt x="16062" y="10523"/>
                </a:lnTo>
                <a:lnTo>
                  <a:pt x="14954" y="14954"/>
                </a:lnTo>
                <a:lnTo>
                  <a:pt x="12738" y="15508"/>
                </a:lnTo>
                <a:lnTo>
                  <a:pt x="11077" y="1606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5" name="Google Shape;2295;p51"/>
          <p:cNvSpPr/>
          <p:nvPr/>
        </p:nvSpPr>
        <p:spPr>
          <a:xfrm>
            <a:off x="1066799" y="4792133"/>
            <a:ext cx="507978" cy="334422"/>
          </a:xfrm>
          <a:custGeom>
            <a:rect b="b" l="l" r="r" t="t"/>
            <a:pathLst>
              <a:path extrusionOk="0" h="21600" w="21600">
                <a:moveTo>
                  <a:pt x="19037" y="6015"/>
                </a:moveTo>
                <a:lnTo>
                  <a:pt x="18671" y="4648"/>
                </a:lnTo>
                <a:lnTo>
                  <a:pt x="18488" y="3554"/>
                </a:lnTo>
                <a:lnTo>
                  <a:pt x="18122" y="2461"/>
                </a:lnTo>
                <a:lnTo>
                  <a:pt x="17390" y="1641"/>
                </a:lnTo>
                <a:lnTo>
                  <a:pt x="16841" y="820"/>
                </a:lnTo>
                <a:lnTo>
                  <a:pt x="16108" y="273"/>
                </a:lnTo>
                <a:lnTo>
                  <a:pt x="15376" y="0"/>
                </a:lnTo>
                <a:lnTo>
                  <a:pt x="6407" y="0"/>
                </a:lnTo>
                <a:lnTo>
                  <a:pt x="5675" y="273"/>
                </a:lnTo>
                <a:lnTo>
                  <a:pt x="4759" y="820"/>
                </a:lnTo>
                <a:lnTo>
                  <a:pt x="3661" y="2461"/>
                </a:lnTo>
                <a:lnTo>
                  <a:pt x="3112" y="3554"/>
                </a:lnTo>
                <a:lnTo>
                  <a:pt x="2929" y="4648"/>
                </a:lnTo>
                <a:lnTo>
                  <a:pt x="2746" y="6015"/>
                </a:lnTo>
                <a:lnTo>
                  <a:pt x="1647" y="6562"/>
                </a:lnTo>
                <a:lnTo>
                  <a:pt x="915" y="7656"/>
                </a:lnTo>
                <a:lnTo>
                  <a:pt x="183" y="9023"/>
                </a:lnTo>
                <a:lnTo>
                  <a:pt x="0" y="10663"/>
                </a:lnTo>
                <a:lnTo>
                  <a:pt x="0" y="17499"/>
                </a:lnTo>
                <a:lnTo>
                  <a:pt x="183" y="18319"/>
                </a:lnTo>
                <a:lnTo>
                  <a:pt x="366" y="19413"/>
                </a:lnTo>
                <a:lnTo>
                  <a:pt x="1098" y="19686"/>
                </a:lnTo>
                <a:lnTo>
                  <a:pt x="1831" y="20233"/>
                </a:lnTo>
                <a:lnTo>
                  <a:pt x="1831" y="21600"/>
                </a:lnTo>
                <a:lnTo>
                  <a:pt x="3661" y="21600"/>
                </a:lnTo>
                <a:lnTo>
                  <a:pt x="3661" y="20233"/>
                </a:lnTo>
                <a:lnTo>
                  <a:pt x="18122" y="20233"/>
                </a:lnTo>
                <a:lnTo>
                  <a:pt x="18122" y="21600"/>
                </a:lnTo>
                <a:lnTo>
                  <a:pt x="19953" y="21600"/>
                </a:lnTo>
                <a:lnTo>
                  <a:pt x="19953" y="20233"/>
                </a:lnTo>
                <a:lnTo>
                  <a:pt x="20502" y="19686"/>
                </a:lnTo>
                <a:lnTo>
                  <a:pt x="21234" y="19413"/>
                </a:lnTo>
                <a:lnTo>
                  <a:pt x="21417" y="18319"/>
                </a:lnTo>
                <a:lnTo>
                  <a:pt x="21600" y="17499"/>
                </a:lnTo>
                <a:lnTo>
                  <a:pt x="21600" y="10663"/>
                </a:lnTo>
                <a:lnTo>
                  <a:pt x="21417" y="9023"/>
                </a:lnTo>
                <a:lnTo>
                  <a:pt x="20685" y="7656"/>
                </a:lnTo>
                <a:lnTo>
                  <a:pt x="20136" y="6562"/>
                </a:lnTo>
                <a:lnTo>
                  <a:pt x="19037" y="6015"/>
                </a:lnTo>
                <a:close/>
                <a:moveTo>
                  <a:pt x="17207" y="6289"/>
                </a:moveTo>
                <a:lnTo>
                  <a:pt x="16475" y="7382"/>
                </a:lnTo>
                <a:lnTo>
                  <a:pt x="15742" y="7929"/>
                </a:lnTo>
                <a:lnTo>
                  <a:pt x="15376" y="10663"/>
                </a:lnTo>
                <a:lnTo>
                  <a:pt x="11715" y="10663"/>
                </a:lnTo>
                <a:lnTo>
                  <a:pt x="11715" y="2461"/>
                </a:lnTo>
                <a:lnTo>
                  <a:pt x="14461" y="2461"/>
                </a:lnTo>
                <a:lnTo>
                  <a:pt x="15559" y="3008"/>
                </a:lnTo>
                <a:lnTo>
                  <a:pt x="16292" y="3554"/>
                </a:lnTo>
                <a:lnTo>
                  <a:pt x="16841" y="4922"/>
                </a:lnTo>
                <a:lnTo>
                  <a:pt x="17207" y="6289"/>
                </a:lnTo>
                <a:close/>
                <a:moveTo>
                  <a:pt x="7139" y="2461"/>
                </a:moveTo>
                <a:lnTo>
                  <a:pt x="9885" y="2461"/>
                </a:lnTo>
                <a:lnTo>
                  <a:pt x="9885" y="10663"/>
                </a:lnTo>
                <a:lnTo>
                  <a:pt x="6407" y="10663"/>
                </a:lnTo>
                <a:lnTo>
                  <a:pt x="6041" y="9296"/>
                </a:lnTo>
                <a:lnTo>
                  <a:pt x="5858" y="7929"/>
                </a:lnTo>
                <a:lnTo>
                  <a:pt x="5125" y="7382"/>
                </a:lnTo>
                <a:lnTo>
                  <a:pt x="4576" y="6289"/>
                </a:lnTo>
                <a:lnTo>
                  <a:pt x="4759" y="4922"/>
                </a:lnTo>
                <a:lnTo>
                  <a:pt x="5492" y="3554"/>
                </a:lnTo>
                <a:lnTo>
                  <a:pt x="6041" y="3008"/>
                </a:lnTo>
                <a:lnTo>
                  <a:pt x="7139" y="2461"/>
                </a:lnTo>
                <a:close/>
                <a:moveTo>
                  <a:pt x="19953" y="17499"/>
                </a:moveTo>
                <a:lnTo>
                  <a:pt x="1831" y="17499"/>
                </a:lnTo>
                <a:lnTo>
                  <a:pt x="1831" y="10116"/>
                </a:lnTo>
                <a:lnTo>
                  <a:pt x="2197" y="9296"/>
                </a:lnTo>
                <a:lnTo>
                  <a:pt x="2746" y="8749"/>
                </a:lnTo>
                <a:lnTo>
                  <a:pt x="3661" y="8749"/>
                </a:lnTo>
                <a:lnTo>
                  <a:pt x="4576" y="10116"/>
                </a:lnTo>
                <a:lnTo>
                  <a:pt x="4576" y="12577"/>
                </a:lnTo>
                <a:lnTo>
                  <a:pt x="4759" y="13124"/>
                </a:lnTo>
                <a:lnTo>
                  <a:pt x="4942" y="13397"/>
                </a:lnTo>
                <a:lnTo>
                  <a:pt x="16658" y="13397"/>
                </a:lnTo>
                <a:lnTo>
                  <a:pt x="17207" y="12577"/>
                </a:lnTo>
                <a:lnTo>
                  <a:pt x="17207" y="10116"/>
                </a:lnTo>
                <a:lnTo>
                  <a:pt x="17573" y="9296"/>
                </a:lnTo>
                <a:lnTo>
                  <a:pt x="18122" y="8749"/>
                </a:lnTo>
                <a:lnTo>
                  <a:pt x="19037" y="8749"/>
                </a:lnTo>
                <a:lnTo>
                  <a:pt x="19953" y="10116"/>
                </a:lnTo>
                <a:lnTo>
                  <a:pt x="19953" y="17499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6" name="Google Shape;2296;p51"/>
          <p:cNvSpPr/>
          <p:nvPr/>
        </p:nvSpPr>
        <p:spPr>
          <a:xfrm>
            <a:off x="2158999" y="4749800"/>
            <a:ext cx="376758" cy="419094"/>
          </a:xfrm>
          <a:custGeom>
            <a:rect b="b" l="l" r="r" t="t"/>
            <a:pathLst>
              <a:path extrusionOk="0" h="21600" w="21600">
                <a:moveTo>
                  <a:pt x="21600" y="11902"/>
                </a:moveTo>
                <a:lnTo>
                  <a:pt x="21355" y="9918"/>
                </a:lnTo>
                <a:lnTo>
                  <a:pt x="20864" y="7935"/>
                </a:lnTo>
                <a:lnTo>
                  <a:pt x="18409" y="3967"/>
                </a:lnTo>
                <a:lnTo>
                  <a:pt x="16445" y="2424"/>
                </a:lnTo>
                <a:lnTo>
                  <a:pt x="14727" y="1102"/>
                </a:lnTo>
                <a:lnTo>
                  <a:pt x="13009" y="220"/>
                </a:lnTo>
                <a:lnTo>
                  <a:pt x="10800" y="0"/>
                </a:lnTo>
                <a:lnTo>
                  <a:pt x="8591" y="220"/>
                </a:lnTo>
                <a:lnTo>
                  <a:pt x="6873" y="1102"/>
                </a:lnTo>
                <a:lnTo>
                  <a:pt x="5155" y="2424"/>
                </a:lnTo>
                <a:lnTo>
                  <a:pt x="3191" y="3967"/>
                </a:lnTo>
                <a:lnTo>
                  <a:pt x="736" y="7935"/>
                </a:lnTo>
                <a:lnTo>
                  <a:pt x="245" y="9918"/>
                </a:lnTo>
                <a:lnTo>
                  <a:pt x="0" y="11902"/>
                </a:lnTo>
                <a:lnTo>
                  <a:pt x="245" y="13886"/>
                </a:lnTo>
                <a:lnTo>
                  <a:pt x="736" y="15208"/>
                </a:lnTo>
                <a:lnTo>
                  <a:pt x="1718" y="16310"/>
                </a:lnTo>
                <a:lnTo>
                  <a:pt x="2945" y="16971"/>
                </a:lnTo>
                <a:lnTo>
                  <a:pt x="4418" y="17633"/>
                </a:lnTo>
                <a:lnTo>
                  <a:pt x="5891" y="18073"/>
                </a:lnTo>
                <a:lnTo>
                  <a:pt x="9573" y="18514"/>
                </a:lnTo>
                <a:lnTo>
                  <a:pt x="9573" y="19616"/>
                </a:lnTo>
                <a:lnTo>
                  <a:pt x="5891" y="19616"/>
                </a:lnTo>
                <a:lnTo>
                  <a:pt x="5891" y="21600"/>
                </a:lnTo>
                <a:lnTo>
                  <a:pt x="15709" y="21600"/>
                </a:lnTo>
                <a:lnTo>
                  <a:pt x="15709" y="19616"/>
                </a:lnTo>
                <a:lnTo>
                  <a:pt x="12027" y="19616"/>
                </a:lnTo>
                <a:lnTo>
                  <a:pt x="12027" y="18514"/>
                </a:lnTo>
                <a:lnTo>
                  <a:pt x="15709" y="18073"/>
                </a:lnTo>
                <a:lnTo>
                  <a:pt x="17182" y="17633"/>
                </a:lnTo>
                <a:lnTo>
                  <a:pt x="18655" y="16971"/>
                </a:lnTo>
                <a:lnTo>
                  <a:pt x="19882" y="16310"/>
                </a:lnTo>
                <a:lnTo>
                  <a:pt x="20864" y="15208"/>
                </a:lnTo>
                <a:lnTo>
                  <a:pt x="21355" y="13886"/>
                </a:lnTo>
                <a:lnTo>
                  <a:pt x="21600" y="11902"/>
                </a:lnTo>
                <a:close/>
                <a:moveTo>
                  <a:pt x="2209" y="11902"/>
                </a:moveTo>
                <a:lnTo>
                  <a:pt x="2700" y="10359"/>
                </a:lnTo>
                <a:lnTo>
                  <a:pt x="3191" y="8596"/>
                </a:lnTo>
                <a:lnTo>
                  <a:pt x="3927" y="7053"/>
                </a:lnTo>
                <a:lnTo>
                  <a:pt x="5155" y="5731"/>
                </a:lnTo>
                <a:lnTo>
                  <a:pt x="6136" y="4188"/>
                </a:lnTo>
                <a:lnTo>
                  <a:pt x="7855" y="3306"/>
                </a:lnTo>
                <a:lnTo>
                  <a:pt x="9327" y="2424"/>
                </a:lnTo>
                <a:lnTo>
                  <a:pt x="10800" y="2204"/>
                </a:lnTo>
                <a:lnTo>
                  <a:pt x="12273" y="2424"/>
                </a:lnTo>
                <a:lnTo>
                  <a:pt x="15218" y="4188"/>
                </a:lnTo>
                <a:lnTo>
                  <a:pt x="16445" y="5731"/>
                </a:lnTo>
                <a:lnTo>
                  <a:pt x="17673" y="7053"/>
                </a:lnTo>
                <a:lnTo>
                  <a:pt x="18409" y="8596"/>
                </a:lnTo>
                <a:lnTo>
                  <a:pt x="18900" y="10359"/>
                </a:lnTo>
                <a:lnTo>
                  <a:pt x="19391" y="11902"/>
                </a:lnTo>
                <a:lnTo>
                  <a:pt x="18900" y="13445"/>
                </a:lnTo>
                <a:lnTo>
                  <a:pt x="18655" y="14327"/>
                </a:lnTo>
                <a:lnTo>
                  <a:pt x="18164" y="14988"/>
                </a:lnTo>
                <a:lnTo>
                  <a:pt x="16936" y="15429"/>
                </a:lnTo>
                <a:lnTo>
                  <a:pt x="13500" y="16310"/>
                </a:lnTo>
                <a:lnTo>
                  <a:pt x="8100" y="16310"/>
                </a:lnTo>
                <a:lnTo>
                  <a:pt x="6136" y="15869"/>
                </a:lnTo>
                <a:lnTo>
                  <a:pt x="4664" y="15429"/>
                </a:lnTo>
                <a:lnTo>
                  <a:pt x="3436" y="14988"/>
                </a:lnTo>
                <a:lnTo>
                  <a:pt x="2945" y="14327"/>
                </a:lnTo>
                <a:lnTo>
                  <a:pt x="2700" y="13445"/>
                </a:lnTo>
                <a:lnTo>
                  <a:pt x="2209" y="1190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7" name="Google Shape;2297;p51"/>
          <p:cNvSpPr/>
          <p:nvPr/>
        </p:nvSpPr>
        <p:spPr>
          <a:xfrm>
            <a:off x="2235199" y="4961466"/>
            <a:ext cx="220158" cy="63504"/>
          </a:xfrm>
          <a:custGeom>
            <a:rect b="b" l="l" r="r" t="t"/>
            <a:pathLst>
              <a:path extrusionOk="0" h="21600" w="21600">
                <a:moveTo>
                  <a:pt x="17280" y="21600"/>
                </a:moveTo>
                <a:lnTo>
                  <a:pt x="21600" y="21600"/>
                </a:lnTo>
                <a:lnTo>
                  <a:pt x="21600" y="15840"/>
                </a:lnTo>
                <a:lnTo>
                  <a:pt x="20304" y="12960"/>
                </a:lnTo>
                <a:lnTo>
                  <a:pt x="19440" y="8640"/>
                </a:lnTo>
                <a:lnTo>
                  <a:pt x="18144" y="5760"/>
                </a:lnTo>
                <a:lnTo>
                  <a:pt x="14688" y="1440"/>
                </a:lnTo>
                <a:lnTo>
                  <a:pt x="10800" y="0"/>
                </a:lnTo>
                <a:lnTo>
                  <a:pt x="6912" y="1440"/>
                </a:lnTo>
                <a:lnTo>
                  <a:pt x="3456" y="5760"/>
                </a:lnTo>
                <a:lnTo>
                  <a:pt x="2160" y="8640"/>
                </a:lnTo>
                <a:lnTo>
                  <a:pt x="1296" y="12960"/>
                </a:lnTo>
                <a:lnTo>
                  <a:pt x="0" y="15840"/>
                </a:lnTo>
                <a:lnTo>
                  <a:pt x="0" y="21600"/>
                </a:lnTo>
                <a:lnTo>
                  <a:pt x="4320" y="21600"/>
                </a:lnTo>
                <a:lnTo>
                  <a:pt x="4752" y="20160"/>
                </a:lnTo>
                <a:lnTo>
                  <a:pt x="8208" y="14400"/>
                </a:lnTo>
                <a:lnTo>
                  <a:pt x="13392" y="14400"/>
                </a:lnTo>
                <a:lnTo>
                  <a:pt x="16848" y="20160"/>
                </a:lnTo>
                <a:lnTo>
                  <a:pt x="1728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8" name="Google Shape;2298;p51"/>
          <p:cNvSpPr/>
          <p:nvPr/>
        </p:nvSpPr>
        <p:spPr>
          <a:xfrm>
            <a:off x="6379634" y="4999568"/>
            <a:ext cx="126900" cy="507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299" name="Google Shape;2299;p51"/>
          <p:cNvSpPr/>
          <p:nvPr/>
        </p:nvSpPr>
        <p:spPr>
          <a:xfrm>
            <a:off x="6235701" y="4749800"/>
            <a:ext cx="427572" cy="419094"/>
          </a:xfrm>
          <a:custGeom>
            <a:rect b="b" l="l" r="r" t="t"/>
            <a:pathLst>
              <a:path extrusionOk="0" h="21600" w="21600">
                <a:moveTo>
                  <a:pt x="18514" y="11902"/>
                </a:moveTo>
                <a:lnTo>
                  <a:pt x="17412" y="11902"/>
                </a:lnTo>
                <a:lnTo>
                  <a:pt x="17412" y="9698"/>
                </a:lnTo>
                <a:lnTo>
                  <a:pt x="17853" y="9698"/>
                </a:lnTo>
                <a:lnTo>
                  <a:pt x="18073" y="9478"/>
                </a:lnTo>
                <a:lnTo>
                  <a:pt x="18514" y="9257"/>
                </a:lnTo>
                <a:lnTo>
                  <a:pt x="18514" y="3306"/>
                </a:lnTo>
                <a:lnTo>
                  <a:pt x="18073" y="1763"/>
                </a:lnTo>
                <a:lnTo>
                  <a:pt x="16531" y="220"/>
                </a:lnTo>
                <a:lnTo>
                  <a:pt x="15208" y="0"/>
                </a:lnTo>
                <a:lnTo>
                  <a:pt x="6392" y="0"/>
                </a:lnTo>
                <a:lnTo>
                  <a:pt x="5069" y="220"/>
                </a:lnTo>
                <a:lnTo>
                  <a:pt x="4408" y="1102"/>
                </a:lnTo>
                <a:lnTo>
                  <a:pt x="3527" y="1763"/>
                </a:lnTo>
                <a:lnTo>
                  <a:pt x="3306" y="3306"/>
                </a:lnTo>
                <a:lnTo>
                  <a:pt x="3306" y="9257"/>
                </a:lnTo>
                <a:lnTo>
                  <a:pt x="3747" y="9698"/>
                </a:lnTo>
                <a:lnTo>
                  <a:pt x="4408" y="9698"/>
                </a:lnTo>
                <a:lnTo>
                  <a:pt x="4408" y="11902"/>
                </a:lnTo>
                <a:lnTo>
                  <a:pt x="3306" y="11902"/>
                </a:lnTo>
                <a:lnTo>
                  <a:pt x="1763" y="12122"/>
                </a:lnTo>
                <a:lnTo>
                  <a:pt x="1102" y="13004"/>
                </a:lnTo>
                <a:lnTo>
                  <a:pt x="220" y="13886"/>
                </a:lnTo>
                <a:lnTo>
                  <a:pt x="0" y="15208"/>
                </a:lnTo>
                <a:lnTo>
                  <a:pt x="0" y="21159"/>
                </a:lnTo>
                <a:lnTo>
                  <a:pt x="441" y="21600"/>
                </a:lnTo>
                <a:lnTo>
                  <a:pt x="21159" y="21600"/>
                </a:lnTo>
                <a:lnTo>
                  <a:pt x="21600" y="21159"/>
                </a:lnTo>
                <a:lnTo>
                  <a:pt x="21600" y="15208"/>
                </a:lnTo>
                <a:lnTo>
                  <a:pt x="21380" y="13886"/>
                </a:lnTo>
                <a:lnTo>
                  <a:pt x="20718" y="13004"/>
                </a:lnTo>
                <a:lnTo>
                  <a:pt x="19837" y="12122"/>
                </a:lnTo>
                <a:lnTo>
                  <a:pt x="18514" y="11902"/>
                </a:lnTo>
                <a:close/>
                <a:moveTo>
                  <a:pt x="18514" y="14106"/>
                </a:moveTo>
                <a:lnTo>
                  <a:pt x="18955" y="14106"/>
                </a:lnTo>
                <a:lnTo>
                  <a:pt x="19176" y="14327"/>
                </a:lnTo>
                <a:lnTo>
                  <a:pt x="19616" y="14547"/>
                </a:lnTo>
                <a:lnTo>
                  <a:pt x="19616" y="15208"/>
                </a:lnTo>
                <a:lnTo>
                  <a:pt x="17412" y="15208"/>
                </a:lnTo>
                <a:lnTo>
                  <a:pt x="17412" y="14106"/>
                </a:lnTo>
                <a:lnTo>
                  <a:pt x="18514" y="14106"/>
                </a:lnTo>
                <a:close/>
                <a:moveTo>
                  <a:pt x="5290" y="3306"/>
                </a:moveTo>
                <a:lnTo>
                  <a:pt x="5290" y="2645"/>
                </a:lnTo>
                <a:lnTo>
                  <a:pt x="5731" y="2424"/>
                </a:lnTo>
                <a:lnTo>
                  <a:pt x="5951" y="2204"/>
                </a:lnTo>
                <a:lnTo>
                  <a:pt x="15649" y="2204"/>
                </a:lnTo>
                <a:lnTo>
                  <a:pt x="16090" y="2424"/>
                </a:lnTo>
                <a:lnTo>
                  <a:pt x="16310" y="2645"/>
                </a:lnTo>
                <a:lnTo>
                  <a:pt x="16310" y="7494"/>
                </a:lnTo>
                <a:lnTo>
                  <a:pt x="14106" y="7494"/>
                </a:lnTo>
                <a:lnTo>
                  <a:pt x="14106" y="5290"/>
                </a:lnTo>
                <a:lnTo>
                  <a:pt x="11902" y="5290"/>
                </a:lnTo>
                <a:lnTo>
                  <a:pt x="11902" y="7494"/>
                </a:lnTo>
                <a:lnTo>
                  <a:pt x="9698" y="7494"/>
                </a:lnTo>
                <a:lnTo>
                  <a:pt x="9698" y="5290"/>
                </a:lnTo>
                <a:lnTo>
                  <a:pt x="7494" y="5290"/>
                </a:lnTo>
                <a:lnTo>
                  <a:pt x="7494" y="7494"/>
                </a:lnTo>
                <a:lnTo>
                  <a:pt x="5290" y="7494"/>
                </a:lnTo>
                <a:lnTo>
                  <a:pt x="5290" y="3306"/>
                </a:lnTo>
                <a:close/>
                <a:moveTo>
                  <a:pt x="3306" y="14106"/>
                </a:moveTo>
                <a:lnTo>
                  <a:pt x="4408" y="14106"/>
                </a:lnTo>
                <a:lnTo>
                  <a:pt x="4408" y="15208"/>
                </a:lnTo>
                <a:lnTo>
                  <a:pt x="2204" y="15208"/>
                </a:lnTo>
                <a:lnTo>
                  <a:pt x="2204" y="14547"/>
                </a:lnTo>
                <a:lnTo>
                  <a:pt x="2645" y="14106"/>
                </a:lnTo>
                <a:lnTo>
                  <a:pt x="3306" y="14106"/>
                </a:lnTo>
                <a:close/>
                <a:moveTo>
                  <a:pt x="2204" y="17412"/>
                </a:moveTo>
                <a:lnTo>
                  <a:pt x="4408" y="17412"/>
                </a:lnTo>
                <a:lnTo>
                  <a:pt x="4408" y="19616"/>
                </a:lnTo>
                <a:lnTo>
                  <a:pt x="2204" y="19616"/>
                </a:lnTo>
                <a:lnTo>
                  <a:pt x="2204" y="17412"/>
                </a:lnTo>
                <a:close/>
                <a:moveTo>
                  <a:pt x="6392" y="9698"/>
                </a:moveTo>
                <a:lnTo>
                  <a:pt x="7494" y="9698"/>
                </a:lnTo>
                <a:lnTo>
                  <a:pt x="7494" y="10800"/>
                </a:lnTo>
                <a:lnTo>
                  <a:pt x="9698" y="10800"/>
                </a:lnTo>
                <a:lnTo>
                  <a:pt x="9698" y="9698"/>
                </a:lnTo>
                <a:lnTo>
                  <a:pt x="11902" y="9698"/>
                </a:lnTo>
                <a:lnTo>
                  <a:pt x="11902" y="10800"/>
                </a:lnTo>
                <a:lnTo>
                  <a:pt x="14106" y="10800"/>
                </a:lnTo>
                <a:lnTo>
                  <a:pt x="14106" y="9698"/>
                </a:lnTo>
                <a:lnTo>
                  <a:pt x="15208" y="9698"/>
                </a:lnTo>
                <a:lnTo>
                  <a:pt x="15208" y="19616"/>
                </a:lnTo>
                <a:lnTo>
                  <a:pt x="6392" y="19616"/>
                </a:lnTo>
                <a:lnTo>
                  <a:pt x="6392" y="9698"/>
                </a:lnTo>
                <a:close/>
                <a:moveTo>
                  <a:pt x="17412" y="19616"/>
                </a:moveTo>
                <a:lnTo>
                  <a:pt x="17412" y="17412"/>
                </a:lnTo>
                <a:lnTo>
                  <a:pt x="19616" y="17412"/>
                </a:lnTo>
                <a:lnTo>
                  <a:pt x="19616" y="19616"/>
                </a:lnTo>
                <a:lnTo>
                  <a:pt x="17412" y="1961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0" name="Google Shape;2300;p51"/>
          <p:cNvSpPr/>
          <p:nvPr/>
        </p:nvSpPr>
        <p:spPr>
          <a:xfrm>
            <a:off x="9313333" y="4766733"/>
            <a:ext cx="427572" cy="389448"/>
          </a:xfrm>
          <a:custGeom>
            <a:rect b="b" l="l" r="r" t="t"/>
            <a:pathLst>
              <a:path extrusionOk="0" h="21600" w="21600">
                <a:moveTo>
                  <a:pt x="19636" y="13500"/>
                </a:moveTo>
                <a:lnTo>
                  <a:pt x="21382" y="11782"/>
                </a:lnTo>
                <a:lnTo>
                  <a:pt x="21600" y="11536"/>
                </a:lnTo>
                <a:lnTo>
                  <a:pt x="21600" y="10309"/>
                </a:lnTo>
                <a:lnTo>
                  <a:pt x="21382" y="9818"/>
                </a:lnTo>
                <a:lnTo>
                  <a:pt x="19636" y="8100"/>
                </a:lnTo>
                <a:lnTo>
                  <a:pt x="21382" y="5400"/>
                </a:lnTo>
                <a:lnTo>
                  <a:pt x="21600" y="4664"/>
                </a:lnTo>
                <a:lnTo>
                  <a:pt x="21600" y="4173"/>
                </a:lnTo>
                <a:lnTo>
                  <a:pt x="20945" y="3927"/>
                </a:lnTo>
                <a:lnTo>
                  <a:pt x="20509" y="3436"/>
                </a:lnTo>
                <a:lnTo>
                  <a:pt x="12655" y="3436"/>
                </a:lnTo>
                <a:lnTo>
                  <a:pt x="12436" y="2700"/>
                </a:lnTo>
                <a:lnTo>
                  <a:pt x="11782" y="1964"/>
                </a:lnTo>
                <a:lnTo>
                  <a:pt x="10473" y="736"/>
                </a:lnTo>
                <a:lnTo>
                  <a:pt x="8727" y="245"/>
                </a:lnTo>
                <a:lnTo>
                  <a:pt x="6545" y="0"/>
                </a:lnTo>
                <a:lnTo>
                  <a:pt x="5236" y="0"/>
                </a:lnTo>
                <a:lnTo>
                  <a:pt x="4145" y="245"/>
                </a:lnTo>
                <a:lnTo>
                  <a:pt x="2836" y="736"/>
                </a:lnTo>
                <a:lnTo>
                  <a:pt x="1964" y="1473"/>
                </a:lnTo>
                <a:lnTo>
                  <a:pt x="1091" y="1964"/>
                </a:lnTo>
                <a:lnTo>
                  <a:pt x="655" y="2945"/>
                </a:lnTo>
                <a:lnTo>
                  <a:pt x="0" y="3927"/>
                </a:lnTo>
                <a:lnTo>
                  <a:pt x="0" y="17673"/>
                </a:lnTo>
                <a:lnTo>
                  <a:pt x="655" y="18655"/>
                </a:lnTo>
                <a:lnTo>
                  <a:pt x="1091" y="19636"/>
                </a:lnTo>
                <a:lnTo>
                  <a:pt x="1964" y="20127"/>
                </a:lnTo>
                <a:lnTo>
                  <a:pt x="2836" y="20864"/>
                </a:lnTo>
                <a:lnTo>
                  <a:pt x="4145" y="21355"/>
                </a:lnTo>
                <a:lnTo>
                  <a:pt x="5236" y="21600"/>
                </a:lnTo>
                <a:lnTo>
                  <a:pt x="6545" y="21600"/>
                </a:lnTo>
                <a:lnTo>
                  <a:pt x="8727" y="21355"/>
                </a:lnTo>
                <a:lnTo>
                  <a:pt x="10473" y="20864"/>
                </a:lnTo>
                <a:lnTo>
                  <a:pt x="11782" y="19636"/>
                </a:lnTo>
                <a:lnTo>
                  <a:pt x="12436" y="18900"/>
                </a:lnTo>
                <a:lnTo>
                  <a:pt x="12655" y="18164"/>
                </a:lnTo>
                <a:lnTo>
                  <a:pt x="20509" y="18164"/>
                </a:lnTo>
                <a:lnTo>
                  <a:pt x="20945" y="17673"/>
                </a:lnTo>
                <a:lnTo>
                  <a:pt x="21600" y="17427"/>
                </a:lnTo>
                <a:lnTo>
                  <a:pt x="21600" y="16936"/>
                </a:lnTo>
                <a:lnTo>
                  <a:pt x="21382" y="16200"/>
                </a:lnTo>
                <a:lnTo>
                  <a:pt x="19636" y="13500"/>
                </a:lnTo>
                <a:close/>
                <a:moveTo>
                  <a:pt x="6545" y="2455"/>
                </a:moveTo>
                <a:lnTo>
                  <a:pt x="8073" y="2700"/>
                </a:lnTo>
                <a:lnTo>
                  <a:pt x="9382" y="3191"/>
                </a:lnTo>
                <a:lnTo>
                  <a:pt x="10473" y="3927"/>
                </a:lnTo>
                <a:lnTo>
                  <a:pt x="10909" y="4664"/>
                </a:lnTo>
                <a:lnTo>
                  <a:pt x="10473" y="5645"/>
                </a:lnTo>
                <a:lnTo>
                  <a:pt x="9382" y="6382"/>
                </a:lnTo>
                <a:lnTo>
                  <a:pt x="8073" y="6873"/>
                </a:lnTo>
                <a:lnTo>
                  <a:pt x="6545" y="7118"/>
                </a:lnTo>
                <a:lnTo>
                  <a:pt x="4800" y="6873"/>
                </a:lnTo>
                <a:lnTo>
                  <a:pt x="3491" y="6382"/>
                </a:lnTo>
                <a:lnTo>
                  <a:pt x="2400" y="5645"/>
                </a:lnTo>
                <a:lnTo>
                  <a:pt x="2182" y="4664"/>
                </a:lnTo>
                <a:lnTo>
                  <a:pt x="2400" y="3927"/>
                </a:lnTo>
                <a:lnTo>
                  <a:pt x="3491" y="3191"/>
                </a:lnTo>
                <a:lnTo>
                  <a:pt x="4800" y="2700"/>
                </a:lnTo>
                <a:lnTo>
                  <a:pt x="6545" y="2455"/>
                </a:lnTo>
                <a:close/>
                <a:moveTo>
                  <a:pt x="6545" y="19391"/>
                </a:moveTo>
                <a:lnTo>
                  <a:pt x="4800" y="18900"/>
                </a:lnTo>
                <a:lnTo>
                  <a:pt x="3491" y="18409"/>
                </a:lnTo>
                <a:lnTo>
                  <a:pt x="2400" y="17673"/>
                </a:lnTo>
                <a:lnTo>
                  <a:pt x="2182" y="16936"/>
                </a:lnTo>
                <a:lnTo>
                  <a:pt x="2182" y="8345"/>
                </a:lnTo>
                <a:lnTo>
                  <a:pt x="4145" y="9327"/>
                </a:lnTo>
                <a:lnTo>
                  <a:pt x="6545" y="9573"/>
                </a:lnTo>
                <a:lnTo>
                  <a:pt x="8945" y="9327"/>
                </a:lnTo>
                <a:lnTo>
                  <a:pt x="10909" y="8345"/>
                </a:lnTo>
                <a:lnTo>
                  <a:pt x="10909" y="16936"/>
                </a:lnTo>
                <a:lnTo>
                  <a:pt x="10473" y="17673"/>
                </a:lnTo>
                <a:lnTo>
                  <a:pt x="9382" y="18409"/>
                </a:lnTo>
                <a:lnTo>
                  <a:pt x="8073" y="18900"/>
                </a:lnTo>
                <a:lnTo>
                  <a:pt x="6545" y="19391"/>
                </a:lnTo>
                <a:close/>
                <a:moveTo>
                  <a:pt x="17455" y="13745"/>
                </a:moveTo>
                <a:lnTo>
                  <a:pt x="18545" y="15709"/>
                </a:lnTo>
                <a:lnTo>
                  <a:pt x="12873" y="15709"/>
                </a:lnTo>
                <a:lnTo>
                  <a:pt x="12873" y="5891"/>
                </a:lnTo>
                <a:lnTo>
                  <a:pt x="18545" y="5891"/>
                </a:lnTo>
                <a:lnTo>
                  <a:pt x="17455" y="7855"/>
                </a:lnTo>
                <a:lnTo>
                  <a:pt x="17236" y="8345"/>
                </a:lnTo>
                <a:lnTo>
                  <a:pt x="17455" y="9327"/>
                </a:lnTo>
                <a:lnTo>
                  <a:pt x="18982" y="10800"/>
                </a:lnTo>
                <a:lnTo>
                  <a:pt x="17455" y="12273"/>
                </a:lnTo>
                <a:lnTo>
                  <a:pt x="17236" y="13255"/>
                </a:lnTo>
                <a:lnTo>
                  <a:pt x="17455" y="1374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1" name="Google Shape;2301;p51"/>
          <p:cNvSpPr/>
          <p:nvPr/>
        </p:nvSpPr>
        <p:spPr>
          <a:xfrm>
            <a:off x="9419167" y="4830235"/>
            <a:ext cx="38124" cy="38124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5120" y="21600"/>
                </a:lnTo>
                <a:lnTo>
                  <a:pt x="17280" y="19440"/>
                </a:lnTo>
                <a:lnTo>
                  <a:pt x="21600" y="17280"/>
                </a:lnTo>
                <a:lnTo>
                  <a:pt x="21600" y="6480"/>
                </a:lnTo>
                <a:lnTo>
                  <a:pt x="17280" y="4320"/>
                </a:lnTo>
                <a:lnTo>
                  <a:pt x="15120" y="0"/>
                </a:lnTo>
                <a:lnTo>
                  <a:pt x="4320" y="0"/>
                </a:lnTo>
                <a:lnTo>
                  <a:pt x="2160" y="4320"/>
                </a:lnTo>
                <a:lnTo>
                  <a:pt x="0" y="6480"/>
                </a:lnTo>
                <a:lnTo>
                  <a:pt x="0" y="17280"/>
                </a:lnTo>
                <a:lnTo>
                  <a:pt x="432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2" name="Google Shape;2302;p51"/>
          <p:cNvSpPr/>
          <p:nvPr/>
        </p:nvSpPr>
        <p:spPr>
          <a:xfrm>
            <a:off x="8339666" y="4749800"/>
            <a:ext cx="182034" cy="237060"/>
          </a:xfrm>
          <a:custGeom>
            <a:rect b="b" l="l" r="r" t="t"/>
            <a:pathLst>
              <a:path extrusionOk="0" h="21600" w="21600">
                <a:moveTo>
                  <a:pt x="5657" y="21207"/>
                </a:moveTo>
                <a:lnTo>
                  <a:pt x="11829" y="6284"/>
                </a:lnTo>
                <a:lnTo>
                  <a:pt x="16457" y="12175"/>
                </a:lnTo>
                <a:lnTo>
                  <a:pt x="12343" y="21207"/>
                </a:lnTo>
                <a:lnTo>
                  <a:pt x="17486" y="21207"/>
                </a:lnTo>
                <a:lnTo>
                  <a:pt x="21600" y="12175"/>
                </a:lnTo>
                <a:lnTo>
                  <a:pt x="21600" y="10996"/>
                </a:lnTo>
                <a:lnTo>
                  <a:pt x="20571" y="10604"/>
                </a:lnTo>
                <a:lnTo>
                  <a:pt x="13371" y="785"/>
                </a:lnTo>
                <a:lnTo>
                  <a:pt x="12343" y="0"/>
                </a:lnTo>
                <a:lnTo>
                  <a:pt x="11314" y="0"/>
                </a:lnTo>
                <a:lnTo>
                  <a:pt x="9257" y="393"/>
                </a:lnTo>
                <a:lnTo>
                  <a:pt x="8743" y="1178"/>
                </a:lnTo>
                <a:lnTo>
                  <a:pt x="0" y="21600"/>
                </a:lnTo>
                <a:lnTo>
                  <a:pt x="3600" y="21207"/>
                </a:lnTo>
                <a:lnTo>
                  <a:pt x="5657" y="2120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3" name="Google Shape;2303;p51"/>
          <p:cNvSpPr/>
          <p:nvPr/>
        </p:nvSpPr>
        <p:spPr>
          <a:xfrm>
            <a:off x="8585200" y="4817533"/>
            <a:ext cx="131220" cy="20741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441"/>
                </a:lnTo>
                <a:lnTo>
                  <a:pt x="3600" y="1763"/>
                </a:lnTo>
                <a:lnTo>
                  <a:pt x="1440" y="3527"/>
                </a:lnTo>
                <a:lnTo>
                  <a:pt x="0" y="6171"/>
                </a:lnTo>
                <a:lnTo>
                  <a:pt x="0" y="17192"/>
                </a:lnTo>
                <a:lnTo>
                  <a:pt x="7200" y="17192"/>
                </a:lnTo>
                <a:lnTo>
                  <a:pt x="7200" y="12784"/>
                </a:lnTo>
                <a:lnTo>
                  <a:pt x="10800" y="12784"/>
                </a:lnTo>
                <a:lnTo>
                  <a:pt x="10800" y="8376"/>
                </a:lnTo>
                <a:lnTo>
                  <a:pt x="7200" y="8376"/>
                </a:lnTo>
                <a:lnTo>
                  <a:pt x="7200" y="5290"/>
                </a:lnTo>
                <a:lnTo>
                  <a:pt x="8640" y="4849"/>
                </a:lnTo>
                <a:lnTo>
                  <a:pt x="9360" y="3967"/>
                </a:lnTo>
                <a:lnTo>
                  <a:pt x="12960" y="3967"/>
                </a:lnTo>
                <a:lnTo>
                  <a:pt x="13680" y="4849"/>
                </a:lnTo>
                <a:lnTo>
                  <a:pt x="14400" y="5290"/>
                </a:lnTo>
                <a:lnTo>
                  <a:pt x="14400" y="18073"/>
                </a:lnTo>
                <a:lnTo>
                  <a:pt x="18000" y="19396"/>
                </a:lnTo>
                <a:lnTo>
                  <a:pt x="21600" y="21600"/>
                </a:lnTo>
                <a:lnTo>
                  <a:pt x="21600" y="6171"/>
                </a:lnTo>
                <a:lnTo>
                  <a:pt x="20880" y="3527"/>
                </a:lnTo>
                <a:lnTo>
                  <a:pt x="18000" y="1763"/>
                </a:lnTo>
                <a:lnTo>
                  <a:pt x="15120" y="441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4" name="Google Shape;2304;p51"/>
          <p:cNvSpPr/>
          <p:nvPr/>
        </p:nvSpPr>
        <p:spPr>
          <a:xfrm>
            <a:off x="8288866" y="4999568"/>
            <a:ext cx="427572" cy="169344"/>
          </a:xfrm>
          <a:custGeom>
            <a:rect b="b" l="l" r="r" t="t"/>
            <a:pathLst>
              <a:path extrusionOk="0" h="21600" w="21600">
                <a:moveTo>
                  <a:pt x="17236" y="0"/>
                </a:moveTo>
                <a:lnTo>
                  <a:pt x="3491" y="0"/>
                </a:lnTo>
                <a:lnTo>
                  <a:pt x="2836" y="554"/>
                </a:lnTo>
                <a:lnTo>
                  <a:pt x="1527" y="3323"/>
                </a:lnTo>
                <a:lnTo>
                  <a:pt x="436" y="6646"/>
                </a:lnTo>
                <a:lnTo>
                  <a:pt x="0" y="8862"/>
                </a:lnTo>
                <a:lnTo>
                  <a:pt x="0" y="12738"/>
                </a:lnTo>
                <a:lnTo>
                  <a:pt x="436" y="14954"/>
                </a:lnTo>
                <a:lnTo>
                  <a:pt x="1527" y="18277"/>
                </a:lnTo>
                <a:lnTo>
                  <a:pt x="2836" y="21046"/>
                </a:lnTo>
                <a:lnTo>
                  <a:pt x="3491" y="21600"/>
                </a:lnTo>
                <a:lnTo>
                  <a:pt x="18109" y="21600"/>
                </a:lnTo>
                <a:lnTo>
                  <a:pt x="18982" y="21046"/>
                </a:lnTo>
                <a:lnTo>
                  <a:pt x="20291" y="18277"/>
                </a:lnTo>
                <a:lnTo>
                  <a:pt x="21382" y="14954"/>
                </a:lnTo>
                <a:lnTo>
                  <a:pt x="21600" y="12738"/>
                </a:lnTo>
                <a:lnTo>
                  <a:pt x="21600" y="8862"/>
                </a:lnTo>
                <a:lnTo>
                  <a:pt x="21382" y="6646"/>
                </a:lnTo>
                <a:lnTo>
                  <a:pt x="20291" y="3323"/>
                </a:lnTo>
                <a:lnTo>
                  <a:pt x="18982" y="554"/>
                </a:lnTo>
                <a:lnTo>
                  <a:pt x="18109" y="0"/>
                </a:lnTo>
                <a:lnTo>
                  <a:pt x="17236" y="0"/>
                </a:lnTo>
                <a:close/>
                <a:moveTo>
                  <a:pt x="17236" y="16615"/>
                </a:moveTo>
                <a:lnTo>
                  <a:pt x="4364" y="16615"/>
                </a:lnTo>
                <a:lnTo>
                  <a:pt x="3491" y="15508"/>
                </a:lnTo>
                <a:lnTo>
                  <a:pt x="2836" y="14954"/>
                </a:lnTo>
                <a:lnTo>
                  <a:pt x="2618" y="12738"/>
                </a:lnTo>
                <a:lnTo>
                  <a:pt x="2182" y="11077"/>
                </a:lnTo>
                <a:lnTo>
                  <a:pt x="2618" y="8862"/>
                </a:lnTo>
                <a:lnTo>
                  <a:pt x="2836" y="6646"/>
                </a:lnTo>
                <a:lnTo>
                  <a:pt x="3491" y="6092"/>
                </a:lnTo>
                <a:lnTo>
                  <a:pt x="4364" y="5538"/>
                </a:lnTo>
                <a:lnTo>
                  <a:pt x="17236" y="5538"/>
                </a:lnTo>
                <a:lnTo>
                  <a:pt x="18982" y="6646"/>
                </a:lnTo>
                <a:lnTo>
                  <a:pt x="19418" y="11077"/>
                </a:lnTo>
                <a:lnTo>
                  <a:pt x="19200" y="12738"/>
                </a:lnTo>
                <a:lnTo>
                  <a:pt x="18982" y="14954"/>
                </a:lnTo>
                <a:lnTo>
                  <a:pt x="18109" y="15508"/>
                </a:lnTo>
                <a:lnTo>
                  <a:pt x="17236" y="1661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5" name="Google Shape;2305;p51"/>
          <p:cNvSpPr/>
          <p:nvPr/>
        </p:nvSpPr>
        <p:spPr>
          <a:xfrm>
            <a:off x="8365066" y="5063066"/>
            <a:ext cx="50814" cy="5081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2160" y="2160"/>
                </a:lnTo>
                <a:lnTo>
                  <a:pt x="0" y="4320"/>
                </a:lnTo>
                <a:lnTo>
                  <a:pt x="0" y="15120"/>
                </a:lnTo>
                <a:lnTo>
                  <a:pt x="6480" y="21600"/>
                </a:lnTo>
                <a:lnTo>
                  <a:pt x="17280" y="21600"/>
                </a:lnTo>
                <a:lnTo>
                  <a:pt x="19440" y="17280"/>
                </a:lnTo>
                <a:lnTo>
                  <a:pt x="21600" y="15120"/>
                </a:lnTo>
                <a:lnTo>
                  <a:pt x="21600" y="432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6" name="Google Shape;2306;p51"/>
          <p:cNvSpPr/>
          <p:nvPr/>
        </p:nvSpPr>
        <p:spPr>
          <a:xfrm>
            <a:off x="8585200" y="5063066"/>
            <a:ext cx="38124" cy="5081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4320" y="2160"/>
                </a:lnTo>
                <a:lnTo>
                  <a:pt x="0" y="4320"/>
                </a:lnTo>
                <a:lnTo>
                  <a:pt x="0" y="15120"/>
                </a:lnTo>
                <a:lnTo>
                  <a:pt x="4320" y="17280"/>
                </a:lnTo>
                <a:lnTo>
                  <a:pt x="6480" y="21600"/>
                </a:lnTo>
                <a:lnTo>
                  <a:pt x="17280" y="21600"/>
                </a:lnTo>
                <a:lnTo>
                  <a:pt x="19440" y="17280"/>
                </a:lnTo>
                <a:lnTo>
                  <a:pt x="21600" y="15120"/>
                </a:lnTo>
                <a:lnTo>
                  <a:pt x="21600" y="432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7" name="Google Shape;2307;p51"/>
          <p:cNvSpPr/>
          <p:nvPr/>
        </p:nvSpPr>
        <p:spPr>
          <a:xfrm>
            <a:off x="10350500" y="4961466"/>
            <a:ext cx="393714" cy="207414"/>
          </a:xfrm>
          <a:custGeom>
            <a:rect b="b" l="l" r="r" t="t"/>
            <a:pathLst>
              <a:path extrusionOk="0" h="21600" w="21600">
                <a:moveTo>
                  <a:pt x="20387" y="0"/>
                </a:moveTo>
                <a:lnTo>
                  <a:pt x="485" y="0"/>
                </a:lnTo>
                <a:lnTo>
                  <a:pt x="243" y="441"/>
                </a:lnTo>
                <a:lnTo>
                  <a:pt x="0" y="1322"/>
                </a:lnTo>
                <a:lnTo>
                  <a:pt x="0" y="20718"/>
                </a:lnTo>
                <a:lnTo>
                  <a:pt x="485" y="21600"/>
                </a:lnTo>
                <a:lnTo>
                  <a:pt x="20872" y="21600"/>
                </a:lnTo>
                <a:lnTo>
                  <a:pt x="21115" y="21159"/>
                </a:lnTo>
                <a:lnTo>
                  <a:pt x="21600" y="20718"/>
                </a:lnTo>
                <a:lnTo>
                  <a:pt x="21600" y="1322"/>
                </a:lnTo>
                <a:lnTo>
                  <a:pt x="20872" y="0"/>
                </a:lnTo>
                <a:lnTo>
                  <a:pt x="20387" y="0"/>
                </a:lnTo>
                <a:close/>
                <a:moveTo>
                  <a:pt x="6067" y="4408"/>
                </a:moveTo>
                <a:lnTo>
                  <a:pt x="15533" y="4408"/>
                </a:lnTo>
                <a:lnTo>
                  <a:pt x="15533" y="11020"/>
                </a:lnTo>
                <a:lnTo>
                  <a:pt x="6067" y="11020"/>
                </a:lnTo>
                <a:lnTo>
                  <a:pt x="6067" y="4408"/>
                </a:lnTo>
                <a:close/>
                <a:moveTo>
                  <a:pt x="19173" y="17633"/>
                </a:moveTo>
                <a:lnTo>
                  <a:pt x="2427" y="17633"/>
                </a:lnTo>
                <a:lnTo>
                  <a:pt x="2427" y="4408"/>
                </a:lnTo>
                <a:lnTo>
                  <a:pt x="3640" y="4408"/>
                </a:lnTo>
                <a:lnTo>
                  <a:pt x="3640" y="14106"/>
                </a:lnTo>
                <a:lnTo>
                  <a:pt x="3883" y="14547"/>
                </a:lnTo>
                <a:lnTo>
                  <a:pt x="4126" y="15429"/>
                </a:lnTo>
                <a:lnTo>
                  <a:pt x="17231" y="15429"/>
                </a:lnTo>
                <a:lnTo>
                  <a:pt x="17960" y="14106"/>
                </a:lnTo>
                <a:lnTo>
                  <a:pt x="17960" y="4408"/>
                </a:lnTo>
                <a:lnTo>
                  <a:pt x="19173" y="4408"/>
                </a:lnTo>
                <a:lnTo>
                  <a:pt x="19173" y="1763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8" name="Google Shape;2308;p51"/>
          <p:cNvSpPr/>
          <p:nvPr/>
        </p:nvSpPr>
        <p:spPr>
          <a:xfrm>
            <a:off x="10519834" y="4749800"/>
            <a:ext cx="54900" cy="678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309" name="Google Shape;2309;p51"/>
          <p:cNvSpPr/>
          <p:nvPr/>
        </p:nvSpPr>
        <p:spPr>
          <a:xfrm>
            <a:off x="10367434" y="4779435"/>
            <a:ext cx="63504" cy="63504"/>
          </a:xfrm>
          <a:custGeom>
            <a:rect b="b" l="l" r="r" t="t"/>
            <a:pathLst>
              <a:path extrusionOk="0" h="21600" w="21600">
                <a:moveTo>
                  <a:pt x="21600" y="12706"/>
                </a:moveTo>
                <a:lnTo>
                  <a:pt x="10165" y="0"/>
                </a:lnTo>
                <a:lnTo>
                  <a:pt x="0" y="8894"/>
                </a:lnTo>
                <a:lnTo>
                  <a:pt x="12706" y="21600"/>
                </a:lnTo>
                <a:lnTo>
                  <a:pt x="21600" y="1270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0" name="Google Shape;2310;p51"/>
          <p:cNvSpPr/>
          <p:nvPr/>
        </p:nvSpPr>
        <p:spPr>
          <a:xfrm>
            <a:off x="10663767" y="4779435"/>
            <a:ext cx="63504" cy="63504"/>
          </a:xfrm>
          <a:custGeom>
            <a:rect b="b" l="l" r="r" t="t"/>
            <a:pathLst>
              <a:path extrusionOk="0" h="21600" w="21600">
                <a:moveTo>
                  <a:pt x="21600" y="8894"/>
                </a:moveTo>
                <a:lnTo>
                  <a:pt x="12706" y="0"/>
                </a:lnTo>
                <a:lnTo>
                  <a:pt x="0" y="12706"/>
                </a:lnTo>
                <a:lnTo>
                  <a:pt x="10165" y="21600"/>
                </a:lnTo>
                <a:lnTo>
                  <a:pt x="21600" y="889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1" name="Google Shape;2311;p51"/>
          <p:cNvSpPr/>
          <p:nvPr/>
        </p:nvSpPr>
        <p:spPr>
          <a:xfrm>
            <a:off x="10380133" y="4830235"/>
            <a:ext cx="334422" cy="101628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2734" y="21600"/>
                </a:lnTo>
                <a:lnTo>
                  <a:pt x="2734" y="19872"/>
                </a:lnTo>
                <a:lnTo>
                  <a:pt x="3008" y="18144"/>
                </a:lnTo>
                <a:lnTo>
                  <a:pt x="3281" y="17280"/>
                </a:lnTo>
                <a:lnTo>
                  <a:pt x="4648" y="17280"/>
                </a:lnTo>
                <a:lnTo>
                  <a:pt x="5468" y="19872"/>
                </a:lnTo>
                <a:lnTo>
                  <a:pt x="6015" y="19872"/>
                </a:lnTo>
                <a:lnTo>
                  <a:pt x="6835" y="18144"/>
                </a:lnTo>
                <a:lnTo>
                  <a:pt x="7656" y="12960"/>
                </a:lnTo>
                <a:lnTo>
                  <a:pt x="8476" y="11232"/>
                </a:lnTo>
                <a:lnTo>
                  <a:pt x="9296" y="10368"/>
                </a:lnTo>
                <a:lnTo>
                  <a:pt x="10663" y="8640"/>
                </a:lnTo>
                <a:lnTo>
                  <a:pt x="12030" y="10368"/>
                </a:lnTo>
                <a:lnTo>
                  <a:pt x="13124" y="11232"/>
                </a:lnTo>
                <a:lnTo>
                  <a:pt x="13671" y="12960"/>
                </a:lnTo>
                <a:lnTo>
                  <a:pt x="14491" y="16416"/>
                </a:lnTo>
                <a:lnTo>
                  <a:pt x="14765" y="18144"/>
                </a:lnTo>
                <a:lnTo>
                  <a:pt x="15585" y="19872"/>
                </a:lnTo>
                <a:lnTo>
                  <a:pt x="16132" y="19872"/>
                </a:lnTo>
                <a:lnTo>
                  <a:pt x="16405" y="18144"/>
                </a:lnTo>
                <a:lnTo>
                  <a:pt x="16952" y="17280"/>
                </a:lnTo>
                <a:lnTo>
                  <a:pt x="18046" y="17280"/>
                </a:lnTo>
                <a:lnTo>
                  <a:pt x="18592" y="18144"/>
                </a:lnTo>
                <a:lnTo>
                  <a:pt x="18866" y="19872"/>
                </a:lnTo>
                <a:lnTo>
                  <a:pt x="18866" y="21600"/>
                </a:lnTo>
                <a:lnTo>
                  <a:pt x="21600" y="21600"/>
                </a:lnTo>
                <a:lnTo>
                  <a:pt x="21327" y="16416"/>
                </a:lnTo>
                <a:lnTo>
                  <a:pt x="20233" y="12960"/>
                </a:lnTo>
                <a:lnTo>
                  <a:pt x="19139" y="10368"/>
                </a:lnTo>
                <a:lnTo>
                  <a:pt x="17499" y="8640"/>
                </a:lnTo>
                <a:lnTo>
                  <a:pt x="16132" y="10368"/>
                </a:lnTo>
                <a:lnTo>
                  <a:pt x="15038" y="6048"/>
                </a:lnTo>
                <a:lnTo>
                  <a:pt x="13671" y="2592"/>
                </a:lnTo>
                <a:lnTo>
                  <a:pt x="12304" y="1728"/>
                </a:lnTo>
                <a:lnTo>
                  <a:pt x="10663" y="0"/>
                </a:lnTo>
                <a:lnTo>
                  <a:pt x="9023" y="1728"/>
                </a:lnTo>
                <a:lnTo>
                  <a:pt x="7656" y="2592"/>
                </a:lnTo>
                <a:lnTo>
                  <a:pt x="6289" y="6048"/>
                </a:lnTo>
                <a:lnTo>
                  <a:pt x="5468" y="10368"/>
                </a:lnTo>
                <a:lnTo>
                  <a:pt x="4101" y="8640"/>
                </a:lnTo>
                <a:lnTo>
                  <a:pt x="2187" y="10368"/>
                </a:lnTo>
                <a:lnTo>
                  <a:pt x="273" y="16416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2" name="Google Shape;2312;p51"/>
          <p:cNvSpPr/>
          <p:nvPr/>
        </p:nvSpPr>
        <p:spPr>
          <a:xfrm>
            <a:off x="10519834" y="5012266"/>
            <a:ext cx="55026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4320" y="4320"/>
                </a:lnTo>
                <a:lnTo>
                  <a:pt x="0" y="6480"/>
                </a:lnTo>
                <a:lnTo>
                  <a:pt x="0" y="17280"/>
                </a:lnTo>
                <a:lnTo>
                  <a:pt x="4320" y="19440"/>
                </a:lnTo>
                <a:lnTo>
                  <a:pt x="6480" y="21600"/>
                </a:ln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432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3" name="Google Shape;2313;p51"/>
          <p:cNvSpPr/>
          <p:nvPr/>
        </p:nvSpPr>
        <p:spPr>
          <a:xfrm>
            <a:off x="7260167" y="4792133"/>
            <a:ext cx="287874" cy="376758"/>
          </a:xfrm>
          <a:custGeom>
            <a:rect b="b" l="l" r="r" t="t"/>
            <a:pathLst>
              <a:path extrusionOk="0" h="21600" w="21600">
                <a:moveTo>
                  <a:pt x="17409" y="4664"/>
                </a:moveTo>
                <a:lnTo>
                  <a:pt x="17409" y="491"/>
                </a:lnTo>
                <a:lnTo>
                  <a:pt x="17087" y="245"/>
                </a:lnTo>
                <a:lnTo>
                  <a:pt x="16442" y="0"/>
                </a:lnTo>
                <a:lnTo>
                  <a:pt x="5481" y="0"/>
                </a:lnTo>
                <a:lnTo>
                  <a:pt x="5158" y="491"/>
                </a:lnTo>
                <a:lnTo>
                  <a:pt x="1934" y="4173"/>
                </a:lnTo>
                <a:lnTo>
                  <a:pt x="1612" y="4664"/>
                </a:lnTo>
                <a:lnTo>
                  <a:pt x="1612" y="5400"/>
                </a:lnTo>
                <a:lnTo>
                  <a:pt x="2901" y="5891"/>
                </a:lnTo>
                <a:lnTo>
                  <a:pt x="4513" y="5891"/>
                </a:lnTo>
                <a:lnTo>
                  <a:pt x="4513" y="7855"/>
                </a:lnTo>
                <a:lnTo>
                  <a:pt x="0" y="11291"/>
                </a:lnTo>
                <a:lnTo>
                  <a:pt x="0" y="21109"/>
                </a:lnTo>
                <a:lnTo>
                  <a:pt x="645" y="21600"/>
                </a:lnTo>
                <a:lnTo>
                  <a:pt x="16442" y="21600"/>
                </a:lnTo>
                <a:lnTo>
                  <a:pt x="17087" y="21355"/>
                </a:lnTo>
                <a:lnTo>
                  <a:pt x="17409" y="21109"/>
                </a:lnTo>
                <a:lnTo>
                  <a:pt x="17409" y="11291"/>
                </a:lnTo>
                <a:lnTo>
                  <a:pt x="17087" y="11045"/>
                </a:lnTo>
                <a:lnTo>
                  <a:pt x="12573" y="7855"/>
                </a:lnTo>
                <a:lnTo>
                  <a:pt x="12573" y="5891"/>
                </a:lnTo>
                <a:lnTo>
                  <a:pt x="14185" y="5891"/>
                </a:lnTo>
                <a:lnTo>
                  <a:pt x="14185" y="7855"/>
                </a:lnTo>
                <a:lnTo>
                  <a:pt x="19343" y="11782"/>
                </a:lnTo>
                <a:lnTo>
                  <a:pt x="21600" y="9818"/>
                </a:lnTo>
                <a:lnTo>
                  <a:pt x="17409" y="6627"/>
                </a:lnTo>
                <a:lnTo>
                  <a:pt x="17409" y="4664"/>
                </a:lnTo>
                <a:close/>
                <a:moveTo>
                  <a:pt x="7093" y="2209"/>
                </a:moveTo>
                <a:lnTo>
                  <a:pt x="14185" y="2209"/>
                </a:lnTo>
                <a:lnTo>
                  <a:pt x="14185" y="3436"/>
                </a:lnTo>
                <a:lnTo>
                  <a:pt x="5803" y="3436"/>
                </a:lnTo>
                <a:lnTo>
                  <a:pt x="7093" y="2209"/>
                </a:lnTo>
                <a:close/>
                <a:moveTo>
                  <a:pt x="9672" y="9327"/>
                </a:moveTo>
                <a:lnTo>
                  <a:pt x="14185" y="12518"/>
                </a:lnTo>
                <a:lnTo>
                  <a:pt x="14185" y="19391"/>
                </a:lnTo>
                <a:lnTo>
                  <a:pt x="2901" y="19391"/>
                </a:lnTo>
                <a:lnTo>
                  <a:pt x="2901" y="12518"/>
                </a:lnTo>
                <a:lnTo>
                  <a:pt x="7415" y="9327"/>
                </a:lnTo>
                <a:lnTo>
                  <a:pt x="7737" y="9082"/>
                </a:lnTo>
                <a:lnTo>
                  <a:pt x="7737" y="5891"/>
                </a:lnTo>
                <a:lnTo>
                  <a:pt x="9349" y="5891"/>
                </a:lnTo>
                <a:lnTo>
                  <a:pt x="9349" y="9082"/>
                </a:lnTo>
                <a:lnTo>
                  <a:pt x="9672" y="932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4" name="Google Shape;2314;p51"/>
          <p:cNvSpPr/>
          <p:nvPr/>
        </p:nvSpPr>
        <p:spPr>
          <a:xfrm>
            <a:off x="7522634" y="4817533"/>
            <a:ext cx="38124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0" y="4800"/>
                </a:lnTo>
                <a:lnTo>
                  <a:pt x="0" y="16800"/>
                </a:lnTo>
                <a:lnTo>
                  <a:pt x="4320" y="21600"/>
                </a:lnTo>
                <a:lnTo>
                  <a:pt x="15120" y="21600"/>
                </a:lnTo>
                <a:lnTo>
                  <a:pt x="17280" y="19200"/>
                </a:lnTo>
                <a:lnTo>
                  <a:pt x="21600" y="16800"/>
                </a:lnTo>
                <a:lnTo>
                  <a:pt x="21600" y="4800"/>
                </a:lnTo>
                <a:lnTo>
                  <a:pt x="17280" y="240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5" name="Google Shape;2315;p51"/>
          <p:cNvSpPr/>
          <p:nvPr/>
        </p:nvSpPr>
        <p:spPr>
          <a:xfrm>
            <a:off x="7560733" y="4766733"/>
            <a:ext cx="38124" cy="5081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0" y="4320"/>
                </a:lnTo>
                <a:lnTo>
                  <a:pt x="0" y="15120"/>
                </a:lnTo>
                <a:lnTo>
                  <a:pt x="2160" y="17280"/>
                </a:lnTo>
                <a:lnTo>
                  <a:pt x="4320" y="21600"/>
                </a:lnTo>
                <a:lnTo>
                  <a:pt x="15120" y="21600"/>
                </a:lnTo>
                <a:lnTo>
                  <a:pt x="17280" y="17280"/>
                </a:lnTo>
                <a:lnTo>
                  <a:pt x="21600" y="15120"/>
                </a:lnTo>
                <a:lnTo>
                  <a:pt x="21600" y="4320"/>
                </a:lnTo>
                <a:lnTo>
                  <a:pt x="17280" y="216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6" name="Google Shape;2316;p51"/>
          <p:cNvSpPr/>
          <p:nvPr/>
        </p:nvSpPr>
        <p:spPr>
          <a:xfrm>
            <a:off x="7624234" y="4724400"/>
            <a:ext cx="38124" cy="42336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7280" y="21600"/>
                </a:lnTo>
                <a:lnTo>
                  <a:pt x="19440" y="17280"/>
                </a:lnTo>
                <a:lnTo>
                  <a:pt x="21600" y="15120"/>
                </a:lnTo>
                <a:lnTo>
                  <a:pt x="21600" y="4320"/>
                </a:lnTo>
                <a:lnTo>
                  <a:pt x="17280" y="0"/>
                </a:lnTo>
                <a:lnTo>
                  <a:pt x="6480" y="0"/>
                </a:lnTo>
                <a:lnTo>
                  <a:pt x="4320" y="2160"/>
                </a:lnTo>
                <a:lnTo>
                  <a:pt x="0" y="4320"/>
                </a:lnTo>
                <a:lnTo>
                  <a:pt x="0" y="15120"/>
                </a:lnTo>
                <a:lnTo>
                  <a:pt x="4320" y="17280"/>
                </a:lnTo>
                <a:lnTo>
                  <a:pt x="6480" y="216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7" name="Google Shape;2317;p51"/>
          <p:cNvSpPr/>
          <p:nvPr/>
        </p:nvSpPr>
        <p:spPr>
          <a:xfrm>
            <a:off x="7624234" y="4817533"/>
            <a:ext cx="38124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4320" y="2400"/>
                </a:lnTo>
                <a:lnTo>
                  <a:pt x="0" y="4800"/>
                </a:lnTo>
                <a:lnTo>
                  <a:pt x="0" y="16800"/>
                </a:lnTo>
                <a:lnTo>
                  <a:pt x="4320" y="19200"/>
                </a:lnTo>
                <a:lnTo>
                  <a:pt x="6480" y="21600"/>
                </a:lnTo>
                <a:lnTo>
                  <a:pt x="17280" y="21600"/>
                </a:lnTo>
                <a:lnTo>
                  <a:pt x="21600" y="16800"/>
                </a:lnTo>
                <a:lnTo>
                  <a:pt x="21600" y="480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8" name="Google Shape;2318;p51"/>
          <p:cNvSpPr/>
          <p:nvPr/>
        </p:nvSpPr>
        <p:spPr>
          <a:xfrm>
            <a:off x="7624234" y="4893733"/>
            <a:ext cx="38124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4320" y="4320"/>
                </a:lnTo>
                <a:lnTo>
                  <a:pt x="0" y="6480"/>
                </a:lnTo>
                <a:lnTo>
                  <a:pt x="0" y="17280"/>
                </a:lnTo>
                <a:lnTo>
                  <a:pt x="4320" y="19440"/>
                </a:lnTo>
                <a:lnTo>
                  <a:pt x="6480" y="21600"/>
                </a:ln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432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9" name="Google Shape;2319;p51"/>
          <p:cNvSpPr/>
          <p:nvPr/>
        </p:nvSpPr>
        <p:spPr>
          <a:xfrm>
            <a:off x="7560733" y="4855635"/>
            <a:ext cx="38124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4320" y="0"/>
                </a:lnTo>
                <a:lnTo>
                  <a:pt x="2160" y="4320"/>
                </a:lnTo>
                <a:lnTo>
                  <a:pt x="0" y="6480"/>
                </a:lnTo>
                <a:lnTo>
                  <a:pt x="0" y="17280"/>
                </a:lnTo>
                <a:lnTo>
                  <a:pt x="4320" y="21600"/>
                </a:lnTo>
                <a:lnTo>
                  <a:pt x="15120" y="21600"/>
                </a:lnTo>
                <a:lnTo>
                  <a:pt x="17280" y="19440"/>
                </a:lnTo>
                <a:lnTo>
                  <a:pt x="21600" y="17280"/>
                </a:lnTo>
                <a:lnTo>
                  <a:pt x="21600" y="6480"/>
                </a:lnTo>
                <a:lnTo>
                  <a:pt x="17280" y="432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0" name="Google Shape;2320;p51"/>
          <p:cNvSpPr/>
          <p:nvPr/>
        </p:nvSpPr>
        <p:spPr>
          <a:xfrm>
            <a:off x="2133599" y="5791200"/>
            <a:ext cx="427572" cy="402192"/>
          </a:xfrm>
          <a:custGeom>
            <a:rect b="b" l="l" r="r" t="t"/>
            <a:pathLst>
              <a:path extrusionOk="0" h="21600" w="21600">
                <a:moveTo>
                  <a:pt x="19396" y="19302"/>
                </a:moveTo>
                <a:lnTo>
                  <a:pt x="19396" y="11489"/>
                </a:lnTo>
                <a:lnTo>
                  <a:pt x="19176" y="9191"/>
                </a:lnTo>
                <a:lnTo>
                  <a:pt x="18514" y="7353"/>
                </a:lnTo>
                <a:lnTo>
                  <a:pt x="16971" y="5745"/>
                </a:lnTo>
                <a:lnTo>
                  <a:pt x="15429" y="4366"/>
                </a:lnTo>
                <a:lnTo>
                  <a:pt x="14106" y="1609"/>
                </a:lnTo>
                <a:lnTo>
                  <a:pt x="13445" y="919"/>
                </a:lnTo>
                <a:lnTo>
                  <a:pt x="12784" y="460"/>
                </a:lnTo>
                <a:lnTo>
                  <a:pt x="11020" y="0"/>
                </a:lnTo>
                <a:lnTo>
                  <a:pt x="9478" y="460"/>
                </a:lnTo>
                <a:lnTo>
                  <a:pt x="8596" y="919"/>
                </a:lnTo>
                <a:lnTo>
                  <a:pt x="7714" y="1609"/>
                </a:lnTo>
                <a:lnTo>
                  <a:pt x="5951" y="1609"/>
                </a:lnTo>
                <a:lnTo>
                  <a:pt x="3967" y="1838"/>
                </a:lnTo>
                <a:lnTo>
                  <a:pt x="2424" y="2528"/>
                </a:lnTo>
                <a:lnTo>
                  <a:pt x="1102" y="3677"/>
                </a:lnTo>
                <a:lnTo>
                  <a:pt x="0" y="4826"/>
                </a:lnTo>
                <a:lnTo>
                  <a:pt x="0" y="5745"/>
                </a:lnTo>
                <a:lnTo>
                  <a:pt x="220" y="6204"/>
                </a:lnTo>
                <a:lnTo>
                  <a:pt x="9478" y="15855"/>
                </a:lnTo>
                <a:lnTo>
                  <a:pt x="9698" y="15855"/>
                </a:lnTo>
                <a:lnTo>
                  <a:pt x="10359" y="16315"/>
                </a:lnTo>
                <a:lnTo>
                  <a:pt x="10580" y="15855"/>
                </a:lnTo>
                <a:lnTo>
                  <a:pt x="11020" y="15855"/>
                </a:lnTo>
                <a:lnTo>
                  <a:pt x="11902" y="15166"/>
                </a:lnTo>
                <a:lnTo>
                  <a:pt x="13004" y="13328"/>
                </a:lnTo>
                <a:lnTo>
                  <a:pt x="13445" y="11719"/>
                </a:lnTo>
                <a:lnTo>
                  <a:pt x="14106" y="10111"/>
                </a:lnTo>
                <a:lnTo>
                  <a:pt x="13886" y="8043"/>
                </a:lnTo>
                <a:lnTo>
                  <a:pt x="14106" y="7813"/>
                </a:lnTo>
                <a:lnTo>
                  <a:pt x="14767" y="6664"/>
                </a:lnTo>
                <a:lnTo>
                  <a:pt x="15869" y="7813"/>
                </a:lnTo>
                <a:lnTo>
                  <a:pt x="16751" y="8962"/>
                </a:lnTo>
                <a:lnTo>
                  <a:pt x="16971" y="10111"/>
                </a:lnTo>
                <a:lnTo>
                  <a:pt x="17412" y="11489"/>
                </a:lnTo>
                <a:lnTo>
                  <a:pt x="17412" y="19302"/>
                </a:lnTo>
                <a:lnTo>
                  <a:pt x="13004" y="19302"/>
                </a:lnTo>
                <a:lnTo>
                  <a:pt x="13004" y="21600"/>
                </a:lnTo>
                <a:lnTo>
                  <a:pt x="21600" y="21600"/>
                </a:lnTo>
                <a:lnTo>
                  <a:pt x="21600" y="19302"/>
                </a:lnTo>
                <a:lnTo>
                  <a:pt x="19396" y="19302"/>
                </a:lnTo>
                <a:close/>
                <a:moveTo>
                  <a:pt x="12343" y="6204"/>
                </a:moveTo>
                <a:lnTo>
                  <a:pt x="11902" y="6894"/>
                </a:lnTo>
                <a:lnTo>
                  <a:pt x="11682" y="7353"/>
                </a:lnTo>
                <a:lnTo>
                  <a:pt x="11682" y="8043"/>
                </a:lnTo>
                <a:lnTo>
                  <a:pt x="11902" y="9421"/>
                </a:lnTo>
                <a:lnTo>
                  <a:pt x="11682" y="10800"/>
                </a:lnTo>
                <a:lnTo>
                  <a:pt x="11020" y="12179"/>
                </a:lnTo>
                <a:lnTo>
                  <a:pt x="10359" y="13328"/>
                </a:lnTo>
                <a:lnTo>
                  <a:pt x="2645" y="5515"/>
                </a:lnTo>
                <a:lnTo>
                  <a:pt x="3747" y="4596"/>
                </a:lnTo>
                <a:lnTo>
                  <a:pt x="6392" y="3677"/>
                </a:lnTo>
                <a:lnTo>
                  <a:pt x="7714" y="4136"/>
                </a:lnTo>
                <a:lnTo>
                  <a:pt x="8376" y="4136"/>
                </a:lnTo>
                <a:lnTo>
                  <a:pt x="9478" y="2987"/>
                </a:lnTo>
                <a:lnTo>
                  <a:pt x="10359" y="2528"/>
                </a:lnTo>
                <a:lnTo>
                  <a:pt x="11020" y="2298"/>
                </a:lnTo>
                <a:lnTo>
                  <a:pt x="11902" y="2528"/>
                </a:lnTo>
                <a:lnTo>
                  <a:pt x="13004" y="3677"/>
                </a:lnTo>
                <a:lnTo>
                  <a:pt x="13224" y="4596"/>
                </a:lnTo>
                <a:lnTo>
                  <a:pt x="13004" y="5515"/>
                </a:lnTo>
                <a:lnTo>
                  <a:pt x="12343" y="620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1" name="Google Shape;2321;p51"/>
          <p:cNvSpPr/>
          <p:nvPr/>
        </p:nvSpPr>
        <p:spPr>
          <a:xfrm>
            <a:off x="4220634" y="5765800"/>
            <a:ext cx="351378" cy="427572"/>
          </a:xfrm>
          <a:custGeom>
            <a:rect b="b" l="l" r="r" t="t"/>
            <a:pathLst>
              <a:path extrusionOk="0" h="21600" w="21600">
                <a:moveTo>
                  <a:pt x="20233" y="9818"/>
                </a:moveTo>
                <a:lnTo>
                  <a:pt x="9570" y="9818"/>
                </a:lnTo>
                <a:lnTo>
                  <a:pt x="9570" y="655"/>
                </a:lnTo>
                <a:lnTo>
                  <a:pt x="9023" y="436"/>
                </a:lnTo>
                <a:lnTo>
                  <a:pt x="8749" y="0"/>
                </a:lnTo>
                <a:lnTo>
                  <a:pt x="2734" y="0"/>
                </a:lnTo>
                <a:lnTo>
                  <a:pt x="1641" y="436"/>
                </a:lnTo>
                <a:lnTo>
                  <a:pt x="820" y="655"/>
                </a:lnTo>
                <a:lnTo>
                  <a:pt x="273" y="1527"/>
                </a:lnTo>
                <a:lnTo>
                  <a:pt x="0" y="2182"/>
                </a:lnTo>
                <a:lnTo>
                  <a:pt x="0" y="9818"/>
                </a:lnTo>
                <a:lnTo>
                  <a:pt x="273" y="10691"/>
                </a:lnTo>
                <a:lnTo>
                  <a:pt x="820" y="11345"/>
                </a:lnTo>
                <a:lnTo>
                  <a:pt x="1641" y="11564"/>
                </a:lnTo>
                <a:lnTo>
                  <a:pt x="2734" y="12000"/>
                </a:lnTo>
                <a:lnTo>
                  <a:pt x="6835" y="12000"/>
                </a:lnTo>
                <a:lnTo>
                  <a:pt x="6835" y="19418"/>
                </a:lnTo>
                <a:lnTo>
                  <a:pt x="7382" y="21164"/>
                </a:lnTo>
                <a:lnTo>
                  <a:pt x="9570" y="21600"/>
                </a:lnTo>
                <a:lnTo>
                  <a:pt x="18866" y="21600"/>
                </a:lnTo>
                <a:lnTo>
                  <a:pt x="21053" y="21164"/>
                </a:lnTo>
                <a:lnTo>
                  <a:pt x="21600" y="19418"/>
                </a:lnTo>
                <a:lnTo>
                  <a:pt x="21600" y="10255"/>
                </a:lnTo>
                <a:lnTo>
                  <a:pt x="21053" y="9818"/>
                </a:lnTo>
                <a:lnTo>
                  <a:pt x="20233" y="9818"/>
                </a:lnTo>
                <a:close/>
                <a:moveTo>
                  <a:pt x="18866" y="12000"/>
                </a:moveTo>
                <a:lnTo>
                  <a:pt x="18866" y="13091"/>
                </a:lnTo>
                <a:lnTo>
                  <a:pt x="9570" y="13091"/>
                </a:lnTo>
                <a:lnTo>
                  <a:pt x="9570" y="12000"/>
                </a:lnTo>
                <a:lnTo>
                  <a:pt x="18866" y="12000"/>
                </a:lnTo>
                <a:close/>
                <a:moveTo>
                  <a:pt x="2734" y="2182"/>
                </a:moveTo>
                <a:lnTo>
                  <a:pt x="6835" y="2182"/>
                </a:lnTo>
                <a:lnTo>
                  <a:pt x="6835" y="9818"/>
                </a:lnTo>
                <a:lnTo>
                  <a:pt x="2734" y="9818"/>
                </a:lnTo>
                <a:lnTo>
                  <a:pt x="2734" y="2182"/>
                </a:lnTo>
                <a:close/>
                <a:moveTo>
                  <a:pt x="9570" y="19418"/>
                </a:moveTo>
                <a:lnTo>
                  <a:pt x="9570" y="15055"/>
                </a:lnTo>
                <a:lnTo>
                  <a:pt x="18866" y="15055"/>
                </a:lnTo>
                <a:lnTo>
                  <a:pt x="18866" y="19418"/>
                </a:lnTo>
                <a:lnTo>
                  <a:pt x="9570" y="1941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2" name="Google Shape;2322;p51"/>
          <p:cNvSpPr/>
          <p:nvPr/>
        </p:nvSpPr>
        <p:spPr>
          <a:xfrm>
            <a:off x="4415368" y="5765800"/>
            <a:ext cx="131220" cy="182034"/>
          </a:xfrm>
          <a:custGeom>
            <a:rect b="b" l="l" r="r" t="t"/>
            <a:pathLst>
              <a:path extrusionOk="0" h="21600" w="21600">
                <a:moveTo>
                  <a:pt x="10428" y="21600"/>
                </a:moveTo>
                <a:lnTo>
                  <a:pt x="14897" y="21060"/>
                </a:lnTo>
                <a:lnTo>
                  <a:pt x="20855" y="16740"/>
                </a:lnTo>
                <a:lnTo>
                  <a:pt x="21600" y="13500"/>
                </a:lnTo>
                <a:lnTo>
                  <a:pt x="20855" y="10800"/>
                </a:lnTo>
                <a:lnTo>
                  <a:pt x="18621" y="7020"/>
                </a:lnTo>
                <a:lnTo>
                  <a:pt x="13407" y="1620"/>
                </a:lnTo>
                <a:lnTo>
                  <a:pt x="12662" y="1080"/>
                </a:lnTo>
                <a:lnTo>
                  <a:pt x="10428" y="0"/>
                </a:lnTo>
                <a:lnTo>
                  <a:pt x="8193" y="1620"/>
                </a:lnTo>
                <a:lnTo>
                  <a:pt x="2234" y="7020"/>
                </a:lnTo>
                <a:lnTo>
                  <a:pt x="745" y="10800"/>
                </a:lnTo>
                <a:lnTo>
                  <a:pt x="0" y="13500"/>
                </a:lnTo>
                <a:lnTo>
                  <a:pt x="745" y="16740"/>
                </a:lnTo>
                <a:lnTo>
                  <a:pt x="2979" y="18900"/>
                </a:lnTo>
                <a:lnTo>
                  <a:pt x="5959" y="21060"/>
                </a:lnTo>
                <a:lnTo>
                  <a:pt x="10428" y="21600"/>
                </a:lnTo>
                <a:close/>
                <a:moveTo>
                  <a:pt x="10428" y="7560"/>
                </a:moveTo>
                <a:lnTo>
                  <a:pt x="13407" y="11340"/>
                </a:lnTo>
                <a:lnTo>
                  <a:pt x="14152" y="13500"/>
                </a:lnTo>
                <a:lnTo>
                  <a:pt x="14152" y="15120"/>
                </a:lnTo>
                <a:lnTo>
                  <a:pt x="12662" y="16200"/>
                </a:lnTo>
                <a:lnTo>
                  <a:pt x="8938" y="16200"/>
                </a:lnTo>
                <a:lnTo>
                  <a:pt x="8193" y="15660"/>
                </a:lnTo>
                <a:lnTo>
                  <a:pt x="6703" y="15120"/>
                </a:lnTo>
                <a:lnTo>
                  <a:pt x="6703" y="13500"/>
                </a:lnTo>
                <a:lnTo>
                  <a:pt x="8193" y="11340"/>
                </a:lnTo>
                <a:lnTo>
                  <a:pt x="10428" y="756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3" name="Google Shape;2323;p51"/>
          <p:cNvSpPr/>
          <p:nvPr/>
        </p:nvSpPr>
        <p:spPr>
          <a:xfrm>
            <a:off x="3196167" y="5727701"/>
            <a:ext cx="364068" cy="503766"/>
          </a:xfrm>
          <a:custGeom>
            <a:rect b="b" l="l" r="r" t="t"/>
            <a:pathLst>
              <a:path extrusionOk="0" h="21600" w="21600">
                <a:moveTo>
                  <a:pt x="21600" y="20123"/>
                </a:moveTo>
                <a:lnTo>
                  <a:pt x="13012" y="14031"/>
                </a:lnTo>
                <a:lnTo>
                  <a:pt x="13793" y="13108"/>
                </a:lnTo>
                <a:lnTo>
                  <a:pt x="14834" y="12185"/>
                </a:lnTo>
                <a:lnTo>
                  <a:pt x="15094" y="11077"/>
                </a:lnTo>
                <a:lnTo>
                  <a:pt x="15614" y="9969"/>
                </a:lnTo>
                <a:lnTo>
                  <a:pt x="15094" y="8308"/>
                </a:lnTo>
                <a:lnTo>
                  <a:pt x="14313" y="6831"/>
                </a:lnTo>
                <a:lnTo>
                  <a:pt x="12492" y="4985"/>
                </a:lnTo>
                <a:lnTo>
                  <a:pt x="12231" y="4615"/>
                </a:lnTo>
                <a:lnTo>
                  <a:pt x="11711" y="4431"/>
                </a:lnTo>
                <a:lnTo>
                  <a:pt x="11190" y="4431"/>
                </a:lnTo>
                <a:lnTo>
                  <a:pt x="10670" y="4615"/>
                </a:lnTo>
                <a:lnTo>
                  <a:pt x="9108" y="5908"/>
                </a:lnTo>
                <a:lnTo>
                  <a:pt x="9108" y="923"/>
                </a:lnTo>
                <a:lnTo>
                  <a:pt x="8848" y="369"/>
                </a:lnTo>
                <a:lnTo>
                  <a:pt x="8067" y="0"/>
                </a:lnTo>
                <a:lnTo>
                  <a:pt x="7547" y="0"/>
                </a:lnTo>
                <a:lnTo>
                  <a:pt x="6766" y="185"/>
                </a:lnTo>
                <a:lnTo>
                  <a:pt x="5465" y="1292"/>
                </a:lnTo>
                <a:lnTo>
                  <a:pt x="3383" y="3877"/>
                </a:lnTo>
                <a:lnTo>
                  <a:pt x="2082" y="5169"/>
                </a:lnTo>
                <a:lnTo>
                  <a:pt x="1041" y="6831"/>
                </a:lnTo>
                <a:lnTo>
                  <a:pt x="520" y="8308"/>
                </a:lnTo>
                <a:lnTo>
                  <a:pt x="0" y="9969"/>
                </a:lnTo>
                <a:lnTo>
                  <a:pt x="0" y="10892"/>
                </a:lnTo>
                <a:lnTo>
                  <a:pt x="781" y="11815"/>
                </a:lnTo>
                <a:lnTo>
                  <a:pt x="1041" y="12738"/>
                </a:lnTo>
                <a:lnTo>
                  <a:pt x="2082" y="13662"/>
                </a:lnTo>
                <a:lnTo>
                  <a:pt x="3383" y="14215"/>
                </a:lnTo>
                <a:lnTo>
                  <a:pt x="4684" y="14954"/>
                </a:lnTo>
                <a:lnTo>
                  <a:pt x="7807" y="15323"/>
                </a:lnTo>
                <a:lnTo>
                  <a:pt x="9108" y="15323"/>
                </a:lnTo>
                <a:lnTo>
                  <a:pt x="10670" y="14954"/>
                </a:lnTo>
                <a:lnTo>
                  <a:pt x="19778" y="21600"/>
                </a:lnTo>
                <a:lnTo>
                  <a:pt x="21600" y="20123"/>
                </a:lnTo>
                <a:close/>
                <a:moveTo>
                  <a:pt x="3904" y="12185"/>
                </a:moveTo>
                <a:lnTo>
                  <a:pt x="2863" y="11262"/>
                </a:lnTo>
                <a:lnTo>
                  <a:pt x="2602" y="10708"/>
                </a:lnTo>
                <a:lnTo>
                  <a:pt x="2602" y="9969"/>
                </a:lnTo>
                <a:lnTo>
                  <a:pt x="2863" y="8308"/>
                </a:lnTo>
                <a:lnTo>
                  <a:pt x="3904" y="6831"/>
                </a:lnTo>
                <a:lnTo>
                  <a:pt x="6506" y="3508"/>
                </a:lnTo>
                <a:lnTo>
                  <a:pt x="6506" y="8123"/>
                </a:lnTo>
                <a:lnTo>
                  <a:pt x="6766" y="8492"/>
                </a:lnTo>
                <a:lnTo>
                  <a:pt x="7027" y="9046"/>
                </a:lnTo>
                <a:lnTo>
                  <a:pt x="8067" y="9046"/>
                </a:lnTo>
                <a:lnTo>
                  <a:pt x="8848" y="8862"/>
                </a:lnTo>
                <a:lnTo>
                  <a:pt x="11190" y="6831"/>
                </a:lnTo>
                <a:lnTo>
                  <a:pt x="12231" y="8308"/>
                </a:lnTo>
                <a:lnTo>
                  <a:pt x="13012" y="9231"/>
                </a:lnTo>
                <a:lnTo>
                  <a:pt x="13012" y="10892"/>
                </a:lnTo>
                <a:lnTo>
                  <a:pt x="12231" y="11446"/>
                </a:lnTo>
                <a:lnTo>
                  <a:pt x="11711" y="12185"/>
                </a:lnTo>
                <a:lnTo>
                  <a:pt x="10670" y="12923"/>
                </a:lnTo>
                <a:lnTo>
                  <a:pt x="9108" y="13292"/>
                </a:lnTo>
                <a:lnTo>
                  <a:pt x="7027" y="13662"/>
                </a:lnTo>
                <a:lnTo>
                  <a:pt x="5465" y="13108"/>
                </a:lnTo>
                <a:lnTo>
                  <a:pt x="3904" y="1218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4" name="Google Shape;2324;p51"/>
          <p:cNvSpPr/>
          <p:nvPr/>
        </p:nvSpPr>
        <p:spPr>
          <a:xfrm>
            <a:off x="3276599" y="5960533"/>
            <a:ext cx="114318" cy="50814"/>
          </a:xfrm>
          <a:custGeom>
            <a:rect b="b" l="l" r="r" t="t"/>
            <a:pathLst>
              <a:path extrusionOk="0" h="21600" w="21600">
                <a:moveTo>
                  <a:pt x="11200" y="0"/>
                </a:moveTo>
                <a:lnTo>
                  <a:pt x="5600" y="1800"/>
                </a:lnTo>
                <a:lnTo>
                  <a:pt x="0" y="9000"/>
                </a:lnTo>
                <a:lnTo>
                  <a:pt x="2400" y="18000"/>
                </a:lnTo>
                <a:lnTo>
                  <a:pt x="5600" y="21600"/>
                </a:lnTo>
                <a:lnTo>
                  <a:pt x="8000" y="19800"/>
                </a:lnTo>
                <a:lnTo>
                  <a:pt x="11200" y="18000"/>
                </a:lnTo>
                <a:lnTo>
                  <a:pt x="14400" y="19800"/>
                </a:lnTo>
                <a:lnTo>
                  <a:pt x="18400" y="21600"/>
                </a:lnTo>
                <a:lnTo>
                  <a:pt x="20800" y="14400"/>
                </a:lnTo>
                <a:lnTo>
                  <a:pt x="21600" y="9000"/>
                </a:lnTo>
                <a:lnTo>
                  <a:pt x="16800" y="1800"/>
                </a:lnTo>
                <a:lnTo>
                  <a:pt x="112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5" name="Google Shape;2325;p51"/>
          <p:cNvSpPr/>
          <p:nvPr/>
        </p:nvSpPr>
        <p:spPr>
          <a:xfrm>
            <a:off x="1130300" y="5765800"/>
            <a:ext cx="389448" cy="427572"/>
          </a:xfrm>
          <a:custGeom>
            <a:rect b="b" l="l" r="r" t="t"/>
            <a:pathLst>
              <a:path extrusionOk="0" h="21600" w="21600">
                <a:moveTo>
                  <a:pt x="13106" y="1091"/>
                </a:moveTo>
                <a:lnTo>
                  <a:pt x="11892" y="1091"/>
                </a:lnTo>
                <a:lnTo>
                  <a:pt x="11892" y="0"/>
                </a:lnTo>
                <a:lnTo>
                  <a:pt x="9465" y="0"/>
                </a:lnTo>
                <a:lnTo>
                  <a:pt x="9465" y="1091"/>
                </a:lnTo>
                <a:lnTo>
                  <a:pt x="8252" y="1091"/>
                </a:lnTo>
                <a:lnTo>
                  <a:pt x="6553" y="1527"/>
                </a:lnTo>
                <a:lnTo>
                  <a:pt x="5097" y="1745"/>
                </a:lnTo>
                <a:lnTo>
                  <a:pt x="3640" y="2618"/>
                </a:lnTo>
                <a:lnTo>
                  <a:pt x="2427" y="3273"/>
                </a:lnTo>
                <a:lnTo>
                  <a:pt x="1456" y="4364"/>
                </a:lnTo>
                <a:lnTo>
                  <a:pt x="485" y="5673"/>
                </a:lnTo>
                <a:lnTo>
                  <a:pt x="243" y="6982"/>
                </a:lnTo>
                <a:lnTo>
                  <a:pt x="0" y="8727"/>
                </a:lnTo>
                <a:lnTo>
                  <a:pt x="0" y="12000"/>
                </a:lnTo>
                <a:lnTo>
                  <a:pt x="243" y="12436"/>
                </a:lnTo>
                <a:lnTo>
                  <a:pt x="485" y="13091"/>
                </a:lnTo>
                <a:lnTo>
                  <a:pt x="1456" y="13091"/>
                </a:lnTo>
                <a:lnTo>
                  <a:pt x="1942" y="12655"/>
                </a:lnTo>
                <a:lnTo>
                  <a:pt x="3640" y="11345"/>
                </a:lnTo>
                <a:lnTo>
                  <a:pt x="5097" y="12655"/>
                </a:lnTo>
                <a:lnTo>
                  <a:pt x="5339" y="13091"/>
                </a:lnTo>
                <a:lnTo>
                  <a:pt x="6553" y="13091"/>
                </a:lnTo>
                <a:lnTo>
                  <a:pt x="6796" y="12655"/>
                </a:lnTo>
                <a:lnTo>
                  <a:pt x="8252" y="11345"/>
                </a:lnTo>
                <a:lnTo>
                  <a:pt x="9465" y="12436"/>
                </a:lnTo>
                <a:lnTo>
                  <a:pt x="9465" y="19418"/>
                </a:lnTo>
                <a:lnTo>
                  <a:pt x="5825" y="19418"/>
                </a:lnTo>
                <a:lnTo>
                  <a:pt x="5825" y="21600"/>
                </a:lnTo>
                <a:lnTo>
                  <a:pt x="15533" y="21600"/>
                </a:lnTo>
                <a:lnTo>
                  <a:pt x="15533" y="19418"/>
                </a:lnTo>
                <a:lnTo>
                  <a:pt x="11892" y="19418"/>
                </a:lnTo>
                <a:lnTo>
                  <a:pt x="11892" y="12436"/>
                </a:lnTo>
                <a:lnTo>
                  <a:pt x="13106" y="11345"/>
                </a:lnTo>
                <a:lnTo>
                  <a:pt x="14562" y="12655"/>
                </a:lnTo>
                <a:lnTo>
                  <a:pt x="14804" y="13091"/>
                </a:lnTo>
                <a:lnTo>
                  <a:pt x="16018" y="13091"/>
                </a:lnTo>
                <a:lnTo>
                  <a:pt x="17960" y="11345"/>
                </a:lnTo>
                <a:lnTo>
                  <a:pt x="19416" y="12655"/>
                </a:lnTo>
                <a:lnTo>
                  <a:pt x="19658" y="13091"/>
                </a:lnTo>
                <a:lnTo>
                  <a:pt x="20872" y="13091"/>
                </a:lnTo>
                <a:lnTo>
                  <a:pt x="21115" y="12436"/>
                </a:lnTo>
                <a:lnTo>
                  <a:pt x="21600" y="12000"/>
                </a:lnTo>
                <a:lnTo>
                  <a:pt x="21600" y="8727"/>
                </a:lnTo>
                <a:lnTo>
                  <a:pt x="21115" y="6982"/>
                </a:lnTo>
                <a:lnTo>
                  <a:pt x="20872" y="5673"/>
                </a:lnTo>
                <a:lnTo>
                  <a:pt x="19901" y="4364"/>
                </a:lnTo>
                <a:lnTo>
                  <a:pt x="19173" y="3273"/>
                </a:lnTo>
                <a:lnTo>
                  <a:pt x="17960" y="2618"/>
                </a:lnTo>
                <a:lnTo>
                  <a:pt x="16503" y="1745"/>
                </a:lnTo>
                <a:lnTo>
                  <a:pt x="14804" y="1527"/>
                </a:lnTo>
                <a:lnTo>
                  <a:pt x="13106" y="1091"/>
                </a:lnTo>
                <a:close/>
                <a:moveTo>
                  <a:pt x="19173" y="9164"/>
                </a:moveTo>
                <a:lnTo>
                  <a:pt x="18688" y="8945"/>
                </a:lnTo>
                <a:lnTo>
                  <a:pt x="18445" y="8727"/>
                </a:lnTo>
                <a:lnTo>
                  <a:pt x="17231" y="8727"/>
                </a:lnTo>
                <a:lnTo>
                  <a:pt x="15533" y="10255"/>
                </a:lnTo>
                <a:lnTo>
                  <a:pt x="13834" y="8727"/>
                </a:lnTo>
                <a:lnTo>
                  <a:pt x="12620" y="8727"/>
                </a:lnTo>
                <a:lnTo>
                  <a:pt x="12135" y="8945"/>
                </a:lnTo>
                <a:lnTo>
                  <a:pt x="10679" y="10255"/>
                </a:lnTo>
                <a:lnTo>
                  <a:pt x="8980" y="8727"/>
                </a:lnTo>
                <a:lnTo>
                  <a:pt x="7766" y="8727"/>
                </a:lnTo>
                <a:lnTo>
                  <a:pt x="7524" y="8945"/>
                </a:lnTo>
                <a:lnTo>
                  <a:pt x="5825" y="10255"/>
                </a:lnTo>
                <a:lnTo>
                  <a:pt x="4126" y="8727"/>
                </a:lnTo>
                <a:lnTo>
                  <a:pt x="2912" y="8727"/>
                </a:lnTo>
                <a:lnTo>
                  <a:pt x="2427" y="9164"/>
                </a:lnTo>
                <a:lnTo>
                  <a:pt x="2427" y="7636"/>
                </a:lnTo>
                <a:lnTo>
                  <a:pt x="2912" y="6545"/>
                </a:lnTo>
                <a:lnTo>
                  <a:pt x="3155" y="5673"/>
                </a:lnTo>
                <a:lnTo>
                  <a:pt x="4126" y="5018"/>
                </a:lnTo>
                <a:lnTo>
                  <a:pt x="5097" y="4145"/>
                </a:lnTo>
                <a:lnTo>
                  <a:pt x="5825" y="3927"/>
                </a:lnTo>
                <a:lnTo>
                  <a:pt x="7038" y="3273"/>
                </a:lnTo>
                <a:lnTo>
                  <a:pt x="14319" y="3273"/>
                </a:lnTo>
                <a:lnTo>
                  <a:pt x="15533" y="3927"/>
                </a:lnTo>
                <a:lnTo>
                  <a:pt x="16503" y="4145"/>
                </a:lnTo>
                <a:lnTo>
                  <a:pt x="17231" y="5018"/>
                </a:lnTo>
                <a:lnTo>
                  <a:pt x="18202" y="5673"/>
                </a:lnTo>
                <a:lnTo>
                  <a:pt x="18445" y="6545"/>
                </a:lnTo>
                <a:lnTo>
                  <a:pt x="19173" y="7636"/>
                </a:lnTo>
                <a:lnTo>
                  <a:pt x="19173" y="916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6" name="Google Shape;2326;p51"/>
          <p:cNvSpPr/>
          <p:nvPr/>
        </p:nvSpPr>
        <p:spPr>
          <a:xfrm>
            <a:off x="1392767" y="6049435"/>
            <a:ext cx="38100" cy="678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327" name="Google Shape;2327;p51"/>
          <p:cNvSpPr/>
          <p:nvPr/>
        </p:nvSpPr>
        <p:spPr>
          <a:xfrm>
            <a:off x="2116666" y="6790266"/>
            <a:ext cx="469908" cy="457218"/>
          </a:xfrm>
          <a:custGeom>
            <a:rect b="b" l="l" r="r" t="t"/>
            <a:pathLst>
              <a:path extrusionOk="0" h="21600" w="21600">
                <a:moveTo>
                  <a:pt x="19600" y="0"/>
                </a:moveTo>
                <a:lnTo>
                  <a:pt x="5800" y="0"/>
                </a:lnTo>
                <a:lnTo>
                  <a:pt x="5200" y="208"/>
                </a:lnTo>
                <a:lnTo>
                  <a:pt x="4400" y="623"/>
                </a:lnTo>
                <a:lnTo>
                  <a:pt x="4200" y="1246"/>
                </a:lnTo>
                <a:lnTo>
                  <a:pt x="3800" y="2077"/>
                </a:lnTo>
                <a:lnTo>
                  <a:pt x="3800" y="3115"/>
                </a:lnTo>
                <a:lnTo>
                  <a:pt x="2000" y="3115"/>
                </a:lnTo>
                <a:lnTo>
                  <a:pt x="2000" y="1038"/>
                </a:lnTo>
                <a:lnTo>
                  <a:pt x="0" y="1038"/>
                </a:lnTo>
                <a:lnTo>
                  <a:pt x="0" y="21600"/>
                </a:lnTo>
                <a:lnTo>
                  <a:pt x="2000" y="21600"/>
                </a:lnTo>
                <a:lnTo>
                  <a:pt x="2000" y="15369"/>
                </a:lnTo>
                <a:lnTo>
                  <a:pt x="3800" y="15369"/>
                </a:lnTo>
                <a:lnTo>
                  <a:pt x="3800" y="16408"/>
                </a:lnTo>
                <a:lnTo>
                  <a:pt x="4200" y="17238"/>
                </a:lnTo>
                <a:lnTo>
                  <a:pt x="4400" y="17862"/>
                </a:lnTo>
                <a:lnTo>
                  <a:pt x="5200" y="18277"/>
                </a:lnTo>
                <a:lnTo>
                  <a:pt x="5800" y="18485"/>
                </a:lnTo>
                <a:lnTo>
                  <a:pt x="19600" y="18485"/>
                </a:lnTo>
                <a:lnTo>
                  <a:pt x="20400" y="18277"/>
                </a:lnTo>
                <a:lnTo>
                  <a:pt x="21200" y="17862"/>
                </a:lnTo>
                <a:lnTo>
                  <a:pt x="21400" y="17238"/>
                </a:lnTo>
                <a:lnTo>
                  <a:pt x="21600" y="16408"/>
                </a:lnTo>
                <a:lnTo>
                  <a:pt x="21600" y="2077"/>
                </a:lnTo>
                <a:lnTo>
                  <a:pt x="21400" y="1246"/>
                </a:lnTo>
                <a:lnTo>
                  <a:pt x="21200" y="623"/>
                </a:lnTo>
                <a:lnTo>
                  <a:pt x="20400" y="208"/>
                </a:lnTo>
                <a:lnTo>
                  <a:pt x="19600" y="0"/>
                </a:lnTo>
                <a:close/>
                <a:moveTo>
                  <a:pt x="2000" y="13292"/>
                </a:moveTo>
                <a:lnTo>
                  <a:pt x="2000" y="5192"/>
                </a:lnTo>
                <a:lnTo>
                  <a:pt x="3800" y="5192"/>
                </a:lnTo>
                <a:lnTo>
                  <a:pt x="3800" y="13292"/>
                </a:lnTo>
                <a:lnTo>
                  <a:pt x="2000" y="13292"/>
                </a:lnTo>
                <a:close/>
                <a:moveTo>
                  <a:pt x="19600" y="16408"/>
                </a:moveTo>
                <a:lnTo>
                  <a:pt x="5800" y="16408"/>
                </a:lnTo>
                <a:lnTo>
                  <a:pt x="5800" y="2077"/>
                </a:lnTo>
                <a:lnTo>
                  <a:pt x="19600" y="2077"/>
                </a:lnTo>
                <a:lnTo>
                  <a:pt x="19600" y="1640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8" name="Google Shape;2328;p51"/>
          <p:cNvSpPr/>
          <p:nvPr/>
        </p:nvSpPr>
        <p:spPr>
          <a:xfrm>
            <a:off x="2285999" y="6883400"/>
            <a:ext cx="207414" cy="207414"/>
          </a:xfrm>
          <a:custGeom>
            <a:rect b="b" l="l" r="r" t="t"/>
            <a:pathLst>
              <a:path extrusionOk="0" h="21600" w="21600">
                <a:moveTo>
                  <a:pt x="6480" y="21600"/>
                </a:moveTo>
                <a:lnTo>
                  <a:pt x="15120" y="21600"/>
                </a:lnTo>
                <a:lnTo>
                  <a:pt x="15120" y="14988"/>
                </a:lnTo>
                <a:lnTo>
                  <a:pt x="21600" y="14988"/>
                </a:lnTo>
                <a:lnTo>
                  <a:pt x="21600" y="6612"/>
                </a:lnTo>
                <a:lnTo>
                  <a:pt x="15120" y="6612"/>
                </a:lnTo>
                <a:lnTo>
                  <a:pt x="15120" y="0"/>
                </a:lnTo>
                <a:lnTo>
                  <a:pt x="6480" y="0"/>
                </a:lnTo>
                <a:lnTo>
                  <a:pt x="6480" y="6612"/>
                </a:lnTo>
                <a:lnTo>
                  <a:pt x="0" y="6612"/>
                </a:lnTo>
                <a:lnTo>
                  <a:pt x="0" y="14988"/>
                </a:lnTo>
                <a:lnTo>
                  <a:pt x="6480" y="14988"/>
                </a:lnTo>
                <a:lnTo>
                  <a:pt x="648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29" name="Google Shape;2329;p51"/>
          <p:cNvGrpSpPr/>
          <p:nvPr/>
        </p:nvGrpSpPr>
        <p:grpSpPr>
          <a:xfrm>
            <a:off x="1104899" y="6841066"/>
            <a:ext cx="427572" cy="376758"/>
            <a:chOff x="-1" y="0"/>
            <a:chExt cx="427572" cy="376758"/>
          </a:xfrm>
        </p:grpSpPr>
        <p:sp>
          <p:nvSpPr>
            <p:cNvPr id="2330" name="Google Shape;2330;p51"/>
            <p:cNvSpPr/>
            <p:nvPr/>
          </p:nvSpPr>
          <p:spPr>
            <a:xfrm>
              <a:off x="-1" y="0"/>
              <a:ext cx="427572" cy="376758"/>
            </a:xfrm>
            <a:custGeom>
              <a:rect b="b" l="l" r="r" t="t"/>
              <a:pathLst>
                <a:path extrusionOk="0" h="21600" w="21600">
                  <a:moveTo>
                    <a:pt x="19418" y="2427"/>
                  </a:moveTo>
                  <a:lnTo>
                    <a:pt x="12873" y="2427"/>
                  </a:lnTo>
                  <a:lnTo>
                    <a:pt x="12436" y="485"/>
                  </a:lnTo>
                  <a:lnTo>
                    <a:pt x="10691" y="0"/>
                  </a:lnTo>
                  <a:lnTo>
                    <a:pt x="9818" y="243"/>
                  </a:lnTo>
                  <a:lnTo>
                    <a:pt x="9164" y="485"/>
                  </a:lnTo>
                  <a:lnTo>
                    <a:pt x="8945" y="1456"/>
                  </a:lnTo>
                  <a:lnTo>
                    <a:pt x="8509" y="2427"/>
                  </a:lnTo>
                  <a:lnTo>
                    <a:pt x="7855" y="2670"/>
                  </a:lnTo>
                  <a:lnTo>
                    <a:pt x="6982" y="2912"/>
                  </a:lnTo>
                  <a:lnTo>
                    <a:pt x="6764" y="3883"/>
                  </a:lnTo>
                  <a:lnTo>
                    <a:pt x="6327" y="4854"/>
                  </a:lnTo>
                  <a:lnTo>
                    <a:pt x="6327" y="6067"/>
                  </a:lnTo>
                  <a:lnTo>
                    <a:pt x="3709" y="6067"/>
                  </a:lnTo>
                  <a:lnTo>
                    <a:pt x="0" y="10193"/>
                  </a:lnTo>
                  <a:lnTo>
                    <a:pt x="0" y="18445"/>
                  </a:lnTo>
                  <a:lnTo>
                    <a:pt x="218" y="18930"/>
                  </a:lnTo>
                  <a:lnTo>
                    <a:pt x="436" y="19173"/>
                  </a:lnTo>
                  <a:lnTo>
                    <a:pt x="3491" y="19173"/>
                  </a:lnTo>
                  <a:lnTo>
                    <a:pt x="3709" y="20144"/>
                  </a:lnTo>
                  <a:lnTo>
                    <a:pt x="4582" y="20872"/>
                  </a:lnTo>
                  <a:lnTo>
                    <a:pt x="5455" y="21357"/>
                  </a:lnTo>
                  <a:lnTo>
                    <a:pt x="6327" y="21600"/>
                  </a:lnTo>
                  <a:lnTo>
                    <a:pt x="7418" y="21357"/>
                  </a:lnTo>
                  <a:lnTo>
                    <a:pt x="8291" y="20872"/>
                  </a:lnTo>
                  <a:lnTo>
                    <a:pt x="9164" y="20144"/>
                  </a:lnTo>
                  <a:lnTo>
                    <a:pt x="9382" y="19173"/>
                  </a:lnTo>
                  <a:lnTo>
                    <a:pt x="13091" y="19173"/>
                  </a:lnTo>
                  <a:lnTo>
                    <a:pt x="13527" y="20144"/>
                  </a:lnTo>
                  <a:lnTo>
                    <a:pt x="14182" y="20872"/>
                  </a:lnTo>
                  <a:lnTo>
                    <a:pt x="15055" y="21357"/>
                  </a:lnTo>
                  <a:lnTo>
                    <a:pt x="16145" y="21600"/>
                  </a:lnTo>
                  <a:lnTo>
                    <a:pt x="17236" y="21357"/>
                  </a:lnTo>
                  <a:lnTo>
                    <a:pt x="17891" y="20872"/>
                  </a:lnTo>
                  <a:lnTo>
                    <a:pt x="18764" y="20144"/>
                  </a:lnTo>
                  <a:lnTo>
                    <a:pt x="18982" y="19173"/>
                  </a:lnTo>
                  <a:lnTo>
                    <a:pt x="20945" y="19173"/>
                  </a:lnTo>
                  <a:lnTo>
                    <a:pt x="21600" y="18445"/>
                  </a:lnTo>
                  <a:lnTo>
                    <a:pt x="21600" y="4854"/>
                  </a:lnTo>
                  <a:lnTo>
                    <a:pt x="21164" y="3883"/>
                  </a:lnTo>
                  <a:lnTo>
                    <a:pt x="20945" y="2912"/>
                  </a:lnTo>
                  <a:lnTo>
                    <a:pt x="20073" y="2670"/>
                  </a:lnTo>
                  <a:lnTo>
                    <a:pt x="19418" y="2427"/>
                  </a:lnTo>
                  <a:close/>
                  <a:moveTo>
                    <a:pt x="19418" y="4854"/>
                  </a:moveTo>
                  <a:lnTo>
                    <a:pt x="19418" y="16746"/>
                  </a:lnTo>
                  <a:lnTo>
                    <a:pt x="18982" y="16746"/>
                  </a:lnTo>
                  <a:lnTo>
                    <a:pt x="18764" y="15775"/>
                  </a:lnTo>
                  <a:lnTo>
                    <a:pt x="17891" y="15047"/>
                  </a:lnTo>
                  <a:lnTo>
                    <a:pt x="17236" y="14562"/>
                  </a:lnTo>
                  <a:lnTo>
                    <a:pt x="16145" y="14319"/>
                  </a:lnTo>
                  <a:lnTo>
                    <a:pt x="15055" y="14562"/>
                  </a:lnTo>
                  <a:lnTo>
                    <a:pt x="14182" y="15047"/>
                  </a:lnTo>
                  <a:lnTo>
                    <a:pt x="13527" y="15775"/>
                  </a:lnTo>
                  <a:lnTo>
                    <a:pt x="13091" y="16746"/>
                  </a:lnTo>
                  <a:lnTo>
                    <a:pt x="9382" y="16746"/>
                  </a:lnTo>
                  <a:lnTo>
                    <a:pt x="9164" y="15775"/>
                  </a:lnTo>
                  <a:lnTo>
                    <a:pt x="8509" y="15290"/>
                  </a:lnTo>
                  <a:lnTo>
                    <a:pt x="8509" y="4854"/>
                  </a:lnTo>
                  <a:lnTo>
                    <a:pt x="19418" y="4854"/>
                  </a:lnTo>
                  <a:close/>
                  <a:moveTo>
                    <a:pt x="2182" y="11407"/>
                  </a:moveTo>
                  <a:lnTo>
                    <a:pt x="4800" y="8252"/>
                  </a:lnTo>
                  <a:lnTo>
                    <a:pt x="6327" y="8252"/>
                  </a:lnTo>
                  <a:lnTo>
                    <a:pt x="6327" y="14319"/>
                  </a:lnTo>
                  <a:lnTo>
                    <a:pt x="5455" y="14562"/>
                  </a:lnTo>
                  <a:lnTo>
                    <a:pt x="4582" y="15047"/>
                  </a:lnTo>
                  <a:lnTo>
                    <a:pt x="3709" y="15775"/>
                  </a:lnTo>
                  <a:lnTo>
                    <a:pt x="3491" y="16746"/>
                  </a:lnTo>
                  <a:lnTo>
                    <a:pt x="2182" y="16746"/>
                  </a:lnTo>
                  <a:lnTo>
                    <a:pt x="2182" y="11407"/>
                  </a:lnTo>
                  <a:close/>
                  <a:moveTo>
                    <a:pt x="6327" y="19173"/>
                  </a:moveTo>
                  <a:lnTo>
                    <a:pt x="5891" y="19173"/>
                  </a:lnTo>
                  <a:lnTo>
                    <a:pt x="5673" y="18930"/>
                  </a:lnTo>
                  <a:lnTo>
                    <a:pt x="5455" y="18445"/>
                  </a:lnTo>
                  <a:lnTo>
                    <a:pt x="5455" y="17231"/>
                  </a:lnTo>
                  <a:lnTo>
                    <a:pt x="5891" y="16746"/>
                  </a:lnTo>
                  <a:lnTo>
                    <a:pt x="6982" y="16746"/>
                  </a:lnTo>
                  <a:lnTo>
                    <a:pt x="7418" y="17231"/>
                  </a:lnTo>
                  <a:lnTo>
                    <a:pt x="7418" y="18445"/>
                  </a:lnTo>
                  <a:lnTo>
                    <a:pt x="7200" y="18930"/>
                  </a:lnTo>
                  <a:lnTo>
                    <a:pt x="6982" y="19173"/>
                  </a:lnTo>
                  <a:lnTo>
                    <a:pt x="6327" y="19173"/>
                  </a:lnTo>
                  <a:close/>
                  <a:moveTo>
                    <a:pt x="16145" y="19173"/>
                  </a:moveTo>
                  <a:lnTo>
                    <a:pt x="15491" y="19173"/>
                  </a:lnTo>
                  <a:lnTo>
                    <a:pt x="15273" y="18930"/>
                  </a:lnTo>
                  <a:lnTo>
                    <a:pt x="15055" y="18445"/>
                  </a:lnTo>
                  <a:lnTo>
                    <a:pt x="15055" y="17231"/>
                  </a:lnTo>
                  <a:lnTo>
                    <a:pt x="15491" y="16746"/>
                  </a:lnTo>
                  <a:lnTo>
                    <a:pt x="16582" y="16746"/>
                  </a:lnTo>
                  <a:lnTo>
                    <a:pt x="17018" y="16989"/>
                  </a:lnTo>
                  <a:lnTo>
                    <a:pt x="17236" y="17231"/>
                  </a:lnTo>
                  <a:lnTo>
                    <a:pt x="17236" y="18445"/>
                  </a:lnTo>
                  <a:lnTo>
                    <a:pt x="17018" y="18930"/>
                  </a:lnTo>
                  <a:lnTo>
                    <a:pt x="16582" y="19173"/>
                  </a:lnTo>
                  <a:lnTo>
                    <a:pt x="16145" y="19173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1" name="Google Shape;2331;p51"/>
            <p:cNvSpPr/>
            <p:nvPr/>
          </p:nvSpPr>
          <p:spPr>
            <a:xfrm>
              <a:off x="64777" y="181888"/>
              <a:ext cx="51900" cy="51900"/>
            </a:xfrm>
            <a:prstGeom prst="rect">
              <a:avLst/>
            </a:pr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</p:grpSp>
      <p:grpSp>
        <p:nvGrpSpPr>
          <p:cNvPr id="2332" name="Google Shape;2332;p51"/>
          <p:cNvGrpSpPr/>
          <p:nvPr/>
        </p:nvGrpSpPr>
        <p:grpSpPr>
          <a:xfrm>
            <a:off x="5211233" y="6790266"/>
            <a:ext cx="427572" cy="427572"/>
            <a:chOff x="-1" y="0"/>
            <a:chExt cx="427572" cy="427572"/>
          </a:xfrm>
        </p:grpSpPr>
        <p:sp>
          <p:nvSpPr>
            <p:cNvPr id="2333" name="Google Shape;2333;p51"/>
            <p:cNvSpPr/>
            <p:nvPr/>
          </p:nvSpPr>
          <p:spPr>
            <a:xfrm>
              <a:off x="-1" y="0"/>
              <a:ext cx="427572" cy="427572"/>
            </a:xfrm>
            <a:custGeom>
              <a:rect b="b" l="l" r="r" t="t"/>
              <a:pathLst>
                <a:path extrusionOk="0" h="21600" w="21600">
                  <a:moveTo>
                    <a:pt x="19418" y="0"/>
                  </a:moveTo>
                  <a:lnTo>
                    <a:pt x="2182" y="0"/>
                  </a:lnTo>
                  <a:lnTo>
                    <a:pt x="1309" y="218"/>
                  </a:lnTo>
                  <a:lnTo>
                    <a:pt x="436" y="655"/>
                  </a:lnTo>
                  <a:lnTo>
                    <a:pt x="218" y="1309"/>
                  </a:lnTo>
                  <a:lnTo>
                    <a:pt x="0" y="2182"/>
                  </a:lnTo>
                  <a:lnTo>
                    <a:pt x="0" y="19418"/>
                  </a:lnTo>
                  <a:lnTo>
                    <a:pt x="218" y="20291"/>
                  </a:lnTo>
                  <a:lnTo>
                    <a:pt x="436" y="20945"/>
                  </a:lnTo>
                  <a:lnTo>
                    <a:pt x="1309" y="21382"/>
                  </a:lnTo>
                  <a:lnTo>
                    <a:pt x="2182" y="21600"/>
                  </a:lnTo>
                  <a:lnTo>
                    <a:pt x="19418" y="21600"/>
                  </a:lnTo>
                  <a:lnTo>
                    <a:pt x="20291" y="21382"/>
                  </a:lnTo>
                  <a:lnTo>
                    <a:pt x="20945" y="20945"/>
                  </a:lnTo>
                  <a:lnTo>
                    <a:pt x="21164" y="20291"/>
                  </a:lnTo>
                  <a:lnTo>
                    <a:pt x="21600" y="19418"/>
                  </a:lnTo>
                  <a:lnTo>
                    <a:pt x="21600" y="2182"/>
                  </a:lnTo>
                  <a:lnTo>
                    <a:pt x="21164" y="1309"/>
                  </a:lnTo>
                  <a:lnTo>
                    <a:pt x="20945" y="655"/>
                  </a:lnTo>
                  <a:lnTo>
                    <a:pt x="20291" y="218"/>
                  </a:lnTo>
                  <a:lnTo>
                    <a:pt x="19418" y="0"/>
                  </a:lnTo>
                  <a:close/>
                  <a:moveTo>
                    <a:pt x="19418" y="2182"/>
                  </a:moveTo>
                  <a:lnTo>
                    <a:pt x="19418" y="6545"/>
                  </a:lnTo>
                  <a:lnTo>
                    <a:pt x="18764" y="6545"/>
                  </a:lnTo>
                  <a:lnTo>
                    <a:pt x="17236" y="8073"/>
                  </a:lnTo>
                  <a:lnTo>
                    <a:pt x="12873" y="3709"/>
                  </a:lnTo>
                  <a:lnTo>
                    <a:pt x="8509" y="9164"/>
                  </a:lnTo>
                  <a:lnTo>
                    <a:pt x="5455" y="5891"/>
                  </a:lnTo>
                  <a:lnTo>
                    <a:pt x="2618" y="8727"/>
                  </a:lnTo>
                  <a:lnTo>
                    <a:pt x="2182" y="8727"/>
                  </a:lnTo>
                  <a:lnTo>
                    <a:pt x="2182" y="2182"/>
                  </a:lnTo>
                  <a:lnTo>
                    <a:pt x="19418" y="2182"/>
                  </a:lnTo>
                  <a:close/>
                  <a:moveTo>
                    <a:pt x="2182" y="19418"/>
                  </a:moveTo>
                  <a:lnTo>
                    <a:pt x="2182" y="10691"/>
                  </a:lnTo>
                  <a:lnTo>
                    <a:pt x="3709" y="10691"/>
                  </a:lnTo>
                  <a:lnTo>
                    <a:pt x="5455" y="9164"/>
                  </a:lnTo>
                  <a:lnTo>
                    <a:pt x="8509" y="12436"/>
                  </a:lnTo>
                  <a:lnTo>
                    <a:pt x="12873" y="6982"/>
                  </a:lnTo>
                  <a:lnTo>
                    <a:pt x="17236" y="11345"/>
                  </a:lnTo>
                  <a:lnTo>
                    <a:pt x="19418" y="9164"/>
                  </a:lnTo>
                  <a:lnTo>
                    <a:pt x="19418" y="19418"/>
                  </a:lnTo>
                  <a:lnTo>
                    <a:pt x="2182" y="19418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4" name="Google Shape;2334;p51"/>
            <p:cNvSpPr/>
            <p:nvPr/>
          </p:nvSpPr>
          <p:spPr>
            <a:xfrm>
              <a:off x="64777" y="298002"/>
              <a:ext cx="39000" cy="64800"/>
            </a:xfrm>
            <a:prstGeom prst="rect">
              <a:avLst/>
            </a:pr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2335" name="Google Shape;2335;p51"/>
            <p:cNvSpPr/>
            <p:nvPr/>
          </p:nvSpPr>
          <p:spPr>
            <a:xfrm>
              <a:off x="155476" y="259128"/>
              <a:ext cx="39000" cy="103800"/>
            </a:xfrm>
            <a:prstGeom prst="rect">
              <a:avLst/>
            </a:pr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2336" name="Google Shape;2336;p51"/>
            <p:cNvSpPr/>
            <p:nvPr/>
          </p:nvSpPr>
          <p:spPr>
            <a:xfrm>
              <a:off x="233215" y="298002"/>
              <a:ext cx="39000" cy="64800"/>
            </a:xfrm>
            <a:prstGeom prst="rect">
              <a:avLst/>
            </a:pr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2337" name="Google Shape;2337;p51"/>
            <p:cNvSpPr/>
            <p:nvPr/>
          </p:nvSpPr>
          <p:spPr>
            <a:xfrm>
              <a:off x="323904" y="259128"/>
              <a:ext cx="39000" cy="103800"/>
            </a:xfrm>
            <a:prstGeom prst="rect">
              <a:avLst/>
            </a:pr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</p:grpSp>
      <p:sp>
        <p:nvSpPr>
          <p:cNvPr id="2338" name="Google Shape;2338;p51"/>
          <p:cNvSpPr/>
          <p:nvPr/>
        </p:nvSpPr>
        <p:spPr>
          <a:xfrm>
            <a:off x="3158066" y="6752168"/>
            <a:ext cx="427572" cy="520722"/>
          </a:xfrm>
          <a:custGeom>
            <a:rect b="b" l="l" r="r" t="t"/>
            <a:pathLst>
              <a:path extrusionOk="0" h="21600" w="21600">
                <a:moveTo>
                  <a:pt x="19418" y="2723"/>
                </a:moveTo>
                <a:lnTo>
                  <a:pt x="17236" y="2723"/>
                </a:lnTo>
                <a:lnTo>
                  <a:pt x="17236" y="2360"/>
                </a:lnTo>
                <a:lnTo>
                  <a:pt x="17018" y="1997"/>
                </a:lnTo>
                <a:lnTo>
                  <a:pt x="16800" y="1815"/>
                </a:lnTo>
                <a:lnTo>
                  <a:pt x="13745" y="1815"/>
                </a:lnTo>
                <a:lnTo>
                  <a:pt x="13527" y="1089"/>
                </a:lnTo>
                <a:lnTo>
                  <a:pt x="12655" y="545"/>
                </a:lnTo>
                <a:lnTo>
                  <a:pt x="12000" y="182"/>
                </a:lnTo>
                <a:lnTo>
                  <a:pt x="10909" y="0"/>
                </a:lnTo>
                <a:lnTo>
                  <a:pt x="9818" y="182"/>
                </a:lnTo>
                <a:lnTo>
                  <a:pt x="8945" y="545"/>
                </a:lnTo>
                <a:lnTo>
                  <a:pt x="8073" y="1089"/>
                </a:lnTo>
                <a:lnTo>
                  <a:pt x="7855" y="1815"/>
                </a:lnTo>
                <a:lnTo>
                  <a:pt x="5018" y="1815"/>
                </a:lnTo>
                <a:lnTo>
                  <a:pt x="4582" y="1997"/>
                </a:lnTo>
                <a:lnTo>
                  <a:pt x="4364" y="2360"/>
                </a:lnTo>
                <a:lnTo>
                  <a:pt x="4364" y="2723"/>
                </a:lnTo>
                <a:lnTo>
                  <a:pt x="2182" y="2723"/>
                </a:lnTo>
                <a:lnTo>
                  <a:pt x="1527" y="2904"/>
                </a:lnTo>
                <a:lnTo>
                  <a:pt x="655" y="3267"/>
                </a:lnTo>
                <a:lnTo>
                  <a:pt x="436" y="3812"/>
                </a:lnTo>
                <a:lnTo>
                  <a:pt x="0" y="4538"/>
                </a:lnTo>
                <a:lnTo>
                  <a:pt x="0" y="19785"/>
                </a:lnTo>
                <a:lnTo>
                  <a:pt x="436" y="20329"/>
                </a:lnTo>
                <a:lnTo>
                  <a:pt x="655" y="21055"/>
                </a:lnTo>
                <a:lnTo>
                  <a:pt x="1527" y="21237"/>
                </a:lnTo>
                <a:lnTo>
                  <a:pt x="2182" y="21600"/>
                </a:lnTo>
                <a:lnTo>
                  <a:pt x="19418" y="21600"/>
                </a:lnTo>
                <a:lnTo>
                  <a:pt x="20291" y="21237"/>
                </a:lnTo>
                <a:lnTo>
                  <a:pt x="21164" y="21055"/>
                </a:lnTo>
                <a:lnTo>
                  <a:pt x="21382" y="20329"/>
                </a:lnTo>
                <a:lnTo>
                  <a:pt x="21600" y="19785"/>
                </a:lnTo>
                <a:lnTo>
                  <a:pt x="21600" y="4538"/>
                </a:lnTo>
                <a:lnTo>
                  <a:pt x="21382" y="3812"/>
                </a:lnTo>
                <a:lnTo>
                  <a:pt x="21164" y="3267"/>
                </a:lnTo>
                <a:lnTo>
                  <a:pt x="20291" y="2904"/>
                </a:lnTo>
                <a:lnTo>
                  <a:pt x="19418" y="2723"/>
                </a:lnTo>
                <a:close/>
                <a:moveTo>
                  <a:pt x="5455" y="7261"/>
                </a:moveTo>
                <a:lnTo>
                  <a:pt x="16145" y="7261"/>
                </a:lnTo>
                <a:lnTo>
                  <a:pt x="16145" y="17062"/>
                </a:lnTo>
                <a:lnTo>
                  <a:pt x="5455" y="17062"/>
                </a:lnTo>
                <a:lnTo>
                  <a:pt x="5455" y="7261"/>
                </a:lnTo>
                <a:close/>
                <a:moveTo>
                  <a:pt x="6545" y="3630"/>
                </a:moveTo>
                <a:lnTo>
                  <a:pt x="9164" y="3630"/>
                </a:lnTo>
                <a:lnTo>
                  <a:pt x="9600" y="3449"/>
                </a:lnTo>
                <a:lnTo>
                  <a:pt x="9818" y="3267"/>
                </a:lnTo>
                <a:lnTo>
                  <a:pt x="9818" y="2360"/>
                </a:lnTo>
                <a:lnTo>
                  <a:pt x="10036" y="1997"/>
                </a:lnTo>
                <a:lnTo>
                  <a:pt x="10255" y="1815"/>
                </a:lnTo>
                <a:lnTo>
                  <a:pt x="11345" y="1815"/>
                </a:lnTo>
                <a:lnTo>
                  <a:pt x="12000" y="2360"/>
                </a:lnTo>
                <a:lnTo>
                  <a:pt x="12000" y="3267"/>
                </a:lnTo>
                <a:lnTo>
                  <a:pt x="12436" y="3630"/>
                </a:lnTo>
                <a:lnTo>
                  <a:pt x="15273" y="3630"/>
                </a:lnTo>
                <a:lnTo>
                  <a:pt x="15273" y="5445"/>
                </a:lnTo>
                <a:lnTo>
                  <a:pt x="6545" y="5445"/>
                </a:lnTo>
                <a:lnTo>
                  <a:pt x="6545" y="3630"/>
                </a:lnTo>
                <a:close/>
                <a:moveTo>
                  <a:pt x="19418" y="19785"/>
                </a:moveTo>
                <a:lnTo>
                  <a:pt x="2182" y="19785"/>
                </a:lnTo>
                <a:lnTo>
                  <a:pt x="2182" y="4538"/>
                </a:lnTo>
                <a:lnTo>
                  <a:pt x="4364" y="4538"/>
                </a:lnTo>
                <a:lnTo>
                  <a:pt x="4364" y="5445"/>
                </a:lnTo>
                <a:lnTo>
                  <a:pt x="3927" y="5445"/>
                </a:lnTo>
                <a:lnTo>
                  <a:pt x="3491" y="5627"/>
                </a:lnTo>
                <a:lnTo>
                  <a:pt x="3273" y="5808"/>
                </a:lnTo>
                <a:lnTo>
                  <a:pt x="3273" y="18333"/>
                </a:lnTo>
                <a:lnTo>
                  <a:pt x="3491" y="18696"/>
                </a:lnTo>
                <a:lnTo>
                  <a:pt x="3927" y="18877"/>
                </a:lnTo>
                <a:lnTo>
                  <a:pt x="17891" y="18877"/>
                </a:lnTo>
                <a:lnTo>
                  <a:pt x="18109" y="18696"/>
                </a:lnTo>
                <a:lnTo>
                  <a:pt x="18327" y="18333"/>
                </a:lnTo>
                <a:lnTo>
                  <a:pt x="18327" y="5808"/>
                </a:lnTo>
                <a:lnTo>
                  <a:pt x="17891" y="5445"/>
                </a:lnTo>
                <a:lnTo>
                  <a:pt x="17236" y="5445"/>
                </a:lnTo>
                <a:lnTo>
                  <a:pt x="17236" y="4538"/>
                </a:lnTo>
                <a:lnTo>
                  <a:pt x="19418" y="4538"/>
                </a:lnTo>
                <a:lnTo>
                  <a:pt x="19418" y="1978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9" name="Google Shape;2339;p51"/>
          <p:cNvSpPr/>
          <p:nvPr/>
        </p:nvSpPr>
        <p:spPr>
          <a:xfrm>
            <a:off x="3314701" y="6985000"/>
            <a:ext cx="127008" cy="131220"/>
          </a:xfrm>
          <a:custGeom>
            <a:rect b="b" l="l" r="r" t="t"/>
            <a:pathLst>
              <a:path extrusionOk="0" h="21600" w="21600">
                <a:moveTo>
                  <a:pt x="14400" y="0"/>
                </a:moveTo>
                <a:lnTo>
                  <a:pt x="7200" y="0"/>
                </a:lnTo>
                <a:lnTo>
                  <a:pt x="7200" y="7200"/>
                </a:lnTo>
                <a:lnTo>
                  <a:pt x="0" y="7200"/>
                </a:lnTo>
                <a:lnTo>
                  <a:pt x="0" y="14400"/>
                </a:lnTo>
                <a:lnTo>
                  <a:pt x="7200" y="14400"/>
                </a:lnTo>
                <a:lnTo>
                  <a:pt x="7200" y="21600"/>
                </a:lnTo>
                <a:lnTo>
                  <a:pt x="14400" y="21600"/>
                </a:lnTo>
                <a:lnTo>
                  <a:pt x="14400" y="14400"/>
                </a:lnTo>
                <a:lnTo>
                  <a:pt x="21600" y="14400"/>
                </a:lnTo>
                <a:lnTo>
                  <a:pt x="21600" y="7200"/>
                </a:lnTo>
                <a:lnTo>
                  <a:pt x="14400" y="7200"/>
                </a:lnTo>
                <a:lnTo>
                  <a:pt x="144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0" name="Google Shape;2340;p51"/>
          <p:cNvSpPr/>
          <p:nvPr/>
        </p:nvSpPr>
        <p:spPr>
          <a:xfrm>
            <a:off x="10405533" y="6062133"/>
            <a:ext cx="258228" cy="131220"/>
          </a:xfrm>
          <a:custGeom>
            <a:rect b="b" l="l" r="r" t="t"/>
            <a:pathLst>
              <a:path extrusionOk="0" h="21600" w="21600">
                <a:moveTo>
                  <a:pt x="11715" y="13680"/>
                </a:moveTo>
                <a:lnTo>
                  <a:pt x="8786" y="7200"/>
                </a:lnTo>
                <a:lnTo>
                  <a:pt x="5125" y="0"/>
                </a:lnTo>
                <a:lnTo>
                  <a:pt x="0" y="0"/>
                </a:lnTo>
                <a:lnTo>
                  <a:pt x="3661" y="8640"/>
                </a:lnTo>
                <a:lnTo>
                  <a:pt x="6956" y="14400"/>
                </a:lnTo>
                <a:lnTo>
                  <a:pt x="10983" y="20880"/>
                </a:lnTo>
                <a:lnTo>
                  <a:pt x="11715" y="21600"/>
                </a:lnTo>
                <a:lnTo>
                  <a:pt x="12814" y="20880"/>
                </a:lnTo>
                <a:lnTo>
                  <a:pt x="15742" y="15120"/>
                </a:lnTo>
                <a:lnTo>
                  <a:pt x="18671" y="10080"/>
                </a:lnTo>
                <a:lnTo>
                  <a:pt x="21600" y="3600"/>
                </a:lnTo>
                <a:lnTo>
                  <a:pt x="17207" y="3600"/>
                </a:lnTo>
                <a:lnTo>
                  <a:pt x="11715" y="1368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1" name="Google Shape;2341;p51"/>
          <p:cNvSpPr/>
          <p:nvPr/>
        </p:nvSpPr>
        <p:spPr>
          <a:xfrm>
            <a:off x="10337800" y="5765800"/>
            <a:ext cx="431784" cy="182034"/>
          </a:xfrm>
          <a:custGeom>
            <a:rect b="b" l="l" r="r" t="t"/>
            <a:pathLst>
              <a:path extrusionOk="0" h="21600" w="21600">
                <a:moveTo>
                  <a:pt x="2182" y="18900"/>
                </a:moveTo>
                <a:lnTo>
                  <a:pt x="2182" y="14040"/>
                </a:lnTo>
                <a:lnTo>
                  <a:pt x="2400" y="11340"/>
                </a:lnTo>
                <a:lnTo>
                  <a:pt x="2618" y="10260"/>
                </a:lnTo>
                <a:lnTo>
                  <a:pt x="3273" y="8100"/>
                </a:lnTo>
                <a:lnTo>
                  <a:pt x="3927" y="7020"/>
                </a:lnTo>
                <a:lnTo>
                  <a:pt x="4582" y="6480"/>
                </a:lnTo>
                <a:lnTo>
                  <a:pt x="5673" y="5400"/>
                </a:lnTo>
                <a:lnTo>
                  <a:pt x="6545" y="5400"/>
                </a:lnTo>
                <a:lnTo>
                  <a:pt x="7636" y="6480"/>
                </a:lnTo>
                <a:lnTo>
                  <a:pt x="8291" y="7020"/>
                </a:lnTo>
                <a:lnTo>
                  <a:pt x="8945" y="8640"/>
                </a:lnTo>
                <a:lnTo>
                  <a:pt x="9382" y="10800"/>
                </a:lnTo>
                <a:lnTo>
                  <a:pt x="12000" y="10800"/>
                </a:lnTo>
                <a:lnTo>
                  <a:pt x="12655" y="8640"/>
                </a:lnTo>
                <a:lnTo>
                  <a:pt x="13091" y="7020"/>
                </a:lnTo>
                <a:lnTo>
                  <a:pt x="13964" y="6480"/>
                </a:lnTo>
                <a:lnTo>
                  <a:pt x="15055" y="5400"/>
                </a:lnTo>
                <a:lnTo>
                  <a:pt x="15927" y="5400"/>
                </a:lnTo>
                <a:lnTo>
                  <a:pt x="17018" y="6480"/>
                </a:lnTo>
                <a:lnTo>
                  <a:pt x="18327" y="8100"/>
                </a:lnTo>
                <a:lnTo>
                  <a:pt x="18545" y="10260"/>
                </a:lnTo>
                <a:lnTo>
                  <a:pt x="19200" y="11340"/>
                </a:lnTo>
                <a:lnTo>
                  <a:pt x="19418" y="14040"/>
                </a:lnTo>
                <a:lnTo>
                  <a:pt x="19418" y="18900"/>
                </a:lnTo>
                <a:lnTo>
                  <a:pt x="19200" y="21600"/>
                </a:lnTo>
                <a:lnTo>
                  <a:pt x="21164" y="21600"/>
                </a:lnTo>
                <a:lnTo>
                  <a:pt x="21600" y="16200"/>
                </a:lnTo>
                <a:lnTo>
                  <a:pt x="21600" y="12960"/>
                </a:lnTo>
                <a:lnTo>
                  <a:pt x="20945" y="9720"/>
                </a:lnTo>
                <a:lnTo>
                  <a:pt x="20509" y="7020"/>
                </a:lnTo>
                <a:lnTo>
                  <a:pt x="18764" y="2700"/>
                </a:lnTo>
                <a:lnTo>
                  <a:pt x="17673" y="1620"/>
                </a:lnTo>
                <a:lnTo>
                  <a:pt x="16364" y="0"/>
                </a:lnTo>
                <a:lnTo>
                  <a:pt x="15055" y="0"/>
                </a:lnTo>
                <a:lnTo>
                  <a:pt x="13745" y="1080"/>
                </a:lnTo>
                <a:lnTo>
                  <a:pt x="12655" y="1620"/>
                </a:lnTo>
                <a:lnTo>
                  <a:pt x="11564" y="3780"/>
                </a:lnTo>
                <a:lnTo>
                  <a:pt x="10691" y="5400"/>
                </a:lnTo>
                <a:lnTo>
                  <a:pt x="10036" y="3780"/>
                </a:lnTo>
                <a:lnTo>
                  <a:pt x="8945" y="1620"/>
                </a:lnTo>
                <a:lnTo>
                  <a:pt x="7855" y="1080"/>
                </a:lnTo>
                <a:lnTo>
                  <a:pt x="6545" y="0"/>
                </a:lnTo>
                <a:lnTo>
                  <a:pt x="5018" y="0"/>
                </a:lnTo>
                <a:lnTo>
                  <a:pt x="3709" y="1620"/>
                </a:lnTo>
                <a:lnTo>
                  <a:pt x="2618" y="2700"/>
                </a:lnTo>
                <a:lnTo>
                  <a:pt x="1964" y="4860"/>
                </a:lnTo>
                <a:lnTo>
                  <a:pt x="1091" y="7020"/>
                </a:lnTo>
                <a:lnTo>
                  <a:pt x="436" y="9720"/>
                </a:lnTo>
                <a:lnTo>
                  <a:pt x="0" y="12960"/>
                </a:lnTo>
                <a:lnTo>
                  <a:pt x="0" y="18900"/>
                </a:lnTo>
                <a:lnTo>
                  <a:pt x="2182" y="189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2" name="Google Shape;2342;p51"/>
          <p:cNvSpPr/>
          <p:nvPr/>
        </p:nvSpPr>
        <p:spPr>
          <a:xfrm>
            <a:off x="10312400" y="5909733"/>
            <a:ext cx="469908" cy="165078"/>
          </a:xfrm>
          <a:custGeom>
            <a:rect b="b" l="l" r="r" t="t"/>
            <a:pathLst>
              <a:path extrusionOk="0" h="21600" w="21600">
                <a:moveTo>
                  <a:pt x="18429" y="9969"/>
                </a:moveTo>
                <a:lnTo>
                  <a:pt x="15853" y="14400"/>
                </a:lnTo>
                <a:lnTo>
                  <a:pt x="11692" y="0"/>
                </a:lnTo>
                <a:lnTo>
                  <a:pt x="7927" y="11077"/>
                </a:lnTo>
                <a:lnTo>
                  <a:pt x="4954" y="2769"/>
                </a:lnTo>
                <a:lnTo>
                  <a:pt x="2378" y="9969"/>
                </a:lnTo>
                <a:lnTo>
                  <a:pt x="0" y="9969"/>
                </a:lnTo>
                <a:lnTo>
                  <a:pt x="0" y="15508"/>
                </a:lnTo>
                <a:lnTo>
                  <a:pt x="3369" y="15508"/>
                </a:lnTo>
                <a:lnTo>
                  <a:pt x="4954" y="11077"/>
                </a:lnTo>
                <a:lnTo>
                  <a:pt x="7927" y="19385"/>
                </a:lnTo>
                <a:lnTo>
                  <a:pt x="11692" y="8308"/>
                </a:lnTo>
                <a:lnTo>
                  <a:pt x="15457" y="21600"/>
                </a:lnTo>
                <a:lnTo>
                  <a:pt x="18826" y="15508"/>
                </a:lnTo>
                <a:lnTo>
                  <a:pt x="21600" y="15508"/>
                </a:lnTo>
                <a:lnTo>
                  <a:pt x="21600" y="9969"/>
                </a:lnTo>
                <a:lnTo>
                  <a:pt x="18429" y="9969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3" name="Google Shape;2343;p51"/>
          <p:cNvSpPr/>
          <p:nvPr/>
        </p:nvSpPr>
        <p:spPr>
          <a:xfrm>
            <a:off x="4220634" y="6790266"/>
            <a:ext cx="351378" cy="427572"/>
          </a:xfrm>
          <a:custGeom>
            <a:rect b="b" l="l" r="r" t="t"/>
            <a:pathLst>
              <a:path extrusionOk="0" h="21600" w="21600">
                <a:moveTo>
                  <a:pt x="18866" y="0"/>
                </a:moveTo>
                <a:lnTo>
                  <a:pt x="2734" y="0"/>
                </a:lnTo>
                <a:lnTo>
                  <a:pt x="1641" y="218"/>
                </a:lnTo>
                <a:lnTo>
                  <a:pt x="820" y="655"/>
                </a:lnTo>
                <a:lnTo>
                  <a:pt x="273" y="1309"/>
                </a:lnTo>
                <a:lnTo>
                  <a:pt x="0" y="2182"/>
                </a:lnTo>
                <a:lnTo>
                  <a:pt x="0" y="6545"/>
                </a:lnTo>
                <a:lnTo>
                  <a:pt x="1367" y="6545"/>
                </a:lnTo>
                <a:lnTo>
                  <a:pt x="1367" y="19418"/>
                </a:lnTo>
                <a:lnTo>
                  <a:pt x="1641" y="20291"/>
                </a:lnTo>
                <a:lnTo>
                  <a:pt x="2187" y="20945"/>
                </a:lnTo>
                <a:lnTo>
                  <a:pt x="3008" y="21382"/>
                </a:lnTo>
                <a:lnTo>
                  <a:pt x="4101" y="21600"/>
                </a:lnTo>
                <a:lnTo>
                  <a:pt x="17499" y="21600"/>
                </a:lnTo>
                <a:lnTo>
                  <a:pt x="18592" y="21382"/>
                </a:lnTo>
                <a:lnTo>
                  <a:pt x="19686" y="20945"/>
                </a:lnTo>
                <a:lnTo>
                  <a:pt x="19959" y="20291"/>
                </a:lnTo>
                <a:lnTo>
                  <a:pt x="20233" y="19418"/>
                </a:lnTo>
                <a:lnTo>
                  <a:pt x="20233" y="5455"/>
                </a:lnTo>
                <a:lnTo>
                  <a:pt x="21600" y="5455"/>
                </a:lnTo>
                <a:lnTo>
                  <a:pt x="21600" y="2182"/>
                </a:lnTo>
                <a:lnTo>
                  <a:pt x="21327" y="1309"/>
                </a:lnTo>
                <a:lnTo>
                  <a:pt x="21053" y="655"/>
                </a:lnTo>
                <a:lnTo>
                  <a:pt x="19959" y="218"/>
                </a:lnTo>
                <a:lnTo>
                  <a:pt x="18866" y="0"/>
                </a:lnTo>
                <a:close/>
                <a:moveTo>
                  <a:pt x="18866" y="4364"/>
                </a:moveTo>
                <a:lnTo>
                  <a:pt x="17499" y="4364"/>
                </a:lnTo>
                <a:lnTo>
                  <a:pt x="17499" y="2182"/>
                </a:lnTo>
                <a:lnTo>
                  <a:pt x="18866" y="2182"/>
                </a:lnTo>
                <a:lnTo>
                  <a:pt x="18866" y="4364"/>
                </a:lnTo>
                <a:close/>
                <a:moveTo>
                  <a:pt x="6835" y="4364"/>
                </a:moveTo>
                <a:lnTo>
                  <a:pt x="6835" y="2182"/>
                </a:lnTo>
                <a:lnTo>
                  <a:pt x="9570" y="2182"/>
                </a:lnTo>
                <a:lnTo>
                  <a:pt x="9570" y="4364"/>
                </a:lnTo>
                <a:lnTo>
                  <a:pt x="6835" y="4364"/>
                </a:lnTo>
                <a:close/>
                <a:moveTo>
                  <a:pt x="12304" y="2182"/>
                </a:moveTo>
                <a:lnTo>
                  <a:pt x="14765" y="2182"/>
                </a:lnTo>
                <a:lnTo>
                  <a:pt x="14765" y="4364"/>
                </a:lnTo>
                <a:lnTo>
                  <a:pt x="12304" y="4364"/>
                </a:lnTo>
                <a:lnTo>
                  <a:pt x="12304" y="2182"/>
                </a:lnTo>
                <a:close/>
                <a:moveTo>
                  <a:pt x="2734" y="2182"/>
                </a:moveTo>
                <a:lnTo>
                  <a:pt x="4101" y="2182"/>
                </a:lnTo>
                <a:lnTo>
                  <a:pt x="4101" y="4364"/>
                </a:lnTo>
                <a:lnTo>
                  <a:pt x="2734" y="4364"/>
                </a:lnTo>
                <a:lnTo>
                  <a:pt x="2734" y="2182"/>
                </a:lnTo>
                <a:close/>
                <a:moveTo>
                  <a:pt x="17499" y="19418"/>
                </a:moveTo>
                <a:lnTo>
                  <a:pt x="4101" y="19418"/>
                </a:lnTo>
                <a:lnTo>
                  <a:pt x="4101" y="6545"/>
                </a:lnTo>
                <a:lnTo>
                  <a:pt x="17499" y="6545"/>
                </a:lnTo>
                <a:lnTo>
                  <a:pt x="17499" y="1941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4" name="Google Shape;2344;p51"/>
          <p:cNvSpPr/>
          <p:nvPr/>
        </p:nvSpPr>
        <p:spPr>
          <a:xfrm>
            <a:off x="4339168" y="6985000"/>
            <a:ext cx="118530" cy="131220"/>
          </a:xfrm>
          <a:custGeom>
            <a:rect b="b" l="l" r="r" t="t"/>
            <a:pathLst>
              <a:path extrusionOk="0" h="21600" w="21600">
                <a:moveTo>
                  <a:pt x="0" y="14400"/>
                </a:moveTo>
                <a:lnTo>
                  <a:pt x="7448" y="14400"/>
                </a:lnTo>
                <a:lnTo>
                  <a:pt x="7448" y="21600"/>
                </a:lnTo>
                <a:lnTo>
                  <a:pt x="14897" y="21600"/>
                </a:lnTo>
                <a:lnTo>
                  <a:pt x="14897" y="14400"/>
                </a:lnTo>
                <a:lnTo>
                  <a:pt x="21600" y="14400"/>
                </a:lnTo>
                <a:lnTo>
                  <a:pt x="21600" y="7200"/>
                </a:lnTo>
                <a:lnTo>
                  <a:pt x="14897" y="7200"/>
                </a:lnTo>
                <a:lnTo>
                  <a:pt x="14897" y="0"/>
                </a:lnTo>
                <a:lnTo>
                  <a:pt x="7448" y="0"/>
                </a:lnTo>
                <a:lnTo>
                  <a:pt x="7448" y="7200"/>
                </a:lnTo>
                <a:lnTo>
                  <a:pt x="0" y="7200"/>
                </a:lnTo>
                <a:lnTo>
                  <a:pt x="0" y="144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5" name="Google Shape;2345;p51"/>
          <p:cNvSpPr/>
          <p:nvPr/>
        </p:nvSpPr>
        <p:spPr>
          <a:xfrm>
            <a:off x="6235701" y="6815666"/>
            <a:ext cx="427572" cy="389448"/>
          </a:xfrm>
          <a:custGeom>
            <a:rect b="b" l="l" r="r" t="t"/>
            <a:pathLst>
              <a:path extrusionOk="0" h="21600" w="21600">
                <a:moveTo>
                  <a:pt x="20718" y="0"/>
                </a:moveTo>
                <a:lnTo>
                  <a:pt x="2645" y="0"/>
                </a:lnTo>
                <a:lnTo>
                  <a:pt x="2424" y="243"/>
                </a:lnTo>
                <a:lnTo>
                  <a:pt x="2204" y="728"/>
                </a:lnTo>
                <a:lnTo>
                  <a:pt x="2204" y="8980"/>
                </a:lnTo>
                <a:lnTo>
                  <a:pt x="2645" y="9465"/>
                </a:lnTo>
                <a:lnTo>
                  <a:pt x="4408" y="9465"/>
                </a:lnTo>
                <a:lnTo>
                  <a:pt x="4408" y="11892"/>
                </a:lnTo>
                <a:lnTo>
                  <a:pt x="1102" y="11892"/>
                </a:lnTo>
                <a:lnTo>
                  <a:pt x="1102" y="14319"/>
                </a:lnTo>
                <a:lnTo>
                  <a:pt x="4408" y="14319"/>
                </a:lnTo>
                <a:lnTo>
                  <a:pt x="4408" y="15533"/>
                </a:lnTo>
                <a:lnTo>
                  <a:pt x="6392" y="15533"/>
                </a:lnTo>
                <a:lnTo>
                  <a:pt x="6392" y="14319"/>
                </a:lnTo>
                <a:lnTo>
                  <a:pt x="7494" y="14319"/>
                </a:lnTo>
                <a:lnTo>
                  <a:pt x="7494" y="11892"/>
                </a:lnTo>
                <a:lnTo>
                  <a:pt x="6392" y="11892"/>
                </a:lnTo>
                <a:lnTo>
                  <a:pt x="6392" y="9465"/>
                </a:lnTo>
                <a:lnTo>
                  <a:pt x="9698" y="9465"/>
                </a:lnTo>
                <a:lnTo>
                  <a:pt x="9698" y="19173"/>
                </a:lnTo>
                <a:lnTo>
                  <a:pt x="0" y="19173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728"/>
                </a:lnTo>
                <a:lnTo>
                  <a:pt x="21380" y="243"/>
                </a:lnTo>
                <a:lnTo>
                  <a:pt x="21159" y="0"/>
                </a:lnTo>
                <a:lnTo>
                  <a:pt x="20718" y="0"/>
                </a:lnTo>
                <a:close/>
                <a:moveTo>
                  <a:pt x="10800" y="7281"/>
                </a:moveTo>
                <a:lnTo>
                  <a:pt x="4408" y="7281"/>
                </a:lnTo>
                <a:lnTo>
                  <a:pt x="4408" y="2427"/>
                </a:lnTo>
                <a:lnTo>
                  <a:pt x="19616" y="2427"/>
                </a:lnTo>
                <a:lnTo>
                  <a:pt x="19616" y="3640"/>
                </a:lnTo>
                <a:lnTo>
                  <a:pt x="15208" y="3640"/>
                </a:lnTo>
                <a:lnTo>
                  <a:pt x="15208" y="6067"/>
                </a:lnTo>
                <a:lnTo>
                  <a:pt x="19616" y="6067"/>
                </a:lnTo>
                <a:lnTo>
                  <a:pt x="19616" y="7281"/>
                </a:lnTo>
                <a:lnTo>
                  <a:pt x="15208" y="7281"/>
                </a:lnTo>
                <a:lnTo>
                  <a:pt x="15208" y="9465"/>
                </a:lnTo>
                <a:lnTo>
                  <a:pt x="19616" y="9465"/>
                </a:lnTo>
                <a:lnTo>
                  <a:pt x="19616" y="10679"/>
                </a:lnTo>
                <a:lnTo>
                  <a:pt x="15649" y="10679"/>
                </a:lnTo>
                <a:lnTo>
                  <a:pt x="15429" y="11164"/>
                </a:lnTo>
                <a:lnTo>
                  <a:pt x="15208" y="11407"/>
                </a:lnTo>
                <a:lnTo>
                  <a:pt x="15208" y="19173"/>
                </a:lnTo>
                <a:lnTo>
                  <a:pt x="11902" y="19173"/>
                </a:lnTo>
                <a:lnTo>
                  <a:pt x="11902" y="7766"/>
                </a:lnTo>
                <a:lnTo>
                  <a:pt x="11461" y="7281"/>
                </a:lnTo>
                <a:lnTo>
                  <a:pt x="10800" y="7281"/>
                </a:lnTo>
                <a:close/>
                <a:moveTo>
                  <a:pt x="17412" y="19173"/>
                </a:moveTo>
                <a:lnTo>
                  <a:pt x="17412" y="13106"/>
                </a:lnTo>
                <a:lnTo>
                  <a:pt x="19616" y="13106"/>
                </a:lnTo>
                <a:lnTo>
                  <a:pt x="19616" y="19173"/>
                </a:lnTo>
                <a:lnTo>
                  <a:pt x="17412" y="1917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6" name="Google Shape;2346;p51"/>
          <p:cNvSpPr/>
          <p:nvPr/>
        </p:nvSpPr>
        <p:spPr>
          <a:xfrm>
            <a:off x="6341533" y="6883400"/>
            <a:ext cx="888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347" name="Google Shape;2347;p51"/>
          <p:cNvSpPr/>
          <p:nvPr/>
        </p:nvSpPr>
        <p:spPr>
          <a:xfrm>
            <a:off x="7260167" y="6802968"/>
            <a:ext cx="431784" cy="402192"/>
          </a:xfrm>
          <a:custGeom>
            <a:rect b="b" l="l" r="r" t="t"/>
            <a:pathLst>
              <a:path extrusionOk="0" h="21600" w="21600">
                <a:moveTo>
                  <a:pt x="21600" y="12310"/>
                </a:moveTo>
                <a:lnTo>
                  <a:pt x="21600" y="10684"/>
                </a:lnTo>
                <a:lnTo>
                  <a:pt x="21380" y="9058"/>
                </a:lnTo>
                <a:lnTo>
                  <a:pt x="20498" y="6735"/>
                </a:lnTo>
                <a:lnTo>
                  <a:pt x="19396" y="5342"/>
                </a:lnTo>
                <a:lnTo>
                  <a:pt x="19176" y="4645"/>
                </a:lnTo>
                <a:lnTo>
                  <a:pt x="18955" y="4413"/>
                </a:lnTo>
                <a:lnTo>
                  <a:pt x="15649" y="4413"/>
                </a:lnTo>
                <a:lnTo>
                  <a:pt x="18073" y="1858"/>
                </a:lnTo>
                <a:lnTo>
                  <a:pt x="16531" y="0"/>
                </a:lnTo>
                <a:lnTo>
                  <a:pt x="12343" y="4413"/>
                </a:lnTo>
                <a:lnTo>
                  <a:pt x="1984" y="4413"/>
                </a:lnTo>
                <a:lnTo>
                  <a:pt x="1984" y="6735"/>
                </a:lnTo>
                <a:lnTo>
                  <a:pt x="17853" y="6735"/>
                </a:lnTo>
                <a:lnTo>
                  <a:pt x="18294" y="7432"/>
                </a:lnTo>
                <a:lnTo>
                  <a:pt x="18955" y="8594"/>
                </a:lnTo>
                <a:lnTo>
                  <a:pt x="19396" y="12310"/>
                </a:lnTo>
                <a:lnTo>
                  <a:pt x="19396" y="13239"/>
                </a:lnTo>
                <a:lnTo>
                  <a:pt x="18955" y="14168"/>
                </a:lnTo>
                <a:lnTo>
                  <a:pt x="17853" y="15561"/>
                </a:lnTo>
                <a:lnTo>
                  <a:pt x="17853" y="13239"/>
                </a:lnTo>
                <a:lnTo>
                  <a:pt x="17633" y="11148"/>
                </a:lnTo>
                <a:lnTo>
                  <a:pt x="16751" y="9523"/>
                </a:lnTo>
                <a:lnTo>
                  <a:pt x="15869" y="8129"/>
                </a:lnTo>
                <a:lnTo>
                  <a:pt x="15649" y="7897"/>
                </a:lnTo>
                <a:lnTo>
                  <a:pt x="1102" y="7897"/>
                </a:lnTo>
                <a:lnTo>
                  <a:pt x="441" y="8129"/>
                </a:lnTo>
                <a:lnTo>
                  <a:pt x="0" y="8361"/>
                </a:lnTo>
                <a:lnTo>
                  <a:pt x="0" y="9290"/>
                </a:lnTo>
                <a:lnTo>
                  <a:pt x="220" y="9755"/>
                </a:lnTo>
                <a:lnTo>
                  <a:pt x="1763" y="11613"/>
                </a:lnTo>
                <a:lnTo>
                  <a:pt x="1102" y="13239"/>
                </a:lnTo>
                <a:lnTo>
                  <a:pt x="661" y="15794"/>
                </a:lnTo>
                <a:lnTo>
                  <a:pt x="661" y="16955"/>
                </a:lnTo>
                <a:lnTo>
                  <a:pt x="1543" y="19742"/>
                </a:lnTo>
                <a:lnTo>
                  <a:pt x="2424" y="20903"/>
                </a:lnTo>
                <a:lnTo>
                  <a:pt x="2645" y="21600"/>
                </a:lnTo>
                <a:lnTo>
                  <a:pt x="15649" y="21600"/>
                </a:lnTo>
                <a:lnTo>
                  <a:pt x="15869" y="21368"/>
                </a:lnTo>
                <a:lnTo>
                  <a:pt x="16751" y="20206"/>
                </a:lnTo>
                <a:lnTo>
                  <a:pt x="17412" y="19045"/>
                </a:lnTo>
                <a:lnTo>
                  <a:pt x="18294" y="17884"/>
                </a:lnTo>
                <a:lnTo>
                  <a:pt x="20057" y="16723"/>
                </a:lnTo>
                <a:lnTo>
                  <a:pt x="20498" y="15794"/>
                </a:lnTo>
                <a:lnTo>
                  <a:pt x="21159" y="14632"/>
                </a:lnTo>
                <a:lnTo>
                  <a:pt x="21600" y="12310"/>
                </a:lnTo>
                <a:close/>
                <a:moveTo>
                  <a:pt x="14547" y="9987"/>
                </a:moveTo>
                <a:lnTo>
                  <a:pt x="15429" y="11613"/>
                </a:lnTo>
                <a:lnTo>
                  <a:pt x="15649" y="13471"/>
                </a:lnTo>
                <a:lnTo>
                  <a:pt x="3086" y="13471"/>
                </a:lnTo>
                <a:lnTo>
                  <a:pt x="3747" y="12310"/>
                </a:lnTo>
                <a:lnTo>
                  <a:pt x="3967" y="11845"/>
                </a:lnTo>
                <a:lnTo>
                  <a:pt x="4188" y="11148"/>
                </a:lnTo>
                <a:lnTo>
                  <a:pt x="3967" y="10452"/>
                </a:lnTo>
                <a:lnTo>
                  <a:pt x="3747" y="9987"/>
                </a:lnTo>
                <a:lnTo>
                  <a:pt x="14547" y="9987"/>
                </a:lnTo>
                <a:close/>
                <a:moveTo>
                  <a:pt x="14547" y="19277"/>
                </a:moveTo>
                <a:lnTo>
                  <a:pt x="3747" y="19277"/>
                </a:lnTo>
                <a:lnTo>
                  <a:pt x="2865" y="17652"/>
                </a:lnTo>
                <a:lnTo>
                  <a:pt x="2865" y="15794"/>
                </a:lnTo>
                <a:lnTo>
                  <a:pt x="15649" y="15794"/>
                </a:lnTo>
                <a:lnTo>
                  <a:pt x="15429" y="17884"/>
                </a:lnTo>
                <a:lnTo>
                  <a:pt x="14547" y="1927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8" name="Google Shape;2348;p51"/>
          <p:cNvSpPr/>
          <p:nvPr/>
        </p:nvSpPr>
        <p:spPr>
          <a:xfrm>
            <a:off x="8288866" y="6790266"/>
            <a:ext cx="427572" cy="427572"/>
          </a:xfrm>
          <a:custGeom>
            <a:rect b="b" l="l" r="r" t="t"/>
            <a:pathLst>
              <a:path extrusionOk="0" h="21600" w="21600">
                <a:moveTo>
                  <a:pt x="17236" y="0"/>
                </a:moveTo>
                <a:lnTo>
                  <a:pt x="16582" y="0"/>
                </a:lnTo>
                <a:lnTo>
                  <a:pt x="15709" y="218"/>
                </a:lnTo>
                <a:lnTo>
                  <a:pt x="14400" y="1309"/>
                </a:lnTo>
                <a:lnTo>
                  <a:pt x="13309" y="2618"/>
                </a:lnTo>
                <a:lnTo>
                  <a:pt x="13091" y="3491"/>
                </a:lnTo>
                <a:lnTo>
                  <a:pt x="13091" y="4364"/>
                </a:lnTo>
                <a:lnTo>
                  <a:pt x="6982" y="4364"/>
                </a:lnTo>
                <a:lnTo>
                  <a:pt x="3927" y="1091"/>
                </a:lnTo>
                <a:lnTo>
                  <a:pt x="0" y="1091"/>
                </a:lnTo>
                <a:lnTo>
                  <a:pt x="0" y="3273"/>
                </a:lnTo>
                <a:lnTo>
                  <a:pt x="2836" y="3273"/>
                </a:lnTo>
                <a:lnTo>
                  <a:pt x="3927" y="4364"/>
                </a:lnTo>
                <a:lnTo>
                  <a:pt x="1091" y="4364"/>
                </a:lnTo>
                <a:lnTo>
                  <a:pt x="655" y="4582"/>
                </a:lnTo>
                <a:lnTo>
                  <a:pt x="0" y="4800"/>
                </a:lnTo>
                <a:lnTo>
                  <a:pt x="0" y="5673"/>
                </a:lnTo>
                <a:lnTo>
                  <a:pt x="436" y="6109"/>
                </a:lnTo>
                <a:lnTo>
                  <a:pt x="7636" y="13527"/>
                </a:lnTo>
                <a:lnTo>
                  <a:pt x="7636" y="19418"/>
                </a:lnTo>
                <a:lnTo>
                  <a:pt x="4364" y="19418"/>
                </a:lnTo>
                <a:lnTo>
                  <a:pt x="4364" y="21600"/>
                </a:lnTo>
                <a:lnTo>
                  <a:pt x="13091" y="21600"/>
                </a:lnTo>
                <a:lnTo>
                  <a:pt x="13091" y="19418"/>
                </a:lnTo>
                <a:lnTo>
                  <a:pt x="9818" y="19418"/>
                </a:lnTo>
                <a:lnTo>
                  <a:pt x="9818" y="13527"/>
                </a:lnTo>
                <a:lnTo>
                  <a:pt x="15055" y="8073"/>
                </a:lnTo>
                <a:lnTo>
                  <a:pt x="16145" y="8291"/>
                </a:lnTo>
                <a:lnTo>
                  <a:pt x="17236" y="8727"/>
                </a:lnTo>
                <a:lnTo>
                  <a:pt x="18109" y="8727"/>
                </a:lnTo>
                <a:lnTo>
                  <a:pt x="18982" y="8291"/>
                </a:lnTo>
                <a:lnTo>
                  <a:pt x="20291" y="7200"/>
                </a:lnTo>
                <a:lnTo>
                  <a:pt x="21382" y="5891"/>
                </a:lnTo>
                <a:lnTo>
                  <a:pt x="21600" y="5236"/>
                </a:lnTo>
                <a:lnTo>
                  <a:pt x="21600" y="3491"/>
                </a:lnTo>
                <a:lnTo>
                  <a:pt x="21382" y="2618"/>
                </a:lnTo>
                <a:lnTo>
                  <a:pt x="20291" y="1309"/>
                </a:lnTo>
                <a:lnTo>
                  <a:pt x="18982" y="218"/>
                </a:lnTo>
                <a:lnTo>
                  <a:pt x="18109" y="0"/>
                </a:lnTo>
                <a:lnTo>
                  <a:pt x="17236" y="0"/>
                </a:lnTo>
                <a:close/>
                <a:moveTo>
                  <a:pt x="13527" y="6545"/>
                </a:moveTo>
                <a:lnTo>
                  <a:pt x="8727" y="11345"/>
                </a:lnTo>
                <a:lnTo>
                  <a:pt x="3927" y="6545"/>
                </a:lnTo>
                <a:lnTo>
                  <a:pt x="13527" y="6545"/>
                </a:lnTo>
                <a:close/>
                <a:moveTo>
                  <a:pt x="17236" y="6545"/>
                </a:moveTo>
                <a:lnTo>
                  <a:pt x="16800" y="6545"/>
                </a:lnTo>
                <a:lnTo>
                  <a:pt x="17236" y="5673"/>
                </a:lnTo>
                <a:lnTo>
                  <a:pt x="17236" y="4800"/>
                </a:lnTo>
                <a:lnTo>
                  <a:pt x="16800" y="4582"/>
                </a:lnTo>
                <a:lnTo>
                  <a:pt x="16145" y="4364"/>
                </a:lnTo>
                <a:lnTo>
                  <a:pt x="15055" y="4364"/>
                </a:lnTo>
                <a:lnTo>
                  <a:pt x="15491" y="3491"/>
                </a:lnTo>
                <a:lnTo>
                  <a:pt x="15709" y="2618"/>
                </a:lnTo>
                <a:lnTo>
                  <a:pt x="16582" y="2400"/>
                </a:lnTo>
                <a:lnTo>
                  <a:pt x="17236" y="2182"/>
                </a:lnTo>
                <a:lnTo>
                  <a:pt x="18982" y="2618"/>
                </a:lnTo>
                <a:lnTo>
                  <a:pt x="19418" y="4364"/>
                </a:lnTo>
                <a:lnTo>
                  <a:pt x="19200" y="5236"/>
                </a:lnTo>
                <a:lnTo>
                  <a:pt x="18982" y="5891"/>
                </a:lnTo>
                <a:lnTo>
                  <a:pt x="18109" y="6109"/>
                </a:lnTo>
                <a:lnTo>
                  <a:pt x="17236" y="654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49" name="Google Shape;2349;p51"/>
          <p:cNvGrpSpPr/>
          <p:nvPr/>
        </p:nvGrpSpPr>
        <p:grpSpPr>
          <a:xfrm>
            <a:off x="9262532" y="6790265"/>
            <a:ext cx="520707" cy="427572"/>
            <a:chOff x="-1" y="-1"/>
            <a:chExt cx="520707" cy="427572"/>
          </a:xfrm>
        </p:grpSpPr>
        <p:sp>
          <p:nvSpPr>
            <p:cNvPr id="2350" name="Google Shape;2350;p51"/>
            <p:cNvSpPr/>
            <p:nvPr/>
          </p:nvSpPr>
          <p:spPr>
            <a:xfrm>
              <a:off x="414866" y="-1"/>
              <a:ext cx="105840" cy="427572"/>
            </a:xfrm>
            <a:custGeom>
              <a:rect b="b" l="l" r="r" t="t"/>
              <a:pathLst>
                <a:path extrusionOk="0" h="21600" w="21600">
                  <a:moveTo>
                    <a:pt x="7776" y="218"/>
                  </a:moveTo>
                  <a:lnTo>
                    <a:pt x="5184" y="0"/>
                  </a:lnTo>
                  <a:lnTo>
                    <a:pt x="2592" y="0"/>
                  </a:lnTo>
                  <a:lnTo>
                    <a:pt x="864" y="655"/>
                  </a:lnTo>
                  <a:lnTo>
                    <a:pt x="0" y="1091"/>
                  </a:lnTo>
                  <a:lnTo>
                    <a:pt x="0" y="21600"/>
                  </a:lnTo>
                  <a:lnTo>
                    <a:pt x="8640" y="21600"/>
                  </a:lnTo>
                  <a:lnTo>
                    <a:pt x="8640" y="15055"/>
                  </a:lnTo>
                  <a:lnTo>
                    <a:pt x="19008" y="15055"/>
                  </a:lnTo>
                  <a:lnTo>
                    <a:pt x="19872" y="14836"/>
                  </a:lnTo>
                  <a:lnTo>
                    <a:pt x="21600" y="14618"/>
                  </a:lnTo>
                  <a:lnTo>
                    <a:pt x="21600" y="13964"/>
                  </a:lnTo>
                  <a:lnTo>
                    <a:pt x="19872" y="10473"/>
                  </a:lnTo>
                  <a:lnTo>
                    <a:pt x="19008" y="7636"/>
                  </a:lnTo>
                  <a:lnTo>
                    <a:pt x="17280" y="5455"/>
                  </a:lnTo>
                  <a:lnTo>
                    <a:pt x="14688" y="3491"/>
                  </a:lnTo>
                  <a:lnTo>
                    <a:pt x="9504" y="1091"/>
                  </a:lnTo>
                  <a:lnTo>
                    <a:pt x="7776" y="218"/>
                  </a:lnTo>
                  <a:close/>
                  <a:moveTo>
                    <a:pt x="8640" y="12873"/>
                  </a:moveTo>
                  <a:lnTo>
                    <a:pt x="8640" y="5673"/>
                  </a:lnTo>
                  <a:lnTo>
                    <a:pt x="12096" y="8727"/>
                  </a:lnTo>
                  <a:lnTo>
                    <a:pt x="12960" y="12873"/>
                  </a:lnTo>
                  <a:lnTo>
                    <a:pt x="8640" y="12873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1" name="Google Shape;2351;p51"/>
            <p:cNvSpPr/>
            <p:nvPr/>
          </p:nvSpPr>
          <p:spPr>
            <a:xfrm>
              <a:off x="-1" y="-1"/>
              <a:ext cx="182034" cy="427572"/>
            </a:xfrm>
            <a:custGeom>
              <a:rect b="b" l="l" r="r" t="t"/>
              <a:pathLst>
                <a:path extrusionOk="0" h="21600" w="21600">
                  <a:moveTo>
                    <a:pt x="21600" y="4364"/>
                  </a:moveTo>
                  <a:lnTo>
                    <a:pt x="21600" y="0"/>
                  </a:lnTo>
                  <a:lnTo>
                    <a:pt x="16200" y="0"/>
                  </a:lnTo>
                  <a:lnTo>
                    <a:pt x="16200" y="4364"/>
                  </a:lnTo>
                  <a:lnTo>
                    <a:pt x="15660" y="5455"/>
                  </a:lnTo>
                  <a:lnTo>
                    <a:pt x="13500" y="6109"/>
                  </a:lnTo>
                  <a:lnTo>
                    <a:pt x="13500" y="0"/>
                  </a:lnTo>
                  <a:lnTo>
                    <a:pt x="8100" y="0"/>
                  </a:lnTo>
                  <a:lnTo>
                    <a:pt x="8100" y="6109"/>
                  </a:lnTo>
                  <a:lnTo>
                    <a:pt x="5940" y="5455"/>
                  </a:lnTo>
                  <a:lnTo>
                    <a:pt x="5400" y="4364"/>
                  </a:lnTo>
                  <a:lnTo>
                    <a:pt x="5400" y="0"/>
                  </a:lnTo>
                  <a:lnTo>
                    <a:pt x="0" y="0"/>
                  </a:lnTo>
                  <a:lnTo>
                    <a:pt x="0" y="4364"/>
                  </a:lnTo>
                  <a:lnTo>
                    <a:pt x="2160" y="6982"/>
                  </a:lnTo>
                  <a:lnTo>
                    <a:pt x="4860" y="7855"/>
                  </a:lnTo>
                  <a:lnTo>
                    <a:pt x="8100" y="8291"/>
                  </a:lnTo>
                  <a:lnTo>
                    <a:pt x="8100" y="21600"/>
                  </a:lnTo>
                  <a:lnTo>
                    <a:pt x="13500" y="21600"/>
                  </a:lnTo>
                  <a:lnTo>
                    <a:pt x="13500" y="8291"/>
                  </a:lnTo>
                  <a:lnTo>
                    <a:pt x="16740" y="7855"/>
                  </a:lnTo>
                  <a:lnTo>
                    <a:pt x="19440" y="6982"/>
                  </a:lnTo>
                  <a:lnTo>
                    <a:pt x="21060" y="5673"/>
                  </a:lnTo>
                  <a:lnTo>
                    <a:pt x="21600" y="4364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2" name="Google Shape;2352;p51"/>
            <p:cNvSpPr/>
            <p:nvPr/>
          </p:nvSpPr>
          <p:spPr>
            <a:xfrm>
              <a:off x="127000" y="156634"/>
              <a:ext cx="262494" cy="258228"/>
            </a:xfrm>
            <a:custGeom>
              <a:rect b="b" l="l" r="r" t="t"/>
              <a:pathLst>
                <a:path extrusionOk="0" h="21600" w="21600">
                  <a:moveTo>
                    <a:pt x="10983" y="0"/>
                  </a:moveTo>
                  <a:lnTo>
                    <a:pt x="8420" y="0"/>
                  </a:lnTo>
                  <a:lnTo>
                    <a:pt x="6590" y="732"/>
                  </a:lnTo>
                  <a:lnTo>
                    <a:pt x="4759" y="1831"/>
                  </a:lnTo>
                  <a:lnTo>
                    <a:pt x="3295" y="2929"/>
                  </a:lnTo>
                  <a:lnTo>
                    <a:pt x="1831" y="4759"/>
                  </a:lnTo>
                  <a:lnTo>
                    <a:pt x="732" y="6590"/>
                  </a:lnTo>
                  <a:lnTo>
                    <a:pt x="0" y="8420"/>
                  </a:lnTo>
                  <a:lnTo>
                    <a:pt x="0" y="12814"/>
                  </a:lnTo>
                  <a:lnTo>
                    <a:pt x="732" y="14644"/>
                  </a:lnTo>
                  <a:lnTo>
                    <a:pt x="1831" y="16475"/>
                  </a:lnTo>
                  <a:lnTo>
                    <a:pt x="3295" y="18305"/>
                  </a:lnTo>
                  <a:lnTo>
                    <a:pt x="4759" y="19769"/>
                  </a:lnTo>
                  <a:lnTo>
                    <a:pt x="6590" y="20502"/>
                  </a:lnTo>
                  <a:lnTo>
                    <a:pt x="8420" y="21600"/>
                  </a:lnTo>
                  <a:lnTo>
                    <a:pt x="13180" y="21600"/>
                  </a:lnTo>
                  <a:lnTo>
                    <a:pt x="15010" y="20502"/>
                  </a:lnTo>
                  <a:lnTo>
                    <a:pt x="16841" y="19769"/>
                  </a:lnTo>
                  <a:lnTo>
                    <a:pt x="18305" y="18305"/>
                  </a:lnTo>
                  <a:lnTo>
                    <a:pt x="19769" y="16475"/>
                  </a:lnTo>
                  <a:lnTo>
                    <a:pt x="20868" y="14644"/>
                  </a:lnTo>
                  <a:lnTo>
                    <a:pt x="21600" y="12814"/>
                  </a:lnTo>
                  <a:lnTo>
                    <a:pt x="21600" y="8420"/>
                  </a:lnTo>
                  <a:lnTo>
                    <a:pt x="20868" y="6590"/>
                  </a:lnTo>
                  <a:lnTo>
                    <a:pt x="19769" y="4759"/>
                  </a:lnTo>
                  <a:lnTo>
                    <a:pt x="18305" y="2929"/>
                  </a:lnTo>
                  <a:lnTo>
                    <a:pt x="16841" y="1831"/>
                  </a:lnTo>
                  <a:lnTo>
                    <a:pt x="15010" y="732"/>
                  </a:lnTo>
                  <a:lnTo>
                    <a:pt x="13180" y="0"/>
                  </a:lnTo>
                  <a:lnTo>
                    <a:pt x="10983" y="0"/>
                  </a:lnTo>
                  <a:close/>
                  <a:moveTo>
                    <a:pt x="10983" y="17939"/>
                  </a:moveTo>
                  <a:lnTo>
                    <a:pt x="9519" y="17939"/>
                  </a:lnTo>
                  <a:lnTo>
                    <a:pt x="8054" y="17573"/>
                  </a:lnTo>
                  <a:lnTo>
                    <a:pt x="5858" y="15742"/>
                  </a:lnTo>
                  <a:lnTo>
                    <a:pt x="4027" y="13546"/>
                  </a:lnTo>
                  <a:lnTo>
                    <a:pt x="3661" y="12081"/>
                  </a:lnTo>
                  <a:lnTo>
                    <a:pt x="3661" y="9519"/>
                  </a:lnTo>
                  <a:lnTo>
                    <a:pt x="4027" y="8054"/>
                  </a:lnTo>
                  <a:lnTo>
                    <a:pt x="5858" y="5858"/>
                  </a:lnTo>
                  <a:lnTo>
                    <a:pt x="8054" y="4027"/>
                  </a:lnTo>
                  <a:lnTo>
                    <a:pt x="9519" y="3295"/>
                  </a:lnTo>
                  <a:lnTo>
                    <a:pt x="12081" y="3295"/>
                  </a:lnTo>
                  <a:lnTo>
                    <a:pt x="13546" y="4027"/>
                  </a:lnTo>
                  <a:lnTo>
                    <a:pt x="15742" y="5858"/>
                  </a:lnTo>
                  <a:lnTo>
                    <a:pt x="17573" y="8054"/>
                  </a:lnTo>
                  <a:lnTo>
                    <a:pt x="17939" y="9519"/>
                  </a:lnTo>
                  <a:lnTo>
                    <a:pt x="17939" y="12081"/>
                  </a:lnTo>
                  <a:lnTo>
                    <a:pt x="17573" y="13546"/>
                  </a:lnTo>
                  <a:lnTo>
                    <a:pt x="15742" y="15742"/>
                  </a:lnTo>
                  <a:lnTo>
                    <a:pt x="13546" y="17573"/>
                  </a:lnTo>
                  <a:lnTo>
                    <a:pt x="12081" y="17939"/>
                  </a:lnTo>
                  <a:lnTo>
                    <a:pt x="10983" y="17939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3" name="Google Shape;2353;p51"/>
            <p:cNvSpPr/>
            <p:nvPr/>
          </p:nvSpPr>
          <p:spPr>
            <a:xfrm>
              <a:off x="194733" y="232834"/>
              <a:ext cx="127008" cy="118530"/>
            </a:xfrm>
            <a:custGeom>
              <a:rect b="b" l="l" r="r" t="t"/>
              <a:pathLst>
                <a:path extrusionOk="0" h="21600" w="21600">
                  <a:moveTo>
                    <a:pt x="16386" y="0"/>
                  </a:moveTo>
                  <a:lnTo>
                    <a:pt x="14152" y="0"/>
                  </a:lnTo>
                  <a:lnTo>
                    <a:pt x="12662" y="2592"/>
                  </a:lnTo>
                  <a:lnTo>
                    <a:pt x="11172" y="4320"/>
                  </a:lnTo>
                  <a:lnTo>
                    <a:pt x="11172" y="6912"/>
                  </a:lnTo>
                  <a:lnTo>
                    <a:pt x="11172" y="4320"/>
                  </a:lnTo>
                  <a:lnTo>
                    <a:pt x="8938" y="2592"/>
                  </a:lnTo>
                  <a:lnTo>
                    <a:pt x="7448" y="0"/>
                  </a:lnTo>
                  <a:lnTo>
                    <a:pt x="3724" y="0"/>
                  </a:lnTo>
                  <a:lnTo>
                    <a:pt x="0" y="4320"/>
                  </a:lnTo>
                  <a:lnTo>
                    <a:pt x="0" y="6912"/>
                  </a:lnTo>
                  <a:lnTo>
                    <a:pt x="745" y="8640"/>
                  </a:lnTo>
                  <a:lnTo>
                    <a:pt x="1490" y="12096"/>
                  </a:lnTo>
                  <a:lnTo>
                    <a:pt x="5214" y="16416"/>
                  </a:lnTo>
                  <a:lnTo>
                    <a:pt x="11172" y="21600"/>
                  </a:lnTo>
                  <a:lnTo>
                    <a:pt x="16386" y="16416"/>
                  </a:lnTo>
                  <a:lnTo>
                    <a:pt x="20110" y="12096"/>
                  </a:lnTo>
                  <a:lnTo>
                    <a:pt x="20855" y="8640"/>
                  </a:lnTo>
                  <a:lnTo>
                    <a:pt x="21600" y="6912"/>
                  </a:lnTo>
                  <a:lnTo>
                    <a:pt x="21600" y="4320"/>
                  </a:lnTo>
                  <a:lnTo>
                    <a:pt x="17876" y="0"/>
                  </a:lnTo>
                  <a:lnTo>
                    <a:pt x="16386" y="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4" name="Google Shape;2354;p51"/>
          <p:cNvSpPr/>
          <p:nvPr/>
        </p:nvSpPr>
        <p:spPr>
          <a:xfrm>
            <a:off x="1104900" y="7831666"/>
            <a:ext cx="414882" cy="414882"/>
          </a:xfrm>
          <a:custGeom>
            <a:rect b="b" l="l" r="r" t="t"/>
            <a:pathLst>
              <a:path extrusionOk="0" h="21600" w="21600">
                <a:moveTo>
                  <a:pt x="19575" y="2025"/>
                </a:moveTo>
                <a:lnTo>
                  <a:pt x="18450" y="1125"/>
                </a:lnTo>
                <a:lnTo>
                  <a:pt x="17550" y="675"/>
                </a:lnTo>
                <a:lnTo>
                  <a:pt x="16425" y="0"/>
                </a:lnTo>
                <a:lnTo>
                  <a:pt x="13500" y="0"/>
                </a:lnTo>
                <a:lnTo>
                  <a:pt x="12375" y="675"/>
                </a:lnTo>
                <a:lnTo>
                  <a:pt x="11250" y="1125"/>
                </a:lnTo>
                <a:lnTo>
                  <a:pt x="10125" y="2025"/>
                </a:lnTo>
                <a:lnTo>
                  <a:pt x="8550" y="4275"/>
                </a:lnTo>
                <a:lnTo>
                  <a:pt x="7200" y="6750"/>
                </a:lnTo>
                <a:lnTo>
                  <a:pt x="6525" y="9000"/>
                </a:lnTo>
                <a:lnTo>
                  <a:pt x="6525" y="11250"/>
                </a:lnTo>
                <a:lnTo>
                  <a:pt x="4950" y="12825"/>
                </a:lnTo>
                <a:lnTo>
                  <a:pt x="3375" y="12825"/>
                </a:lnTo>
                <a:lnTo>
                  <a:pt x="1800" y="13050"/>
                </a:lnTo>
                <a:lnTo>
                  <a:pt x="1125" y="13950"/>
                </a:lnTo>
                <a:lnTo>
                  <a:pt x="225" y="14850"/>
                </a:lnTo>
                <a:lnTo>
                  <a:pt x="0" y="16200"/>
                </a:lnTo>
                <a:lnTo>
                  <a:pt x="225" y="17325"/>
                </a:lnTo>
                <a:lnTo>
                  <a:pt x="450" y="18000"/>
                </a:lnTo>
                <a:lnTo>
                  <a:pt x="1350" y="18900"/>
                </a:lnTo>
                <a:lnTo>
                  <a:pt x="2475" y="19125"/>
                </a:lnTo>
                <a:lnTo>
                  <a:pt x="2700" y="20250"/>
                </a:lnTo>
                <a:lnTo>
                  <a:pt x="3600" y="21150"/>
                </a:lnTo>
                <a:lnTo>
                  <a:pt x="4500" y="21375"/>
                </a:lnTo>
                <a:lnTo>
                  <a:pt x="5625" y="21600"/>
                </a:lnTo>
                <a:lnTo>
                  <a:pt x="6975" y="21375"/>
                </a:lnTo>
                <a:lnTo>
                  <a:pt x="7650" y="20475"/>
                </a:lnTo>
                <a:lnTo>
                  <a:pt x="8550" y="19800"/>
                </a:lnTo>
                <a:lnTo>
                  <a:pt x="8775" y="18450"/>
                </a:lnTo>
                <a:lnTo>
                  <a:pt x="8775" y="16650"/>
                </a:lnTo>
                <a:lnTo>
                  <a:pt x="10575" y="15075"/>
                </a:lnTo>
                <a:lnTo>
                  <a:pt x="11925" y="15075"/>
                </a:lnTo>
                <a:lnTo>
                  <a:pt x="13950" y="14850"/>
                </a:lnTo>
                <a:lnTo>
                  <a:pt x="15750" y="14175"/>
                </a:lnTo>
                <a:lnTo>
                  <a:pt x="17775" y="12825"/>
                </a:lnTo>
                <a:lnTo>
                  <a:pt x="19575" y="11475"/>
                </a:lnTo>
                <a:lnTo>
                  <a:pt x="20475" y="10350"/>
                </a:lnTo>
                <a:lnTo>
                  <a:pt x="21150" y="9225"/>
                </a:lnTo>
                <a:lnTo>
                  <a:pt x="21600" y="7875"/>
                </a:lnTo>
                <a:lnTo>
                  <a:pt x="21600" y="5625"/>
                </a:lnTo>
                <a:lnTo>
                  <a:pt x="21150" y="4275"/>
                </a:lnTo>
                <a:lnTo>
                  <a:pt x="20475" y="3150"/>
                </a:lnTo>
                <a:lnTo>
                  <a:pt x="19575" y="2025"/>
                </a:lnTo>
                <a:close/>
                <a:moveTo>
                  <a:pt x="8325" y="13950"/>
                </a:moveTo>
                <a:lnTo>
                  <a:pt x="6975" y="15300"/>
                </a:lnTo>
                <a:lnTo>
                  <a:pt x="6525" y="15525"/>
                </a:lnTo>
                <a:lnTo>
                  <a:pt x="6525" y="18900"/>
                </a:lnTo>
                <a:lnTo>
                  <a:pt x="6300" y="19125"/>
                </a:lnTo>
                <a:lnTo>
                  <a:pt x="6075" y="19575"/>
                </a:lnTo>
                <a:lnTo>
                  <a:pt x="5625" y="19575"/>
                </a:lnTo>
                <a:lnTo>
                  <a:pt x="4950" y="19125"/>
                </a:lnTo>
                <a:lnTo>
                  <a:pt x="4500" y="18675"/>
                </a:lnTo>
                <a:lnTo>
                  <a:pt x="5175" y="18000"/>
                </a:lnTo>
                <a:lnTo>
                  <a:pt x="3600" y="16425"/>
                </a:lnTo>
                <a:lnTo>
                  <a:pt x="2925" y="17325"/>
                </a:lnTo>
                <a:lnTo>
                  <a:pt x="2475" y="16650"/>
                </a:lnTo>
                <a:lnTo>
                  <a:pt x="2250" y="16200"/>
                </a:lnTo>
                <a:lnTo>
                  <a:pt x="2250" y="15525"/>
                </a:lnTo>
                <a:lnTo>
                  <a:pt x="2700" y="15075"/>
                </a:lnTo>
                <a:lnTo>
                  <a:pt x="6075" y="15075"/>
                </a:lnTo>
                <a:lnTo>
                  <a:pt x="6300" y="14850"/>
                </a:lnTo>
                <a:lnTo>
                  <a:pt x="7650" y="13275"/>
                </a:lnTo>
                <a:lnTo>
                  <a:pt x="8325" y="13950"/>
                </a:lnTo>
                <a:close/>
                <a:moveTo>
                  <a:pt x="18000" y="9675"/>
                </a:moveTo>
                <a:lnTo>
                  <a:pt x="16875" y="10800"/>
                </a:lnTo>
                <a:lnTo>
                  <a:pt x="15750" y="11700"/>
                </a:lnTo>
                <a:lnTo>
                  <a:pt x="14625" y="12375"/>
                </a:lnTo>
                <a:lnTo>
                  <a:pt x="13275" y="12600"/>
                </a:lnTo>
                <a:lnTo>
                  <a:pt x="12150" y="12825"/>
                </a:lnTo>
                <a:lnTo>
                  <a:pt x="11250" y="12825"/>
                </a:lnTo>
                <a:lnTo>
                  <a:pt x="10575" y="12600"/>
                </a:lnTo>
                <a:lnTo>
                  <a:pt x="9675" y="11925"/>
                </a:lnTo>
                <a:lnTo>
                  <a:pt x="9225" y="11475"/>
                </a:lnTo>
                <a:lnTo>
                  <a:pt x="8775" y="10350"/>
                </a:lnTo>
                <a:lnTo>
                  <a:pt x="8775" y="9450"/>
                </a:lnTo>
                <a:lnTo>
                  <a:pt x="9225" y="8325"/>
                </a:lnTo>
                <a:lnTo>
                  <a:pt x="9450" y="6975"/>
                </a:lnTo>
                <a:lnTo>
                  <a:pt x="9900" y="5850"/>
                </a:lnTo>
                <a:lnTo>
                  <a:pt x="10800" y="4725"/>
                </a:lnTo>
                <a:lnTo>
                  <a:pt x="12375" y="3150"/>
                </a:lnTo>
                <a:lnTo>
                  <a:pt x="13275" y="2475"/>
                </a:lnTo>
                <a:lnTo>
                  <a:pt x="14175" y="2250"/>
                </a:lnTo>
                <a:lnTo>
                  <a:pt x="15750" y="2250"/>
                </a:lnTo>
                <a:lnTo>
                  <a:pt x="16650" y="2475"/>
                </a:lnTo>
                <a:lnTo>
                  <a:pt x="17550" y="3150"/>
                </a:lnTo>
                <a:lnTo>
                  <a:pt x="18000" y="3600"/>
                </a:lnTo>
                <a:lnTo>
                  <a:pt x="18450" y="4275"/>
                </a:lnTo>
                <a:lnTo>
                  <a:pt x="19125" y="4950"/>
                </a:lnTo>
                <a:lnTo>
                  <a:pt x="19350" y="5850"/>
                </a:lnTo>
                <a:lnTo>
                  <a:pt x="19350" y="7650"/>
                </a:lnTo>
                <a:lnTo>
                  <a:pt x="19125" y="8325"/>
                </a:lnTo>
                <a:lnTo>
                  <a:pt x="18450" y="9225"/>
                </a:lnTo>
                <a:lnTo>
                  <a:pt x="18000" y="967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5" name="Google Shape;2355;p51"/>
          <p:cNvSpPr/>
          <p:nvPr/>
        </p:nvSpPr>
        <p:spPr>
          <a:xfrm>
            <a:off x="2133599" y="7814733"/>
            <a:ext cx="427572" cy="431784"/>
          </a:xfrm>
          <a:custGeom>
            <a:rect b="b" l="l" r="r" t="t"/>
            <a:pathLst>
              <a:path extrusionOk="0" h="21600" w="21600">
                <a:moveTo>
                  <a:pt x="15208" y="0"/>
                </a:moveTo>
                <a:lnTo>
                  <a:pt x="8596" y="0"/>
                </a:lnTo>
                <a:lnTo>
                  <a:pt x="6612" y="220"/>
                </a:lnTo>
                <a:lnTo>
                  <a:pt x="4849" y="441"/>
                </a:lnTo>
                <a:lnTo>
                  <a:pt x="2204" y="2204"/>
                </a:lnTo>
                <a:lnTo>
                  <a:pt x="441" y="4849"/>
                </a:lnTo>
                <a:lnTo>
                  <a:pt x="220" y="6833"/>
                </a:lnTo>
                <a:lnTo>
                  <a:pt x="0" y="8596"/>
                </a:lnTo>
                <a:lnTo>
                  <a:pt x="0" y="15208"/>
                </a:lnTo>
                <a:lnTo>
                  <a:pt x="441" y="18735"/>
                </a:lnTo>
                <a:lnTo>
                  <a:pt x="1102" y="19837"/>
                </a:lnTo>
                <a:lnTo>
                  <a:pt x="1763" y="20498"/>
                </a:lnTo>
                <a:lnTo>
                  <a:pt x="2645" y="21159"/>
                </a:lnTo>
                <a:lnTo>
                  <a:pt x="3747" y="21380"/>
                </a:lnTo>
                <a:lnTo>
                  <a:pt x="5290" y="21600"/>
                </a:lnTo>
                <a:lnTo>
                  <a:pt x="6612" y="21380"/>
                </a:lnTo>
                <a:lnTo>
                  <a:pt x="8155" y="20939"/>
                </a:lnTo>
                <a:lnTo>
                  <a:pt x="9257" y="20057"/>
                </a:lnTo>
                <a:lnTo>
                  <a:pt x="9918" y="19176"/>
                </a:lnTo>
                <a:lnTo>
                  <a:pt x="11020" y="16971"/>
                </a:lnTo>
                <a:lnTo>
                  <a:pt x="11682" y="15208"/>
                </a:lnTo>
                <a:lnTo>
                  <a:pt x="15208" y="15208"/>
                </a:lnTo>
                <a:lnTo>
                  <a:pt x="17412" y="14988"/>
                </a:lnTo>
                <a:lnTo>
                  <a:pt x="18955" y="14106"/>
                </a:lnTo>
                <a:lnTo>
                  <a:pt x="20057" y="13004"/>
                </a:lnTo>
                <a:lnTo>
                  <a:pt x="20939" y="11682"/>
                </a:lnTo>
                <a:lnTo>
                  <a:pt x="21380" y="10359"/>
                </a:lnTo>
                <a:lnTo>
                  <a:pt x="21600" y="8596"/>
                </a:lnTo>
                <a:lnTo>
                  <a:pt x="21600" y="5069"/>
                </a:lnTo>
                <a:lnTo>
                  <a:pt x="21159" y="3967"/>
                </a:lnTo>
                <a:lnTo>
                  <a:pt x="19837" y="1763"/>
                </a:lnTo>
                <a:lnTo>
                  <a:pt x="17633" y="441"/>
                </a:lnTo>
                <a:lnTo>
                  <a:pt x="16531" y="0"/>
                </a:lnTo>
                <a:lnTo>
                  <a:pt x="15208" y="0"/>
                </a:lnTo>
                <a:close/>
                <a:moveTo>
                  <a:pt x="15208" y="13004"/>
                </a:moveTo>
                <a:lnTo>
                  <a:pt x="10800" y="13004"/>
                </a:lnTo>
                <a:lnTo>
                  <a:pt x="9918" y="13224"/>
                </a:lnTo>
                <a:lnTo>
                  <a:pt x="9698" y="13886"/>
                </a:lnTo>
                <a:lnTo>
                  <a:pt x="9478" y="14988"/>
                </a:lnTo>
                <a:lnTo>
                  <a:pt x="8816" y="16751"/>
                </a:lnTo>
                <a:lnTo>
                  <a:pt x="8155" y="17853"/>
                </a:lnTo>
                <a:lnTo>
                  <a:pt x="7494" y="18735"/>
                </a:lnTo>
                <a:lnTo>
                  <a:pt x="5290" y="19616"/>
                </a:lnTo>
                <a:lnTo>
                  <a:pt x="4188" y="19616"/>
                </a:lnTo>
                <a:lnTo>
                  <a:pt x="3086" y="18735"/>
                </a:lnTo>
                <a:lnTo>
                  <a:pt x="2645" y="18073"/>
                </a:lnTo>
                <a:lnTo>
                  <a:pt x="2424" y="17633"/>
                </a:lnTo>
                <a:lnTo>
                  <a:pt x="2204" y="16531"/>
                </a:lnTo>
                <a:lnTo>
                  <a:pt x="2204" y="7053"/>
                </a:lnTo>
                <a:lnTo>
                  <a:pt x="2645" y="5951"/>
                </a:lnTo>
                <a:lnTo>
                  <a:pt x="2865" y="4629"/>
                </a:lnTo>
                <a:lnTo>
                  <a:pt x="4629" y="2865"/>
                </a:lnTo>
                <a:lnTo>
                  <a:pt x="5951" y="2645"/>
                </a:lnTo>
                <a:lnTo>
                  <a:pt x="7053" y="2204"/>
                </a:lnTo>
                <a:lnTo>
                  <a:pt x="15869" y="2204"/>
                </a:lnTo>
                <a:lnTo>
                  <a:pt x="16751" y="2424"/>
                </a:lnTo>
                <a:lnTo>
                  <a:pt x="18073" y="3527"/>
                </a:lnTo>
                <a:lnTo>
                  <a:pt x="19176" y="4849"/>
                </a:lnTo>
                <a:lnTo>
                  <a:pt x="19396" y="5731"/>
                </a:lnTo>
                <a:lnTo>
                  <a:pt x="19396" y="8376"/>
                </a:lnTo>
                <a:lnTo>
                  <a:pt x="19176" y="9918"/>
                </a:lnTo>
                <a:lnTo>
                  <a:pt x="18735" y="11020"/>
                </a:lnTo>
                <a:lnTo>
                  <a:pt x="18073" y="11902"/>
                </a:lnTo>
                <a:lnTo>
                  <a:pt x="17633" y="12563"/>
                </a:lnTo>
                <a:lnTo>
                  <a:pt x="16751" y="12784"/>
                </a:lnTo>
                <a:lnTo>
                  <a:pt x="15208" y="1300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6" name="Google Shape;2356;p51"/>
          <p:cNvSpPr/>
          <p:nvPr/>
        </p:nvSpPr>
        <p:spPr>
          <a:xfrm>
            <a:off x="2197100" y="8102600"/>
            <a:ext cx="88884" cy="7619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7560" y="1080"/>
                </a:lnTo>
                <a:lnTo>
                  <a:pt x="3240" y="2160"/>
                </a:lnTo>
                <a:lnTo>
                  <a:pt x="2160" y="6480"/>
                </a:lnTo>
                <a:lnTo>
                  <a:pt x="0" y="10800"/>
                </a:lnTo>
                <a:lnTo>
                  <a:pt x="2160" y="14040"/>
                </a:lnTo>
                <a:lnTo>
                  <a:pt x="3240" y="18360"/>
                </a:lnTo>
                <a:lnTo>
                  <a:pt x="7560" y="19440"/>
                </a:lnTo>
                <a:lnTo>
                  <a:pt x="10800" y="21600"/>
                </a:lnTo>
                <a:lnTo>
                  <a:pt x="15120" y="19440"/>
                </a:lnTo>
                <a:lnTo>
                  <a:pt x="19440" y="18360"/>
                </a:lnTo>
                <a:lnTo>
                  <a:pt x="20520" y="14040"/>
                </a:lnTo>
                <a:lnTo>
                  <a:pt x="21600" y="10800"/>
                </a:lnTo>
                <a:lnTo>
                  <a:pt x="19440" y="216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7" name="Google Shape;2357;p51"/>
          <p:cNvSpPr/>
          <p:nvPr/>
        </p:nvSpPr>
        <p:spPr>
          <a:xfrm>
            <a:off x="2197100" y="7882466"/>
            <a:ext cx="296352" cy="194724"/>
          </a:xfrm>
          <a:custGeom>
            <a:rect b="b" l="l" r="r" t="t"/>
            <a:pathLst>
              <a:path extrusionOk="0" h="21600" w="21600">
                <a:moveTo>
                  <a:pt x="16971" y="0"/>
                </a:moveTo>
                <a:lnTo>
                  <a:pt x="7714" y="0"/>
                </a:lnTo>
                <a:lnTo>
                  <a:pt x="4937" y="491"/>
                </a:lnTo>
                <a:lnTo>
                  <a:pt x="3703" y="982"/>
                </a:lnTo>
                <a:lnTo>
                  <a:pt x="2469" y="2455"/>
                </a:lnTo>
                <a:lnTo>
                  <a:pt x="1543" y="3436"/>
                </a:lnTo>
                <a:lnTo>
                  <a:pt x="926" y="5400"/>
                </a:lnTo>
                <a:lnTo>
                  <a:pt x="0" y="6873"/>
                </a:lnTo>
                <a:lnTo>
                  <a:pt x="0" y="9327"/>
                </a:lnTo>
                <a:lnTo>
                  <a:pt x="617" y="14727"/>
                </a:lnTo>
                <a:lnTo>
                  <a:pt x="1234" y="18655"/>
                </a:lnTo>
                <a:lnTo>
                  <a:pt x="2160" y="19636"/>
                </a:lnTo>
                <a:lnTo>
                  <a:pt x="2777" y="21109"/>
                </a:lnTo>
                <a:lnTo>
                  <a:pt x="3703" y="21600"/>
                </a:lnTo>
                <a:lnTo>
                  <a:pt x="4629" y="21600"/>
                </a:lnTo>
                <a:lnTo>
                  <a:pt x="7097" y="21109"/>
                </a:lnTo>
                <a:lnTo>
                  <a:pt x="8949" y="19636"/>
                </a:lnTo>
                <a:lnTo>
                  <a:pt x="10491" y="18164"/>
                </a:lnTo>
                <a:lnTo>
                  <a:pt x="11417" y="16691"/>
                </a:lnTo>
                <a:lnTo>
                  <a:pt x="16971" y="16691"/>
                </a:lnTo>
                <a:lnTo>
                  <a:pt x="18514" y="16200"/>
                </a:lnTo>
                <a:lnTo>
                  <a:pt x="19440" y="15709"/>
                </a:lnTo>
                <a:lnTo>
                  <a:pt x="20366" y="14236"/>
                </a:lnTo>
                <a:lnTo>
                  <a:pt x="20674" y="12273"/>
                </a:lnTo>
                <a:lnTo>
                  <a:pt x="21600" y="9327"/>
                </a:lnTo>
                <a:lnTo>
                  <a:pt x="21600" y="6873"/>
                </a:lnTo>
                <a:lnTo>
                  <a:pt x="20983" y="3927"/>
                </a:lnTo>
                <a:lnTo>
                  <a:pt x="18823" y="491"/>
                </a:lnTo>
                <a:lnTo>
                  <a:pt x="16971" y="0"/>
                </a:lnTo>
                <a:close/>
                <a:moveTo>
                  <a:pt x="16971" y="11782"/>
                </a:moveTo>
                <a:lnTo>
                  <a:pt x="10183" y="11782"/>
                </a:lnTo>
                <a:lnTo>
                  <a:pt x="9566" y="12273"/>
                </a:lnTo>
                <a:lnTo>
                  <a:pt x="7714" y="14727"/>
                </a:lnTo>
                <a:lnTo>
                  <a:pt x="6171" y="16200"/>
                </a:lnTo>
                <a:lnTo>
                  <a:pt x="4629" y="16691"/>
                </a:lnTo>
                <a:lnTo>
                  <a:pt x="4011" y="16200"/>
                </a:lnTo>
                <a:lnTo>
                  <a:pt x="3703" y="14727"/>
                </a:lnTo>
                <a:lnTo>
                  <a:pt x="3086" y="12273"/>
                </a:lnTo>
                <a:lnTo>
                  <a:pt x="3086" y="8345"/>
                </a:lnTo>
                <a:lnTo>
                  <a:pt x="3703" y="6873"/>
                </a:lnTo>
                <a:lnTo>
                  <a:pt x="4629" y="5891"/>
                </a:lnTo>
                <a:lnTo>
                  <a:pt x="6171" y="4418"/>
                </a:lnTo>
                <a:lnTo>
                  <a:pt x="17589" y="4418"/>
                </a:lnTo>
                <a:lnTo>
                  <a:pt x="17897" y="5400"/>
                </a:lnTo>
                <a:lnTo>
                  <a:pt x="18514" y="5891"/>
                </a:lnTo>
                <a:lnTo>
                  <a:pt x="18514" y="9327"/>
                </a:lnTo>
                <a:lnTo>
                  <a:pt x="17897" y="11291"/>
                </a:lnTo>
                <a:lnTo>
                  <a:pt x="17589" y="11782"/>
                </a:lnTo>
                <a:lnTo>
                  <a:pt x="16971" y="1178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8" name="Google Shape;2358;p51"/>
          <p:cNvSpPr/>
          <p:nvPr/>
        </p:nvSpPr>
        <p:spPr>
          <a:xfrm>
            <a:off x="3416301" y="7776634"/>
            <a:ext cx="207414" cy="67716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7200"/>
                </a:lnTo>
                <a:lnTo>
                  <a:pt x="0" y="21600"/>
                </a:lnTo>
                <a:lnTo>
                  <a:pt x="21600" y="14400"/>
                </a:lnTo>
                <a:lnTo>
                  <a:pt x="216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9" name="Google Shape;2359;p51"/>
          <p:cNvSpPr/>
          <p:nvPr/>
        </p:nvSpPr>
        <p:spPr>
          <a:xfrm>
            <a:off x="3221567" y="7814733"/>
            <a:ext cx="38124" cy="55026"/>
          </a:xfrm>
          <a:custGeom>
            <a:rect b="b" l="l" r="r" t="t"/>
            <a:pathLst>
              <a:path extrusionOk="0" h="21600" w="21600">
                <a:moveTo>
                  <a:pt x="21600" y="17673"/>
                </a:moveTo>
                <a:lnTo>
                  <a:pt x="21600" y="0"/>
                </a:lnTo>
                <a:lnTo>
                  <a:pt x="0" y="1964"/>
                </a:lnTo>
                <a:lnTo>
                  <a:pt x="0" y="21600"/>
                </a:lnTo>
                <a:lnTo>
                  <a:pt x="21600" y="1767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0" name="Google Shape;2360;p51"/>
          <p:cNvSpPr/>
          <p:nvPr/>
        </p:nvSpPr>
        <p:spPr>
          <a:xfrm>
            <a:off x="3221567" y="7882466"/>
            <a:ext cx="381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361" name="Google Shape;2361;p51"/>
          <p:cNvSpPr/>
          <p:nvPr/>
        </p:nvSpPr>
        <p:spPr>
          <a:xfrm>
            <a:off x="3416301" y="7882466"/>
            <a:ext cx="207300" cy="381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362" name="Google Shape;2362;p51"/>
          <p:cNvSpPr/>
          <p:nvPr/>
        </p:nvSpPr>
        <p:spPr>
          <a:xfrm>
            <a:off x="3352799" y="7776634"/>
            <a:ext cx="38100" cy="1692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363" name="Google Shape;2363;p51"/>
          <p:cNvSpPr/>
          <p:nvPr/>
        </p:nvSpPr>
        <p:spPr>
          <a:xfrm>
            <a:off x="3119967" y="7802034"/>
            <a:ext cx="414882" cy="482598"/>
          </a:xfrm>
          <a:custGeom>
            <a:rect b="b" l="l" r="r" t="t"/>
            <a:pathLst>
              <a:path extrusionOk="0" h="21600" w="21600">
                <a:moveTo>
                  <a:pt x="18225" y="8984"/>
                </a:moveTo>
                <a:lnTo>
                  <a:pt x="18000" y="8411"/>
                </a:lnTo>
                <a:lnTo>
                  <a:pt x="10800" y="8411"/>
                </a:lnTo>
                <a:lnTo>
                  <a:pt x="10800" y="0"/>
                </a:lnTo>
                <a:lnTo>
                  <a:pt x="8550" y="0"/>
                </a:lnTo>
                <a:lnTo>
                  <a:pt x="8550" y="8411"/>
                </a:lnTo>
                <a:lnTo>
                  <a:pt x="3600" y="8411"/>
                </a:lnTo>
                <a:lnTo>
                  <a:pt x="3375" y="8984"/>
                </a:lnTo>
                <a:lnTo>
                  <a:pt x="0" y="12616"/>
                </a:lnTo>
                <a:lnTo>
                  <a:pt x="1575" y="13572"/>
                </a:lnTo>
                <a:lnTo>
                  <a:pt x="3600" y="11851"/>
                </a:lnTo>
                <a:lnTo>
                  <a:pt x="5175" y="21027"/>
                </a:lnTo>
                <a:lnTo>
                  <a:pt x="5400" y="21409"/>
                </a:lnTo>
                <a:lnTo>
                  <a:pt x="6300" y="21600"/>
                </a:lnTo>
                <a:lnTo>
                  <a:pt x="15300" y="21600"/>
                </a:lnTo>
                <a:lnTo>
                  <a:pt x="15975" y="21409"/>
                </a:lnTo>
                <a:lnTo>
                  <a:pt x="16425" y="21027"/>
                </a:lnTo>
                <a:lnTo>
                  <a:pt x="18000" y="11851"/>
                </a:lnTo>
                <a:lnTo>
                  <a:pt x="20025" y="13572"/>
                </a:lnTo>
                <a:lnTo>
                  <a:pt x="21600" y="12616"/>
                </a:lnTo>
                <a:lnTo>
                  <a:pt x="18225" y="8984"/>
                </a:lnTo>
                <a:close/>
                <a:moveTo>
                  <a:pt x="14400" y="19688"/>
                </a:moveTo>
                <a:lnTo>
                  <a:pt x="7200" y="19688"/>
                </a:lnTo>
                <a:lnTo>
                  <a:pt x="5400" y="10322"/>
                </a:lnTo>
                <a:lnTo>
                  <a:pt x="15975" y="10322"/>
                </a:lnTo>
                <a:lnTo>
                  <a:pt x="14400" y="1968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4" name="Google Shape;2364;p51"/>
          <p:cNvSpPr/>
          <p:nvPr/>
        </p:nvSpPr>
        <p:spPr>
          <a:xfrm>
            <a:off x="4250266" y="7814733"/>
            <a:ext cx="296352" cy="431784"/>
          </a:xfrm>
          <a:custGeom>
            <a:rect b="b" l="l" r="r" t="t"/>
            <a:pathLst>
              <a:path extrusionOk="0" h="21600" w="21600">
                <a:moveTo>
                  <a:pt x="10957" y="0"/>
                </a:moveTo>
                <a:lnTo>
                  <a:pt x="8452" y="220"/>
                </a:lnTo>
                <a:lnTo>
                  <a:pt x="6574" y="441"/>
                </a:lnTo>
                <a:lnTo>
                  <a:pt x="4696" y="1322"/>
                </a:lnTo>
                <a:lnTo>
                  <a:pt x="3130" y="2204"/>
                </a:lnTo>
                <a:lnTo>
                  <a:pt x="1878" y="3306"/>
                </a:lnTo>
                <a:lnTo>
                  <a:pt x="939" y="4629"/>
                </a:lnTo>
                <a:lnTo>
                  <a:pt x="313" y="5951"/>
                </a:lnTo>
                <a:lnTo>
                  <a:pt x="0" y="7494"/>
                </a:lnTo>
                <a:lnTo>
                  <a:pt x="0" y="8596"/>
                </a:lnTo>
                <a:lnTo>
                  <a:pt x="313" y="9698"/>
                </a:lnTo>
                <a:lnTo>
                  <a:pt x="2191" y="11461"/>
                </a:lnTo>
                <a:lnTo>
                  <a:pt x="3443" y="11902"/>
                </a:lnTo>
                <a:lnTo>
                  <a:pt x="9391" y="21159"/>
                </a:lnTo>
                <a:lnTo>
                  <a:pt x="10017" y="21380"/>
                </a:lnTo>
                <a:lnTo>
                  <a:pt x="10957" y="21600"/>
                </a:lnTo>
                <a:lnTo>
                  <a:pt x="11583" y="21380"/>
                </a:lnTo>
                <a:lnTo>
                  <a:pt x="12522" y="21159"/>
                </a:lnTo>
                <a:lnTo>
                  <a:pt x="18157" y="11902"/>
                </a:lnTo>
                <a:lnTo>
                  <a:pt x="19409" y="11461"/>
                </a:lnTo>
                <a:lnTo>
                  <a:pt x="21287" y="9698"/>
                </a:lnTo>
                <a:lnTo>
                  <a:pt x="21600" y="8596"/>
                </a:lnTo>
                <a:lnTo>
                  <a:pt x="21600" y="7494"/>
                </a:lnTo>
                <a:lnTo>
                  <a:pt x="21287" y="5951"/>
                </a:lnTo>
                <a:lnTo>
                  <a:pt x="20974" y="4629"/>
                </a:lnTo>
                <a:lnTo>
                  <a:pt x="19722" y="3306"/>
                </a:lnTo>
                <a:lnTo>
                  <a:pt x="18470" y="2204"/>
                </a:lnTo>
                <a:lnTo>
                  <a:pt x="16904" y="1322"/>
                </a:lnTo>
                <a:lnTo>
                  <a:pt x="15026" y="441"/>
                </a:lnTo>
                <a:lnTo>
                  <a:pt x="13148" y="220"/>
                </a:lnTo>
                <a:lnTo>
                  <a:pt x="10957" y="0"/>
                </a:lnTo>
                <a:close/>
                <a:moveTo>
                  <a:pt x="10957" y="17853"/>
                </a:moveTo>
                <a:lnTo>
                  <a:pt x="6887" y="11682"/>
                </a:lnTo>
                <a:lnTo>
                  <a:pt x="7826" y="11020"/>
                </a:lnTo>
                <a:lnTo>
                  <a:pt x="9391" y="11682"/>
                </a:lnTo>
                <a:lnTo>
                  <a:pt x="10957" y="11902"/>
                </a:lnTo>
                <a:lnTo>
                  <a:pt x="12522" y="11682"/>
                </a:lnTo>
                <a:lnTo>
                  <a:pt x="13774" y="11020"/>
                </a:lnTo>
                <a:lnTo>
                  <a:pt x="14713" y="11682"/>
                </a:lnTo>
                <a:lnTo>
                  <a:pt x="10957" y="17853"/>
                </a:lnTo>
                <a:close/>
                <a:moveTo>
                  <a:pt x="18470" y="8596"/>
                </a:moveTo>
                <a:lnTo>
                  <a:pt x="18470" y="9257"/>
                </a:lnTo>
                <a:lnTo>
                  <a:pt x="17843" y="9698"/>
                </a:lnTo>
                <a:lnTo>
                  <a:pt x="16278" y="9698"/>
                </a:lnTo>
                <a:lnTo>
                  <a:pt x="15965" y="9478"/>
                </a:lnTo>
                <a:lnTo>
                  <a:pt x="15339" y="9257"/>
                </a:lnTo>
                <a:lnTo>
                  <a:pt x="15339" y="8155"/>
                </a:lnTo>
                <a:lnTo>
                  <a:pt x="15026" y="7935"/>
                </a:lnTo>
                <a:lnTo>
                  <a:pt x="14713" y="7494"/>
                </a:lnTo>
                <a:lnTo>
                  <a:pt x="13148" y="7494"/>
                </a:lnTo>
                <a:lnTo>
                  <a:pt x="12835" y="7935"/>
                </a:lnTo>
                <a:lnTo>
                  <a:pt x="12522" y="8155"/>
                </a:lnTo>
                <a:lnTo>
                  <a:pt x="12522" y="9257"/>
                </a:lnTo>
                <a:lnTo>
                  <a:pt x="11896" y="9478"/>
                </a:lnTo>
                <a:lnTo>
                  <a:pt x="11583" y="9698"/>
                </a:lnTo>
                <a:lnTo>
                  <a:pt x="10017" y="9698"/>
                </a:lnTo>
                <a:lnTo>
                  <a:pt x="9391" y="9257"/>
                </a:lnTo>
                <a:lnTo>
                  <a:pt x="9391" y="8155"/>
                </a:lnTo>
                <a:lnTo>
                  <a:pt x="8765" y="7935"/>
                </a:lnTo>
                <a:lnTo>
                  <a:pt x="8452" y="7494"/>
                </a:lnTo>
                <a:lnTo>
                  <a:pt x="6887" y="7494"/>
                </a:lnTo>
                <a:lnTo>
                  <a:pt x="6574" y="7935"/>
                </a:lnTo>
                <a:lnTo>
                  <a:pt x="6261" y="8155"/>
                </a:lnTo>
                <a:lnTo>
                  <a:pt x="6261" y="9257"/>
                </a:lnTo>
                <a:lnTo>
                  <a:pt x="5948" y="9478"/>
                </a:lnTo>
                <a:lnTo>
                  <a:pt x="5322" y="9698"/>
                </a:lnTo>
                <a:lnTo>
                  <a:pt x="3757" y="9698"/>
                </a:lnTo>
                <a:lnTo>
                  <a:pt x="3130" y="9257"/>
                </a:lnTo>
                <a:lnTo>
                  <a:pt x="3130" y="6392"/>
                </a:lnTo>
                <a:lnTo>
                  <a:pt x="3757" y="5290"/>
                </a:lnTo>
                <a:lnTo>
                  <a:pt x="4383" y="4629"/>
                </a:lnTo>
                <a:lnTo>
                  <a:pt x="5322" y="3747"/>
                </a:lnTo>
                <a:lnTo>
                  <a:pt x="6574" y="2865"/>
                </a:lnTo>
                <a:lnTo>
                  <a:pt x="7826" y="2645"/>
                </a:lnTo>
                <a:lnTo>
                  <a:pt x="9391" y="2204"/>
                </a:lnTo>
                <a:lnTo>
                  <a:pt x="12522" y="2204"/>
                </a:lnTo>
                <a:lnTo>
                  <a:pt x="13774" y="2645"/>
                </a:lnTo>
                <a:lnTo>
                  <a:pt x="15026" y="2865"/>
                </a:lnTo>
                <a:lnTo>
                  <a:pt x="17530" y="4629"/>
                </a:lnTo>
                <a:lnTo>
                  <a:pt x="17843" y="5290"/>
                </a:lnTo>
                <a:lnTo>
                  <a:pt x="18470" y="6392"/>
                </a:lnTo>
                <a:lnTo>
                  <a:pt x="18470" y="859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5" name="Google Shape;2365;p51"/>
          <p:cNvSpPr/>
          <p:nvPr/>
        </p:nvSpPr>
        <p:spPr>
          <a:xfrm>
            <a:off x="5211234" y="7814733"/>
            <a:ext cx="427572" cy="431784"/>
          </a:xfrm>
          <a:custGeom>
            <a:rect b="b" l="l" r="r" t="t"/>
            <a:pathLst>
              <a:path extrusionOk="0" h="21600" w="21600">
                <a:moveTo>
                  <a:pt x="17236" y="2204"/>
                </a:moveTo>
                <a:lnTo>
                  <a:pt x="16145" y="2204"/>
                </a:lnTo>
                <a:lnTo>
                  <a:pt x="15273" y="2645"/>
                </a:lnTo>
                <a:lnTo>
                  <a:pt x="14618" y="1543"/>
                </a:lnTo>
                <a:lnTo>
                  <a:pt x="13527" y="661"/>
                </a:lnTo>
                <a:lnTo>
                  <a:pt x="12218" y="220"/>
                </a:lnTo>
                <a:lnTo>
                  <a:pt x="10691" y="0"/>
                </a:lnTo>
                <a:lnTo>
                  <a:pt x="9382" y="220"/>
                </a:lnTo>
                <a:lnTo>
                  <a:pt x="8073" y="661"/>
                </a:lnTo>
                <a:lnTo>
                  <a:pt x="6982" y="1543"/>
                </a:lnTo>
                <a:lnTo>
                  <a:pt x="6109" y="2645"/>
                </a:lnTo>
                <a:lnTo>
                  <a:pt x="5455" y="2204"/>
                </a:lnTo>
                <a:lnTo>
                  <a:pt x="3491" y="2204"/>
                </a:lnTo>
                <a:lnTo>
                  <a:pt x="2618" y="2424"/>
                </a:lnTo>
                <a:lnTo>
                  <a:pt x="1309" y="3527"/>
                </a:lnTo>
                <a:lnTo>
                  <a:pt x="218" y="4849"/>
                </a:lnTo>
                <a:lnTo>
                  <a:pt x="0" y="5731"/>
                </a:lnTo>
                <a:lnTo>
                  <a:pt x="0" y="6392"/>
                </a:lnTo>
                <a:lnTo>
                  <a:pt x="218" y="7935"/>
                </a:lnTo>
                <a:lnTo>
                  <a:pt x="873" y="9257"/>
                </a:lnTo>
                <a:lnTo>
                  <a:pt x="1964" y="9918"/>
                </a:lnTo>
                <a:lnTo>
                  <a:pt x="3273" y="10580"/>
                </a:lnTo>
                <a:lnTo>
                  <a:pt x="3273" y="21159"/>
                </a:lnTo>
                <a:lnTo>
                  <a:pt x="3709" y="21600"/>
                </a:lnTo>
                <a:lnTo>
                  <a:pt x="17673" y="21600"/>
                </a:lnTo>
                <a:lnTo>
                  <a:pt x="18109" y="21380"/>
                </a:lnTo>
                <a:lnTo>
                  <a:pt x="18327" y="21159"/>
                </a:lnTo>
                <a:lnTo>
                  <a:pt x="18327" y="10580"/>
                </a:lnTo>
                <a:lnTo>
                  <a:pt x="19636" y="9918"/>
                </a:lnTo>
                <a:lnTo>
                  <a:pt x="20727" y="9257"/>
                </a:lnTo>
                <a:lnTo>
                  <a:pt x="21164" y="7935"/>
                </a:lnTo>
                <a:lnTo>
                  <a:pt x="21600" y="6392"/>
                </a:lnTo>
                <a:lnTo>
                  <a:pt x="21600" y="5731"/>
                </a:lnTo>
                <a:lnTo>
                  <a:pt x="21164" y="4849"/>
                </a:lnTo>
                <a:lnTo>
                  <a:pt x="20291" y="3527"/>
                </a:lnTo>
                <a:lnTo>
                  <a:pt x="18764" y="2424"/>
                </a:lnTo>
                <a:lnTo>
                  <a:pt x="18109" y="2204"/>
                </a:lnTo>
                <a:lnTo>
                  <a:pt x="17236" y="2204"/>
                </a:lnTo>
                <a:close/>
                <a:moveTo>
                  <a:pt x="5455" y="19616"/>
                </a:moveTo>
                <a:lnTo>
                  <a:pt x="5455" y="18514"/>
                </a:lnTo>
                <a:lnTo>
                  <a:pt x="16145" y="18514"/>
                </a:lnTo>
                <a:lnTo>
                  <a:pt x="16145" y="19616"/>
                </a:lnTo>
                <a:lnTo>
                  <a:pt x="5455" y="19616"/>
                </a:lnTo>
                <a:close/>
                <a:moveTo>
                  <a:pt x="17236" y="8596"/>
                </a:moveTo>
                <a:lnTo>
                  <a:pt x="16582" y="8596"/>
                </a:lnTo>
                <a:lnTo>
                  <a:pt x="16364" y="8816"/>
                </a:lnTo>
                <a:lnTo>
                  <a:pt x="16145" y="9257"/>
                </a:lnTo>
                <a:lnTo>
                  <a:pt x="16145" y="16310"/>
                </a:lnTo>
                <a:lnTo>
                  <a:pt x="15055" y="16310"/>
                </a:lnTo>
                <a:lnTo>
                  <a:pt x="15055" y="13004"/>
                </a:lnTo>
                <a:lnTo>
                  <a:pt x="12873" y="13004"/>
                </a:lnTo>
                <a:lnTo>
                  <a:pt x="12873" y="16310"/>
                </a:lnTo>
                <a:lnTo>
                  <a:pt x="11782" y="16310"/>
                </a:lnTo>
                <a:lnTo>
                  <a:pt x="11782" y="11902"/>
                </a:lnTo>
                <a:lnTo>
                  <a:pt x="9600" y="11902"/>
                </a:lnTo>
                <a:lnTo>
                  <a:pt x="9600" y="16310"/>
                </a:lnTo>
                <a:lnTo>
                  <a:pt x="8509" y="16310"/>
                </a:lnTo>
                <a:lnTo>
                  <a:pt x="8509" y="13004"/>
                </a:lnTo>
                <a:lnTo>
                  <a:pt x="6545" y="13004"/>
                </a:lnTo>
                <a:lnTo>
                  <a:pt x="6545" y="16310"/>
                </a:lnTo>
                <a:lnTo>
                  <a:pt x="5455" y="16310"/>
                </a:lnTo>
                <a:lnTo>
                  <a:pt x="5455" y="9257"/>
                </a:lnTo>
                <a:lnTo>
                  <a:pt x="4800" y="8596"/>
                </a:lnTo>
                <a:lnTo>
                  <a:pt x="4364" y="8596"/>
                </a:lnTo>
                <a:lnTo>
                  <a:pt x="2618" y="8155"/>
                </a:lnTo>
                <a:lnTo>
                  <a:pt x="2182" y="6392"/>
                </a:lnTo>
                <a:lnTo>
                  <a:pt x="2400" y="5731"/>
                </a:lnTo>
                <a:lnTo>
                  <a:pt x="2618" y="4849"/>
                </a:lnTo>
                <a:lnTo>
                  <a:pt x="4364" y="4408"/>
                </a:lnTo>
                <a:lnTo>
                  <a:pt x="5018" y="4629"/>
                </a:lnTo>
                <a:lnTo>
                  <a:pt x="5891" y="4849"/>
                </a:lnTo>
                <a:lnTo>
                  <a:pt x="6545" y="5290"/>
                </a:lnTo>
                <a:lnTo>
                  <a:pt x="6982" y="5290"/>
                </a:lnTo>
                <a:lnTo>
                  <a:pt x="7200" y="5069"/>
                </a:lnTo>
                <a:lnTo>
                  <a:pt x="7855" y="4629"/>
                </a:lnTo>
                <a:lnTo>
                  <a:pt x="8073" y="3527"/>
                </a:lnTo>
                <a:lnTo>
                  <a:pt x="8945" y="2645"/>
                </a:lnTo>
                <a:lnTo>
                  <a:pt x="9600" y="2424"/>
                </a:lnTo>
                <a:lnTo>
                  <a:pt x="10691" y="2204"/>
                </a:lnTo>
                <a:lnTo>
                  <a:pt x="11782" y="2424"/>
                </a:lnTo>
                <a:lnTo>
                  <a:pt x="12655" y="2645"/>
                </a:lnTo>
                <a:lnTo>
                  <a:pt x="13527" y="3527"/>
                </a:lnTo>
                <a:lnTo>
                  <a:pt x="13745" y="4629"/>
                </a:lnTo>
                <a:lnTo>
                  <a:pt x="14182" y="5069"/>
                </a:lnTo>
                <a:lnTo>
                  <a:pt x="14618" y="5290"/>
                </a:lnTo>
                <a:lnTo>
                  <a:pt x="15055" y="5290"/>
                </a:lnTo>
                <a:lnTo>
                  <a:pt x="15709" y="4849"/>
                </a:lnTo>
                <a:lnTo>
                  <a:pt x="16364" y="4629"/>
                </a:lnTo>
                <a:lnTo>
                  <a:pt x="17236" y="4408"/>
                </a:lnTo>
                <a:lnTo>
                  <a:pt x="18109" y="4629"/>
                </a:lnTo>
                <a:lnTo>
                  <a:pt x="18764" y="4849"/>
                </a:lnTo>
                <a:lnTo>
                  <a:pt x="19200" y="5731"/>
                </a:lnTo>
                <a:lnTo>
                  <a:pt x="19418" y="6392"/>
                </a:lnTo>
                <a:lnTo>
                  <a:pt x="19200" y="7273"/>
                </a:lnTo>
                <a:lnTo>
                  <a:pt x="18764" y="8155"/>
                </a:lnTo>
                <a:lnTo>
                  <a:pt x="18109" y="8376"/>
                </a:lnTo>
                <a:lnTo>
                  <a:pt x="17236" y="859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6" name="Google Shape;2366;p51"/>
          <p:cNvSpPr/>
          <p:nvPr/>
        </p:nvSpPr>
        <p:spPr>
          <a:xfrm>
            <a:off x="8288866" y="7814733"/>
            <a:ext cx="427572" cy="131220"/>
          </a:xfrm>
          <a:custGeom>
            <a:rect b="b" l="l" r="r" t="t"/>
            <a:pathLst>
              <a:path extrusionOk="0" h="21600" w="21600">
                <a:moveTo>
                  <a:pt x="20509" y="0"/>
                </a:moveTo>
                <a:lnTo>
                  <a:pt x="0" y="0"/>
                </a:lnTo>
                <a:lnTo>
                  <a:pt x="0" y="7448"/>
                </a:lnTo>
                <a:lnTo>
                  <a:pt x="6545" y="7448"/>
                </a:lnTo>
                <a:lnTo>
                  <a:pt x="6545" y="14897"/>
                </a:lnTo>
                <a:lnTo>
                  <a:pt x="6764" y="17131"/>
                </a:lnTo>
                <a:lnTo>
                  <a:pt x="6982" y="20110"/>
                </a:lnTo>
                <a:lnTo>
                  <a:pt x="8727" y="21600"/>
                </a:lnTo>
                <a:lnTo>
                  <a:pt x="19418" y="21600"/>
                </a:lnTo>
                <a:lnTo>
                  <a:pt x="21164" y="20110"/>
                </a:lnTo>
                <a:lnTo>
                  <a:pt x="21382" y="17131"/>
                </a:lnTo>
                <a:lnTo>
                  <a:pt x="21600" y="14897"/>
                </a:lnTo>
                <a:lnTo>
                  <a:pt x="21600" y="1490"/>
                </a:lnTo>
                <a:lnTo>
                  <a:pt x="21164" y="0"/>
                </a:lnTo>
                <a:lnTo>
                  <a:pt x="20509" y="0"/>
                </a:lnTo>
                <a:close/>
                <a:moveTo>
                  <a:pt x="8727" y="14897"/>
                </a:moveTo>
                <a:lnTo>
                  <a:pt x="8727" y="7448"/>
                </a:lnTo>
                <a:lnTo>
                  <a:pt x="19418" y="7448"/>
                </a:lnTo>
                <a:lnTo>
                  <a:pt x="19418" y="14897"/>
                </a:lnTo>
                <a:lnTo>
                  <a:pt x="8727" y="14897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7" name="Google Shape;2367;p51"/>
          <p:cNvSpPr/>
          <p:nvPr/>
        </p:nvSpPr>
        <p:spPr>
          <a:xfrm>
            <a:off x="8458200" y="7984066"/>
            <a:ext cx="207414" cy="262494"/>
          </a:xfrm>
          <a:custGeom>
            <a:rect b="b" l="l" r="r" t="t"/>
            <a:pathLst>
              <a:path extrusionOk="0" h="21600" w="21600">
                <a:moveTo>
                  <a:pt x="18955" y="7688"/>
                </a:moveTo>
                <a:lnTo>
                  <a:pt x="17192" y="7322"/>
                </a:lnTo>
                <a:lnTo>
                  <a:pt x="16310" y="7688"/>
                </a:lnTo>
                <a:lnTo>
                  <a:pt x="12784" y="9519"/>
                </a:lnTo>
                <a:lnTo>
                  <a:pt x="12784" y="1831"/>
                </a:lnTo>
                <a:lnTo>
                  <a:pt x="12343" y="1098"/>
                </a:lnTo>
                <a:lnTo>
                  <a:pt x="11902" y="0"/>
                </a:lnTo>
                <a:lnTo>
                  <a:pt x="10139" y="0"/>
                </a:lnTo>
                <a:lnTo>
                  <a:pt x="9257" y="366"/>
                </a:lnTo>
                <a:lnTo>
                  <a:pt x="7053" y="2197"/>
                </a:lnTo>
                <a:lnTo>
                  <a:pt x="4408" y="5492"/>
                </a:lnTo>
                <a:lnTo>
                  <a:pt x="882" y="9153"/>
                </a:lnTo>
                <a:lnTo>
                  <a:pt x="0" y="12814"/>
                </a:lnTo>
                <a:lnTo>
                  <a:pt x="0" y="14644"/>
                </a:lnTo>
                <a:lnTo>
                  <a:pt x="882" y="16475"/>
                </a:lnTo>
                <a:lnTo>
                  <a:pt x="1763" y="17573"/>
                </a:lnTo>
                <a:lnTo>
                  <a:pt x="3086" y="19037"/>
                </a:lnTo>
                <a:lnTo>
                  <a:pt x="4849" y="20502"/>
                </a:lnTo>
                <a:lnTo>
                  <a:pt x="6612" y="20868"/>
                </a:lnTo>
                <a:lnTo>
                  <a:pt x="8816" y="21600"/>
                </a:lnTo>
                <a:lnTo>
                  <a:pt x="12784" y="21600"/>
                </a:lnTo>
                <a:lnTo>
                  <a:pt x="14988" y="20868"/>
                </a:lnTo>
                <a:lnTo>
                  <a:pt x="16751" y="20502"/>
                </a:lnTo>
                <a:lnTo>
                  <a:pt x="18514" y="19037"/>
                </a:lnTo>
                <a:lnTo>
                  <a:pt x="19837" y="17573"/>
                </a:lnTo>
                <a:lnTo>
                  <a:pt x="20718" y="16475"/>
                </a:lnTo>
                <a:lnTo>
                  <a:pt x="21600" y="14644"/>
                </a:lnTo>
                <a:lnTo>
                  <a:pt x="21600" y="12814"/>
                </a:lnTo>
                <a:lnTo>
                  <a:pt x="20718" y="9153"/>
                </a:lnTo>
                <a:lnTo>
                  <a:pt x="18955" y="7688"/>
                </a:lnTo>
                <a:close/>
                <a:moveTo>
                  <a:pt x="11020" y="18305"/>
                </a:moveTo>
                <a:lnTo>
                  <a:pt x="7935" y="17573"/>
                </a:lnTo>
                <a:lnTo>
                  <a:pt x="4849" y="15010"/>
                </a:lnTo>
                <a:lnTo>
                  <a:pt x="4408" y="12814"/>
                </a:lnTo>
                <a:lnTo>
                  <a:pt x="5290" y="9885"/>
                </a:lnTo>
                <a:lnTo>
                  <a:pt x="8816" y="6590"/>
                </a:lnTo>
                <a:lnTo>
                  <a:pt x="8816" y="12814"/>
                </a:lnTo>
                <a:lnTo>
                  <a:pt x="9257" y="13546"/>
                </a:lnTo>
                <a:lnTo>
                  <a:pt x="9698" y="14644"/>
                </a:lnTo>
                <a:lnTo>
                  <a:pt x="11020" y="14644"/>
                </a:lnTo>
                <a:lnTo>
                  <a:pt x="11902" y="13912"/>
                </a:lnTo>
                <a:lnTo>
                  <a:pt x="16751" y="11349"/>
                </a:lnTo>
                <a:lnTo>
                  <a:pt x="17192" y="12814"/>
                </a:lnTo>
                <a:lnTo>
                  <a:pt x="16751" y="15010"/>
                </a:lnTo>
                <a:lnTo>
                  <a:pt x="13665" y="17573"/>
                </a:lnTo>
                <a:lnTo>
                  <a:pt x="11020" y="1830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8" name="Google Shape;2368;p51"/>
          <p:cNvSpPr/>
          <p:nvPr/>
        </p:nvSpPr>
        <p:spPr>
          <a:xfrm>
            <a:off x="7285567" y="7776634"/>
            <a:ext cx="351378" cy="262494"/>
          </a:xfrm>
          <a:custGeom>
            <a:rect b="b" l="l" r="r" t="t"/>
            <a:pathLst>
              <a:path extrusionOk="0" h="21600" w="21600">
                <a:moveTo>
                  <a:pt x="3643" y="9153"/>
                </a:moveTo>
                <a:lnTo>
                  <a:pt x="3643" y="16108"/>
                </a:lnTo>
                <a:lnTo>
                  <a:pt x="4164" y="18305"/>
                </a:lnTo>
                <a:lnTo>
                  <a:pt x="4945" y="19769"/>
                </a:lnTo>
                <a:lnTo>
                  <a:pt x="5986" y="21234"/>
                </a:lnTo>
                <a:lnTo>
                  <a:pt x="7547" y="21600"/>
                </a:lnTo>
                <a:lnTo>
                  <a:pt x="17957" y="21600"/>
                </a:lnTo>
                <a:lnTo>
                  <a:pt x="19518" y="21234"/>
                </a:lnTo>
                <a:lnTo>
                  <a:pt x="20299" y="19769"/>
                </a:lnTo>
                <a:lnTo>
                  <a:pt x="21340" y="18305"/>
                </a:lnTo>
                <a:lnTo>
                  <a:pt x="21600" y="16108"/>
                </a:lnTo>
                <a:lnTo>
                  <a:pt x="21600" y="8054"/>
                </a:lnTo>
                <a:lnTo>
                  <a:pt x="21080" y="7322"/>
                </a:lnTo>
                <a:lnTo>
                  <a:pt x="6246" y="7322"/>
                </a:lnTo>
                <a:lnTo>
                  <a:pt x="6246" y="732"/>
                </a:lnTo>
                <a:lnTo>
                  <a:pt x="5725" y="0"/>
                </a:lnTo>
                <a:lnTo>
                  <a:pt x="0" y="0"/>
                </a:lnTo>
                <a:lnTo>
                  <a:pt x="0" y="3661"/>
                </a:lnTo>
                <a:lnTo>
                  <a:pt x="3643" y="3661"/>
                </a:lnTo>
                <a:lnTo>
                  <a:pt x="3643" y="9153"/>
                </a:lnTo>
                <a:close/>
                <a:moveTo>
                  <a:pt x="11451" y="17939"/>
                </a:moveTo>
                <a:lnTo>
                  <a:pt x="11451" y="10983"/>
                </a:lnTo>
                <a:lnTo>
                  <a:pt x="14053" y="10983"/>
                </a:lnTo>
                <a:lnTo>
                  <a:pt x="14053" y="17939"/>
                </a:lnTo>
                <a:lnTo>
                  <a:pt x="11451" y="17939"/>
                </a:lnTo>
                <a:close/>
                <a:moveTo>
                  <a:pt x="17957" y="17939"/>
                </a:moveTo>
                <a:lnTo>
                  <a:pt x="16655" y="17939"/>
                </a:lnTo>
                <a:lnTo>
                  <a:pt x="16655" y="10983"/>
                </a:lnTo>
                <a:lnTo>
                  <a:pt x="19258" y="10983"/>
                </a:lnTo>
                <a:lnTo>
                  <a:pt x="19258" y="17207"/>
                </a:lnTo>
                <a:lnTo>
                  <a:pt x="18737" y="17573"/>
                </a:lnTo>
                <a:lnTo>
                  <a:pt x="18477" y="17939"/>
                </a:lnTo>
                <a:lnTo>
                  <a:pt x="17957" y="17939"/>
                </a:lnTo>
                <a:close/>
                <a:moveTo>
                  <a:pt x="8848" y="10983"/>
                </a:moveTo>
                <a:lnTo>
                  <a:pt x="8848" y="17939"/>
                </a:lnTo>
                <a:lnTo>
                  <a:pt x="7027" y="17939"/>
                </a:lnTo>
                <a:lnTo>
                  <a:pt x="6506" y="17573"/>
                </a:lnTo>
                <a:lnTo>
                  <a:pt x="6246" y="17207"/>
                </a:lnTo>
                <a:lnTo>
                  <a:pt x="6246" y="10983"/>
                </a:lnTo>
                <a:lnTo>
                  <a:pt x="8848" y="1098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9" name="Google Shape;2369;p51"/>
          <p:cNvSpPr/>
          <p:nvPr/>
        </p:nvSpPr>
        <p:spPr>
          <a:xfrm>
            <a:off x="7327901" y="8051800"/>
            <a:ext cx="334422" cy="232848"/>
          </a:xfrm>
          <a:custGeom>
            <a:rect b="b" l="l" r="r" t="t"/>
            <a:pathLst>
              <a:path extrusionOk="0" h="21600" w="21600">
                <a:moveTo>
                  <a:pt x="20233" y="0"/>
                </a:moveTo>
                <a:lnTo>
                  <a:pt x="820" y="0"/>
                </a:lnTo>
                <a:lnTo>
                  <a:pt x="0" y="1200"/>
                </a:lnTo>
                <a:lnTo>
                  <a:pt x="0" y="15600"/>
                </a:lnTo>
                <a:lnTo>
                  <a:pt x="547" y="18400"/>
                </a:lnTo>
                <a:lnTo>
                  <a:pt x="2461" y="21200"/>
                </a:lnTo>
                <a:lnTo>
                  <a:pt x="4101" y="21600"/>
                </a:lnTo>
                <a:lnTo>
                  <a:pt x="17772" y="21600"/>
                </a:lnTo>
                <a:lnTo>
                  <a:pt x="19413" y="21200"/>
                </a:lnTo>
                <a:lnTo>
                  <a:pt x="20233" y="19600"/>
                </a:lnTo>
                <a:lnTo>
                  <a:pt x="21327" y="18400"/>
                </a:lnTo>
                <a:lnTo>
                  <a:pt x="21600" y="15600"/>
                </a:lnTo>
                <a:lnTo>
                  <a:pt x="21600" y="1200"/>
                </a:lnTo>
                <a:lnTo>
                  <a:pt x="21327" y="400"/>
                </a:lnTo>
                <a:lnTo>
                  <a:pt x="21053" y="0"/>
                </a:lnTo>
                <a:lnTo>
                  <a:pt x="20233" y="0"/>
                </a:lnTo>
                <a:close/>
                <a:moveTo>
                  <a:pt x="17772" y="17600"/>
                </a:moveTo>
                <a:lnTo>
                  <a:pt x="3554" y="17600"/>
                </a:lnTo>
                <a:lnTo>
                  <a:pt x="3281" y="17200"/>
                </a:lnTo>
                <a:lnTo>
                  <a:pt x="2734" y="16800"/>
                </a:lnTo>
                <a:lnTo>
                  <a:pt x="2734" y="4000"/>
                </a:lnTo>
                <a:lnTo>
                  <a:pt x="18866" y="4000"/>
                </a:lnTo>
                <a:lnTo>
                  <a:pt x="18866" y="16800"/>
                </a:lnTo>
                <a:lnTo>
                  <a:pt x="18319" y="17600"/>
                </a:lnTo>
                <a:lnTo>
                  <a:pt x="17772" y="17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0" name="Google Shape;2370;p51"/>
          <p:cNvSpPr/>
          <p:nvPr/>
        </p:nvSpPr>
        <p:spPr>
          <a:xfrm>
            <a:off x="7454901" y="8115301"/>
            <a:ext cx="80400" cy="5070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371" name="Google Shape;2371;p51"/>
          <p:cNvSpPr/>
          <p:nvPr/>
        </p:nvSpPr>
        <p:spPr>
          <a:xfrm>
            <a:off x="6273800" y="7814733"/>
            <a:ext cx="351378" cy="431784"/>
          </a:xfrm>
          <a:custGeom>
            <a:rect b="b" l="l" r="r" t="t"/>
            <a:pathLst>
              <a:path extrusionOk="0" h="21600" w="21600">
                <a:moveTo>
                  <a:pt x="17499" y="3306"/>
                </a:moveTo>
                <a:lnTo>
                  <a:pt x="15858" y="3306"/>
                </a:lnTo>
                <a:lnTo>
                  <a:pt x="14765" y="661"/>
                </a:lnTo>
                <a:lnTo>
                  <a:pt x="13944" y="220"/>
                </a:lnTo>
                <a:lnTo>
                  <a:pt x="13397" y="0"/>
                </a:lnTo>
                <a:lnTo>
                  <a:pt x="2734" y="0"/>
                </a:lnTo>
                <a:lnTo>
                  <a:pt x="1914" y="220"/>
                </a:lnTo>
                <a:lnTo>
                  <a:pt x="1367" y="661"/>
                </a:lnTo>
                <a:lnTo>
                  <a:pt x="0" y="3967"/>
                </a:lnTo>
                <a:lnTo>
                  <a:pt x="0" y="4629"/>
                </a:lnTo>
                <a:lnTo>
                  <a:pt x="2734" y="13886"/>
                </a:lnTo>
                <a:lnTo>
                  <a:pt x="273" y="16751"/>
                </a:lnTo>
                <a:lnTo>
                  <a:pt x="0" y="17412"/>
                </a:lnTo>
                <a:lnTo>
                  <a:pt x="0" y="21159"/>
                </a:lnTo>
                <a:lnTo>
                  <a:pt x="547" y="21600"/>
                </a:lnTo>
                <a:lnTo>
                  <a:pt x="15311" y="21600"/>
                </a:lnTo>
                <a:lnTo>
                  <a:pt x="15858" y="21380"/>
                </a:lnTo>
                <a:lnTo>
                  <a:pt x="16132" y="21159"/>
                </a:lnTo>
                <a:lnTo>
                  <a:pt x="16132" y="17412"/>
                </a:lnTo>
                <a:lnTo>
                  <a:pt x="15858" y="16751"/>
                </a:lnTo>
                <a:lnTo>
                  <a:pt x="13397" y="13886"/>
                </a:lnTo>
                <a:lnTo>
                  <a:pt x="15858" y="5290"/>
                </a:lnTo>
                <a:lnTo>
                  <a:pt x="18046" y="5290"/>
                </a:lnTo>
                <a:lnTo>
                  <a:pt x="18866" y="5951"/>
                </a:lnTo>
                <a:lnTo>
                  <a:pt x="18866" y="14106"/>
                </a:lnTo>
                <a:lnTo>
                  <a:pt x="21600" y="14106"/>
                </a:lnTo>
                <a:lnTo>
                  <a:pt x="21600" y="6392"/>
                </a:lnTo>
                <a:lnTo>
                  <a:pt x="21053" y="5069"/>
                </a:lnTo>
                <a:lnTo>
                  <a:pt x="19139" y="3527"/>
                </a:lnTo>
                <a:lnTo>
                  <a:pt x="17499" y="3306"/>
                </a:lnTo>
                <a:close/>
                <a:moveTo>
                  <a:pt x="12304" y="2204"/>
                </a:moveTo>
                <a:lnTo>
                  <a:pt x="12851" y="3306"/>
                </a:lnTo>
                <a:lnTo>
                  <a:pt x="3281" y="3306"/>
                </a:lnTo>
                <a:lnTo>
                  <a:pt x="3554" y="2204"/>
                </a:lnTo>
                <a:lnTo>
                  <a:pt x="12304" y="2204"/>
                </a:lnTo>
                <a:close/>
                <a:moveTo>
                  <a:pt x="13397" y="19616"/>
                </a:moveTo>
                <a:lnTo>
                  <a:pt x="2734" y="19616"/>
                </a:lnTo>
                <a:lnTo>
                  <a:pt x="2734" y="17633"/>
                </a:lnTo>
                <a:lnTo>
                  <a:pt x="4648" y="15208"/>
                </a:lnTo>
                <a:lnTo>
                  <a:pt x="11484" y="15208"/>
                </a:lnTo>
                <a:lnTo>
                  <a:pt x="13397" y="17633"/>
                </a:lnTo>
                <a:lnTo>
                  <a:pt x="13397" y="19616"/>
                </a:lnTo>
                <a:close/>
                <a:moveTo>
                  <a:pt x="10937" y="13004"/>
                </a:moveTo>
                <a:lnTo>
                  <a:pt x="9296" y="13004"/>
                </a:lnTo>
                <a:lnTo>
                  <a:pt x="9296" y="9698"/>
                </a:lnTo>
                <a:lnTo>
                  <a:pt x="6562" y="9698"/>
                </a:lnTo>
                <a:lnTo>
                  <a:pt x="6562" y="13004"/>
                </a:lnTo>
                <a:lnTo>
                  <a:pt x="4922" y="13004"/>
                </a:lnTo>
                <a:lnTo>
                  <a:pt x="3008" y="5290"/>
                </a:lnTo>
                <a:lnTo>
                  <a:pt x="13124" y="5290"/>
                </a:lnTo>
                <a:lnTo>
                  <a:pt x="10937" y="13004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2" name="Google Shape;2372;p51"/>
          <p:cNvSpPr/>
          <p:nvPr/>
        </p:nvSpPr>
        <p:spPr>
          <a:xfrm>
            <a:off x="6379634" y="8140701"/>
            <a:ext cx="50814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4320" y="2160"/>
                </a:lnTo>
                <a:lnTo>
                  <a:pt x="0" y="4320"/>
                </a:lnTo>
                <a:lnTo>
                  <a:pt x="0" y="15120"/>
                </a:lnTo>
                <a:lnTo>
                  <a:pt x="4320" y="17280"/>
                </a:lnTo>
                <a:lnTo>
                  <a:pt x="6480" y="21600"/>
                </a:lnTo>
                <a:lnTo>
                  <a:pt x="17280" y="21600"/>
                </a:lnTo>
                <a:lnTo>
                  <a:pt x="19440" y="17280"/>
                </a:lnTo>
                <a:lnTo>
                  <a:pt x="21600" y="15120"/>
                </a:lnTo>
                <a:lnTo>
                  <a:pt x="21600" y="432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3" name="Google Shape;2373;p51"/>
          <p:cNvSpPr/>
          <p:nvPr/>
        </p:nvSpPr>
        <p:spPr>
          <a:xfrm>
            <a:off x="4262967" y="8843434"/>
            <a:ext cx="270918" cy="169344"/>
          </a:xfrm>
          <a:custGeom>
            <a:rect b="b" l="l" r="r" t="t"/>
            <a:pathLst>
              <a:path extrusionOk="0" h="21600" w="21600">
                <a:moveTo>
                  <a:pt x="4603" y="21600"/>
                </a:moveTo>
                <a:lnTo>
                  <a:pt x="3541" y="12960"/>
                </a:lnTo>
                <a:lnTo>
                  <a:pt x="3541" y="9720"/>
                </a:lnTo>
                <a:lnTo>
                  <a:pt x="3895" y="6480"/>
                </a:lnTo>
                <a:lnTo>
                  <a:pt x="4249" y="5400"/>
                </a:lnTo>
                <a:lnTo>
                  <a:pt x="4603" y="5400"/>
                </a:lnTo>
                <a:lnTo>
                  <a:pt x="6020" y="7560"/>
                </a:lnTo>
                <a:lnTo>
                  <a:pt x="6728" y="11340"/>
                </a:lnTo>
                <a:lnTo>
                  <a:pt x="8498" y="21600"/>
                </a:lnTo>
                <a:lnTo>
                  <a:pt x="13102" y="21600"/>
                </a:lnTo>
                <a:lnTo>
                  <a:pt x="14872" y="11340"/>
                </a:lnTo>
                <a:lnTo>
                  <a:pt x="15580" y="7560"/>
                </a:lnTo>
                <a:lnTo>
                  <a:pt x="16997" y="5400"/>
                </a:lnTo>
                <a:lnTo>
                  <a:pt x="17351" y="5400"/>
                </a:lnTo>
                <a:lnTo>
                  <a:pt x="17705" y="6480"/>
                </a:lnTo>
                <a:lnTo>
                  <a:pt x="18413" y="9720"/>
                </a:lnTo>
                <a:lnTo>
                  <a:pt x="18413" y="12960"/>
                </a:lnTo>
                <a:lnTo>
                  <a:pt x="16997" y="21600"/>
                </a:lnTo>
                <a:lnTo>
                  <a:pt x="20892" y="21600"/>
                </a:lnTo>
                <a:lnTo>
                  <a:pt x="21246" y="16740"/>
                </a:lnTo>
                <a:lnTo>
                  <a:pt x="21600" y="12420"/>
                </a:lnTo>
                <a:lnTo>
                  <a:pt x="21600" y="8100"/>
                </a:lnTo>
                <a:lnTo>
                  <a:pt x="21246" y="4320"/>
                </a:lnTo>
                <a:lnTo>
                  <a:pt x="19830" y="1620"/>
                </a:lnTo>
                <a:lnTo>
                  <a:pt x="18413" y="0"/>
                </a:lnTo>
                <a:lnTo>
                  <a:pt x="16643" y="0"/>
                </a:lnTo>
                <a:lnTo>
                  <a:pt x="14872" y="1080"/>
                </a:lnTo>
                <a:lnTo>
                  <a:pt x="13456" y="2700"/>
                </a:lnTo>
                <a:lnTo>
                  <a:pt x="12748" y="5400"/>
                </a:lnTo>
                <a:lnTo>
                  <a:pt x="10977" y="12420"/>
                </a:lnTo>
                <a:lnTo>
                  <a:pt x="9207" y="5400"/>
                </a:lnTo>
                <a:lnTo>
                  <a:pt x="8144" y="2700"/>
                </a:lnTo>
                <a:lnTo>
                  <a:pt x="6728" y="1080"/>
                </a:lnTo>
                <a:lnTo>
                  <a:pt x="5311" y="0"/>
                </a:lnTo>
                <a:lnTo>
                  <a:pt x="3541" y="0"/>
                </a:lnTo>
                <a:lnTo>
                  <a:pt x="1770" y="1620"/>
                </a:lnTo>
                <a:lnTo>
                  <a:pt x="354" y="4320"/>
                </a:lnTo>
                <a:lnTo>
                  <a:pt x="0" y="8100"/>
                </a:lnTo>
                <a:lnTo>
                  <a:pt x="0" y="12420"/>
                </a:lnTo>
                <a:lnTo>
                  <a:pt x="354" y="16740"/>
                </a:lnTo>
                <a:lnTo>
                  <a:pt x="708" y="21600"/>
                </a:lnTo>
                <a:lnTo>
                  <a:pt x="4603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4" name="Google Shape;2374;p51"/>
          <p:cNvSpPr/>
          <p:nvPr/>
        </p:nvSpPr>
        <p:spPr>
          <a:xfrm>
            <a:off x="4250266" y="9038167"/>
            <a:ext cx="296352" cy="232848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0" y="0"/>
                </a:lnTo>
                <a:lnTo>
                  <a:pt x="0" y="4000"/>
                </a:lnTo>
                <a:lnTo>
                  <a:pt x="3130" y="4000"/>
                </a:lnTo>
                <a:lnTo>
                  <a:pt x="3130" y="20800"/>
                </a:lnTo>
                <a:lnTo>
                  <a:pt x="3757" y="21600"/>
                </a:lnTo>
                <a:lnTo>
                  <a:pt x="17843" y="21600"/>
                </a:lnTo>
                <a:lnTo>
                  <a:pt x="18470" y="20800"/>
                </a:lnTo>
                <a:lnTo>
                  <a:pt x="18470" y="4000"/>
                </a:lnTo>
                <a:lnTo>
                  <a:pt x="21600" y="4000"/>
                </a:lnTo>
                <a:lnTo>
                  <a:pt x="21600" y="0"/>
                </a:lnTo>
                <a:close/>
                <a:moveTo>
                  <a:pt x="6261" y="17600"/>
                </a:moveTo>
                <a:lnTo>
                  <a:pt x="6261" y="10000"/>
                </a:lnTo>
                <a:lnTo>
                  <a:pt x="15339" y="10000"/>
                </a:lnTo>
                <a:lnTo>
                  <a:pt x="15339" y="17600"/>
                </a:lnTo>
                <a:lnTo>
                  <a:pt x="6261" y="17600"/>
                </a:lnTo>
                <a:close/>
                <a:moveTo>
                  <a:pt x="15339" y="6000"/>
                </a:moveTo>
                <a:lnTo>
                  <a:pt x="6261" y="6000"/>
                </a:lnTo>
                <a:lnTo>
                  <a:pt x="6261" y="4000"/>
                </a:lnTo>
                <a:lnTo>
                  <a:pt x="15339" y="4000"/>
                </a:lnTo>
                <a:lnTo>
                  <a:pt x="15339" y="60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5" name="Google Shape;2375;p51"/>
          <p:cNvSpPr/>
          <p:nvPr/>
        </p:nvSpPr>
        <p:spPr>
          <a:xfrm>
            <a:off x="6261101" y="8843434"/>
            <a:ext cx="376758" cy="427572"/>
          </a:xfrm>
          <a:custGeom>
            <a:rect b="b" l="l" r="r" t="t"/>
            <a:pathLst>
              <a:path extrusionOk="0" h="21600" w="21600">
                <a:moveTo>
                  <a:pt x="20387" y="10909"/>
                </a:moveTo>
                <a:lnTo>
                  <a:pt x="20872" y="10909"/>
                </a:lnTo>
                <a:lnTo>
                  <a:pt x="21600" y="10255"/>
                </a:lnTo>
                <a:lnTo>
                  <a:pt x="21600" y="7200"/>
                </a:lnTo>
                <a:lnTo>
                  <a:pt x="20872" y="6764"/>
                </a:lnTo>
                <a:lnTo>
                  <a:pt x="11649" y="436"/>
                </a:lnTo>
                <a:lnTo>
                  <a:pt x="10679" y="0"/>
                </a:lnTo>
                <a:lnTo>
                  <a:pt x="10193" y="436"/>
                </a:lnTo>
                <a:lnTo>
                  <a:pt x="485" y="6764"/>
                </a:lnTo>
                <a:lnTo>
                  <a:pt x="0" y="7200"/>
                </a:lnTo>
                <a:lnTo>
                  <a:pt x="0" y="10255"/>
                </a:lnTo>
                <a:lnTo>
                  <a:pt x="243" y="10691"/>
                </a:lnTo>
                <a:lnTo>
                  <a:pt x="485" y="10909"/>
                </a:lnTo>
                <a:lnTo>
                  <a:pt x="9465" y="10909"/>
                </a:lnTo>
                <a:lnTo>
                  <a:pt x="9465" y="21600"/>
                </a:lnTo>
                <a:lnTo>
                  <a:pt x="11892" y="21600"/>
                </a:lnTo>
                <a:lnTo>
                  <a:pt x="11892" y="10909"/>
                </a:lnTo>
                <a:lnTo>
                  <a:pt x="20387" y="10909"/>
                </a:lnTo>
                <a:close/>
                <a:moveTo>
                  <a:pt x="10679" y="3709"/>
                </a:moveTo>
                <a:lnTo>
                  <a:pt x="13106" y="7855"/>
                </a:lnTo>
                <a:lnTo>
                  <a:pt x="13106" y="8727"/>
                </a:lnTo>
                <a:lnTo>
                  <a:pt x="8252" y="8727"/>
                </a:lnTo>
                <a:lnTo>
                  <a:pt x="8252" y="7855"/>
                </a:lnTo>
                <a:lnTo>
                  <a:pt x="10679" y="3709"/>
                </a:lnTo>
                <a:close/>
                <a:moveTo>
                  <a:pt x="19173" y="8727"/>
                </a:moveTo>
                <a:lnTo>
                  <a:pt x="15533" y="8727"/>
                </a:lnTo>
                <a:lnTo>
                  <a:pt x="15533" y="7200"/>
                </a:lnTo>
                <a:lnTo>
                  <a:pt x="14076" y="4582"/>
                </a:lnTo>
                <a:lnTo>
                  <a:pt x="19173" y="8073"/>
                </a:lnTo>
                <a:lnTo>
                  <a:pt x="19173" y="8727"/>
                </a:lnTo>
                <a:close/>
                <a:moveTo>
                  <a:pt x="2427" y="8073"/>
                </a:moveTo>
                <a:lnTo>
                  <a:pt x="7524" y="4582"/>
                </a:lnTo>
                <a:lnTo>
                  <a:pt x="6310" y="7200"/>
                </a:lnTo>
                <a:lnTo>
                  <a:pt x="5825" y="7636"/>
                </a:lnTo>
                <a:lnTo>
                  <a:pt x="5825" y="8727"/>
                </a:lnTo>
                <a:lnTo>
                  <a:pt x="2427" y="8727"/>
                </a:lnTo>
                <a:lnTo>
                  <a:pt x="2427" y="8073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p51"/>
          <p:cNvSpPr/>
          <p:nvPr/>
        </p:nvSpPr>
        <p:spPr>
          <a:xfrm>
            <a:off x="6506634" y="9114367"/>
            <a:ext cx="156654" cy="156654"/>
          </a:xfrm>
          <a:custGeom>
            <a:rect b="b" l="l" r="r" t="t"/>
            <a:pathLst>
              <a:path extrusionOk="0" h="21600" w="21600">
                <a:moveTo>
                  <a:pt x="15882" y="0"/>
                </a:moveTo>
                <a:lnTo>
                  <a:pt x="13341" y="9600"/>
                </a:lnTo>
                <a:lnTo>
                  <a:pt x="2541" y="9600"/>
                </a:lnTo>
                <a:lnTo>
                  <a:pt x="635" y="10800"/>
                </a:lnTo>
                <a:lnTo>
                  <a:pt x="0" y="11400"/>
                </a:lnTo>
                <a:lnTo>
                  <a:pt x="0" y="21600"/>
                </a:lnTo>
                <a:lnTo>
                  <a:pt x="6353" y="21600"/>
                </a:lnTo>
                <a:lnTo>
                  <a:pt x="6353" y="15600"/>
                </a:lnTo>
                <a:lnTo>
                  <a:pt x="12706" y="15600"/>
                </a:lnTo>
                <a:lnTo>
                  <a:pt x="12706" y="21600"/>
                </a:lnTo>
                <a:lnTo>
                  <a:pt x="19059" y="21600"/>
                </a:lnTo>
                <a:lnTo>
                  <a:pt x="19059" y="12600"/>
                </a:lnTo>
                <a:lnTo>
                  <a:pt x="21600" y="1800"/>
                </a:lnTo>
                <a:lnTo>
                  <a:pt x="15882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7" name="Google Shape;2377;p51"/>
          <p:cNvSpPr/>
          <p:nvPr/>
        </p:nvSpPr>
        <p:spPr>
          <a:xfrm>
            <a:off x="6235701" y="9114367"/>
            <a:ext cx="143910" cy="156654"/>
          </a:xfrm>
          <a:custGeom>
            <a:rect b="b" l="l" r="r" t="t"/>
            <a:pathLst>
              <a:path extrusionOk="0" h="21600" w="21600">
                <a:moveTo>
                  <a:pt x="18424" y="9600"/>
                </a:moveTo>
                <a:lnTo>
                  <a:pt x="8259" y="9600"/>
                </a:lnTo>
                <a:lnTo>
                  <a:pt x="6353" y="0"/>
                </a:lnTo>
                <a:lnTo>
                  <a:pt x="0" y="1800"/>
                </a:lnTo>
                <a:lnTo>
                  <a:pt x="3176" y="12600"/>
                </a:lnTo>
                <a:lnTo>
                  <a:pt x="3176" y="21600"/>
                </a:lnTo>
                <a:lnTo>
                  <a:pt x="9529" y="21600"/>
                </a:lnTo>
                <a:lnTo>
                  <a:pt x="9529" y="15600"/>
                </a:lnTo>
                <a:lnTo>
                  <a:pt x="15247" y="15600"/>
                </a:lnTo>
                <a:lnTo>
                  <a:pt x="15247" y="21600"/>
                </a:lnTo>
                <a:lnTo>
                  <a:pt x="21600" y="21600"/>
                </a:lnTo>
                <a:lnTo>
                  <a:pt x="21600" y="11400"/>
                </a:lnTo>
                <a:lnTo>
                  <a:pt x="20965" y="10800"/>
                </a:lnTo>
                <a:lnTo>
                  <a:pt x="20329" y="9600"/>
                </a:lnTo>
                <a:lnTo>
                  <a:pt x="18424" y="9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8" name="Google Shape;2378;p51"/>
          <p:cNvSpPr/>
          <p:nvPr/>
        </p:nvSpPr>
        <p:spPr>
          <a:xfrm>
            <a:off x="7391400" y="8906933"/>
            <a:ext cx="169344" cy="169344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21600" y="8640"/>
                </a:lnTo>
                <a:lnTo>
                  <a:pt x="20520" y="7020"/>
                </a:lnTo>
                <a:lnTo>
                  <a:pt x="18360" y="3240"/>
                </a:lnTo>
                <a:lnTo>
                  <a:pt x="14580" y="1080"/>
                </a:lnTo>
                <a:lnTo>
                  <a:pt x="12960" y="0"/>
                </a:lnTo>
                <a:lnTo>
                  <a:pt x="8640" y="0"/>
                </a:lnTo>
                <a:lnTo>
                  <a:pt x="7020" y="1080"/>
                </a:lnTo>
                <a:lnTo>
                  <a:pt x="3240" y="3240"/>
                </a:lnTo>
                <a:lnTo>
                  <a:pt x="540" y="7020"/>
                </a:lnTo>
                <a:lnTo>
                  <a:pt x="0" y="8640"/>
                </a:lnTo>
                <a:lnTo>
                  <a:pt x="0" y="12960"/>
                </a:lnTo>
                <a:lnTo>
                  <a:pt x="540" y="14580"/>
                </a:lnTo>
                <a:lnTo>
                  <a:pt x="3240" y="18360"/>
                </a:lnTo>
                <a:lnTo>
                  <a:pt x="7020" y="20520"/>
                </a:lnTo>
                <a:lnTo>
                  <a:pt x="8640" y="21600"/>
                </a:lnTo>
                <a:lnTo>
                  <a:pt x="12960" y="21600"/>
                </a:lnTo>
                <a:lnTo>
                  <a:pt x="14580" y="20520"/>
                </a:lnTo>
                <a:lnTo>
                  <a:pt x="18360" y="18360"/>
                </a:lnTo>
                <a:lnTo>
                  <a:pt x="20520" y="14580"/>
                </a:lnTo>
                <a:lnTo>
                  <a:pt x="21600" y="12960"/>
                </a:lnTo>
                <a:lnTo>
                  <a:pt x="21600" y="10800"/>
                </a:lnTo>
                <a:close/>
                <a:moveTo>
                  <a:pt x="5400" y="10800"/>
                </a:moveTo>
                <a:lnTo>
                  <a:pt x="5940" y="8640"/>
                </a:lnTo>
                <a:lnTo>
                  <a:pt x="7020" y="7020"/>
                </a:lnTo>
                <a:lnTo>
                  <a:pt x="8640" y="5940"/>
                </a:lnTo>
                <a:lnTo>
                  <a:pt x="10800" y="5400"/>
                </a:lnTo>
                <a:lnTo>
                  <a:pt x="12960" y="5940"/>
                </a:lnTo>
                <a:lnTo>
                  <a:pt x="14580" y="7020"/>
                </a:lnTo>
                <a:lnTo>
                  <a:pt x="15660" y="8640"/>
                </a:lnTo>
                <a:lnTo>
                  <a:pt x="16200" y="10800"/>
                </a:lnTo>
                <a:lnTo>
                  <a:pt x="15660" y="12960"/>
                </a:lnTo>
                <a:lnTo>
                  <a:pt x="14580" y="14580"/>
                </a:lnTo>
                <a:lnTo>
                  <a:pt x="12960" y="15660"/>
                </a:lnTo>
                <a:lnTo>
                  <a:pt x="10800" y="16200"/>
                </a:lnTo>
                <a:lnTo>
                  <a:pt x="8640" y="15660"/>
                </a:lnTo>
                <a:lnTo>
                  <a:pt x="7020" y="14580"/>
                </a:lnTo>
                <a:lnTo>
                  <a:pt x="5940" y="12960"/>
                </a:lnTo>
                <a:lnTo>
                  <a:pt x="5400" y="108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9" name="Google Shape;2379;p51"/>
          <p:cNvSpPr/>
          <p:nvPr/>
        </p:nvSpPr>
        <p:spPr>
          <a:xfrm>
            <a:off x="7260167" y="8830733"/>
            <a:ext cx="431784" cy="245538"/>
          </a:xfrm>
          <a:custGeom>
            <a:rect b="b" l="l" r="r" t="t"/>
            <a:pathLst>
              <a:path extrusionOk="0" h="21600" w="21600">
                <a:moveTo>
                  <a:pt x="1984" y="21600"/>
                </a:moveTo>
                <a:lnTo>
                  <a:pt x="5290" y="21600"/>
                </a:lnTo>
                <a:lnTo>
                  <a:pt x="5290" y="10617"/>
                </a:lnTo>
                <a:lnTo>
                  <a:pt x="5951" y="8786"/>
                </a:lnTo>
                <a:lnTo>
                  <a:pt x="6171" y="7688"/>
                </a:lnTo>
                <a:lnTo>
                  <a:pt x="7053" y="6224"/>
                </a:lnTo>
                <a:lnTo>
                  <a:pt x="7714" y="4759"/>
                </a:lnTo>
                <a:lnTo>
                  <a:pt x="8596" y="4393"/>
                </a:lnTo>
                <a:lnTo>
                  <a:pt x="9698" y="3295"/>
                </a:lnTo>
                <a:lnTo>
                  <a:pt x="11902" y="3295"/>
                </a:lnTo>
                <a:lnTo>
                  <a:pt x="13004" y="4393"/>
                </a:lnTo>
                <a:lnTo>
                  <a:pt x="13886" y="4759"/>
                </a:lnTo>
                <a:lnTo>
                  <a:pt x="14547" y="6224"/>
                </a:lnTo>
                <a:lnTo>
                  <a:pt x="15429" y="7688"/>
                </a:lnTo>
                <a:lnTo>
                  <a:pt x="15649" y="8786"/>
                </a:lnTo>
                <a:lnTo>
                  <a:pt x="16310" y="10617"/>
                </a:lnTo>
                <a:lnTo>
                  <a:pt x="16310" y="21600"/>
                </a:lnTo>
                <a:lnTo>
                  <a:pt x="19396" y="21600"/>
                </a:lnTo>
                <a:lnTo>
                  <a:pt x="20278" y="20868"/>
                </a:lnTo>
                <a:lnTo>
                  <a:pt x="21159" y="20502"/>
                </a:lnTo>
                <a:lnTo>
                  <a:pt x="21380" y="19403"/>
                </a:lnTo>
                <a:lnTo>
                  <a:pt x="21600" y="17939"/>
                </a:lnTo>
                <a:lnTo>
                  <a:pt x="21600" y="14278"/>
                </a:lnTo>
                <a:lnTo>
                  <a:pt x="21380" y="12814"/>
                </a:lnTo>
                <a:lnTo>
                  <a:pt x="21159" y="11715"/>
                </a:lnTo>
                <a:lnTo>
                  <a:pt x="20278" y="10983"/>
                </a:lnTo>
                <a:lnTo>
                  <a:pt x="19396" y="10617"/>
                </a:lnTo>
                <a:lnTo>
                  <a:pt x="18294" y="10617"/>
                </a:lnTo>
                <a:lnTo>
                  <a:pt x="18073" y="8420"/>
                </a:lnTo>
                <a:lnTo>
                  <a:pt x="17633" y="6590"/>
                </a:lnTo>
                <a:lnTo>
                  <a:pt x="16751" y="4393"/>
                </a:lnTo>
                <a:lnTo>
                  <a:pt x="14547" y="1464"/>
                </a:lnTo>
                <a:lnTo>
                  <a:pt x="13445" y="732"/>
                </a:lnTo>
                <a:lnTo>
                  <a:pt x="12122" y="0"/>
                </a:lnTo>
                <a:lnTo>
                  <a:pt x="9478" y="0"/>
                </a:lnTo>
                <a:lnTo>
                  <a:pt x="8155" y="732"/>
                </a:lnTo>
                <a:lnTo>
                  <a:pt x="7053" y="1464"/>
                </a:lnTo>
                <a:lnTo>
                  <a:pt x="4849" y="4393"/>
                </a:lnTo>
                <a:lnTo>
                  <a:pt x="3967" y="6590"/>
                </a:lnTo>
                <a:lnTo>
                  <a:pt x="3527" y="8420"/>
                </a:lnTo>
                <a:lnTo>
                  <a:pt x="3086" y="10617"/>
                </a:lnTo>
                <a:lnTo>
                  <a:pt x="1984" y="10617"/>
                </a:lnTo>
                <a:lnTo>
                  <a:pt x="1322" y="10983"/>
                </a:lnTo>
                <a:lnTo>
                  <a:pt x="441" y="11715"/>
                </a:lnTo>
                <a:lnTo>
                  <a:pt x="220" y="12814"/>
                </a:lnTo>
                <a:lnTo>
                  <a:pt x="0" y="14278"/>
                </a:lnTo>
                <a:lnTo>
                  <a:pt x="0" y="17939"/>
                </a:lnTo>
                <a:lnTo>
                  <a:pt x="220" y="19403"/>
                </a:lnTo>
                <a:lnTo>
                  <a:pt x="441" y="20502"/>
                </a:lnTo>
                <a:lnTo>
                  <a:pt x="1322" y="20868"/>
                </a:lnTo>
                <a:lnTo>
                  <a:pt x="1984" y="21600"/>
                </a:lnTo>
                <a:close/>
                <a:moveTo>
                  <a:pt x="19396" y="17939"/>
                </a:moveTo>
                <a:lnTo>
                  <a:pt x="18294" y="17939"/>
                </a:lnTo>
                <a:lnTo>
                  <a:pt x="18294" y="14278"/>
                </a:lnTo>
                <a:lnTo>
                  <a:pt x="19396" y="14278"/>
                </a:lnTo>
                <a:lnTo>
                  <a:pt x="19396" y="17939"/>
                </a:lnTo>
                <a:close/>
                <a:moveTo>
                  <a:pt x="1984" y="14278"/>
                </a:moveTo>
                <a:lnTo>
                  <a:pt x="3086" y="14278"/>
                </a:lnTo>
                <a:lnTo>
                  <a:pt x="3086" y="17939"/>
                </a:lnTo>
                <a:lnTo>
                  <a:pt x="1984" y="17939"/>
                </a:lnTo>
                <a:lnTo>
                  <a:pt x="1984" y="1427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0" name="Google Shape;2380;p51"/>
          <p:cNvSpPr/>
          <p:nvPr/>
        </p:nvSpPr>
        <p:spPr>
          <a:xfrm>
            <a:off x="7353301" y="9101666"/>
            <a:ext cx="245538" cy="8046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4243" y="21600"/>
                </a:lnTo>
                <a:lnTo>
                  <a:pt x="6943" y="13642"/>
                </a:lnTo>
                <a:lnTo>
                  <a:pt x="10800" y="11368"/>
                </a:lnTo>
                <a:lnTo>
                  <a:pt x="14657" y="13642"/>
                </a:lnTo>
                <a:lnTo>
                  <a:pt x="17357" y="21600"/>
                </a:lnTo>
                <a:lnTo>
                  <a:pt x="21600" y="21600"/>
                </a:lnTo>
                <a:lnTo>
                  <a:pt x="19671" y="13642"/>
                </a:lnTo>
                <a:lnTo>
                  <a:pt x="17357" y="6821"/>
                </a:lnTo>
                <a:lnTo>
                  <a:pt x="14271" y="1137"/>
                </a:lnTo>
                <a:lnTo>
                  <a:pt x="12729" y="0"/>
                </a:lnTo>
                <a:lnTo>
                  <a:pt x="8871" y="0"/>
                </a:lnTo>
                <a:lnTo>
                  <a:pt x="7329" y="1137"/>
                </a:lnTo>
                <a:lnTo>
                  <a:pt x="4243" y="6821"/>
                </a:lnTo>
                <a:lnTo>
                  <a:pt x="1929" y="13642"/>
                </a:lnTo>
                <a:lnTo>
                  <a:pt x="0" y="21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1" name="Google Shape;2381;p51"/>
          <p:cNvSpPr/>
          <p:nvPr/>
        </p:nvSpPr>
        <p:spPr>
          <a:xfrm>
            <a:off x="7222066" y="9207500"/>
            <a:ext cx="507978" cy="101628"/>
          </a:xfrm>
          <a:custGeom>
            <a:rect b="b" l="l" r="r" t="t"/>
            <a:pathLst>
              <a:path extrusionOk="0" h="21600" w="21600">
                <a:moveTo>
                  <a:pt x="20685" y="12960"/>
                </a:moveTo>
                <a:lnTo>
                  <a:pt x="20685" y="2592"/>
                </a:lnTo>
                <a:lnTo>
                  <a:pt x="20502" y="1728"/>
                </a:lnTo>
                <a:lnTo>
                  <a:pt x="20319" y="0"/>
                </a:lnTo>
                <a:lnTo>
                  <a:pt x="12081" y="0"/>
                </a:lnTo>
                <a:lnTo>
                  <a:pt x="11898" y="1728"/>
                </a:lnTo>
                <a:lnTo>
                  <a:pt x="11715" y="2592"/>
                </a:lnTo>
                <a:lnTo>
                  <a:pt x="11715" y="12960"/>
                </a:lnTo>
                <a:lnTo>
                  <a:pt x="9885" y="12960"/>
                </a:lnTo>
                <a:lnTo>
                  <a:pt x="9885" y="2592"/>
                </a:lnTo>
                <a:lnTo>
                  <a:pt x="9702" y="1728"/>
                </a:lnTo>
                <a:lnTo>
                  <a:pt x="9519" y="0"/>
                </a:lnTo>
                <a:lnTo>
                  <a:pt x="1281" y="0"/>
                </a:lnTo>
                <a:lnTo>
                  <a:pt x="1098" y="1728"/>
                </a:lnTo>
                <a:lnTo>
                  <a:pt x="915" y="2592"/>
                </a:lnTo>
                <a:lnTo>
                  <a:pt x="915" y="12960"/>
                </a:lnTo>
                <a:lnTo>
                  <a:pt x="0" y="1296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2960"/>
                </a:lnTo>
                <a:lnTo>
                  <a:pt x="20685" y="12960"/>
                </a:lnTo>
                <a:close/>
                <a:moveTo>
                  <a:pt x="2746" y="12960"/>
                </a:moveTo>
                <a:lnTo>
                  <a:pt x="2746" y="8640"/>
                </a:lnTo>
                <a:lnTo>
                  <a:pt x="8054" y="8640"/>
                </a:lnTo>
                <a:lnTo>
                  <a:pt x="8054" y="12960"/>
                </a:lnTo>
                <a:lnTo>
                  <a:pt x="2746" y="12960"/>
                </a:lnTo>
                <a:close/>
                <a:moveTo>
                  <a:pt x="13546" y="12960"/>
                </a:moveTo>
                <a:lnTo>
                  <a:pt x="13546" y="8640"/>
                </a:lnTo>
                <a:lnTo>
                  <a:pt x="18854" y="8640"/>
                </a:lnTo>
                <a:lnTo>
                  <a:pt x="18854" y="12960"/>
                </a:lnTo>
                <a:lnTo>
                  <a:pt x="13546" y="1296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2" name="Google Shape;2382;p51"/>
          <p:cNvSpPr/>
          <p:nvPr/>
        </p:nvSpPr>
        <p:spPr>
          <a:xfrm>
            <a:off x="5211234" y="8843434"/>
            <a:ext cx="427572" cy="427572"/>
          </a:xfrm>
          <a:custGeom>
            <a:rect b="b" l="l" r="r" t="t"/>
            <a:pathLst>
              <a:path extrusionOk="0" h="21600" w="21600">
                <a:moveTo>
                  <a:pt x="21600" y="7636"/>
                </a:moveTo>
                <a:lnTo>
                  <a:pt x="21600" y="5455"/>
                </a:lnTo>
                <a:lnTo>
                  <a:pt x="21164" y="5018"/>
                </a:lnTo>
                <a:lnTo>
                  <a:pt x="20945" y="4364"/>
                </a:lnTo>
                <a:lnTo>
                  <a:pt x="11345" y="0"/>
                </a:lnTo>
                <a:lnTo>
                  <a:pt x="10255" y="0"/>
                </a:lnTo>
                <a:lnTo>
                  <a:pt x="436" y="4364"/>
                </a:lnTo>
                <a:lnTo>
                  <a:pt x="218" y="5018"/>
                </a:lnTo>
                <a:lnTo>
                  <a:pt x="0" y="5455"/>
                </a:lnTo>
                <a:lnTo>
                  <a:pt x="0" y="8073"/>
                </a:lnTo>
                <a:lnTo>
                  <a:pt x="218" y="8509"/>
                </a:lnTo>
                <a:lnTo>
                  <a:pt x="436" y="8727"/>
                </a:lnTo>
                <a:lnTo>
                  <a:pt x="9600" y="8727"/>
                </a:lnTo>
                <a:lnTo>
                  <a:pt x="9600" y="19418"/>
                </a:lnTo>
                <a:lnTo>
                  <a:pt x="0" y="19418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9418"/>
                </a:lnTo>
                <a:lnTo>
                  <a:pt x="11782" y="19418"/>
                </a:lnTo>
                <a:lnTo>
                  <a:pt x="11782" y="8727"/>
                </a:lnTo>
                <a:lnTo>
                  <a:pt x="20945" y="8727"/>
                </a:lnTo>
                <a:lnTo>
                  <a:pt x="21600" y="8073"/>
                </a:lnTo>
                <a:lnTo>
                  <a:pt x="21600" y="7636"/>
                </a:lnTo>
                <a:close/>
                <a:moveTo>
                  <a:pt x="2182" y="6327"/>
                </a:moveTo>
                <a:lnTo>
                  <a:pt x="7855" y="3709"/>
                </a:lnTo>
                <a:lnTo>
                  <a:pt x="5891" y="6545"/>
                </a:lnTo>
                <a:lnTo>
                  <a:pt x="2182" y="6545"/>
                </a:lnTo>
                <a:lnTo>
                  <a:pt x="2182" y="6327"/>
                </a:lnTo>
                <a:close/>
                <a:moveTo>
                  <a:pt x="8291" y="6545"/>
                </a:moveTo>
                <a:lnTo>
                  <a:pt x="10691" y="3055"/>
                </a:lnTo>
                <a:lnTo>
                  <a:pt x="13091" y="6545"/>
                </a:lnTo>
                <a:lnTo>
                  <a:pt x="8291" y="6545"/>
                </a:lnTo>
                <a:close/>
                <a:moveTo>
                  <a:pt x="19418" y="6545"/>
                </a:moveTo>
                <a:lnTo>
                  <a:pt x="15709" y="6545"/>
                </a:lnTo>
                <a:lnTo>
                  <a:pt x="13745" y="3709"/>
                </a:lnTo>
                <a:lnTo>
                  <a:pt x="19418" y="6327"/>
                </a:lnTo>
                <a:lnTo>
                  <a:pt x="19418" y="6545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3" name="Google Shape;2383;p51"/>
          <p:cNvSpPr/>
          <p:nvPr/>
        </p:nvSpPr>
        <p:spPr>
          <a:xfrm>
            <a:off x="5482168" y="9101666"/>
            <a:ext cx="131220" cy="105840"/>
          </a:xfrm>
          <a:custGeom>
            <a:rect b="b" l="l" r="r" t="t"/>
            <a:pathLst>
              <a:path extrusionOk="0" h="21600" w="21600">
                <a:moveTo>
                  <a:pt x="3600" y="0"/>
                </a:moveTo>
                <a:lnTo>
                  <a:pt x="2160" y="0"/>
                </a:lnTo>
                <a:lnTo>
                  <a:pt x="720" y="900"/>
                </a:lnTo>
                <a:lnTo>
                  <a:pt x="0" y="1800"/>
                </a:lnTo>
                <a:lnTo>
                  <a:pt x="0" y="9000"/>
                </a:lnTo>
                <a:lnTo>
                  <a:pt x="720" y="14400"/>
                </a:lnTo>
                <a:lnTo>
                  <a:pt x="2880" y="18900"/>
                </a:lnTo>
                <a:lnTo>
                  <a:pt x="6480" y="20700"/>
                </a:lnTo>
                <a:lnTo>
                  <a:pt x="10800" y="21600"/>
                </a:lnTo>
                <a:lnTo>
                  <a:pt x="15120" y="20700"/>
                </a:lnTo>
                <a:lnTo>
                  <a:pt x="18720" y="18900"/>
                </a:lnTo>
                <a:lnTo>
                  <a:pt x="20880" y="14400"/>
                </a:lnTo>
                <a:lnTo>
                  <a:pt x="21600" y="9000"/>
                </a:lnTo>
                <a:lnTo>
                  <a:pt x="21600" y="1800"/>
                </a:lnTo>
                <a:lnTo>
                  <a:pt x="20880" y="900"/>
                </a:lnTo>
                <a:lnTo>
                  <a:pt x="19440" y="0"/>
                </a:lnTo>
                <a:lnTo>
                  <a:pt x="3600" y="0"/>
                </a:lnTo>
                <a:close/>
                <a:moveTo>
                  <a:pt x="10800" y="12600"/>
                </a:moveTo>
                <a:lnTo>
                  <a:pt x="8640" y="12600"/>
                </a:lnTo>
                <a:lnTo>
                  <a:pt x="7200" y="10800"/>
                </a:lnTo>
                <a:lnTo>
                  <a:pt x="7200" y="9000"/>
                </a:lnTo>
                <a:lnTo>
                  <a:pt x="14400" y="9000"/>
                </a:lnTo>
                <a:lnTo>
                  <a:pt x="14400" y="10800"/>
                </a:lnTo>
                <a:lnTo>
                  <a:pt x="13680" y="11700"/>
                </a:lnTo>
                <a:lnTo>
                  <a:pt x="10800" y="12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4" name="Google Shape;2384;p51"/>
          <p:cNvSpPr/>
          <p:nvPr/>
        </p:nvSpPr>
        <p:spPr>
          <a:xfrm>
            <a:off x="5236634" y="9101666"/>
            <a:ext cx="127008" cy="105840"/>
          </a:xfrm>
          <a:custGeom>
            <a:rect b="b" l="l" r="r" t="t"/>
            <a:pathLst>
              <a:path extrusionOk="0" h="21600" w="21600">
                <a:moveTo>
                  <a:pt x="10800" y="21600"/>
                </a:moveTo>
                <a:lnTo>
                  <a:pt x="15120" y="20700"/>
                </a:lnTo>
                <a:lnTo>
                  <a:pt x="18720" y="18900"/>
                </a:lnTo>
                <a:lnTo>
                  <a:pt x="20160" y="14400"/>
                </a:lnTo>
                <a:lnTo>
                  <a:pt x="21600" y="9000"/>
                </a:lnTo>
                <a:lnTo>
                  <a:pt x="21600" y="1800"/>
                </a:lnTo>
                <a:lnTo>
                  <a:pt x="20160" y="900"/>
                </a:lnTo>
                <a:lnTo>
                  <a:pt x="19440" y="0"/>
                </a:lnTo>
                <a:lnTo>
                  <a:pt x="1440" y="0"/>
                </a:lnTo>
                <a:lnTo>
                  <a:pt x="0" y="1800"/>
                </a:lnTo>
                <a:lnTo>
                  <a:pt x="0" y="9000"/>
                </a:lnTo>
                <a:lnTo>
                  <a:pt x="720" y="14400"/>
                </a:lnTo>
                <a:lnTo>
                  <a:pt x="2880" y="18900"/>
                </a:lnTo>
                <a:lnTo>
                  <a:pt x="6480" y="20700"/>
                </a:lnTo>
                <a:lnTo>
                  <a:pt x="10800" y="21600"/>
                </a:lnTo>
                <a:close/>
                <a:moveTo>
                  <a:pt x="7200" y="9000"/>
                </a:moveTo>
                <a:lnTo>
                  <a:pt x="14400" y="9000"/>
                </a:lnTo>
                <a:lnTo>
                  <a:pt x="14400" y="10800"/>
                </a:lnTo>
                <a:lnTo>
                  <a:pt x="12960" y="11700"/>
                </a:lnTo>
                <a:lnTo>
                  <a:pt x="12240" y="12600"/>
                </a:lnTo>
                <a:lnTo>
                  <a:pt x="8640" y="12600"/>
                </a:lnTo>
                <a:lnTo>
                  <a:pt x="7200" y="10800"/>
                </a:lnTo>
                <a:lnTo>
                  <a:pt x="7200" y="90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5" name="Google Shape;2385;p51"/>
          <p:cNvSpPr/>
          <p:nvPr/>
        </p:nvSpPr>
        <p:spPr>
          <a:xfrm>
            <a:off x="8458200" y="8932333"/>
            <a:ext cx="63504" cy="67716"/>
          </a:xfrm>
          <a:custGeom>
            <a:rect b="b" l="l" r="r" t="t"/>
            <a:pathLst>
              <a:path extrusionOk="0" h="21600" w="21600">
                <a:moveTo>
                  <a:pt x="21600" y="11520"/>
                </a:moveTo>
                <a:lnTo>
                  <a:pt x="21600" y="7200"/>
                </a:lnTo>
                <a:lnTo>
                  <a:pt x="17280" y="4320"/>
                </a:lnTo>
                <a:lnTo>
                  <a:pt x="14400" y="0"/>
                </a:lnTo>
                <a:lnTo>
                  <a:pt x="7200" y="0"/>
                </a:lnTo>
                <a:lnTo>
                  <a:pt x="0" y="7200"/>
                </a:lnTo>
                <a:lnTo>
                  <a:pt x="0" y="14400"/>
                </a:lnTo>
                <a:lnTo>
                  <a:pt x="2880" y="18720"/>
                </a:lnTo>
                <a:lnTo>
                  <a:pt x="7200" y="21600"/>
                </a:lnTo>
                <a:lnTo>
                  <a:pt x="14400" y="21600"/>
                </a:lnTo>
                <a:lnTo>
                  <a:pt x="21600" y="14400"/>
                </a:lnTo>
                <a:lnTo>
                  <a:pt x="21600" y="1152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6" name="Google Shape;2386;p51"/>
          <p:cNvSpPr/>
          <p:nvPr/>
        </p:nvSpPr>
        <p:spPr>
          <a:xfrm>
            <a:off x="8301568" y="8843434"/>
            <a:ext cx="376758" cy="427572"/>
          </a:xfrm>
          <a:custGeom>
            <a:rect b="b" l="l" r="r" t="t"/>
            <a:pathLst>
              <a:path extrusionOk="0" h="21600" w="21600">
                <a:moveTo>
                  <a:pt x="14485" y="10909"/>
                </a:moveTo>
                <a:lnTo>
                  <a:pt x="21346" y="4582"/>
                </a:lnTo>
                <a:lnTo>
                  <a:pt x="21600" y="4364"/>
                </a:lnTo>
                <a:lnTo>
                  <a:pt x="21600" y="3709"/>
                </a:lnTo>
                <a:lnTo>
                  <a:pt x="21346" y="3273"/>
                </a:lnTo>
                <a:lnTo>
                  <a:pt x="19567" y="1964"/>
                </a:lnTo>
                <a:lnTo>
                  <a:pt x="17280" y="873"/>
                </a:lnTo>
                <a:lnTo>
                  <a:pt x="15247" y="436"/>
                </a:lnTo>
                <a:lnTo>
                  <a:pt x="12706" y="0"/>
                </a:lnTo>
                <a:lnTo>
                  <a:pt x="7624" y="873"/>
                </a:lnTo>
                <a:lnTo>
                  <a:pt x="5845" y="1964"/>
                </a:lnTo>
                <a:lnTo>
                  <a:pt x="3812" y="3273"/>
                </a:lnTo>
                <a:lnTo>
                  <a:pt x="2287" y="5018"/>
                </a:lnTo>
                <a:lnTo>
                  <a:pt x="1016" y="6545"/>
                </a:lnTo>
                <a:lnTo>
                  <a:pt x="0" y="10909"/>
                </a:lnTo>
                <a:lnTo>
                  <a:pt x="1016" y="15273"/>
                </a:lnTo>
                <a:lnTo>
                  <a:pt x="2287" y="16800"/>
                </a:lnTo>
                <a:lnTo>
                  <a:pt x="3812" y="18327"/>
                </a:lnTo>
                <a:lnTo>
                  <a:pt x="5845" y="19636"/>
                </a:lnTo>
                <a:lnTo>
                  <a:pt x="7624" y="20727"/>
                </a:lnTo>
                <a:lnTo>
                  <a:pt x="10165" y="21382"/>
                </a:lnTo>
                <a:lnTo>
                  <a:pt x="12706" y="21600"/>
                </a:lnTo>
                <a:lnTo>
                  <a:pt x="15247" y="21382"/>
                </a:lnTo>
                <a:lnTo>
                  <a:pt x="17280" y="20727"/>
                </a:lnTo>
                <a:lnTo>
                  <a:pt x="19567" y="19636"/>
                </a:lnTo>
                <a:lnTo>
                  <a:pt x="21346" y="18327"/>
                </a:lnTo>
                <a:lnTo>
                  <a:pt x="21600" y="18109"/>
                </a:lnTo>
                <a:lnTo>
                  <a:pt x="21600" y="17236"/>
                </a:lnTo>
                <a:lnTo>
                  <a:pt x="21346" y="17018"/>
                </a:lnTo>
                <a:lnTo>
                  <a:pt x="14485" y="10909"/>
                </a:lnTo>
                <a:close/>
                <a:moveTo>
                  <a:pt x="12706" y="19418"/>
                </a:moveTo>
                <a:lnTo>
                  <a:pt x="10673" y="19200"/>
                </a:lnTo>
                <a:lnTo>
                  <a:pt x="8894" y="18764"/>
                </a:lnTo>
                <a:lnTo>
                  <a:pt x="6861" y="18109"/>
                </a:lnTo>
                <a:lnTo>
                  <a:pt x="5336" y="17018"/>
                </a:lnTo>
                <a:lnTo>
                  <a:pt x="4066" y="15709"/>
                </a:lnTo>
                <a:lnTo>
                  <a:pt x="3558" y="14182"/>
                </a:lnTo>
                <a:lnTo>
                  <a:pt x="2795" y="12436"/>
                </a:lnTo>
                <a:lnTo>
                  <a:pt x="2541" y="10909"/>
                </a:lnTo>
                <a:lnTo>
                  <a:pt x="2795" y="9164"/>
                </a:lnTo>
                <a:lnTo>
                  <a:pt x="3558" y="7636"/>
                </a:lnTo>
                <a:lnTo>
                  <a:pt x="4066" y="6109"/>
                </a:lnTo>
                <a:lnTo>
                  <a:pt x="5336" y="4582"/>
                </a:lnTo>
                <a:lnTo>
                  <a:pt x="6861" y="3709"/>
                </a:lnTo>
                <a:lnTo>
                  <a:pt x="8894" y="3055"/>
                </a:lnTo>
                <a:lnTo>
                  <a:pt x="10673" y="2618"/>
                </a:lnTo>
                <a:lnTo>
                  <a:pt x="12706" y="2182"/>
                </a:lnTo>
                <a:lnTo>
                  <a:pt x="14231" y="2182"/>
                </a:lnTo>
                <a:lnTo>
                  <a:pt x="15755" y="2836"/>
                </a:lnTo>
                <a:lnTo>
                  <a:pt x="17280" y="3273"/>
                </a:lnTo>
                <a:lnTo>
                  <a:pt x="18805" y="4145"/>
                </a:lnTo>
                <a:lnTo>
                  <a:pt x="11689" y="10036"/>
                </a:lnTo>
                <a:lnTo>
                  <a:pt x="11435" y="10255"/>
                </a:lnTo>
                <a:lnTo>
                  <a:pt x="11435" y="11345"/>
                </a:lnTo>
                <a:lnTo>
                  <a:pt x="18805" y="17673"/>
                </a:lnTo>
                <a:lnTo>
                  <a:pt x="15755" y="18982"/>
                </a:lnTo>
                <a:lnTo>
                  <a:pt x="14231" y="19418"/>
                </a:lnTo>
                <a:lnTo>
                  <a:pt x="12706" y="1941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p51"/>
          <p:cNvSpPr/>
          <p:nvPr/>
        </p:nvSpPr>
        <p:spPr>
          <a:xfrm>
            <a:off x="10350500" y="8830733"/>
            <a:ext cx="393714" cy="465642"/>
          </a:xfrm>
          <a:custGeom>
            <a:rect b="b" l="l" r="r" t="t"/>
            <a:pathLst>
              <a:path extrusionOk="0" h="21600" w="21600">
                <a:moveTo>
                  <a:pt x="19173" y="0"/>
                </a:moveTo>
                <a:lnTo>
                  <a:pt x="2427" y="0"/>
                </a:lnTo>
                <a:lnTo>
                  <a:pt x="485" y="400"/>
                </a:lnTo>
                <a:lnTo>
                  <a:pt x="243" y="1200"/>
                </a:lnTo>
                <a:lnTo>
                  <a:pt x="0" y="1800"/>
                </a:lnTo>
                <a:lnTo>
                  <a:pt x="0" y="19600"/>
                </a:lnTo>
                <a:lnTo>
                  <a:pt x="485" y="21200"/>
                </a:lnTo>
                <a:lnTo>
                  <a:pt x="2427" y="21600"/>
                </a:lnTo>
                <a:lnTo>
                  <a:pt x="16746" y="21600"/>
                </a:lnTo>
                <a:lnTo>
                  <a:pt x="17960" y="21200"/>
                </a:lnTo>
                <a:lnTo>
                  <a:pt x="18930" y="20800"/>
                </a:lnTo>
                <a:lnTo>
                  <a:pt x="20629" y="19400"/>
                </a:lnTo>
                <a:lnTo>
                  <a:pt x="20872" y="18600"/>
                </a:lnTo>
                <a:lnTo>
                  <a:pt x="21600" y="17600"/>
                </a:lnTo>
                <a:lnTo>
                  <a:pt x="21600" y="1800"/>
                </a:lnTo>
                <a:lnTo>
                  <a:pt x="21115" y="1200"/>
                </a:lnTo>
                <a:lnTo>
                  <a:pt x="20872" y="400"/>
                </a:lnTo>
                <a:lnTo>
                  <a:pt x="20144" y="200"/>
                </a:lnTo>
                <a:lnTo>
                  <a:pt x="19173" y="0"/>
                </a:lnTo>
                <a:close/>
                <a:moveTo>
                  <a:pt x="15533" y="19600"/>
                </a:moveTo>
                <a:lnTo>
                  <a:pt x="2427" y="19600"/>
                </a:lnTo>
                <a:lnTo>
                  <a:pt x="2427" y="1800"/>
                </a:lnTo>
                <a:lnTo>
                  <a:pt x="19173" y="1800"/>
                </a:lnTo>
                <a:lnTo>
                  <a:pt x="19173" y="16600"/>
                </a:lnTo>
                <a:lnTo>
                  <a:pt x="18930" y="18000"/>
                </a:lnTo>
                <a:lnTo>
                  <a:pt x="17960" y="18600"/>
                </a:lnTo>
                <a:lnTo>
                  <a:pt x="16989" y="19400"/>
                </a:lnTo>
                <a:lnTo>
                  <a:pt x="15533" y="196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8" name="Google Shape;2388;p51"/>
          <p:cNvSpPr/>
          <p:nvPr/>
        </p:nvSpPr>
        <p:spPr>
          <a:xfrm>
            <a:off x="10418234" y="9101666"/>
            <a:ext cx="131220" cy="131220"/>
          </a:xfrm>
          <a:custGeom>
            <a:rect b="b" l="l" r="r" t="t"/>
            <a:pathLst>
              <a:path extrusionOk="0" h="21600" w="21600">
                <a:moveTo>
                  <a:pt x="14152" y="0"/>
                </a:moveTo>
                <a:lnTo>
                  <a:pt x="7448" y="0"/>
                </a:lnTo>
                <a:lnTo>
                  <a:pt x="7448" y="7448"/>
                </a:lnTo>
                <a:lnTo>
                  <a:pt x="0" y="7448"/>
                </a:lnTo>
                <a:lnTo>
                  <a:pt x="0" y="14152"/>
                </a:lnTo>
                <a:lnTo>
                  <a:pt x="7448" y="14152"/>
                </a:lnTo>
                <a:lnTo>
                  <a:pt x="7448" y="21600"/>
                </a:lnTo>
                <a:lnTo>
                  <a:pt x="14152" y="21600"/>
                </a:lnTo>
                <a:lnTo>
                  <a:pt x="14152" y="14152"/>
                </a:lnTo>
                <a:lnTo>
                  <a:pt x="21600" y="14152"/>
                </a:lnTo>
                <a:lnTo>
                  <a:pt x="21600" y="7448"/>
                </a:lnTo>
                <a:lnTo>
                  <a:pt x="14152" y="7448"/>
                </a:lnTo>
                <a:lnTo>
                  <a:pt x="14152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9" name="Google Shape;2389;p51"/>
          <p:cNvSpPr/>
          <p:nvPr/>
        </p:nvSpPr>
        <p:spPr>
          <a:xfrm>
            <a:off x="10638367" y="9127066"/>
            <a:ext cx="38124" cy="42336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2160" y="2400"/>
                </a:lnTo>
                <a:lnTo>
                  <a:pt x="0" y="4800"/>
                </a:lnTo>
                <a:lnTo>
                  <a:pt x="0" y="16800"/>
                </a:lnTo>
                <a:lnTo>
                  <a:pt x="2160" y="19200"/>
                </a:lnTo>
                <a:lnTo>
                  <a:pt x="6480" y="21600"/>
                </a:lnTo>
                <a:lnTo>
                  <a:pt x="15120" y="21600"/>
                </a:lnTo>
                <a:lnTo>
                  <a:pt x="19440" y="19200"/>
                </a:lnTo>
                <a:lnTo>
                  <a:pt x="21600" y="16800"/>
                </a:lnTo>
                <a:lnTo>
                  <a:pt x="21600" y="4800"/>
                </a:lnTo>
                <a:lnTo>
                  <a:pt x="19440" y="2400"/>
                </a:lnTo>
                <a:lnTo>
                  <a:pt x="1512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0" name="Google Shape;2390;p51"/>
          <p:cNvSpPr/>
          <p:nvPr/>
        </p:nvSpPr>
        <p:spPr>
          <a:xfrm>
            <a:off x="10587567" y="9169400"/>
            <a:ext cx="50814" cy="3812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0"/>
                </a:lnTo>
                <a:lnTo>
                  <a:pt x="0" y="6480"/>
                </a:lnTo>
                <a:lnTo>
                  <a:pt x="0" y="17280"/>
                </a:lnTo>
                <a:lnTo>
                  <a:pt x="2160" y="19440"/>
                </a:lnTo>
                <a:lnTo>
                  <a:pt x="6480" y="21600"/>
                </a:lnTo>
                <a:lnTo>
                  <a:pt x="17280" y="21600"/>
                </a:lnTo>
                <a:lnTo>
                  <a:pt x="21600" y="17280"/>
                </a:lnTo>
                <a:lnTo>
                  <a:pt x="21600" y="6480"/>
                </a:lnTo>
                <a:lnTo>
                  <a:pt x="19440" y="4320"/>
                </a:lnTo>
                <a:lnTo>
                  <a:pt x="17280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1" name="Google Shape;2391;p51"/>
          <p:cNvSpPr/>
          <p:nvPr/>
        </p:nvSpPr>
        <p:spPr>
          <a:xfrm>
            <a:off x="10418234" y="8881533"/>
            <a:ext cx="258228" cy="194724"/>
          </a:xfrm>
          <a:custGeom>
            <a:rect b="b" l="l" r="r" t="t"/>
            <a:pathLst>
              <a:path extrusionOk="0" h="21600" w="21600">
                <a:moveTo>
                  <a:pt x="19769" y="0"/>
                </a:moveTo>
                <a:lnTo>
                  <a:pt x="732" y="0"/>
                </a:lnTo>
                <a:lnTo>
                  <a:pt x="366" y="960"/>
                </a:lnTo>
                <a:lnTo>
                  <a:pt x="0" y="1440"/>
                </a:lnTo>
                <a:lnTo>
                  <a:pt x="0" y="20160"/>
                </a:lnTo>
                <a:lnTo>
                  <a:pt x="366" y="20640"/>
                </a:lnTo>
                <a:lnTo>
                  <a:pt x="732" y="21600"/>
                </a:lnTo>
                <a:lnTo>
                  <a:pt x="20502" y="21600"/>
                </a:lnTo>
                <a:lnTo>
                  <a:pt x="21600" y="20160"/>
                </a:lnTo>
                <a:lnTo>
                  <a:pt x="21600" y="1440"/>
                </a:lnTo>
                <a:lnTo>
                  <a:pt x="20502" y="0"/>
                </a:lnTo>
                <a:lnTo>
                  <a:pt x="19769" y="0"/>
                </a:lnTo>
                <a:close/>
                <a:moveTo>
                  <a:pt x="17939" y="16800"/>
                </a:moveTo>
                <a:lnTo>
                  <a:pt x="3661" y="16800"/>
                </a:lnTo>
                <a:lnTo>
                  <a:pt x="3661" y="4800"/>
                </a:lnTo>
                <a:lnTo>
                  <a:pt x="17939" y="4800"/>
                </a:lnTo>
                <a:lnTo>
                  <a:pt x="17939" y="168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2" name="Google Shape;2392;p51"/>
          <p:cNvSpPr/>
          <p:nvPr/>
        </p:nvSpPr>
        <p:spPr>
          <a:xfrm>
            <a:off x="9419167" y="9000066"/>
            <a:ext cx="63504" cy="76194"/>
          </a:xfrm>
          <a:custGeom>
            <a:rect b="b" l="l" r="r" t="t"/>
            <a:pathLst>
              <a:path extrusionOk="0" h="21600" w="21600">
                <a:moveTo>
                  <a:pt x="144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14400" y="10800"/>
                </a:lnTo>
                <a:lnTo>
                  <a:pt x="144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3" name="Google Shape;2393;p51"/>
          <p:cNvSpPr/>
          <p:nvPr/>
        </p:nvSpPr>
        <p:spPr>
          <a:xfrm>
            <a:off x="9520767" y="9000066"/>
            <a:ext cx="63504" cy="76194"/>
          </a:xfrm>
          <a:custGeom>
            <a:rect b="b" l="l" r="r" t="t"/>
            <a:pathLst>
              <a:path extrusionOk="0" h="21600" w="21600">
                <a:moveTo>
                  <a:pt x="13886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13886" y="10800"/>
                </a:lnTo>
                <a:lnTo>
                  <a:pt x="13886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4" name="Google Shape;2394;p51"/>
          <p:cNvSpPr/>
          <p:nvPr/>
        </p:nvSpPr>
        <p:spPr>
          <a:xfrm>
            <a:off x="9326034" y="8805333"/>
            <a:ext cx="389448" cy="503766"/>
          </a:xfrm>
          <a:custGeom>
            <a:rect b="b" l="l" r="r" t="t"/>
            <a:pathLst>
              <a:path extrusionOk="0" h="21600" w="21600">
                <a:moveTo>
                  <a:pt x="10921" y="0"/>
                </a:moveTo>
                <a:lnTo>
                  <a:pt x="8737" y="183"/>
                </a:lnTo>
                <a:lnTo>
                  <a:pt x="6553" y="549"/>
                </a:lnTo>
                <a:lnTo>
                  <a:pt x="4854" y="1281"/>
                </a:lnTo>
                <a:lnTo>
                  <a:pt x="1942" y="3478"/>
                </a:lnTo>
                <a:lnTo>
                  <a:pt x="971" y="4942"/>
                </a:lnTo>
                <a:lnTo>
                  <a:pt x="243" y="6407"/>
                </a:lnTo>
                <a:lnTo>
                  <a:pt x="0" y="8054"/>
                </a:lnTo>
                <a:lnTo>
                  <a:pt x="0" y="20685"/>
                </a:lnTo>
                <a:lnTo>
                  <a:pt x="243" y="21051"/>
                </a:lnTo>
                <a:lnTo>
                  <a:pt x="728" y="21600"/>
                </a:lnTo>
                <a:lnTo>
                  <a:pt x="1456" y="21600"/>
                </a:lnTo>
                <a:lnTo>
                  <a:pt x="2184" y="21417"/>
                </a:lnTo>
                <a:lnTo>
                  <a:pt x="6067" y="18488"/>
                </a:lnTo>
                <a:lnTo>
                  <a:pt x="10193" y="21600"/>
                </a:lnTo>
                <a:lnTo>
                  <a:pt x="11407" y="21600"/>
                </a:lnTo>
                <a:lnTo>
                  <a:pt x="15533" y="18488"/>
                </a:lnTo>
                <a:lnTo>
                  <a:pt x="19416" y="21417"/>
                </a:lnTo>
                <a:lnTo>
                  <a:pt x="19901" y="21600"/>
                </a:lnTo>
                <a:lnTo>
                  <a:pt x="20872" y="21600"/>
                </a:lnTo>
                <a:lnTo>
                  <a:pt x="21357" y="21051"/>
                </a:lnTo>
                <a:lnTo>
                  <a:pt x="21600" y="20685"/>
                </a:lnTo>
                <a:lnTo>
                  <a:pt x="21600" y="8054"/>
                </a:lnTo>
                <a:lnTo>
                  <a:pt x="21357" y="6407"/>
                </a:lnTo>
                <a:lnTo>
                  <a:pt x="19901" y="3478"/>
                </a:lnTo>
                <a:lnTo>
                  <a:pt x="18202" y="2380"/>
                </a:lnTo>
                <a:lnTo>
                  <a:pt x="16746" y="1281"/>
                </a:lnTo>
                <a:lnTo>
                  <a:pt x="15047" y="549"/>
                </a:lnTo>
                <a:lnTo>
                  <a:pt x="12863" y="183"/>
                </a:lnTo>
                <a:lnTo>
                  <a:pt x="10921" y="0"/>
                </a:lnTo>
                <a:close/>
                <a:moveTo>
                  <a:pt x="19173" y="18488"/>
                </a:moveTo>
                <a:lnTo>
                  <a:pt x="16503" y="16475"/>
                </a:lnTo>
                <a:lnTo>
                  <a:pt x="16261" y="16108"/>
                </a:lnTo>
                <a:lnTo>
                  <a:pt x="15047" y="16108"/>
                </a:lnTo>
                <a:lnTo>
                  <a:pt x="14804" y="16475"/>
                </a:lnTo>
                <a:lnTo>
                  <a:pt x="10921" y="19403"/>
                </a:lnTo>
                <a:lnTo>
                  <a:pt x="6796" y="16475"/>
                </a:lnTo>
                <a:lnTo>
                  <a:pt x="6553" y="16108"/>
                </a:lnTo>
                <a:lnTo>
                  <a:pt x="5339" y="16108"/>
                </a:lnTo>
                <a:lnTo>
                  <a:pt x="5097" y="16475"/>
                </a:lnTo>
                <a:lnTo>
                  <a:pt x="2427" y="18488"/>
                </a:lnTo>
                <a:lnTo>
                  <a:pt x="2427" y="8054"/>
                </a:lnTo>
                <a:lnTo>
                  <a:pt x="2912" y="5492"/>
                </a:lnTo>
                <a:lnTo>
                  <a:pt x="3883" y="4393"/>
                </a:lnTo>
                <a:lnTo>
                  <a:pt x="4854" y="3478"/>
                </a:lnTo>
                <a:lnTo>
                  <a:pt x="6067" y="2929"/>
                </a:lnTo>
                <a:lnTo>
                  <a:pt x="7524" y="2197"/>
                </a:lnTo>
                <a:lnTo>
                  <a:pt x="8980" y="2014"/>
                </a:lnTo>
                <a:lnTo>
                  <a:pt x="10921" y="1647"/>
                </a:lnTo>
                <a:lnTo>
                  <a:pt x="12620" y="2014"/>
                </a:lnTo>
                <a:lnTo>
                  <a:pt x="14076" y="2197"/>
                </a:lnTo>
                <a:lnTo>
                  <a:pt x="15533" y="2929"/>
                </a:lnTo>
                <a:lnTo>
                  <a:pt x="16746" y="3478"/>
                </a:lnTo>
                <a:lnTo>
                  <a:pt x="17717" y="4393"/>
                </a:lnTo>
                <a:lnTo>
                  <a:pt x="18688" y="5492"/>
                </a:lnTo>
                <a:lnTo>
                  <a:pt x="19173" y="8054"/>
                </a:lnTo>
                <a:lnTo>
                  <a:pt x="19173" y="18488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5" name="Google Shape;2395;p51"/>
          <p:cNvSpPr/>
          <p:nvPr/>
        </p:nvSpPr>
        <p:spPr>
          <a:xfrm>
            <a:off x="1104900" y="9867900"/>
            <a:ext cx="427572" cy="427572"/>
          </a:xfrm>
          <a:custGeom>
            <a:rect b="b" l="l" r="r" t="t"/>
            <a:pathLst>
              <a:path extrusionOk="0" h="21600" w="21600">
                <a:moveTo>
                  <a:pt x="21164" y="10036"/>
                </a:moveTo>
                <a:lnTo>
                  <a:pt x="17891" y="6764"/>
                </a:lnTo>
                <a:lnTo>
                  <a:pt x="16364" y="8291"/>
                </a:lnTo>
                <a:lnTo>
                  <a:pt x="17673" y="9818"/>
                </a:lnTo>
                <a:lnTo>
                  <a:pt x="3709" y="9818"/>
                </a:lnTo>
                <a:lnTo>
                  <a:pt x="9164" y="4364"/>
                </a:lnTo>
                <a:lnTo>
                  <a:pt x="10473" y="4800"/>
                </a:lnTo>
                <a:lnTo>
                  <a:pt x="11782" y="5673"/>
                </a:lnTo>
                <a:lnTo>
                  <a:pt x="12873" y="6982"/>
                </a:lnTo>
                <a:lnTo>
                  <a:pt x="13745" y="8727"/>
                </a:lnTo>
                <a:lnTo>
                  <a:pt x="15927" y="8727"/>
                </a:lnTo>
                <a:lnTo>
                  <a:pt x="15491" y="7200"/>
                </a:lnTo>
                <a:lnTo>
                  <a:pt x="14836" y="5891"/>
                </a:lnTo>
                <a:lnTo>
                  <a:pt x="14182" y="4800"/>
                </a:lnTo>
                <a:lnTo>
                  <a:pt x="13091" y="4145"/>
                </a:lnTo>
                <a:lnTo>
                  <a:pt x="12000" y="3273"/>
                </a:lnTo>
                <a:lnTo>
                  <a:pt x="10909" y="2618"/>
                </a:lnTo>
                <a:lnTo>
                  <a:pt x="9818" y="2182"/>
                </a:lnTo>
                <a:lnTo>
                  <a:pt x="8509" y="2182"/>
                </a:lnTo>
                <a:lnTo>
                  <a:pt x="7855" y="1964"/>
                </a:lnTo>
                <a:lnTo>
                  <a:pt x="6982" y="1745"/>
                </a:lnTo>
                <a:lnTo>
                  <a:pt x="6764" y="873"/>
                </a:lnTo>
                <a:lnTo>
                  <a:pt x="6327" y="0"/>
                </a:lnTo>
                <a:lnTo>
                  <a:pt x="4364" y="0"/>
                </a:lnTo>
                <a:lnTo>
                  <a:pt x="4800" y="2182"/>
                </a:lnTo>
                <a:lnTo>
                  <a:pt x="6327" y="3709"/>
                </a:lnTo>
                <a:lnTo>
                  <a:pt x="218" y="10036"/>
                </a:lnTo>
                <a:lnTo>
                  <a:pt x="0" y="10255"/>
                </a:lnTo>
                <a:lnTo>
                  <a:pt x="0" y="11345"/>
                </a:lnTo>
                <a:lnTo>
                  <a:pt x="218" y="11564"/>
                </a:lnTo>
                <a:lnTo>
                  <a:pt x="6327" y="17891"/>
                </a:lnTo>
                <a:lnTo>
                  <a:pt x="4800" y="19418"/>
                </a:lnTo>
                <a:lnTo>
                  <a:pt x="4364" y="21600"/>
                </a:lnTo>
                <a:lnTo>
                  <a:pt x="6327" y="21600"/>
                </a:lnTo>
                <a:lnTo>
                  <a:pt x="6764" y="20727"/>
                </a:lnTo>
                <a:lnTo>
                  <a:pt x="6982" y="19855"/>
                </a:lnTo>
                <a:lnTo>
                  <a:pt x="7855" y="19636"/>
                </a:lnTo>
                <a:lnTo>
                  <a:pt x="8509" y="19418"/>
                </a:lnTo>
                <a:lnTo>
                  <a:pt x="9818" y="19418"/>
                </a:lnTo>
                <a:lnTo>
                  <a:pt x="10909" y="18764"/>
                </a:lnTo>
                <a:lnTo>
                  <a:pt x="12000" y="18327"/>
                </a:lnTo>
                <a:lnTo>
                  <a:pt x="13091" y="17455"/>
                </a:lnTo>
                <a:lnTo>
                  <a:pt x="14182" y="16800"/>
                </a:lnTo>
                <a:lnTo>
                  <a:pt x="14836" y="15709"/>
                </a:lnTo>
                <a:lnTo>
                  <a:pt x="15491" y="14182"/>
                </a:lnTo>
                <a:lnTo>
                  <a:pt x="15927" y="12873"/>
                </a:lnTo>
                <a:lnTo>
                  <a:pt x="13745" y="12873"/>
                </a:lnTo>
                <a:lnTo>
                  <a:pt x="12873" y="14618"/>
                </a:lnTo>
                <a:lnTo>
                  <a:pt x="11782" y="15927"/>
                </a:lnTo>
                <a:lnTo>
                  <a:pt x="10473" y="16800"/>
                </a:lnTo>
                <a:lnTo>
                  <a:pt x="9164" y="17236"/>
                </a:lnTo>
                <a:lnTo>
                  <a:pt x="3709" y="11782"/>
                </a:lnTo>
                <a:lnTo>
                  <a:pt x="17673" y="11782"/>
                </a:lnTo>
                <a:lnTo>
                  <a:pt x="16364" y="13309"/>
                </a:lnTo>
                <a:lnTo>
                  <a:pt x="17891" y="14836"/>
                </a:lnTo>
                <a:lnTo>
                  <a:pt x="21164" y="11564"/>
                </a:lnTo>
                <a:lnTo>
                  <a:pt x="21600" y="11345"/>
                </a:lnTo>
                <a:lnTo>
                  <a:pt x="21600" y="10255"/>
                </a:lnTo>
                <a:lnTo>
                  <a:pt x="21164" y="10036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6" name="Google Shape;2396;p51"/>
          <p:cNvSpPr/>
          <p:nvPr/>
        </p:nvSpPr>
        <p:spPr>
          <a:xfrm>
            <a:off x="2222500" y="9973733"/>
            <a:ext cx="258228" cy="232848"/>
          </a:xfrm>
          <a:custGeom>
            <a:rect b="b" l="l" r="r" t="t"/>
            <a:pathLst>
              <a:path extrusionOk="0" h="21600" w="21600">
                <a:moveTo>
                  <a:pt x="14400" y="0"/>
                </a:moveTo>
                <a:lnTo>
                  <a:pt x="12600" y="400"/>
                </a:lnTo>
                <a:lnTo>
                  <a:pt x="10800" y="1600"/>
                </a:lnTo>
                <a:lnTo>
                  <a:pt x="9000" y="400"/>
                </a:lnTo>
                <a:lnTo>
                  <a:pt x="7200" y="0"/>
                </a:lnTo>
                <a:lnTo>
                  <a:pt x="5760" y="0"/>
                </a:lnTo>
                <a:lnTo>
                  <a:pt x="3960" y="400"/>
                </a:lnTo>
                <a:lnTo>
                  <a:pt x="3240" y="1600"/>
                </a:lnTo>
                <a:lnTo>
                  <a:pt x="1800" y="2000"/>
                </a:lnTo>
                <a:lnTo>
                  <a:pt x="1440" y="3200"/>
                </a:lnTo>
                <a:lnTo>
                  <a:pt x="720" y="4400"/>
                </a:lnTo>
                <a:lnTo>
                  <a:pt x="0" y="6400"/>
                </a:lnTo>
                <a:lnTo>
                  <a:pt x="0" y="8000"/>
                </a:lnTo>
                <a:lnTo>
                  <a:pt x="1440" y="12800"/>
                </a:lnTo>
                <a:lnTo>
                  <a:pt x="2880" y="14800"/>
                </a:lnTo>
                <a:lnTo>
                  <a:pt x="4680" y="16800"/>
                </a:lnTo>
                <a:lnTo>
                  <a:pt x="8280" y="20000"/>
                </a:lnTo>
                <a:lnTo>
                  <a:pt x="10080" y="21200"/>
                </a:lnTo>
                <a:lnTo>
                  <a:pt x="10800" y="21600"/>
                </a:lnTo>
                <a:lnTo>
                  <a:pt x="11520" y="21200"/>
                </a:lnTo>
                <a:lnTo>
                  <a:pt x="13320" y="20000"/>
                </a:lnTo>
                <a:lnTo>
                  <a:pt x="16920" y="16800"/>
                </a:lnTo>
                <a:lnTo>
                  <a:pt x="18720" y="14800"/>
                </a:lnTo>
                <a:lnTo>
                  <a:pt x="20160" y="12800"/>
                </a:lnTo>
                <a:lnTo>
                  <a:pt x="21600" y="8000"/>
                </a:lnTo>
                <a:lnTo>
                  <a:pt x="21600" y="6400"/>
                </a:lnTo>
                <a:lnTo>
                  <a:pt x="20880" y="4400"/>
                </a:lnTo>
                <a:lnTo>
                  <a:pt x="20160" y="3200"/>
                </a:lnTo>
                <a:lnTo>
                  <a:pt x="19800" y="2000"/>
                </a:lnTo>
                <a:lnTo>
                  <a:pt x="18360" y="1600"/>
                </a:lnTo>
                <a:lnTo>
                  <a:pt x="17280" y="400"/>
                </a:lnTo>
                <a:lnTo>
                  <a:pt x="15840" y="0"/>
                </a:lnTo>
                <a:lnTo>
                  <a:pt x="14400" y="0"/>
                </a:lnTo>
                <a:close/>
                <a:moveTo>
                  <a:pt x="10800" y="17200"/>
                </a:moveTo>
                <a:lnTo>
                  <a:pt x="8640" y="15600"/>
                </a:lnTo>
                <a:lnTo>
                  <a:pt x="6480" y="13200"/>
                </a:lnTo>
                <a:lnTo>
                  <a:pt x="4680" y="10400"/>
                </a:lnTo>
                <a:lnTo>
                  <a:pt x="3600" y="9200"/>
                </a:lnTo>
                <a:lnTo>
                  <a:pt x="3600" y="6800"/>
                </a:lnTo>
                <a:lnTo>
                  <a:pt x="3960" y="5200"/>
                </a:lnTo>
                <a:lnTo>
                  <a:pt x="5400" y="4400"/>
                </a:lnTo>
                <a:lnTo>
                  <a:pt x="7200" y="4000"/>
                </a:lnTo>
                <a:lnTo>
                  <a:pt x="8640" y="4400"/>
                </a:lnTo>
                <a:lnTo>
                  <a:pt x="9000" y="6000"/>
                </a:lnTo>
                <a:lnTo>
                  <a:pt x="9000" y="6800"/>
                </a:lnTo>
                <a:lnTo>
                  <a:pt x="10080" y="8000"/>
                </a:lnTo>
                <a:lnTo>
                  <a:pt x="11520" y="8000"/>
                </a:lnTo>
                <a:lnTo>
                  <a:pt x="12600" y="6800"/>
                </a:lnTo>
                <a:lnTo>
                  <a:pt x="12600" y="6000"/>
                </a:lnTo>
                <a:lnTo>
                  <a:pt x="12960" y="4400"/>
                </a:lnTo>
                <a:lnTo>
                  <a:pt x="14400" y="4000"/>
                </a:lnTo>
                <a:lnTo>
                  <a:pt x="16200" y="4400"/>
                </a:lnTo>
                <a:lnTo>
                  <a:pt x="17280" y="5200"/>
                </a:lnTo>
                <a:lnTo>
                  <a:pt x="18000" y="6800"/>
                </a:lnTo>
                <a:lnTo>
                  <a:pt x="18000" y="9200"/>
                </a:lnTo>
                <a:lnTo>
                  <a:pt x="16920" y="10400"/>
                </a:lnTo>
                <a:lnTo>
                  <a:pt x="15120" y="13200"/>
                </a:lnTo>
                <a:lnTo>
                  <a:pt x="12960" y="15600"/>
                </a:lnTo>
                <a:lnTo>
                  <a:pt x="10800" y="1720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7" name="Google Shape;2397;p51"/>
          <p:cNvSpPr/>
          <p:nvPr/>
        </p:nvSpPr>
        <p:spPr>
          <a:xfrm>
            <a:off x="2091266" y="9829800"/>
            <a:ext cx="507978" cy="507978"/>
          </a:xfrm>
          <a:custGeom>
            <a:rect b="b" l="l" r="r" t="t"/>
            <a:pathLst>
              <a:path extrusionOk="0" h="21600" w="21600">
                <a:moveTo>
                  <a:pt x="21600" y="9983"/>
                </a:moveTo>
                <a:lnTo>
                  <a:pt x="19769" y="9983"/>
                </a:lnTo>
                <a:lnTo>
                  <a:pt x="19403" y="8350"/>
                </a:lnTo>
                <a:lnTo>
                  <a:pt x="18854" y="7079"/>
                </a:lnTo>
                <a:lnTo>
                  <a:pt x="18305" y="5627"/>
                </a:lnTo>
                <a:lnTo>
                  <a:pt x="17207" y="4538"/>
                </a:lnTo>
                <a:lnTo>
                  <a:pt x="15925" y="3449"/>
                </a:lnTo>
                <a:lnTo>
                  <a:pt x="14644" y="2723"/>
                </a:lnTo>
                <a:lnTo>
                  <a:pt x="13363" y="2360"/>
                </a:lnTo>
                <a:lnTo>
                  <a:pt x="11715" y="1815"/>
                </a:lnTo>
                <a:lnTo>
                  <a:pt x="11715" y="0"/>
                </a:lnTo>
                <a:lnTo>
                  <a:pt x="9885" y="0"/>
                </a:lnTo>
                <a:lnTo>
                  <a:pt x="9885" y="1815"/>
                </a:lnTo>
                <a:lnTo>
                  <a:pt x="8237" y="2360"/>
                </a:lnTo>
                <a:lnTo>
                  <a:pt x="6956" y="2723"/>
                </a:lnTo>
                <a:lnTo>
                  <a:pt x="5675" y="3449"/>
                </a:lnTo>
                <a:lnTo>
                  <a:pt x="4393" y="4538"/>
                </a:lnTo>
                <a:lnTo>
                  <a:pt x="3295" y="5627"/>
                </a:lnTo>
                <a:lnTo>
                  <a:pt x="2746" y="7079"/>
                </a:lnTo>
                <a:lnTo>
                  <a:pt x="2197" y="8350"/>
                </a:lnTo>
                <a:lnTo>
                  <a:pt x="1831" y="9983"/>
                </a:lnTo>
                <a:lnTo>
                  <a:pt x="0" y="9983"/>
                </a:lnTo>
                <a:lnTo>
                  <a:pt x="0" y="11617"/>
                </a:lnTo>
                <a:lnTo>
                  <a:pt x="1831" y="11617"/>
                </a:lnTo>
                <a:lnTo>
                  <a:pt x="2197" y="13250"/>
                </a:lnTo>
                <a:lnTo>
                  <a:pt x="2746" y="14521"/>
                </a:lnTo>
                <a:lnTo>
                  <a:pt x="3295" y="15973"/>
                </a:lnTo>
                <a:lnTo>
                  <a:pt x="4393" y="17062"/>
                </a:lnTo>
                <a:lnTo>
                  <a:pt x="5675" y="18151"/>
                </a:lnTo>
                <a:lnTo>
                  <a:pt x="6956" y="18877"/>
                </a:lnTo>
                <a:lnTo>
                  <a:pt x="8237" y="19240"/>
                </a:lnTo>
                <a:lnTo>
                  <a:pt x="9885" y="19785"/>
                </a:lnTo>
                <a:lnTo>
                  <a:pt x="9885" y="21600"/>
                </a:lnTo>
                <a:lnTo>
                  <a:pt x="11715" y="21600"/>
                </a:lnTo>
                <a:lnTo>
                  <a:pt x="11715" y="19785"/>
                </a:lnTo>
                <a:lnTo>
                  <a:pt x="13363" y="19240"/>
                </a:lnTo>
                <a:lnTo>
                  <a:pt x="14644" y="18877"/>
                </a:lnTo>
                <a:lnTo>
                  <a:pt x="15925" y="18151"/>
                </a:lnTo>
                <a:lnTo>
                  <a:pt x="17207" y="17062"/>
                </a:lnTo>
                <a:lnTo>
                  <a:pt x="18305" y="15973"/>
                </a:lnTo>
                <a:lnTo>
                  <a:pt x="18854" y="14521"/>
                </a:lnTo>
                <a:lnTo>
                  <a:pt x="19403" y="13250"/>
                </a:lnTo>
                <a:lnTo>
                  <a:pt x="19769" y="11617"/>
                </a:lnTo>
                <a:lnTo>
                  <a:pt x="21600" y="11617"/>
                </a:lnTo>
                <a:lnTo>
                  <a:pt x="21600" y="9983"/>
                </a:lnTo>
                <a:close/>
                <a:moveTo>
                  <a:pt x="11715" y="17970"/>
                </a:moveTo>
                <a:lnTo>
                  <a:pt x="11715" y="17062"/>
                </a:lnTo>
                <a:lnTo>
                  <a:pt x="9885" y="17062"/>
                </a:lnTo>
                <a:lnTo>
                  <a:pt x="9885" y="17970"/>
                </a:lnTo>
                <a:lnTo>
                  <a:pt x="8786" y="17788"/>
                </a:lnTo>
                <a:lnTo>
                  <a:pt x="6590" y="16699"/>
                </a:lnTo>
                <a:lnTo>
                  <a:pt x="5675" y="15973"/>
                </a:lnTo>
                <a:lnTo>
                  <a:pt x="4942" y="15066"/>
                </a:lnTo>
                <a:lnTo>
                  <a:pt x="4210" y="13976"/>
                </a:lnTo>
                <a:lnTo>
                  <a:pt x="3844" y="12887"/>
                </a:lnTo>
                <a:lnTo>
                  <a:pt x="3661" y="11617"/>
                </a:lnTo>
                <a:lnTo>
                  <a:pt x="4393" y="11617"/>
                </a:lnTo>
                <a:lnTo>
                  <a:pt x="4393" y="9983"/>
                </a:lnTo>
                <a:lnTo>
                  <a:pt x="3661" y="9983"/>
                </a:lnTo>
                <a:lnTo>
                  <a:pt x="3844" y="8713"/>
                </a:lnTo>
                <a:lnTo>
                  <a:pt x="4210" y="7624"/>
                </a:lnTo>
                <a:lnTo>
                  <a:pt x="4942" y="6534"/>
                </a:lnTo>
                <a:lnTo>
                  <a:pt x="5675" y="5627"/>
                </a:lnTo>
                <a:lnTo>
                  <a:pt x="6590" y="4901"/>
                </a:lnTo>
                <a:lnTo>
                  <a:pt x="8786" y="3812"/>
                </a:lnTo>
                <a:lnTo>
                  <a:pt x="9885" y="3630"/>
                </a:lnTo>
                <a:lnTo>
                  <a:pt x="9885" y="4538"/>
                </a:lnTo>
                <a:lnTo>
                  <a:pt x="11715" y="4538"/>
                </a:lnTo>
                <a:lnTo>
                  <a:pt x="11715" y="3630"/>
                </a:lnTo>
                <a:lnTo>
                  <a:pt x="12814" y="3812"/>
                </a:lnTo>
                <a:lnTo>
                  <a:pt x="15010" y="4901"/>
                </a:lnTo>
                <a:lnTo>
                  <a:pt x="15925" y="5627"/>
                </a:lnTo>
                <a:lnTo>
                  <a:pt x="16658" y="6534"/>
                </a:lnTo>
                <a:lnTo>
                  <a:pt x="17390" y="7624"/>
                </a:lnTo>
                <a:lnTo>
                  <a:pt x="17756" y="8713"/>
                </a:lnTo>
                <a:lnTo>
                  <a:pt x="17939" y="9983"/>
                </a:lnTo>
                <a:lnTo>
                  <a:pt x="17207" y="9983"/>
                </a:lnTo>
                <a:lnTo>
                  <a:pt x="17207" y="11617"/>
                </a:lnTo>
                <a:lnTo>
                  <a:pt x="17939" y="11617"/>
                </a:lnTo>
                <a:lnTo>
                  <a:pt x="17756" y="12887"/>
                </a:lnTo>
                <a:lnTo>
                  <a:pt x="17390" y="13976"/>
                </a:lnTo>
                <a:lnTo>
                  <a:pt x="16658" y="15066"/>
                </a:lnTo>
                <a:lnTo>
                  <a:pt x="15925" y="15973"/>
                </a:lnTo>
                <a:lnTo>
                  <a:pt x="15010" y="16699"/>
                </a:lnTo>
                <a:lnTo>
                  <a:pt x="12814" y="17788"/>
                </a:lnTo>
                <a:lnTo>
                  <a:pt x="11715" y="1797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8" name="Google Shape;2398;p51"/>
          <p:cNvGrpSpPr/>
          <p:nvPr/>
        </p:nvGrpSpPr>
        <p:grpSpPr>
          <a:xfrm>
            <a:off x="3119967" y="9867900"/>
            <a:ext cx="503751" cy="469920"/>
            <a:chOff x="0" y="0"/>
            <a:chExt cx="503751" cy="469920"/>
          </a:xfrm>
        </p:grpSpPr>
        <p:sp>
          <p:nvSpPr>
            <p:cNvPr id="2399" name="Google Shape;2399;p51"/>
            <p:cNvSpPr/>
            <p:nvPr/>
          </p:nvSpPr>
          <p:spPr>
            <a:xfrm>
              <a:off x="193758" y="0"/>
              <a:ext cx="129168" cy="130518"/>
            </a:xfrm>
            <a:custGeom>
              <a:rect b="b" l="l" r="r" t="t"/>
              <a:pathLst>
                <a:path extrusionOk="0" h="21600" w="21600">
                  <a:moveTo>
                    <a:pt x="15840" y="0"/>
                  </a:moveTo>
                  <a:lnTo>
                    <a:pt x="14400" y="0"/>
                  </a:lnTo>
                  <a:lnTo>
                    <a:pt x="10800" y="3600"/>
                  </a:lnTo>
                  <a:lnTo>
                    <a:pt x="10800" y="5760"/>
                  </a:lnTo>
                  <a:lnTo>
                    <a:pt x="10800" y="3600"/>
                  </a:lnTo>
                  <a:lnTo>
                    <a:pt x="8640" y="2160"/>
                  </a:lnTo>
                  <a:lnTo>
                    <a:pt x="7200" y="0"/>
                  </a:lnTo>
                  <a:lnTo>
                    <a:pt x="3600" y="0"/>
                  </a:lnTo>
                  <a:lnTo>
                    <a:pt x="0" y="3600"/>
                  </a:lnTo>
                  <a:lnTo>
                    <a:pt x="0" y="5760"/>
                  </a:lnTo>
                  <a:lnTo>
                    <a:pt x="720" y="7200"/>
                  </a:lnTo>
                  <a:lnTo>
                    <a:pt x="1440" y="10080"/>
                  </a:lnTo>
                  <a:lnTo>
                    <a:pt x="5040" y="15120"/>
                  </a:lnTo>
                  <a:lnTo>
                    <a:pt x="10800" y="21600"/>
                  </a:lnTo>
                  <a:lnTo>
                    <a:pt x="15840" y="15120"/>
                  </a:lnTo>
                  <a:lnTo>
                    <a:pt x="19440" y="10080"/>
                  </a:lnTo>
                  <a:lnTo>
                    <a:pt x="20160" y="7200"/>
                  </a:lnTo>
                  <a:lnTo>
                    <a:pt x="21600" y="5760"/>
                  </a:lnTo>
                  <a:lnTo>
                    <a:pt x="21600" y="3600"/>
                  </a:lnTo>
                  <a:lnTo>
                    <a:pt x="19440" y="2160"/>
                  </a:lnTo>
                  <a:lnTo>
                    <a:pt x="18000" y="0"/>
                  </a:lnTo>
                  <a:lnTo>
                    <a:pt x="15840" y="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0" name="Google Shape;2400;p51"/>
            <p:cNvSpPr/>
            <p:nvPr/>
          </p:nvSpPr>
          <p:spPr>
            <a:xfrm>
              <a:off x="335840" y="39151"/>
              <a:ext cx="129168" cy="130518"/>
            </a:xfrm>
            <a:custGeom>
              <a:rect b="b" l="l" r="r" t="t"/>
              <a:pathLst>
                <a:path extrusionOk="0" h="21600" w="21600">
                  <a:moveTo>
                    <a:pt x="21600" y="10800"/>
                  </a:moveTo>
                  <a:lnTo>
                    <a:pt x="20855" y="6480"/>
                  </a:lnTo>
                  <a:lnTo>
                    <a:pt x="14897" y="720"/>
                  </a:lnTo>
                  <a:lnTo>
                    <a:pt x="10428" y="0"/>
                  </a:lnTo>
                  <a:lnTo>
                    <a:pt x="5959" y="720"/>
                  </a:lnTo>
                  <a:lnTo>
                    <a:pt x="2979" y="3600"/>
                  </a:lnTo>
                  <a:lnTo>
                    <a:pt x="745" y="6480"/>
                  </a:lnTo>
                  <a:lnTo>
                    <a:pt x="0" y="10800"/>
                  </a:lnTo>
                  <a:lnTo>
                    <a:pt x="745" y="15120"/>
                  </a:lnTo>
                  <a:lnTo>
                    <a:pt x="2979" y="18000"/>
                  </a:lnTo>
                  <a:lnTo>
                    <a:pt x="5959" y="20160"/>
                  </a:lnTo>
                  <a:lnTo>
                    <a:pt x="10428" y="21600"/>
                  </a:lnTo>
                  <a:lnTo>
                    <a:pt x="14897" y="20160"/>
                  </a:lnTo>
                  <a:lnTo>
                    <a:pt x="17876" y="18000"/>
                  </a:lnTo>
                  <a:lnTo>
                    <a:pt x="20855" y="15120"/>
                  </a:lnTo>
                  <a:lnTo>
                    <a:pt x="21600" y="10800"/>
                  </a:lnTo>
                  <a:close/>
                  <a:moveTo>
                    <a:pt x="10428" y="14400"/>
                  </a:moveTo>
                  <a:lnTo>
                    <a:pt x="8938" y="14400"/>
                  </a:lnTo>
                  <a:lnTo>
                    <a:pt x="6703" y="12240"/>
                  </a:lnTo>
                  <a:lnTo>
                    <a:pt x="6703" y="8640"/>
                  </a:lnTo>
                  <a:lnTo>
                    <a:pt x="8193" y="7920"/>
                  </a:lnTo>
                  <a:lnTo>
                    <a:pt x="8938" y="7200"/>
                  </a:lnTo>
                  <a:lnTo>
                    <a:pt x="12662" y="7200"/>
                  </a:lnTo>
                  <a:lnTo>
                    <a:pt x="14152" y="8640"/>
                  </a:lnTo>
                  <a:lnTo>
                    <a:pt x="14152" y="12240"/>
                  </a:lnTo>
                  <a:lnTo>
                    <a:pt x="13407" y="13680"/>
                  </a:lnTo>
                  <a:lnTo>
                    <a:pt x="12662" y="14400"/>
                  </a:lnTo>
                  <a:lnTo>
                    <a:pt x="10428" y="1440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1" name="Google Shape;2401;p51"/>
            <p:cNvSpPr/>
            <p:nvPr/>
          </p:nvSpPr>
          <p:spPr>
            <a:xfrm>
              <a:off x="297093" y="169680"/>
              <a:ext cx="206658" cy="300240"/>
            </a:xfrm>
            <a:custGeom>
              <a:rect b="b" l="l" r="r" t="t"/>
              <a:pathLst>
                <a:path extrusionOk="0" h="21600" w="21600">
                  <a:moveTo>
                    <a:pt x="10580" y="0"/>
                  </a:moveTo>
                  <a:lnTo>
                    <a:pt x="8376" y="0"/>
                  </a:lnTo>
                  <a:lnTo>
                    <a:pt x="6171" y="626"/>
                  </a:lnTo>
                  <a:lnTo>
                    <a:pt x="4849" y="939"/>
                  </a:lnTo>
                  <a:lnTo>
                    <a:pt x="1322" y="3443"/>
                  </a:lnTo>
                  <a:lnTo>
                    <a:pt x="882" y="4383"/>
                  </a:lnTo>
                  <a:lnTo>
                    <a:pt x="0" y="5948"/>
                  </a:lnTo>
                  <a:lnTo>
                    <a:pt x="0" y="13148"/>
                  </a:lnTo>
                  <a:lnTo>
                    <a:pt x="882" y="13774"/>
                  </a:lnTo>
                  <a:lnTo>
                    <a:pt x="4408" y="13774"/>
                  </a:lnTo>
                  <a:lnTo>
                    <a:pt x="4408" y="20661"/>
                  </a:lnTo>
                  <a:lnTo>
                    <a:pt x="4849" y="20974"/>
                  </a:lnTo>
                  <a:lnTo>
                    <a:pt x="5290" y="21600"/>
                  </a:lnTo>
                  <a:lnTo>
                    <a:pt x="16310" y="21600"/>
                  </a:lnTo>
                  <a:lnTo>
                    <a:pt x="16751" y="20974"/>
                  </a:lnTo>
                  <a:lnTo>
                    <a:pt x="17192" y="20661"/>
                  </a:lnTo>
                  <a:lnTo>
                    <a:pt x="17192" y="13774"/>
                  </a:lnTo>
                  <a:lnTo>
                    <a:pt x="20718" y="13774"/>
                  </a:lnTo>
                  <a:lnTo>
                    <a:pt x="21600" y="13148"/>
                  </a:lnTo>
                  <a:lnTo>
                    <a:pt x="21600" y="5948"/>
                  </a:lnTo>
                  <a:lnTo>
                    <a:pt x="20718" y="4383"/>
                  </a:lnTo>
                  <a:lnTo>
                    <a:pt x="19837" y="3443"/>
                  </a:lnTo>
                  <a:lnTo>
                    <a:pt x="18514" y="2191"/>
                  </a:lnTo>
                  <a:lnTo>
                    <a:pt x="16751" y="939"/>
                  </a:lnTo>
                  <a:lnTo>
                    <a:pt x="14988" y="626"/>
                  </a:lnTo>
                  <a:lnTo>
                    <a:pt x="12784" y="0"/>
                  </a:lnTo>
                  <a:lnTo>
                    <a:pt x="10580" y="0"/>
                  </a:lnTo>
                  <a:close/>
                  <a:moveTo>
                    <a:pt x="17192" y="10643"/>
                  </a:moveTo>
                  <a:lnTo>
                    <a:pt x="14106" y="10643"/>
                  </a:lnTo>
                  <a:lnTo>
                    <a:pt x="13224" y="10957"/>
                  </a:lnTo>
                  <a:lnTo>
                    <a:pt x="12784" y="11583"/>
                  </a:lnTo>
                  <a:lnTo>
                    <a:pt x="12784" y="18470"/>
                  </a:lnTo>
                  <a:lnTo>
                    <a:pt x="8376" y="18470"/>
                  </a:lnTo>
                  <a:lnTo>
                    <a:pt x="8376" y="11583"/>
                  </a:lnTo>
                  <a:lnTo>
                    <a:pt x="7935" y="10957"/>
                  </a:lnTo>
                  <a:lnTo>
                    <a:pt x="7494" y="10643"/>
                  </a:lnTo>
                  <a:lnTo>
                    <a:pt x="4408" y="10643"/>
                  </a:lnTo>
                  <a:lnTo>
                    <a:pt x="4408" y="7513"/>
                  </a:lnTo>
                  <a:lnTo>
                    <a:pt x="4849" y="5635"/>
                  </a:lnTo>
                  <a:lnTo>
                    <a:pt x="6171" y="4383"/>
                  </a:lnTo>
                  <a:lnTo>
                    <a:pt x="7935" y="3443"/>
                  </a:lnTo>
                  <a:lnTo>
                    <a:pt x="10580" y="2817"/>
                  </a:lnTo>
                  <a:lnTo>
                    <a:pt x="13224" y="3443"/>
                  </a:lnTo>
                  <a:lnTo>
                    <a:pt x="14988" y="4383"/>
                  </a:lnTo>
                  <a:lnTo>
                    <a:pt x="16751" y="5635"/>
                  </a:lnTo>
                  <a:lnTo>
                    <a:pt x="17192" y="7513"/>
                  </a:lnTo>
                  <a:lnTo>
                    <a:pt x="17192" y="10643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2" name="Google Shape;2402;p51"/>
            <p:cNvSpPr/>
            <p:nvPr/>
          </p:nvSpPr>
          <p:spPr>
            <a:xfrm>
              <a:off x="38754" y="65259"/>
              <a:ext cx="129168" cy="130518"/>
            </a:xfrm>
            <a:custGeom>
              <a:rect b="b" l="l" r="r" t="t"/>
              <a:pathLst>
                <a:path extrusionOk="0" h="21600" w="21600">
                  <a:moveTo>
                    <a:pt x="21600" y="10800"/>
                  </a:moveTo>
                  <a:lnTo>
                    <a:pt x="20880" y="6480"/>
                  </a:lnTo>
                  <a:lnTo>
                    <a:pt x="15120" y="720"/>
                  </a:lnTo>
                  <a:lnTo>
                    <a:pt x="10800" y="0"/>
                  </a:lnTo>
                  <a:lnTo>
                    <a:pt x="6480" y="720"/>
                  </a:lnTo>
                  <a:lnTo>
                    <a:pt x="3600" y="3600"/>
                  </a:lnTo>
                  <a:lnTo>
                    <a:pt x="1440" y="6480"/>
                  </a:lnTo>
                  <a:lnTo>
                    <a:pt x="0" y="10800"/>
                  </a:lnTo>
                  <a:lnTo>
                    <a:pt x="1440" y="15120"/>
                  </a:lnTo>
                  <a:lnTo>
                    <a:pt x="3600" y="18000"/>
                  </a:lnTo>
                  <a:lnTo>
                    <a:pt x="6480" y="20160"/>
                  </a:lnTo>
                  <a:lnTo>
                    <a:pt x="10800" y="21600"/>
                  </a:lnTo>
                  <a:lnTo>
                    <a:pt x="15120" y="20160"/>
                  </a:lnTo>
                  <a:lnTo>
                    <a:pt x="18000" y="18000"/>
                  </a:lnTo>
                  <a:lnTo>
                    <a:pt x="20880" y="15120"/>
                  </a:lnTo>
                  <a:lnTo>
                    <a:pt x="21600" y="10800"/>
                  </a:lnTo>
                  <a:close/>
                  <a:moveTo>
                    <a:pt x="10800" y="14400"/>
                  </a:moveTo>
                  <a:lnTo>
                    <a:pt x="9360" y="14400"/>
                  </a:lnTo>
                  <a:lnTo>
                    <a:pt x="8640" y="12960"/>
                  </a:lnTo>
                  <a:lnTo>
                    <a:pt x="7200" y="12240"/>
                  </a:lnTo>
                  <a:lnTo>
                    <a:pt x="7200" y="8640"/>
                  </a:lnTo>
                  <a:lnTo>
                    <a:pt x="8640" y="7920"/>
                  </a:lnTo>
                  <a:lnTo>
                    <a:pt x="9360" y="7200"/>
                  </a:lnTo>
                  <a:lnTo>
                    <a:pt x="12960" y="7200"/>
                  </a:lnTo>
                  <a:lnTo>
                    <a:pt x="14400" y="8640"/>
                  </a:lnTo>
                  <a:lnTo>
                    <a:pt x="14400" y="12240"/>
                  </a:lnTo>
                  <a:lnTo>
                    <a:pt x="13680" y="12960"/>
                  </a:lnTo>
                  <a:lnTo>
                    <a:pt x="12960" y="14400"/>
                  </a:lnTo>
                  <a:lnTo>
                    <a:pt x="10800" y="1440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3" name="Google Shape;2403;p51"/>
            <p:cNvSpPr/>
            <p:nvPr/>
          </p:nvSpPr>
          <p:spPr>
            <a:xfrm>
              <a:off x="0" y="195785"/>
              <a:ext cx="206658" cy="274104"/>
            </a:xfrm>
            <a:custGeom>
              <a:rect b="b" l="l" r="r" t="t"/>
              <a:pathLst>
                <a:path extrusionOk="0" h="21600" w="21600">
                  <a:moveTo>
                    <a:pt x="18514" y="4388"/>
                  </a:moveTo>
                  <a:lnTo>
                    <a:pt x="17192" y="2700"/>
                  </a:lnTo>
                  <a:lnTo>
                    <a:pt x="15429" y="1013"/>
                  </a:lnTo>
                  <a:lnTo>
                    <a:pt x="13224" y="338"/>
                  </a:lnTo>
                  <a:lnTo>
                    <a:pt x="10580" y="0"/>
                  </a:lnTo>
                  <a:lnTo>
                    <a:pt x="7935" y="338"/>
                  </a:lnTo>
                  <a:lnTo>
                    <a:pt x="5731" y="1013"/>
                  </a:lnTo>
                  <a:lnTo>
                    <a:pt x="3967" y="2700"/>
                  </a:lnTo>
                  <a:lnTo>
                    <a:pt x="3086" y="4388"/>
                  </a:lnTo>
                  <a:lnTo>
                    <a:pt x="0" y="14512"/>
                  </a:lnTo>
                  <a:lnTo>
                    <a:pt x="0" y="15188"/>
                  </a:lnTo>
                  <a:lnTo>
                    <a:pt x="441" y="15525"/>
                  </a:lnTo>
                  <a:lnTo>
                    <a:pt x="882" y="16537"/>
                  </a:lnTo>
                  <a:lnTo>
                    <a:pt x="4849" y="16537"/>
                  </a:lnTo>
                  <a:lnTo>
                    <a:pt x="6171" y="20250"/>
                  </a:lnTo>
                  <a:lnTo>
                    <a:pt x="7494" y="20925"/>
                  </a:lnTo>
                  <a:lnTo>
                    <a:pt x="8376" y="21600"/>
                  </a:lnTo>
                  <a:lnTo>
                    <a:pt x="12784" y="21600"/>
                  </a:lnTo>
                  <a:lnTo>
                    <a:pt x="14106" y="20925"/>
                  </a:lnTo>
                  <a:lnTo>
                    <a:pt x="14988" y="20250"/>
                  </a:lnTo>
                  <a:lnTo>
                    <a:pt x="16751" y="16537"/>
                  </a:lnTo>
                  <a:lnTo>
                    <a:pt x="20278" y="16537"/>
                  </a:lnTo>
                  <a:lnTo>
                    <a:pt x="21159" y="15525"/>
                  </a:lnTo>
                  <a:lnTo>
                    <a:pt x="21600" y="15188"/>
                  </a:lnTo>
                  <a:lnTo>
                    <a:pt x="21600" y="14512"/>
                  </a:lnTo>
                  <a:lnTo>
                    <a:pt x="18514" y="4388"/>
                  </a:lnTo>
                  <a:close/>
                  <a:moveTo>
                    <a:pt x="14988" y="13163"/>
                  </a:moveTo>
                  <a:lnTo>
                    <a:pt x="14106" y="13163"/>
                  </a:lnTo>
                  <a:lnTo>
                    <a:pt x="13224" y="13500"/>
                  </a:lnTo>
                  <a:lnTo>
                    <a:pt x="11020" y="18225"/>
                  </a:lnTo>
                  <a:lnTo>
                    <a:pt x="10139" y="18225"/>
                  </a:lnTo>
                  <a:lnTo>
                    <a:pt x="7935" y="13838"/>
                  </a:lnTo>
                  <a:lnTo>
                    <a:pt x="7494" y="13163"/>
                  </a:lnTo>
                  <a:lnTo>
                    <a:pt x="4849" y="13163"/>
                  </a:lnTo>
                  <a:lnTo>
                    <a:pt x="7494" y="5400"/>
                  </a:lnTo>
                  <a:lnTo>
                    <a:pt x="7935" y="4388"/>
                  </a:lnTo>
                  <a:lnTo>
                    <a:pt x="8376" y="3713"/>
                  </a:lnTo>
                  <a:lnTo>
                    <a:pt x="9698" y="3038"/>
                  </a:lnTo>
                  <a:lnTo>
                    <a:pt x="11902" y="3038"/>
                  </a:lnTo>
                  <a:lnTo>
                    <a:pt x="12784" y="3713"/>
                  </a:lnTo>
                  <a:lnTo>
                    <a:pt x="13224" y="4388"/>
                  </a:lnTo>
                  <a:lnTo>
                    <a:pt x="14106" y="5400"/>
                  </a:lnTo>
                  <a:lnTo>
                    <a:pt x="16751" y="13163"/>
                  </a:lnTo>
                  <a:lnTo>
                    <a:pt x="14988" y="13163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4" name="Google Shape;2404;p51"/>
          <p:cNvSpPr/>
          <p:nvPr/>
        </p:nvSpPr>
        <p:spPr>
          <a:xfrm>
            <a:off x="4207933" y="9867900"/>
            <a:ext cx="376758" cy="325944"/>
          </a:xfrm>
          <a:custGeom>
            <a:rect b="b" l="l" r="r" t="t"/>
            <a:pathLst>
              <a:path extrusionOk="0" h="21600" w="21600">
                <a:moveTo>
                  <a:pt x="16746" y="4378"/>
                </a:moveTo>
                <a:lnTo>
                  <a:pt x="16261" y="4670"/>
                </a:lnTo>
                <a:lnTo>
                  <a:pt x="15533" y="5546"/>
                </a:lnTo>
                <a:lnTo>
                  <a:pt x="14319" y="10216"/>
                </a:lnTo>
                <a:lnTo>
                  <a:pt x="9708" y="10216"/>
                </a:lnTo>
                <a:lnTo>
                  <a:pt x="9708" y="876"/>
                </a:lnTo>
                <a:lnTo>
                  <a:pt x="8980" y="0"/>
                </a:lnTo>
                <a:lnTo>
                  <a:pt x="5825" y="0"/>
                </a:lnTo>
                <a:lnTo>
                  <a:pt x="4611" y="876"/>
                </a:lnTo>
                <a:lnTo>
                  <a:pt x="3398" y="1459"/>
                </a:lnTo>
                <a:lnTo>
                  <a:pt x="2184" y="2627"/>
                </a:lnTo>
                <a:lnTo>
                  <a:pt x="1213" y="4086"/>
                </a:lnTo>
                <a:lnTo>
                  <a:pt x="728" y="5546"/>
                </a:lnTo>
                <a:lnTo>
                  <a:pt x="0" y="7005"/>
                </a:lnTo>
                <a:lnTo>
                  <a:pt x="0" y="11968"/>
                </a:lnTo>
                <a:lnTo>
                  <a:pt x="2427" y="20432"/>
                </a:lnTo>
                <a:lnTo>
                  <a:pt x="3155" y="21308"/>
                </a:lnTo>
                <a:lnTo>
                  <a:pt x="3640" y="21600"/>
                </a:lnTo>
                <a:lnTo>
                  <a:pt x="13106" y="21600"/>
                </a:lnTo>
                <a:lnTo>
                  <a:pt x="13834" y="21308"/>
                </a:lnTo>
                <a:lnTo>
                  <a:pt x="14319" y="20432"/>
                </a:lnTo>
                <a:lnTo>
                  <a:pt x="17717" y="7297"/>
                </a:lnTo>
                <a:lnTo>
                  <a:pt x="21600" y="7297"/>
                </a:lnTo>
                <a:lnTo>
                  <a:pt x="21600" y="4378"/>
                </a:lnTo>
                <a:lnTo>
                  <a:pt x="16746" y="4378"/>
                </a:lnTo>
                <a:close/>
                <a:moveTo>
                  <a:pt x="2427" y="8757"/>
                </a:moveTo>
                <a:lnTo>
                  <a:pt x="2670" y="7005"/>
                </a:lnTo>
                <a:lnTo>
                  <a:pt x="5339" y="10216"/>
                </a:lnTo>
                <a:lnTo>
                  <a:pt x="2427" y="10216"/>
                </a:lnTo>
                <a:lnTo>
                  <a:pt x="2427" y="8757"/>
                </a:lnTo>
                <a:close/>
                <a:moveTo>
                  <a:pt x="7281" y="7881"/>
                </a:moveTo>
                <a:lnTo>
                  <a:pt x="4126" y="4378"/>
                </a:lnTo>
                <a:lnTo>
                  <a:pt x="5339" y="3211"/>
                </a:lnTo>
                <a:lnTo>
                  <a:pt x="7281" y="2919"/>
                </a:lnTo>
                <a:lnTo>
                  <a:pt x="7281" y="7881"/>
                </a:lnTo>
                <a:close/>
                <a:moveTo>
                  <a:pt x="12378" y="18681"/>
                </a:moveTo>
                <a:lnTo>
                  <a:pt x="4611" y="18681"/>
                </a:lnTo>
                <a:lnTo>
                  <a:pt x="3155" y="13135"/>
                </a:lnTo>
                <a:lnTo>
                  <a:pt x="13834" y="13135"/>
                </a:lnTo>
                <a:lnTo>
                  <a:pt x="12378" y="18681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5" name="Google Shape;2405;p51"/>
          <p:cNvSpPr/>
          <p:nvPr/>
        </p:nvSpPr>
        <p:spPr>
          <a:xfrm>
            <a:off x="4250266" y="10206567"/>
            <a:ext cx="88884" cy="8888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6480" y="1080"/>
                </a:lnTo>
                <a:lnTo>
                  <a:pt x="3240" y="3240"/>
                </a:lnTo>
                <a:lnTo>
                  <a:pt x="1080" y="6480"/>
                </a:lnTo>
                <a:lnTo>
                  <a:pt x="0" y="10800"/>
                </a:lnTo>
                <a:lnTo>
                  <a:pt x="1080" y="15120"/>
                </a:lnTo>
                <a:lnTo>
                  <a:pt x="3240" y="18360"/>
                </a:lnTo>
                <a:lnTo>
                  <a:pt x="6480" y="20520"/>
                </a:lnTo>
                <a:lnTo>
                  <a:pt x="10800" y="21600"/>
                </a:lnTo>
                <a:lnTo>
                  <a:pt x="15120" y="20520"/>
                </a:lnTo>
                <a:lnTo>
                  <a:pt x="18360" y="18360"/>
                </a:lnTo>
                <a:lnTo>
                  <a:pt x="20520" y="15120"/>
                </a:lnTo>
                <a:lnTo>
                  <a:pt x="21600" y="10800"/>
                </a:lnTo>
                <a:lnTo>
                  <a:pt x="20520" y="6480"/>
                </a:lnTo>
                <a:lnTo>
                  <a:pt x="18360" y="3240"/>
                </a:lnTo>
                <a:lnTo>
                  <a:pt x="15120" y="1080"/>
                </a:lnTo>
                <a:lnTo>
                  <a:pt x="10800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6" name="Google Shape;2406;p51"/>
          <p:cNvSpPr/>
          <p:nvPr/>
        </p:nvSpPr>
        <p:spPr>
          <a:xfrm>
            <a:off x="4377266" y="10206567"/>
            <a:ext cx="80460" cy="88884"/>
          </a:xfrm>
          <a:custGeom>
            <a:rect b="b" l="l" r="r" t="t"/>
            <a:pathLst>
              <a:path extrusionOk="0" h="21600" w="21600">
                <a:moveTo>
                  <a:pt x="11368" y="0"/>
                </a:moveTo>
                <a:lnTo>
                  <a:pt x="6821" y="1080"/>
                </a:lnTo>
                <a:lnTo>
                  <a:pt x="2274" y="3240"/>
                </a:lnTo>
                <a:lnTo>
                  <a:pt x="1137" y="6480"/>
                </a:lnTo>
                <a:lnTo>
                  <a:pt x="0" y="10800"/>
                </a:lnTo>
                <a:lnTo>
                  <a:pt x="1137" y="15120"/>
                </a:lnTo>
                <a:lnTo>
                  <a:pt x="2274" y="18360"/>
                </a:lnTo>
                <a:lnTo>
                  <a:pt x="6821" y="20520"/>
                </a:lnTo>
                <a:lnTo>
                  <a:pt x="11368" y="21600"/>
                </a:lnTo>
                <a:lnTo>
                  <a:pt x="14779" y="20520"/>
                </a:lnTo>
                <a:lnTo>
                  <a:pt x="19326" y="18360"/>
                </a:lnTo>
                <a:lnTo>
                  <a:pt x="20463" y="15120"/>
                </a:lnTo>
                <a:lnTo>
                  <a:pt x="21600" y="10800"/>
                </a:lnTo>
                <a:lnTo>
                  <a:pt x="20463" y="6480"/>
                </a:lnTo>
                <a:lnTo>
                  <a:pt x="19326" y="3240"/>
                </a:lnTo>
                <a:lnTo>
                  <a:pt x="14779" y="1080"/>
                </a:lnTo>
                <a:lnTo>
                  <a:pt x="11368" y="0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7" name="Google Shape;2407;p51"/>
          <p:cNvSpPr/>
          <p:nvPr/>
        </p:nvSpPr>
        <p:spPr>
          <a:xfrm>
            <a:off x="5168901" y="9829800"/>
            <a:ext cx="507978" cy="507978"/>
          </a:xfrm>
          <a:custGeom>
            <a:rect b="b" l="l" r="r" t="t"/>
            <a:pathLst>
              <a:path extrusionOk="0" h="21600" w="21600">
                <a:moveTo>
                  <a:pt x="21600" y="13976"/>
                </a:moveTo>
                <a:lnTo>
                  <a:pt x="18877" y="8713"/>
                </a:lnTo>
                <a:lnTo>
                  <a:pt x="18877" y="5445"/>
                </a:lnTo>
                <a:lnTo>
                  <a:pt x="20692" y="5445"/>
                </a:lnTo>
                <a:lnTo>
                  <a:pt x="20692" y="3630"/>
                </a:lnTo>
                <a:lnTo>
                  <a:pt x="11617" y="3630"/>
                </a:lnTo>
                <a:lnTo>
                  <a:pt x="11617" y="0"/>
                </a:lnTo>
                <a:lnTo>
                  <a:pt x="9802" y="0"/>
                </a:lnTo>
                <a:lnTo>
                  <a:pt x="9802" y="3630"/>
                </a:lnTo>
                <a:lnTo>
                  <a:pt x="908" y="3630"/>
                </a:lnTo>
                <a:lnTo>
                  <a:pt x="908" y="5445"/>
                </a:lnTo>
                <a:lnTo>
                  <a:pt x="2723" y="5445"/>
                </a:lnTo>
                <a:lnTo>
                  <a:pt x="2723" y="7442"/>
                </a:lnTo>
                <a:lnTo>
                  <a:pt x="1634" y="7805"/>
                </a:lnTo>
                <a:lnTo>
                  <a:pt x="726" y="8531"/>
                </a:lnTo>
                <a:lnTo>
                  <a:pt x="182" y="9620"/>
                </a:lnTo>
                <a:lnTo>
                  <a:pt x="0" y="10709"/>
                </a:lnTo>
                <a:lnTo>
                  <a:pt x="0" y="11435"/>
                </a:lnTo>
                <a:lnTo>
                  <a:pt x="182" y="12161"/>
                </a:lnTo>
                <a:lnTo>
                  <a:pt x="1089" y="13250"/>
                </a:lnTo>
                <a:lnTo>
                  <a:pt x="2178" y="14158"/>
                </a:lnTo>
                <a:lnTo>
                  <a:pt x="2904" y="14339"/>
                </a:lnTo>
                <a:lnTo>
                  <a:pt x="4356" y="14339"/>
                </a:lnTo>
                <a:lnTo>
                  <a:pt x="4901" y="14158"/>
                </a:lnTo>
                <a:lnTo>
                  <a:pt x="5990" y="13250"/>
                </a:lnTo>
                <a:lnTo>
                  <a:pt x="6897" y="12161"/>
                </a:lnTo>
                <a:lnTo>
                  <a:pt x="7261" y="11435"/>
                </a:lnTo>
                <a:lnTo>
                  <a:pt x="7261" y="10709"/>
                </a:lnTo>
                <a:lnTo>
                  <a:pt x="6534" y="8531"/>
                </a:lnTo>
                <a:lnTo>
                  <a:pt x="5627" y="7805"/>
                </a:lnTo>
                <a:lnTo>
                  <a:pt x="4538" y="7442"/>
                </a:lnTo>
                <a:lnTo>
                  <a:pt x="4538" y="5445"/>
                </a:lnTo>
                <a:lnTo>
                  <a:pt x="9802" y="5445"/>
                </a:lnTo>
                <a:lnTo>
                  <a:pt x="9802" y="11435"/>
                </a:lnTo>
                <a:lnTo>
                  <a:pt x="8713" y="12343"/>
                </a:lnTo>
                <a:lnTo>
                  <a:pt x="7805" y="13432"/>
                </a:lnTo>
                <a:lnTo>
                  <a:pt x="7442" y="14521"/>
                </a:lnTo>
                <a:lnTo>
                  <a:pt x="7261" y="16155"/>
                </a:lnTo>
                <a:lnTo>
                  <a:pt x="7261" y="17244"/>
                </a:lnTo>
                <a:lnTo>
                  <a:pt x="7624" y="18333"/>
                </a:lnTo>
                <a:lnTo>
                  <a:pt x="8713" y="20148"/>
                </a:lnTo>
                <a:lnTo>
                  <a:pt x="9620" y="20692"/>
                </a:lnTo>
                <a:lnTo>
                  <a:pt x="10709" y="21055"/>
                </a:lnTo>
                <a:lnTo>
                  <a:pt x="12161" y="21600"/>
                </a:lnTo>
                <a:lnTo>
                  <a:pt x="13432" y="21600"/>
                </a:lnTo>
                <a:lnTo>
                  <a:pt x="13976" y="21237"/>
                </a:lnTo>
                <a:lnTo>
                  <a:pt x="14339" y="21055"/>
                </a:lnTo>
                <a:lnTo>
                  <a:pt x="14339" y="20329"/>
                </a:lnTo>
                <a:lnTo>
                  <a:pt x="14158" y="19966"/>
                </a:lnTo>
                <a:lnTo>
                  <a:pt x="13250" y="18877"/>
                </a:lnTo>
                <a:lnTo>
                  <a:pt x="12706" y="17788"/>
                </a:lnTo>
                <a:lnTo>
                  <a:pt x="12524" y="16155"/>
                </a:lnTo>
                <a:lnTo>
                  <a:pt x="12706" y="14521"/>
                </a:lnTo>
                <a:lnTo>
                  <a:pt x="13250" y="13432"/>
                </a:lnTo>
                <a:lnTo>
                  <a:pt x="14158" y="12343"/>
                </a:lnTo>
                <a:lnTo>
                  <a:pt x="14339" y="11980"/>
                </a:lnTo>
                <a:lnTo>
                  <a:pt x="14339" y="11254"/>
                </a:lnTo>
                <a:lnTo>
                  <a:pt x="13976" y="11072"/>
                </a:lnTo>
                <a:lnTo>
                  <a:pt x="13432" y="10709"/>
                </a:lnTo>
                <a:lnTo>
                  <a:pt x="11617" y="11072"/>
                </a:lnTo>
                <a:lnTo>
                  <a:pt x="11617" y="5445"/>
                </a:lnTo>
                <a:lnTo>
                  <a:pt x="17062" y="5445"/>
                </a:lnTo>
                <a:lnTo>
                  <a:pt x="17062" y="8713"/>
                </a:lnTo>
                <a:lnTo>
                  <a:pt x="14339" y="13976"/>
                </a:lnTo>
                <a:lnTo>
                  <a:pt x="14339" y="14339"/>
                </a:lnTo>
                <a:lnTo>
                  <a:pt x="14521" y="14884"/>
                </a:lnTo>
                <a:lnTo>
                  <a:pt x="15247" y="15247"/>
                </a:lnTo>
                <a:lnTo>
                  <a:pt x="20692" y="15247"/>
                </a:lnTo>
                <a:lnTo>
                  <a:pt x="21055" y="15066"/>
                </a:lnTo>
                <a:lnTo>
                  <a:pt x="21237" y="14884"/>
                </a:lnTo>
                <a:lnTo>
                  <a:pt x="21600" y="14339"/>
                </a:lnTo>
                <a:lnTo>
                  <a:pt x="21600" y="13976"/>
                </a:lnTo>
                <a:close/>
                <a:moveTo>
                  <a:pt x="5445" y="10709"/>
                </a:moveTo>
                <a:lnTo>
                  <a:pt x="5264" y="11435"/>
                </a:lnTo>
                <a:lnTo>
                  <a:pt x="4901" y="12161"/>
                </a:lnTo>
                <a:lnTo>
                  <a:pt x="4356" y="12343"/>
                </a:lnTo>
                <a:lnTo>
                  <a:pt x="3630" y="12524"/>
                </a:lnTo>
                <a:lnTo>
                  <a:pt x="2178" y="12161"/>
                </a:lnTo>
                <a:lnTo>
                  <a:pt x="1815" y="10709"/>
                </a:lnTo>
                <a:lnTo>
                  <a:pt x="1997" y="10165"/>
                </a:lnTo>
                <a:lnTo>
                  <a:pt x="2178" y="9439"/>
                </a:lnTo>
                <a:lnTo>
                  <a:pt x="3630" y="9076"/>
                </a:lnTo>
                <a:lnTo>
                  <a:pt x="4356" y="9257"/>
                </a:lnTo>
                <a:lnTo>
                  <a:pt x="4901" y="9439"/>
                </a:lnTo>
                <a:lnTo>
                  <a:pt x="5264" y="10165"/>
                </a:lnTo>
                <a:lnTo>
                  <a:pt x="5445" y="10709"/>
                </a:lnTo>
                <a:close/>
                <a:moveTo>
                  <a:pt x="11617" y="19603"/>
                </a:moveTo>
                <a:lnTo>
                  <a:pt x="10528" y="19059"/>
                </a:lnTo>
                <a:lnTo>
                  <a:pt x="9620" y="18333"/>
                </a:lnTo>
                <a:lnTo>
                  <a:pt x="9257" y="17425"/>
                </a:lnTo>
                <a:lnTo>
                  <a:pt x="8894" y="16155"/>
                </a:lnTo>
                <a:lnTo>
                  <a:pt x="9257" y="14884"/>
                </a:lnTo>
                <a:lnTo>
                  <a:pt x="9620" y="13976"/>
                </a:lnTo>
                <a:lnTo>
                  <a:pt x="10528" y="13250"/>
                </a:lnTo>
                <a:lnTo>
                  <a:pt x="11617" y="12887"/>
                </a:lnTo>
                <a:lnTo>
                  <a:pt x="11072" y="14339"/>
                </a:lnTo>
                <a:lnTo>
                  <a:pt x="10709" y="15247"/>
                </a:lnTo>
                <a:lnTo>
                  <a:pt x="10709" y="17062"/>
                </a:lnTo>
                <a:lnTo>
                  <a:pt x="11072" y="17970"/>
                </a:lnTo>
                <a:lnTo>
                  <a:pt x="11617" y="19603"/>
                </a:lnTo>
                <a:close/>
                <a:moveTo>
                  <a:pt x="16518" y="13432"/>
                </a:moveTo>
                <a:lnTo>
                  <a:pt x="17970" y="11072"/>
                </a:lnTo>
                <a:lnTo>
                  <a:pt x="19240" y="13432"/>
                </a:lnTo>
                <a:lnTo>
                  <a:pt x="16518" y="13432"/>
                </a:lnTo>
                <a:close/>
              </a:path>
            </a:pathLst>
          </a:custGeom>
          <a:solidFill>
            <a:srgbClr val="76767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08" name="Google Shape;2408;p51"/>
          <p:cNvGrpSpPr/>
          <p:nvPr/>
        </p:nvGrpSpPr>
        <p:grpSpPr>
          <a:xfrm>
            <a:off x="6273799" y="9829798"/>
            <a:ext cx="351378" cy="507978"/>
            <a:chOff x="-1" y="-1"/>
            <a:chExt cx="351378" cy="507978"/>
          </a:xfrm>
        </p:grpSpPr>
        <p:sp>
          <p:nvSpPr>
            <p:cNvPr id="2409" name="Google Shape;2409;p51"/>
            <p:cNvSpPr/>
            <p:nvPr/>
          </p:nvSpPr>
          <p:spPr>
            <a:xfrm>
              <a:off x="-1" y="-1"/>
              <a:ext cx="351378" cy="507978"/>
            </a:xfrm>
            <a:custGeom>
              <a:rect b="b" l="l" r="r" t="t"/>
              <a:pathLst>
                <a:path extrusionOk="0" h="21600" w="21600">
                  <a:moveTo>
                    <a:pt x="21600" y="7261"/>
                  </a:moveTo>
                  <a:lnTo>
                    <a:pt x="21053" y="5627"/>
                  </a:lnTo>
                  <a:lnTo>
                    <a:pt x="20780" y="4356"/>
                  </a:lnTo>
                  <a:lnTo>
                    <a:pt x="19686" y="3267"/>
                  </a:lnTo>
                  <a:lnTo>
                    <a:pt x="18592" y="1997"/>
                  </a:lnTo>
                  <a:lnTo>
                    <a:pt x="16678" y="1089"/>
                  </a:lnTo>
                  <a:lnTo>
                    <a:pt x="15038" y="545"/>
                  </a:lnTo>
                  <a:lnTo>
                    <a:pt x="13124" y="363"/>
                  </a:lnTo>
                  <a:lnTo>
                    <a:pt x="10663" y="0"/>
                  </a:lnTo>
                  <a:lnTo>
                    <a:pt x="8476" y="363"/>
                  </a:lnTo>
                  <a:lnTo>
                    <a:pt x="6289" y="545"/>
                  </a:lnTo>
                  <a:lnTo>
                    <a:pt x="4648" y="1089"/>
                  </a:lnTo>
                  <a:lnTo>
                    <a:pt x="3008" y="1997"/>
                  </a:lnTo>
                  <a:lnTo>
                    <a:pt x="1641" y="3267"/>
                  </a:lnTo>
                  <a:lnTo>
                    <a:pt x="547" y="4356"/>
                  </a:lnTo>
                  <a:lnTo>
                    <a:pt x="273" y="5627"/>
                  </a:lnTo>
                  <a:lnTo>
                    <a:pt x="0" y="7261"/>
                  </a:lnTo>
                  <a:lnTo>
                    <a:pt x="0" y="9620"/>
                  </a:lnTo>
                  <a:lnTo>
                    <a:pt x="273" y="12343"/>
                  </a:lnTo>
                  <a:lnTo>
                    <a:pt x="1367" y="15429"/>
                  </a:lnTo>
                  <a:lnTo>
                    <a:pt x="1914" y="17062"/>
                  </a:lnTo>
                  <a:lnTo>
                    <a:pt x="3554" y="19603"/>
                  </a:lnTo>
                  <a:lnTo>
                    <a:pt x="4648" y="20148"/>
                  </a:lnTo>
                  <a:lnTo>
                    <a:pt x="5742" y="20874"/>
                  </a:lnTo>
                  <a:lnTo>
                    <a:pt x="7382" y="21237"/>
                  </a:lnTo>
                  <a:lnTo>
                    <a:pt x="8749" y="21600"/>
                  </a:lnTo>
                  <a:lnTo>
                    <a:pt x="12851" y="21600"/>
                  </a:lnTo>
                  <a:lnTo>
                    <a:pt x="13944" y="21237"/>
                  </a:lnTo>
                  <a:lnTo>
                    <a:pt x="15311" y="20874"/>
                  </a:lnTo>
                  <a:lnTo>
                    <a:pt x="16678" y="20148"/>
                  </a:lnTo>
                  <a:lnTo>
                    <a:pt x="17772" y="19603"/>
                  </a:lnTo>
                  <a:lnTo>
                    <a:pt x="18866" y="18333"/>
                  </a:lnTo>
                  <a:lnTo>
                    <a:pt x="19413" y="17062"/>
                  </a:lnTo>
                  <a:lnTo>
                    <a:pt x="20233" y="15429"/>
                  </a:lnTo>
                  <a:lnTo>
                    <a:pt x="21053" y="12343"/>
                  </a:lnTo>
                  <a:lnTo>
                    <a:pt x="21600" y="9620"/>
                  </a:lnTo>
                  <a:lnTo>
                    <a:pt x="21600" y="7261"/>
                  </a:lnTo>
                  <a:close/>
                  <a:moveTo>
                    <a:pt x="17225" y="15973"/>
                  </a:moveTo>
                  <a:lnTo>
                    <a:pt x="12851" y="14521"/>
                  </a:lnTo>
                  <a:lnTo>
                    <a:pt x="18046" y="13250"/>
                  </a:lnTo>
                  <a:lnTo>
                    <a:pt x="17225" y="15973"/>
                  </a:lnTo>
                  <a:close/>
                  <a:moveTo>
                    <a:pt x="2734" y="7261"/>
                  </a:moveTo>
                  <a:lnTo>
                    <a:pt x="2734" y="6171"/>
                  </a:lnTo>
                  <a:lnTo>
                    <a:pt x="3281" y="4901"/>
                  </a:lnTo>
                  <a:lnTo>
                    <a:pt x="3828" y="3993"/>
                  </a:lnTo>
                  <a:lnTo>
                    <a:pt x="4922" y="3449"/>
                  </a:lnTo>
                  <a:lnTo>
                    <a:pt x="6015" y="2723"/>
                  </a:lnTo>
                  <a:lnTo>
                    <a:pt x="7382" y="2360"/>
                  </a:lnTo>
                  <a:lnTo>
                    <a:pt x="9023" y="1815"/>
                  </a:lnTo>
                  <a:lnTo>
                    <a:pt x="12304" y="1815"/>
                  </a:lnTo>
                  <a:lnTo>
                    <a:pt x="13944" y="2360"/>
                  </a:lnTo>
                  <a:lnTo>
                    <a:pt x="15311" y="2723"/>
                  </a:lnTo>
                  <a:lnTo>
                    <a:pt x="16405" y="3449"/>
                  </a:lnTo>
                  <a:lnTo>
                    <a:pt x="17499" y="3993"/>
                  </a:lnTo>
                  <a:lnTo>
                    <a:pt x="18046" y="4901"/>
                  </a:lnTo>
                  <a:lnTo>
                    <a:pt x="18592" y="6171"/>
                  </a:lnTo>
                  <a:lnTo>
                    <a:pt x="18866" y="7261"/>
                  </a:lnTo>
                  <a:lnTo>
                    <a:pt x="18866" y="8350"/>
                  </a:lnTo>
                  <a:lnTo>
                    <a:pt x="18592" y="11254"/>
                  </a:lnTo>
                  <a:lnTo>
                    <a:pt x="9296" y="13432"/>
                  </a:lnTo>
                  <a:lnTo>
                    <a:pt x="3008" y="11254"/>
                  </a:lnTo>
                  <a:lnTo>
                    <a:pt x="2734" y="8350"/>
                  </a:lnTo>
                  <a:lnTo>
                    <a:pt x="2734" y="7261"/>
                  </a:lnTo>
                  <a:close/>
                  <a:moveTo>
                    <a:pt x="10663" y="19785"/>
                  </a:moveTo>
                  <a:lnTo>
                    <a:pt x="8476" y="19603"/>
                  </a:lnTo>
                  <a:lnTo>
                    <a:pt x="7382" y="19240"/>
                  </a:lnTo>
                  <a:lnTo>
                    <a:pt x="6562" y="19059"/>
                  </a:lnTo>
                  <a:lnTo>
                    <a:pt x="5742" y="18333"/>
                  </a:lnTo>
                  <a:lnTo>
                    <a:pt x="4922" y="17425"/>
                  </a:lnTo>
                  <a:lnTo>
                    <a:pt x="3828" y="15066"/>
                  </a:lnTo>
                  <a:lnTo>
                    <a:pt x="3281" y="13432"/>
                  </a:lnTo>
                  <a:lnTo>
                    <a:pt x="16132" y="17788"/>
                  </a:lnTo>
                  <a:lnTo>
                    <a:pt x="15038" y="18877"/>
                  </a:lnTo>
                  <a:lnTo>
                    <a:pt x="12304" y="19785"/>
                  </a:lnTo>
                  <a:lnTo>
                    <a:pt x="10663" y="19785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0" name="Google Shape;2410;p51"/>
            <p:cNvSpPr/>
            <p:nvPr/>
          </p:nvSpPr>
          <p:spPr>
            <a:xfrm>
              <a:off x="65062" y="65130"/>
              <a:ext cx="221238" cy="208386"/>
            </a:xfrm>
            <a:custGeom>
              <a:rect b="b" l="l" r="r" t="t"/>
              <a:pathLst>
                <a:path extrusionOk="0" h="21600" w="21600">
                  <a:moveTo>
                    <a:pt x="10800" y="21600"/>
                  </a:moveTo>
                  <a:lnTo>
                    <a:pt x="12960" y="21600"/>
                  </a:lnTo>
                  <a:lnTo>
                    <a:pt x="15120" y="20718"/>
                  </a:lnTo>
                  <a:lnTo>
                    <a:pt x="16848" y="20278"/>
                  </a:lnTo>
                  <a:lnTo>
                    <a:pt x="18144" y="18514"/>
                  </a:lnTo>
                  <a:lnTo>
                    <a:pt x="19872" y="16751"/>
                  </a:lnTo>
                  <a:lnTo>
                    <a:pt x="20304" y="15429"/>
                  </a:lnTo>
                  <a:lnTo>
                    <a:pt x="21600" y="13224"/>
                  </a:lnTo>
                  <a:lnTo>
                    <a:pt x="21600" y="8816"/>
                  </a:lnTo>
                  <a:lnTo>
                    <a:pt x="20304" y="6612"/>
                  </a:lnTo>
                  <a:lnTo>
                    <a:pt x="19872" y="4849"/>
                  </a:lnTo>
                  <a:lnTo>
                    <a:pt x="16848" y="1763"/>
                  </a:lnTo>
                  <a:lnTo>
                    <a:pt x="15120" y="1322"/>
                  </a:lnTo>
                  <a:lnTo>
                    <a:pt x="12960" y="0"/>
                  </a:lnTo>
                  <a:lnTo>
                    <a:pt x="8640" y="0"/>
                  </a:lnTo>
                  <a:lnTo>
                    <a:pt x="6480" y="1322"/>
                  </a:lnTo>
                  <a:lnTo>
                    <a:pt x="5184" y="1763"/>
                  </a:lnTo>
                  <a:lnTo>
                    <a:pt x="3456" y="3086"/>
                  </a:lnTo>
                  <a:lnTo>
                    <a:pt x="1728" y="4849"/>
                  </a:lnTo>
                  <a:lnTo>
                    <a:pt x="1296" y="6612"/>
                  </a:lnTo>
                  <a:lnTo>
                    <a:pt x="0" y="8816"/>
                  </a:lnTo>
                  <a:lnTo>
                    <a:pt x="0" y="13224"/>
                  </a:lnTo>
                  <a:lnTo>
                    <a:pt x="1296" y="15429"/>
                  </a:lnTo>
                  <a:lnTo>
                    <a:pt x="1728" y="16751"/>
                  </a:lnTo>
                  <a:lnTo>
                    <a:pt x="5184" y="20278"/>
                  </a:lnTo>
                  <a:lnTo>
                    <a:pt x="6480" y="20718"/>
                  </a:lnTo>
                  <a:lnTo>
                    <a:pt x="8640" y="21600"/>
                  </a:lnTo>
                  <a:lnTo>
                    <a:pt x="10800" y="21600"/>
                  </a:lnTo>
                  <a:close/>
                  <a:moveTo>
                    <a:pt x="10800" y="4408"/>
                  </a:moveTo>
                  <a:lnTo>
                    <a:pt x="13392" y="4849"/>
                  </a:lnTo>
                  <a:lnTo>
                    <a:pt x="16848" y="8376"/>
                  </a:lnTo>
                  <a:lnTo>
                    <a:pt x="17280" y="11020"/>
                  </a:lnTo>
                  <a:lnTo>
                    <a:pt x="16848" y="13665"/>
                  </a:lnTo>
                  <a:lnTo>
                    <a:pt x="15120" y="15429"/>
                  </a:lnTo>
                  <a:lnTo>
                    <a:pt x="13392" y="16751"/>
                  </a:lnTo>
                  <a:lnTo>
                    <a:pt x="10800" y="17633"/>
                  </a:lnTo>
                  <a:lnTo>
                    <a:pt x="8208" y="16751"/>
                  </a:lnTo>
                  <a:lnTo>
                    <a:pt x="6048" y="15429"/>
                  </a:lnTo>
                  <a:lnTo>
                    <a:pt x="5184" y="13665"/>
                  </a:lnTo>
                  <a:lnTo>
                    <a:pt x="4320" y="11020"/>
                  </a:lnTo>
                  <a:lnTo>
                    <a:pt x="5184" y="8376"/>
                  </a:lnTo>
                  <a:lnTo>
                    <a:pt x="6048" y="6612"/>
                  </a:lnTo>
                  <a:lnTo>
                    <a:pt x="8208" y="4849"/>
                  </a:lnTo>
                  <a:lnTo>
                    <a:pt x="10800" y="4408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1" name="Google Shape;2411;p51"/>
            <p:cNvSpPr/>
            <p:nvPr/>
          </p:nvSpPr>
          <p:spPr>
            <a:xfrm>
              <a:off x="156159" y="169334"/>
              <a:ext cx="39042" cy="39096"/>
            </a:xfrm>
            <a:custGeom>
              <a:rect b="b" l="l" r="r" t="t"/>
              <a:pathLst>
                <a:path extrusionOk="0" h="21600" w="21600">
                  <a:moveTo>
                    <a:pt x="10800" y="21600"/>
                  </a:moveTo>
                  <a:lnTo>
                    <a:pt x="12960" y="21600"/>
                  </a:lnTo>
                  <a:lnTo>
                    <a:pt x="19440" y="17280"/>
                  </a:lnTo>
                  <a:lnTo>
                    <a:pt x="21600" y="15120"/>
                  </a:lnTo>
                  <a:lnTo>
                    <a:pt x="21600" y="4320"/>
                  </a:lnTo>
                  <a:lnTo>
                    <a:pt x="19440" y="2160"/>
                  </a:lnTo>
                  <a:lnTo>
                    <a:pt x="12960" y="0"/>
                  </a:lnTo>
                  <a:lnTo>
                    <a:pt x="6480" y="0"/>
                  </a:lnTo>
                  <a:lnTo>
                    <a:pt x="2160" y="2160"/>
                  </a:lnTo>
                  <a:lnTo>
                    <a:pt x="0" y="4320"/>
                  </a:lnTo>
                  <a:lnTo>
                    <a:pt x="0" y="15120"/>
                  </a:lnTo>
                  <a:lnTo>
                    <a:pt x="6480" y="2160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2" name="Google Shape;2412;p51"/>
          <p:cNvSpPr/>
          <p:nvPr/>
        </p:nvSpPr>
        <p:spPr>
          <a:xfrm>
            <a:off x="3289301" y="11984567"/>
            <a:ext cx="165078" cy="131220"/>
          </a:xfrm>
          <a:custGeom>
            <a:rect b="b" l="l" r="r" t="t"/>
            <a:pathLst>
              <a:path extrusionOk="0" h="21600" w="21600">
                <a:moveTo>
                  <a:pt x="8173" y="11520"/>
                </a:moveTo>
                <a:lnTo>
                  <a:pt x="4670" y="6480"/>
                </a:lnTo>
                <a:lnTo>
                  <a:pt x="0" y="12240"/>
                </a:lnTo>
                <a:lnTo>
                  <a:pt x="8173" y="21600"/>
                </a:lnTo>
                <a:lnTo>
                  <a:pt x="21600" y="5040"/>
                </a:lnTo>
                <a:lnTo>
                  <a:pt x="17514" y="0"/>
                </a:lnTo>
                <a:lnTo>
                  <a:pt x="8173" y="1152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3" name="Google Shape;2413;p51"/>
          <p:cNvSpPr/>
          <p:nvPr/>
        </p:nvSpPr>
        <p:spPr>
          <a:xfrm>
            <a:off x="3289301" y="12141200"/>
            <a:ext cx="165078" cy="131220"/>
          </a:xfrm>
          <a:custGeom>
            <a:rect b="b" l="l" r="r" t="t"/>
            <a:pathLst>
              <a:path extrusionOk="0" h="21600" w="21600">
                <a:moveTo>
                  <a:pt x="8173" y="11148"/>
                </a:moveTo>
                <a:lnTo>
                  <a:pt x="4670" y="6968"/>
                </a:lnTo>
                <a:lnTo>
                  <a:pt x="0" y="11845"/>
                </a:lnTo>
                <a:lnTo>
                  <a:pt x="8173" y="21600"/>
                </a:lnTo>
                <a:lnTo>
                  <a:pt x="21600" y="4877"/>
                </a:lnTo>
                <a:lnTo>
                  <a:pt x="17514" y="0"/>
                </a:lnTo>
                <a:lnTo>
                  <a:pt x="8173" y="1114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4" name="Google Shape;2414;p51"/>
          <p:cNvSpPr/>
          <p:nvPr/>
        </p:nvSpPr>
        <p:spPr>
          <a:xfrm>
            <a:off x="3196167" y="11921066"/>
            <a:ext cx="351378" cy="427572"/>
          </a:xfrm>
          <a:custGeom>
            <a:rect b="b" l="l" r="r" t="t"/>
            <a:pathLst>
              <a:path extrusionOk="0" h="21600" w="21600">
                <a:moveTo>
                  <a:pt x="18866" y="0"/>
                </a:moveTo>
                <a:lnTo>
                  <a:pt x="2734" y="0"/>
                </a:lnTo>
                <a:lnTo>
                  <a:pt x="1641" y="220"/>
                </a:lnTo>
                <a:lnTo>
                  <a:pt x="820" y="441"/>
                </a:lnTo>
                <a:lnTo>
                  <a:pt x="547" y="1322"/>
                </a:lnTo>
                <a:lnTo>
                  <a:pt x="0" y="1984"/>
                </a:lnTo>
                <a:lnTo>
                  <a:pt x="0" y="19396"/>
                </a:lnTo>
                <a:lnTo>
                  <a:pt x="547" y="20278"/>
                </a:lnTo>
                <a:lnTo>
                  <a:pt x="820" y="21159"/>
                </a:lnTo>
                <a:lnTo>
                  <a:pt x="1641" y="21380"/>
                </a:lnTo>
                <a:lnTo>
                  <a:pt x="2734" y="21600"/>
                </a:lnTo>
                <a:lnTo>
                  <a:pt x="18866" y="21600"/>
                </a:lnTo>
                <a:lnTo>
                  <a:pt x="21053" y="21159"/>
                </a:lnTo>
                <a:lnTo>
                  <a:pt x="21600" y="19396"/>
                </a:lnTo>
                <a:lnTo>
                  <a:pt x="21600" y="1984"/>
                </a:lnTo>
                <a:lnTo>
                  <a:pt x="21327" y="1322"/>
                </a:lnTo>
                <a:lnTo>
                  <a:pt x="21053" y="441"/>
                </a:lnTo>
                <a:lnTo>
                  <a:pt x="18866" y="0"/>
                </a:lnTo>
                <a:close/>
                <a:moveTo>
                  <a:pt x="2734" y="19396"/>
                </a:moveTo>
                <a:lnTo>
                  <a:pt x="2734" y="1984"/>
                </a:lnTo>
                <a:lnTo>
                  <a:pt x="18866" y="1984"/>
                </a:lnTo>
                <a:lnTo>
                  <a:pt x="18866" y="19396"/>
                </a:lnTo>
                <a:lnTo>
                  <a:pt x="2734" y="1939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5" name="Google Shape;2415;p51"/>
          <p:cNvSpPr/>
          <p:nvPr/>
        </p:nvSpPr>
        <p:spPr>
          <a:xfrm>
            <a:off x="4313767" y="12115800"/>
            <a:ext cx="169344" cy="169344"/>
          </a:xfrm>
          <a:custGeom>
            <a:rect b="b" l="l" r="r" t="t"/>
            <a:pathLst>
              <a:path extrusionOk="0" h="21600" w="21600">
                <a:moveTo>
                  <a:pt x="13846" y="0"/>
                </a:moveTo>
                <a:lnTo>
                  <a:pt x="8308" y="0"/>
                </a:lnTo>
                <a:lnTo>
                  <a:pt x="8308" y="8308"/>
                </a:lnTo>
                <a:lnTo>
                  <a:pt x="0" y="8308"/>
                </a:lnTo>
                <a:lnTo>
                  <a:pt x="0" y="13846"/>
                </a:lnTo>
                <a:lnTo>
                  <a:pt x="8308" y="13846"/>
                </a:lnTo>
                <a:lnTo>
                  <a:pt x="8308" y="21600"/>
                </a:lnTo>
                <a:lnTo>
                  <a:pt x="13846" y="21600"/>
                </a:lnTo>
                <a:lnTo>
                  <a:pt x="13846" y="13846"/>
                </a:lnTo>
                <a:lnTo>
                  <a:pt x="21600" y="13846"/>
                </a:lnTo>
                <a:lnTo>
                  <a:pt x="21600" y="8308"/>
                </a:lnTo>
                <a:lnTo>
                  <a:pt x="13846" y="8308"/>
                </a:lnTo>
                <a:lnTo>
                  <a:pt x="13846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6" name="Google Shape;2416;p51"/>
          <p:cNvSpPr/>
          <p:nvPr/>
        </p:nvSpPr>
        <p:spPr>
          <a:xfrm>
            <a:off x="4207933" y="11882967"/>
            <a:ext cx="376758" cy="478386"/>
          </a:xfrm>
          <a:custGeom>
            <a:rect b="b" l="l" r="r" t="t"/>
            <a:pathLst>
              <a:path extrusionOk="0" h="21600" w="21600">
                <a:moveTo>
                  <a:pt x="19173" y="4588"/>
                </a:moveTo>
                <a:lnTo>
                  <a:pt x="16746" y="4588"/>
                </a:lnTo>
                <a:lnTo>
                  <a:pt x="16746" y="2676"/>
                </a:lnTo>
                <a:lnTo>
                  <a:pt x="15290" y="2676"/>
                </a:lnTo>
                <a:lnTo>
                  <a:pt x="14804" y="1529"/>
                </a:lnTo>
                <a:lnTo>
                  <a:pt x="13834" y="573"/>
                </a:lnTo>
                <a:lnTo>
                  <a:pt x="12378" y="191"/>
                </a:lnTo>
                <a:lnTo>
                  <a:pt x="10921" y="0"/>
                </a:lnTo>
                <a:lnTo>
                  <a:pt x="9222" y="191"/>
                </a:lnTo>
                <a:lnTo>
                  <a:pt x="7766" y="573"/>
                </a:lnTo>
                <a:lnTo>
                  <a:pt x="7038" y="1529"/>
                </a:lnTo>
                <a:lnTo>
                  <a:pt x="6310" y="2676"/>
                </a:lnTo>
                <a:lnTo>
                  <a:pt x="4854" y="2676"/>
                </a:lnTo>
                <a:lnTo>
                  <a:pt x="4854" y="4588"/>
                </a:lnTo>
                <a:lnTo>
                  <a:pt x="2427" y="4588"/>
                </a:lnTo>
                <a:lnTo>
                  <a:pt x="1456" y="4970"/>
                </a:lnTo>
                <a:lnTo>
                  <a:pt x="728" y="5161"/>
                </a:lnTo>
                <a:lnTo>
                  <a:pt x="243" y="5735"/>
                </a:lnTo>
                <a:lnTo>
                  <a:pt x="0" y="6499"/>
                </a:lnTo>
                <a:lnTo>
                  <a:pt x="0" y="19688"/>
                </a:lnTo>
                <a:lnTo>
                  <a:pt x="243" y="20453"/>
                </a:lnTo>
                <a:lnTo>
                  <a:pt x="728" y="21218"/>
                </a:lnTo>
                <a:lnTo>
                  <a:pt x="1456" y="21409"/>
                </a:lnTo>
                <a:lnTo>
                  <a:pt x="2427" y="21600"/>
                </a:lnTo>
                <a:lnTo>
                  <a:pt x="19173" y="21600"/>
                </a:lnTo>
                <a:lnTo>
                  <a:pt x="21115" y="21218"/>
                </a:lnTo>
                <a:lnTo>
                  <a:pt x="21600" y="19688"/>
                </a:lnTo>
                <a:lnTo>
                  <a:pt x="21600" y="6499"/>
                </a:lnTo>
                <a:lnTo>
                  <a:pt x="21357" y="5735"/>
                </a:lnTo>
                <a:lnTo>
                  <a:pt x="21115" y="5161"/>
                </a:lnTo>
                <a:lnTo>
                  <a:pt x="20144" y="4970"/>
                </a:lnTo>
                <a:lnTo>
                  <a:pt x="19173" y="4588"/>
                </a:lnTo>
                <a:close/>
                <a:moveTo>
                  <a:pt x="10921" y="1912"/>
                </a:moveTo>
                <a:lnTo>
                  <a:pt x="12135" y="2103"/>
                </a:lnTo>
                <a:lnTo>
                  <a:pt x="12863" y="2676"/>
                </a:lnTo>
                <a:lnTo>
                  <a:pt x="8737" y="2676"/>
                </a:lnTo>
                <a:lnTo>
                  <a:pt x="9708" y="2103"/>
                </a:lnTo>
                <a:lnTo>
                  <a:pt x="10921" y="1912"/>
                </a:lnTo>
                <a:close/>
                <a:moveTo>
                  <a:pt x="7281" y="4588"/>
                </a:moveTo>
                <a:lnTo>
                  <a:pt x="14319" y="4588"/>
                </a:lnTo>
                <a:lnTo>
                  <a:pt x="14319" y="6499"/>
                </a:lnTo>
                <a:lnTo>
                  <a:pt x="7281" y="6499"/>
                </a:lnTo>
                <a:lnTo>
                  <a:pt x="7281" y="4588"/>
                </a:lnTo>
                <a:close/>
                <a:moveTo>
                  <a:pt x="19173" y="19688"/>
                </a:moveTo>
                <a:lnTo>
                  <a:pt x="2427" y="19688"/>
                </a:lnTo>
                <a:lnTo>
                  <a:pt x="2427" y="6499"/>
                </a:lnTo>
                <a:lnTo>
                  <a:pt x="4854" y="6499"/>
                </a:lnTo>
                <a:lnTo>
                  <a:pt x="4854" y="8411"/>
                </a:lnTo>
                <a:lnTo>
                  <a:pt x="16746" y="8411"/>
                </a:lnTo>
                <a:lnTo>
                  <a:pt x="16746" y="6499"/>
                </a:lnTo>
                <a:lnTo>
                  <a:pt x="19173" y="6499"/>
                </a:lnTo>
                <a:lnTo>
                  <a:pt x="19173" y="1968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7" name="Google Shape;2417;p51"/>
          <p:cNvSpPr/>
          <p:nvPr/>
        </p:nvSpPr>
        <p:spPr>
          <a:xfrm>
            <a:off x="5338234" y="12179301"/>
            <a:ext cx="1692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418" name="Google Shape;2418;p51"/>
          <p:cNvSpPr/>
          <p:nvPr/>
        </p:nvSpPr>
        <p:spPr>
          <a:xfrm>
            <a:off x="5236634" y="11882967"/>
            <a:ext cx="376758" cy="478386"/>
          </a:xfrm>
          <a:custGeom>
            <a:rect b="b" l="l" r="r" t="t"/>
            <a:pathLst>
              <a:path extrusionOk="0" h="21600" w="21600">
                <a:moveTo>
                  <a:pt x="19173" y="4588"/>
                </a:moveTo>
                <a:lnTo>
                  <a:pt x="16746" y="4588"/>
                </a:lnTo>
                <a:lnTo>
                  <a:pt x="16746" y="2676"/>
                </a:lnTo>
                <a:lnTo>
                  <a:pt x="15290" y="2676"/>
                </a:lnTo>
                <a:lnTo>
                  <a:pt x="14562" y="1529"/>
                </a:lnTo>
                <a:lnTo>
                  <a:pt x="13834" y="573"/>
                </a:lnTo>
                <a:lnTo>
                  <a:pt x="12378" y="191"/>
                </a:lnTo>
                <a:lnTo>
                  <a:pt x="10679" y="0"/>
                </a:lnTo>
                <a:lnTo>
                  <a:pt x="9222" y="191"/>
                </a:lnTo>
                <a:lnTo>
                  <a:pt x="7766" y="573"/>
                </a:lnTo>
                <a:lnTo>
                  <a:pt x="6796" y="1529"/>
                </a:lnTo>
                <a:lnTo>
                  <a:pt x="6310" y="2676"/>
                </a:lnTo>
                <a:lnTo>
                  <a:pt x="4854" y="2676"/>
                </a:lnTo>
                <a:lnTo>
                  <a:pt x="4854" y="4588"/>
                </a:lnTo>
                <a:lnTo>
                  <a:pt x="2427" y="4588"/>
                </a:lnTo>
                <a:lnTo>
                  <a:pt x="1456" y="4970"/>
                </a:lnTo>
                <a:lnTo>
                  <a:pt x="485" y="5161"/>
                </a:lnTo>
                <a:lnTo>
                  <a:pt x="243" y="5735"/>
                </a:lnTo>
                <a:lnTo>
                  <a:pt x="0" y="6499"/>
                </a:lnTo>
                <a:lnTo>
                  <a:pt x="0" y="19688"/>
                </a:lnTo>
                <a:lnTo>
                  <a:pt x="485" y="21218"/>
                </a:lnTo>
                <a:lnTo>
                  <a:pt x="2427" y="21600"/>
                </a:lnTo>
                <a:lnTo>
                  <a:pt x="19173" y="21600"/>
                </a:lnTo>
                <a:lnTo>
                  <a:pt x="20144" y="21409"/>
                </a:lnTo>
                <a:lnTo>
                  <a:pt x="20872" y="21218"/>
                </a:lnTo>
                <a:lnTo>
                  <a:pt x="21357" y="20453"/>
                </a:lnTo>
                <a:lnTo>
                  <a:pt x="21600" y="19688"/>
                </a:lnTo>
                <a:lnTo>
                  <a:pt x="21600" y="6499"/>
                </a:lnTo>
                <a:lnTo>
                  <a:pt x="21357" y="5735"/>
                </a:lnTo>
                <a:lnTo>
                  <a:pt x="20872" y="5161"/>
                </a:lnTo>
                <a:lnTo>
                  <a:pt x="20144" y="4970"/>
                </a:lnTo>
                <a:lnTo>
                  <a:pt x="19173" y="4588"/>
                </a:lnTo>
                <a:close/>
                <a:moveTo>
                  <a:pt x="10679" y="1912"/>
                </a:moveTo>
                <a:lnTo>
                  <a:pt x="11892" y="2103"/>
                </a:lnTo>
                <a:lnTo>
                  <a:pt x="12863" y="2676"/>
                </a:lnTo>
                <a:lnTo>
                  <a:pt x="8737" y="2676"/>
                </a:lnTo>
                <a:lnTo>
                  <a:pt x="9465" y="2103"/>
                </a:lnTo>
                <a:lnTo>
                  <a:pt x="10679" y="1912"/>
                </a:lnTo>
                <a:close/>
                <a:moveTo>
                  <a:pt x="7281" y="4588"/>
                </a:moveTo>
                <a:lnTo>
                  <a:pt x="14319" y="4588"/>
                </a:lnTo>
                <a:lnTo>
                  <a:pt x="14319" y="6499"/>
                </a:lnTo>
                <a:lnTo>
                  <a:pt x="7281" y="6499"/>
                </a:lnTo>
                <a:lnTo>
                  <a:pt x="7281" y="4588"/>
                </a:lnTo>
                <a:close/>
                <a:moveTo>
                  <a:pt x="19173" y="19688"/>
                </a:moveTo>
                <a:lnTo>
                  <a:pt x="2427" y="19688"/>
                </a:lnTo>
                <a:lnTo>
                  <a:pt x="2427" y="6499"/>
                </a:lnTo>
                <a:lnTo>
                  <a:pt x="4854" y="6499"/>
                </a:lnTo>
                <a:lnTo>
                  <a:pt x="4854" y="8411"/>
                </a:lnTo>
                <a:lnTo>
                  <a:pt x="16746" y="8411"/>
                </a:lnTo>
                <a:lnTo>
                  <a:pt x="16746" y="6499"/>
                </a:lnTo>
                <a:lnTo>
                  <a:pt x="19173" y="6499"/>
                </a:lnTo>
                <a:lnTo>
                  <a:pt x="19173" y="1968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9" name="Google Shape;2419;p51"/>
          <p:cNvSpPr/>
          <p:nvPr/>
        </p:nvSpPr>
        <p:spPr>
          <a:xfrm>
            <a:off x="1223434" y="12090400"/>
            <a:ext cx="207414" cy="194724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9818"/>
                </a:lnTo>
                <a:lnTo>
                  <a:pt x="3967" y="9818"/>
                </a:lnTo>
                <a:lnTo>
                  <a:pt x="3967" y="4909"/>
                </a:lnTo>
                <a:lnTo>
                  <a:pt x="8376" y="4909"/>
                </a:lnTo>
                <a:lnTo>
                  <a:pt x="8376" y="16691"/>
                </a:lnTo>
                <a:lnTo>
                  <a:pt x="3967" y="16691"/>
                </a:lnTo>
                <a:lnTo>
                  <a:pt x="3967" y="21600"/>
                </a:lnTo>
                <a:lnTo>
                  <a:pt x="17192" y="21600"/>
                </a:lnTo>
                <a:lnTo>
                  <a:pt x="17192" y="16691"/>
                </a:lnTo>
                <a:lnTo>
                  <a:pt x="12784" y="16691"/>
                </a:lnTo>
                <a:lnTo>
                  <a:pt x="12784" y="4909"/>
                </a:lnTo>
                <a:lnTo>
                  <a:pt x="17192" y="4909"/>
                </a:lnTo>
                <a:lnTo>
                  <a:pt x="17192" y="9818"/>
                </a:lnTo>
                <a:lnTo>
                  <a:pt x="21600" y="9818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0" name="Google Shape;2420;p51"/>
          <p:cNvSpPr/>
          <p:nvPr/>
        </p:nvSpPr>
        <p:spPr>
          <a:xfrm>
            <a:off x="1130300" y="11895666"/>
            <a:ext cx="389448" cy="465642"/>
          </a:xfrm>
          <a:custGeom>
            <a:rect b="b" l="l" r="r" t="t"/>
            <a:pathLst>
              <a:path extrusionOk="0" h="21600" w="21600">
                <a:moveTo>
                  <a:pt x="16018" y="0"/>
                </a:moveTo>
                <a:lnTo>
                  <a:pt x="2427" y="0"/>
                </a:lnTo>
                <a:lnTo>
                  <a:pt x="485" y="400"/>
                </a:lnTo>
                <a:lnTo>
                  <a:pt x="243" y="1200"/>
                </a:lnTo>
                <a:lnTo>
                  <a:pt x="0" y="1800"/>
                </a:lnTo>
                <a:lnTo>
                  <a:pt x="0" y="19600"/>
                </a:lnTo>
                <a:lnTo>
                  <a:pt x="485" y="21200"/>
                </a:lnTo>
                <a:lnTo>
                  <a:pt x="2427" y="21600"/>
                </a:lnTo>
                <a:lnTo>
                  <a:pt x="19173" y="21600"/>
                </a:lnTo>
                <a:lnTo>
                  <a:pt x="19901" y="21400"/>
                </a:lnTo>
                <a:lnTo>
                  <a:pt x="20872" y="21200"/>
                </a:lnTo>
                <a:lnTo>
                  <a:pt x="21115" y="20400"/>
                </a:lnTo>
                <a:lnTo>
                  <a:pt x="21600" y="19600"/>
                </a:lnTo>
                <a:lnTo>
                  <a:pt x="21600" y="4400"/>
                </a:lnTo>
                <a:lnTo>
                  <a:pt x="16018" y="0"/>
                </a:lnTo>
                <a:close/>
                <a:moveTo>
                  <a:pt x="2427" y="19600"/>
                </a:moveTo>
                <a:lnTo>
                  <a:pt x="2427" y="1800"/>
                </a:lnTo>
                <a:lnTo>
                  <a:pt x="14319" y="1800"/>
                </a:lnTo>
                <a:lnTo>
                  <a:pt x="14319" y="5800"/>
                </a:lnTo>
                <a:lnTo>
                  <a:pt x="19173" y="5800"/>
                </a:lnTo>
                <a:lnTo>
                  <a:pt x="19173" y="19600"/>
                </a:lnTo>
                <a:lnTo>
                  <a:pt x="2427" y="19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1" name="Google Shape;2421;p51"/>
          <p:cNvSpPr/>
          <p:nvPr/>
        </p:nvSpPr>
        <p:spPr>
          <a:xfrm>
            <a:off x="2353733" y="12065000"/>
            <a:ext cx="101628" cy="11431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17280"/>
                </a:lnTo>
                <a:lnTo>
                  <a:pt x="19008" y="12960"/>
                </a:lnTo>
                <a:lnTo>
                  <a:pt x="18144" y="9504"/>
                </a:lnTo>
                <a:lnTo>
                  <a:pt x="12096" y="3456"/>
                </a:lnTo>
                <a:lnTo>
                  <a:pt x="8640" y="2592"/>
                </a:lnTo>
                <a:lnTo>
                  <a:pt x="43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2" name="Google Shape;2422;p51"/>
          <p:cNvSpPr/>
          <p:nvPr/>
        </p:nvSpPr>
        <p:spPr>
          <a:xfrm>
            <a:off x="2158999" y="11895666"/>
            <a:ext cx="376758" cy="465642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2209" y="0"/>
                </a:lnTo>
                <a:lnTo>
                  <a:pt x="1473" y="200"/>
                </a:lnTo>
                <a:lnTo>
                  <a:pt x="491" y="400"/>
                </a:lnTo>
                <a:lnTo>
                  <a:pt x="245" y="1200"/>
                </a:lnTo>
                <a:lnTo>
                  <a:pt x="0" y="1800"/>
                </a:lnTo>
                <a:lnTo>
                  <a:pt x="0" y="19600"/>
                </a:lnTo>
                <a:lnTo>
                  <a:pt x="491" y="21200"/>
                </a:lnTo>
                <a:lnTo>
                  <a:pt x="1473" y="21400"/>
                </a:lnTo>
                <a:lnTo>
                  <a:pt x="2209" y="21600"/>
                </a:lnTo>
                <a:lnTo>
                  <a:pt x="19391" y="21600"/>
                </a:lnTo>
                <a:lnTo>
                  <a:pt x="20127" y="21400"/>
                </a:lnTo>
                <a:lnTo>
                  <a:pt x="21109" y="21200"/>
                </a:lnTo>
                <a:lnTo>
                  <a:pt x="21600" y="19600"/>
                </a:lnTo>
                <a:lnTo>
                  <a:pt x="21600" y="4400"/>
                </a:lnTo>
                <a:lnTo>
                  <a:pt x="16200" y="0"/>
                </a:lnTo>
                <a:close/>
                <a:moveTo>
                  <a:pt x="2209" y="19600"/>
                </a:moveTo>
                <a:lnTo>
                  <a:pt x="2209" y="1800"/>
                </a:lnTo>
                <a:lnTo>
                  <a:pt x="14482" y="1800"/>
                </a:lnTo>
                <a:lnTo>
                  <a:pt x="14482" y="5800"/>
                </a:lnTo>
                <a:lnTo>
                  <a:pt x="19391" y="5800"/>
                </a:lnTo>
                <a:lnTo>
                  <a:pt x="19391" y="19600"/>
                </a:lnTo>
                <a:lnTo>
                  <a:pt x="2209" y="1960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3" name="Google Shape;2423;p51"/>
          <p:cNvSpPr/>
          <p:nvPr/>
        </p:nvSpPr>
        <p:spPr>
          <a:xfrm>
            <a:off x="2235199" y="12090400"/>
            <a:ext cx="194724" cy="194724"/>
          </a:xfrm>
          <a:custGeom>
            <a:rect b="b" l="l" r="r" t="t"/>
            <a:pathLst>
              <a:path extrusionOk="0" h="21600" w="21600">
                <a:moveTo>
                  <a:pt x="7535" y="0"/>
                </a:moveTo>
                <a:lnTo>
                  <a:pt x="4521" y="2009"/>
                </a:lnTo>
                <a:lnTo>
                  <a:pt x="2009" y="4521"/>
                </a:lnTo>
                <a:lnTo>
                  <a:pt x="1005" y="7033"/>
                </a:lnTo>
                <a:lnTo>
                  <a:pt x="0" y="10549"/>
                </a:lnTo>
                <a:lnTo>
                  <a:pt x="0" y="13060"/>
                </a:lnTo>
                <a:lnTo>
                  <a:pt x="1005" y="15070"/>
                </a:lnTo>
                <a:lnTo>
                  <a:pt x="2009" y="16577"/>
                </a:lnTo>
                <a:lnTo>
                  <a:pt x="3014" y="18586"/>
                </a:lnTo>
                <a:lnTo>
                  <a:pt x="5023" y="20093"/>
                </a:lnTo>
                <a:lnTo>
                  <a:pt x="7033" y="21098"/>
                </a:lnTo>
                <a:lnTo>
                  <a:pt x="9042" y="21600"/>
                </a:lnTo>
                <a:lnTo>
                  <a:pt x="11553" y="21600"/>
                </a:lnTo>
                <a:lnTo>
                  <a:pt x="15070" y="21098"/>
                </a:lnTo>
                <a:lnTo>
                  <a:pt x="17581" y="20093"/>
                </a:lnTo>
                <a:lnTo>
                  <a:pt x="20093" y="17581"/>
                </a:lnTo>
                <a:lnTo>
                  <a:pt x="21600" y="14567"/>
                </a:lnTo>
                <a:lnTo>
                  <a:pt x="7535" y="14567"/>
                </a:lnTo>
                <a:lnTo>
                  <a:pt x="7535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4" name="Google Shape;2424;p51"/>
          <p:cNvSpPr/>
          <p:nvPr/>
        </p:nvSpPr>
        <p:spPr>
          <a:xfrm>
            <a:off x="7285567" y="11882967"/>
            <a:ext cx="376758" cy="503766"/>
          </a:xfrm>
          <a:custGeom>
            <a:rect b="b" l="l" r="r" t="t"/>
            <a:pathLst>
              <a:path extrusionOk="0" h="21600" w="21600">
                <a:moveTo>
                  <a:pt x="19145" y="1831"/>
                </a:moveTo>
                <a:lnTo>
                  <a:pt x="16936" y="1831"/>
                </a:lnTo>
                <a:lnTo>
                  <a:pt x="16936" y="366"/>
                </a:lnTo>
                <a:lnTo>
                  <a:pt x="16445" y="183"/>
                </a:lnTo>
                <a:lnTo>
                  <a:pt x="16200" y="0"/>
                </a:lnTo>
                <a:lnTo>
                  <a:pt x="14973" y="0"/>
                </a:lnTo>
                <a:lnTo>
                  <a:pt x="14482" y="366"/>
                </a:lnTo>
                <a:lnTo>
                  <a:pt x="14482" y="1831"/>
                </a:lnTo>
                <a:lnTo>
                  <a:pt x="12027" y="1831"/>
                </a:lnTo>
                <a:lnTo>
                  <a:pt x="12027" y="366"/>
                </a:lnTo>
                <a:lnTo>
                  <a:pt x="11782" y="183"/>
                </a:lnTo>
                <a:lnTo>
                  <a:pt x="11291" y="0"/>
                </a:lnTo>
                <a:lnTo>
                  <a:pt x="10064" y="0"/>
                </a:lnTo>
                <a:lnTo>
                  <a:pt x="9573" y="366"/>
                </a:lnTo>
                <a:lnTo>
                  <a:pt x="9573" y="1831"/>
                </a:lnTo>
                <a:lnTo>
                  <a:pt x="7118" y="1831"/>
                </a:lnTo>
                <a:lnTo>
                  <a:pt x="7118" y="366"/>
                </a:lnTo>
                <a:lnTo>
                  <a:pt x="6627" y="0"/>
                </a:lnTo>
                <a:lnTo>
                  <a:pt x="5400" y="0"/>
                </a:lnTo>
                <a:lnTo>
                  <a:pt x="5155" y="183"/>
                </a:lnTo>
                <a:lnTo>
                  <a:pt x="4664" y="366"/>
                </a:lnTo>
                <a:lnTo>
                  <a:pt x="4664" y="1831"/>
                </a:lnTo>
                <a:lnTo>
                  <a:pt x="2209" y="1831"/>
                </a:lnTo>
                <a:lnTo>
                  <a:pt x="1473" y="2014"/>
                </a:lnTo>
                <a:lnTo>
                  <a:pt x="491" y="2197"/>
                </a:lnTo>
                <a:lnTo>
                  <a:pt x="245" y="2929"/>
                </a:lnTo>
                <a:lnTo>
                  <a:pt x="0" y="3478"/>
                </a:lnTo>
                <a:lnTo>
                  <a:pt x="0" y="19769"/>
                </a:lnTo>
                <a:lnTo>
                  <a:pt x="491" y="21234"/>
                </a:lnTo>
                <a:lnTo>
                  <a:pt x="1473" y="21417"/>
                </a:lnTo>
                <a:lnTo>
                  <a:pt x="2209" y="21600"/>
                </a:lnTo>
                <a:lnTo>
                  <a:pt x="19145" y="21600"/>
                </a:lnTo>
                <a:lnTo>
                  <a:pt x="21109" y="21234"/>
                </a:lnTo>
                <a:lnTo>
                  <a:pt x="21600" y="19769"/>
                </a:lnTo>
                <a:lnTo>
                  <a:pt x="21600" y="3478"/>
                </a:lnTo>
                <a:lnTo>
                  <a:pt x="21355" y="2929"/>
                </a:lnTo>
                <a:lnTo>
                  <a:pt x="21109" y="2197"/>
                </a:lnTo>
                <a:lnTo>
                  <a:pt x="19145" y="1831"/>
                </a:lnTo>
                <a:close/>
                <a:moveTo>
                  <a:pt x="2209" y="19769"/>
                </a:moveTo>
                <a:lnTo>
                  <a:pt x="2209" y="3478"/>
                </a:lnTo>
                <a:lnTo>
                  <a:pt x="4664" y="3478"/>
                </a:lnTo>
                <a:lnTo>
                  <a:pt x="4664" y="4942"/>
                </a:lnTo>
                <a:lnTo>
                  <a:pt x="5155" y="5125"/>
                </a:lnTo>
                <a:lnTo>
                  <a:pt x="5400" y="5308"/>
                </a:lnTo>
                <a:lnTo>
                  <a:pt x="6627" y="5308"/>
                </a:lnTo>
                <a:lnTo>
                  <a:pt x="7118" y="4942"/>
                </a:lnTo>
                <a:lnTo>
                  <a:pt x="7118" y="3478"/>
                </a:lnTo>
                <a:lnTo>
                  <a:pt x="9573" y="3478"/>
                </a:lnTo>
                <a:lnTo>
                  <a:pt x="9573" y="4942"/>
                </a:lnTo>
                <a:lnTo>
                  <a:pt x="10064" y="5308"/>
                </a:lnTo>
                <a:lnTo>
                  <a:pt x="11291" y="5308"/>
                </a:lnTo>
                <a:lnTo>
                  <a:pt x="11782" y="5125"/>
                </a:lnTo>
                <a:lnTo>
                  <a:pt x="12027" y="4942"/>
                </a:lnTo>
                <a:lnTo>
                  <a:pt x="12027" y="3478"/>
                </a:lnTo>
                <a:lnTo>
                  <a:pt x="14482" y="3478"/>
                </a:lnTo>
                <a:lnTo>
                  <a:pt x="14482" y="4942"/>
                </a:lnTo>
                <a:lnTo>
                  <a:pt x="14973" y="5308"/>
                </a:lnTo>
                <a:lnTo>
                  <a:pt x="16200" y="5308"/>
                </a:lnTo>
                <a:lnTo>
                  <a:pt x="16445" y="5125"/>
                </a:lnTo>
                <a:lnTo>
                  <a:pt x="16936" y="4942"/>
                </a:lnTo>
                <a:lnTo>
                  <a:pt x="16936" y="3478"/>
                </a:lnTo>
                <a:lnTo>
                  <a:pt x="19145" y="3478"/>
                </a:lnTo>
                <a:lnTo>
                  <a:pt x="19145" y="19769"/>
                </a:lnTo>
                <a:lnTo>
                  <a:pt x="2209" y="19769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25" name="Google Shape;2425;p51"/>
          <p:cNvGrpSpPr/>
          <p:nvPr/>
        </p:nvGrpSpPr>
        <p:grpSpPr>
          <a:xfrm>
            <a:off x="8301567" y="11882967"/>
            <a:ext cx="389448" cy="503766"/>
            <a:chOff x="-1" y="0"/>
            <a:chExt cx="389448" cy="503766"/>
          </a:xfrm>
        </p:grpSpPr>
        <p:sp>
          <p:nvSpPr>
            <p:cNvPr id="2426" name="Google Shape;2426;p51"/>
            <p:cNvSpPr/>
            <p:nvPr/>
          </p:nvSpPr>
          <p:spPr>
            <a:xfrm>
              <a:off x="90872" y="271260"/>
              <a:ext cx="207600" cy="38700"/>
            </a:xfrm>
            <a:prstGeom prst="rect">
              <a:avLst/>
            </a:pr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2427" name="Google Shape;2427;p51"/>
            <p:cNvSpPr/>
            <p:nvPr/>
          </p:nvSpPr>
          <p:spPr>
            <a:xfrm>
              <a:off x="90872" y="180839"/>
              <a:ext cx="168900" cy="51600"/>
            </a:xfrm>
            <a:prstGeom prst="rect">
              <a:avLst/>
            </a:pr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2428" name="Google Shape;2428;p51"/>
            <p:cNvSpPr/>
            <p:nvPr/>
          </p:nvSpPr>
          <p:spPr>
            <a:xfrm>
              <a:off x="90872" y="348761"/>
              <a:ext cx="207600" cy="51600"/>
            </a:xfrm>
            <a:prstGeom prst="rect">
              <a:avLst/>
            </a:pr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Questrial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2429" name="Google Shape;2429;p51"/>
            <p:cNvSpPr/>
            <p:nvPr/>
          </p:nvSpPr>
          <p:spPr>
            <a:xfrm>
              <a:off x="-1" y="0"/>
              <a:ext cx="389448" cy="503766"/>
            </a:xfrm>
            <a:custGeom>
              <a:rect b="b" l="l" r="r" t="t"/>
              <a:pathLst>
                <a:path extrusionOk="0" h="21600" w="21600">
                  <a:moveTo>
                    <a:pt x="19173" y="1831"/>
                  </a:moveTo>
                  <a:lnTo>
                    <a:pt x="16746" y="1831"/>
                  </a:lnTo>
                  <a:lnTo>
                    <a:pt x="16746" y="366"/>
                  </a:lnTo>
                  <a:lnTo>
                    <a:pt x="16261" y="0"/>
                  </a:lnTo>
                  <a:lnTo>
                    <a:pt x="15047" y="0"/>
                  </a:lnTo>
                  <a:lnTo>
                    <a:pt x="14562" y="366"/>
                  </a:lnTo>
                  <a:lnTo>
                    <a:pt x="14562" y="1831"/>
                  </a:lnTo>
                  <a:lnTo>
                    <a:pt x="12135" y="1831"/>
                  </a:lnTo>
                  <a:lnTo>
                    <a:pt x="12135" y="366"/>
                  </a:lnTo>
                  <a:lnTo>
                    <a:pt x="11649" y="183"/>
                  </a:lnTo>
                  <a:lnTo>
                    <a:pt x="11407" y="0"/>
                  </a:lnTo>
                  <a:lnTo>
                    <a:pt x="10193" y="0"/>
                  </a:lnTo>
                  <a:lnTo>
                    <a:pt x="9708" y="366"/>
                  </a:lnTo>
                  <a:lnTo>
                    <a:pt x="9708" y="1831"/>
                  </a:lnTo>
                  <a:lnTo>
                    <a:pt x="7281" y="1831"/>
                  </a:lnTo>
                  <a:lnTo>
                    <a:pt x="7281" y="366"/>
                  </a:lnTo>
                  <a:lnTo>
                    <a:pt x="7038" y="183"/>
                  </a:lnTo>
                  <a:lnTo>
                    <a:pt x="6553" y="0"/>
                  </a:lnTo>
                  <a:lnTo>
                    <a:pt x="5582" y="0"/>
                  </a:lnTo>
                  <a:lnTo>
                    <a:pt x="5097" y="183"/>
                  </a:lnTo>
                  <a:lnTo>
                    <a:pt x="4854" y="366"/>
                  </a:lnTo>
                  <a:lnTo>
                    <a:pt x="4854" y="1831"/>
                  </a:lnTo>
                  <a:lnTo>
                    <a:pt x="2427" y="1831"/>
                  </a:lnTo>
                  <a:lnTo>
                    <a:pt x="1699" y="2014"/>
                  </a:lnTo>
                  <a:lnTo>
                    <a:pt x="728" y="2197"/>
                  </a:lnTo>
                  <a:lnTo>
                    <a:pt x="485" y="2929"/>
                  </a:lnTo>
                  <a:lnTo>
                    <a:pt x="0" y="3478"/>
                  </a:lnTo>
                  <a:lnTo>
                    <a:pt x="0" y="19769"/>
                  </a:lnTo>
                  <a:lnTo>
                    <a:pt x="485" y="20502"/>
                  </a:lnTo>
                  <a:lnTo>
                    <a:pt x="728" y="21234"/>
                  </a:lnTo>
                  <a:lnTo>
                    <a:pt x="1699" y="21417"/>
                  </a:lnTo>
                  <a:lnTo>
                    <a:pt x="2427" y="21600"/>
                  </a:lnTo>
                  <a:lnTo>
                    <a:pt x="19173" y="21600"/>
                  </a:lnTo>
                  <a:lnTo>
                    <a:pt x="21115" y="21234"/>
                  </a:lnTo>
                  <a:lnTo>
                    <a:pt x="21600" y="19769"/>
                  </a:lnTo>
                  <a:lnTo>
                    <a:pt x="21600" y="3478"/>
                  </a:lnTo>
                  <a:lnTo>
                    <a:pt x="21357" y="2929"/>
                  </a:lnTo>
                  <a:lnTo>
                    <a:pt x="21115" y="2197"/>
                  </a:lnTo>
                  <a:lnTo>
                    <a:pt x="19173" y="1831"/>
                  </a:lnTo>
                  <a:close/>
                  <a:moveTo>
                    <a:pt x="2427" y="19769"/>
                  </a:moveTo>
                  <a:lnTo>
                    <a:pt x="2427" y="3478"/>
                  </a:lnTo>
                  <a:lnTo>
                    <a:pt x="4854" y="3478"/>
                  </a:lnTo>
                  <a:lnTo>
                    <a:pt x="4854" y="4942"/>
                  </a:lnTo>
                  <a:lnTo>
                    <a:pt x="5097" y="5125"/>
                  </a:lnTo>
                  <a:lnTo>
                    <a:pt x="5582" y="5308"/>
                  </a:lnTo>
                  <a:lnTo>
                    <a:pt x="6553" y="5308"/>
                  </a:lnTo>
                  <a:lnTo>
                    <a:pt x="7038" y="5125"/>
                  </a:lnTo>
                  <a:lnTo>
                    <a:pt x="7281" y="4942"/>
                  </a:lnTo>
                  <a:lnTo>
                    <a:pt x="7281" y="3478"/>
                  </a:lnTo>
                  <a:lnTo>
                    <a:pt x="9708" y="3478"/>
                  </a:lnTo>
                  <a:lnTo>
                    <a:pt x="9708" y="4942"/>
                  </a:lnTo>
                  <a:lnTo>
                    <a:pt x="10193" y="5308"/>
                  </a:lnTo>
                  <a:lnTo>
                    <a:pt x="11407" y="5308"/>
                  </a:lnTo>
                  <a:lnTo>
                    <a:pt x="11649" y="5125"/>
                  </a:lnTo>
                  <a:lnTo>
                    <a:pt x="12135" y="4942"/>
                  </a:lnTo>
                  <a:lnTo>
                    <a:pt x="12135" y="3478"/>
                  </a:lnTo>
                  <a:lnTo>
                    <a:pt x="14562" y="3478"/>
                  </a:lnTo>
                  <a:lnTo>
                    <a:pt x="14562" y="4942"/>
                  </a:lnTo>
                  <a:lnTo>
                    <a:pt x="15047" y="5308"/>
                  </a:lnTo>
                  <a:lnTo>
                    <a:pt x="16261" y="5308"/>
                  </a:lnTo>
                  <a:lnTo>
                    <a:pt x="16746" y="4942"/>
                  </a:lnTo>
                  <a:lnTo>
                    <a:pt x="16746" y="3478"/>
                  </a:lnTo>
                  <a:lnTo>
                    <a:pt x="19173" y="3478"/>
                  </a:lnTo>
                  <a:lnTo>
                    <a:pt x="19173" y="19769"/>
                  </a:lnTo>
                  <a:lnTo>
                    <a:pt x="2427" y="19769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libri"/>
                <a:buNone/>
              </a:pPr>
              <a:r>
                <a:t/>
              </a:r>
              <a:endParaRPr b="0" i="0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0" name="Google Shape;2430;p51"/>
          <p:cNvSpPr/>
          <p:nvPr/>
        </p:nvSpPr>
        <p:spPr>
          <a:xfrm>
            <a:off x="6379634" y="12128501"/>
            <a:ext cx="139698" cy="156654"/>
          </a:xfrm>
          <a:custGeom>
            <a:rect b="b" l="l" r="r" t="t"/>
            <a:pathLst>
              <a:path extrusionOk="0" h="21600" w="21600">
                <a:moveTo>
                  <a:pt x="17153" y="0"/>
                </a:moveTo>
                <a:lnTo>
                  <a:pt x="10800" y="6353"/>
                </a:lnTo>
                <a:lnTo>
                  <a:pt x="4447" y="0"/>
                </a:lnTo>
                <a:lnTo>
                  <a:pt x="0" y="3812"/>
                </a:lnTo>
                <a:lnTo>
                  <a:pt x="6353" y="10800"/>
                </a:lnTo>
                <a:lnTo>
                  <a:pt x="0" y="17153"/>
                </a:lnTo>
                <a:lnTo>
                  <a:pt x="4447" y="21600"/>
                </a:lnTo>
                <a:lnTo>
                  <a:pt x="10800" y="15247"/>
                </a:lnTo>
                <a:lnTo>
                  <a:pt x="17153" y="21600"/>
                </a:lnTo>
                <a:lnTo>
                  <a:pt x="21600" y="17153"/>
                </a:lnTo>
                <a:lnTo>
                  <a:pt x="15882" y="10800"/>
                </a:lnTo>
                <a:lnTo>
                  <a:pt x="21600" y="3812"/>
                </a:lnTo>
                <a:lnTo>
                  <a:pt x="17153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1" name="Google Shape;2431;p51"/>
          <p:cNvSpPr/>
          <p:nvPr/>
        </p:nvSpPr>
        <p:spPr>
          <a:xfrm>
            <a:off x="6261101" y="11882967"/>
            <a:ext cx="376758" cy="478386"/>
          </a:xfrm>
          <a:custGeom>
            <a:rect b="b" l="l" r="r" t="t"/>
            <a:pathLst>
              <a:path extrusionOk="0" h="21600" w="21600">
                <a:moveTo>
                  <a:pt x="19173" y="4588"/>
                </a:moveTo>
                <a:lnTo>
                  <a:pt x="16746" y="4588"/>
                </a:lnTo>
                <a:lnTo>
                  <a:pt x="16746" y="2676"/>
                </a:lnTo>
                <a:lnTo>
                  <a:pt x="15290" y="2676"/>
                </a:lnTo>
                <a:lnTo>
                  <a:pt x="14562" y="1529"/>
                </a:lnTo>
                <a:lnTo>
                  <a:pt x="13591" y="573"/>
                </a:lnTo>
                <a:lnTo>
                  <a:pt x="12135" y="191"/>
                </a:lnTo>
                <a:lnTo>
                  <a:pt x="10679" y="0"/>
                </a:lnTo>
                <a:lnTo>
                  <a:pt x="9222" y="191"/>
                </a:lnTo>
                <a:lnTo>
                  <a:pt x="7766" y="573"/>
                </a:lnTo>
                <a:lnTo>
                  <a:pt x="6796" y="1529"/>
                </a:lnTo>
                <a:lnTo>
                  <a:pt x="6310" y="2676"/>
                </a:lnTo>
                <a:lnTo>
                  <a:pt x="4611" y="2676"/>
                </a:lnTo>
                <a:lnTo>
                  <a:pt x="4611" y="4588"/>
                </a:lnTo>
                <a:lnTo>
                  <a:pt x="2427" y="4588"/>
                </a:lnTo>
                <a:lnTo>
                  <a:pt x="1456" y="4970"/>
                </a:lnTo>
                <a:lnTo>
                  <a:pt x="485" y="5161"/>
                </a:lnTo>
                <a:lnTo>
                  <a:pt x="243" y="5735"/>
                </a:lnTo>
                <a:lnTo>
                  <a:pt x="0" y="6499"/>
                </a:lnTo>
                <a:lnTo>
                  <a:pt x="0" y="19688"/>
                </a:lnTo>
                <a:lnTo>
                  <a:pt x="485" y="21218"/>
                </a:lnTo>
                <a:lnTo>
                  <a:pt x="2427" y="21600"/>
                </a:lnTo>
                <a:lnTo>
                  <a:pt x="19173" y="21600"/>
                </a:lnTo>
                <a:lnTo>
                  <a:pt x="19901" y="21409"/>
                </a:lnTo>
                <a:lnTo>
                  <a:pt x="20872" y="21218"/>
                </a:lnTo>
                <a:lnTo>
                  <a:pt x="21115" y="20453"/>
                </a:lnTo>
                <a:lnTo>
                  <a:pt x="21600" y="19688"/>
                </a:lnTo>
                <a:lnTo>
                  <a:pt x="21600" y="6499"/>
                </a:lnTo>
                <a:lnTo>
                  <a:pt x="21115" y="5735"/>
                </a:lnTo>
                <a:lnTo>
                  <a:pt x="20872" y="5161"/>
                </a:lnTo>
                <a:lnTo>
                  <a:pt x="19901" y="4970"/>
                </a:lnTo>
                <a:lnTo>
                  <a:pt x="19173" y="4588"/>
                </a:lnTo>
                <a:close/>
                <a:moveTo>
                  <a:pt x="10679" y="1912"/>
                </a:moveTo>
                <a:lnTo>
                  <a:pt x="11892" y="2103"/>
                </a:lnTo>
                <a:lnTo>
                  <a:pt x="12863" y="2676"/>
                </a:lnTo>
                <a:lnTo>
                  <a:pt x="8737" y="2676"/>
                </a:lnTo>
                <a:lnTo>
                  <a:pt x="9465" y="2103"/>
                </a:lnTo>
                <a:lnTo>
                  <a:pt x="10679" y="1912"/>
                </a:lnTo>
                <a:close/>
                <a:moveTo>
                  <a:pt x="7038" y="4588"/>
                </a:moveTo>
                <a:lnTo>
                  <a:pt x="14319" y="4588"/>
                </a:lnTo>
                <a:lnTo>
                  <a:pt x="14319" y="6499"/>
                </a:lnTo>
                <a:lnTo>
                  <a:pt x="7038" y="6499"/>
                </a:lnTo>
                <a:lnTo>
                  <a:pt x="7038" y="4588"/>
                </a:lnTo>
                <a:close/>
                <a:moveTo>
                  <a:pt x="19173" y="19688"/>
                </a:moveTo>
                <a:lnTo>
                  <a:pt x="2427" y="19688"/>
                </a:lnTo>
                <a:lnTo>
                  <a:pt x="2427" y="6499"/>
                </a:lnTo>
                <a:lnTo>
                  <a:pt x="4611" y="6499"/>
                </a:lnTo>
                <a:lnTo>
                  <a:pt x="4611" y="8411"/>
                </a:lnTo>
                <a:lnTo>
                  <a:pt x="16746" y="8411"/>
                </a:lnTo>
                <a:lnTo>
                  <a:pt x="16746" y="6499"/>
                </a:lnTo>
                <a:lnTo>
                  <a:pt x="19173" y="6499"/>
                </a:lnTo>
                <a:lnTo>
                  <a:pt x="19173" y="19688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2" name="Google Shape;2432;p51"/>
          <p:cNvSpPr/>
          <p:nvPr/>
        </p:nvSpPr>
        <p:spPr>
          <a:xfrm>
            <a:off x="9351434" y="11921066"/>
            <a:ext cx="338688" cy="427572"/>
          </a:xfrm>
          <a:custGeom>
            <a:rect b="b" l="l" r="r" t="t"/>
            <a:pathLst>
              <a:path extrusionOk="0" h="21600" w="21600">
                <a:moveTo>
                  <a:pt x="18866" y="0"/>
                </a:moveTo>
                <a:lnTo>
                  <a:pt x="2734" y="0"/>
                </a:lnTo>
                <a:lnTo>
                  <a:pt x="1641" y="220"/>
                </a:lnTo>
                <a:lnTo>
                  <a:pt x="820" y="441"/>
                </a:lnTo>
                <a:lnTo>
                  <a:pt x="273" y="1322"/>
                </a:lnTo>
                <a:lnTo>
                  <a:pt x="0" y="1984"/>
                </a:lnTo>
                <a:lnTo>
                  <a:pt x="0" y="19396"/>
                </a:lnTo>
                <a:lnTo>
                  <a:pt x="273" y="20278"/>
                </a:lnTo>
                <a:lnTo>
                  <a:pt x="820" y="21159"/>
                </a:lnTo>
                <a:lnTo>
                  <a:pt x="1641" y="21380"/>
                </a:lnTo>
                <a:lnTo>
                  <a:pt x="2734" y="21600"/>
                </a:lnTo>
                <a:lnTo>
                  <a:pt x="18866" y="21600"/>
                </a:lnTo>
                <a:lnTo>
                  <a:pt x="21053" y="21159"/>
                </a:lnTo>
                <a:lnTo>
                  <a:pt x="21600" y="19396"/>
                </a:lnTo>
                <a:lnTo>
                  <a:pt x="21600" y="1984"/>
                </a:lnTo>
                <a:lnTo>
                  <a:pt x="21327" y="1322"/>
                </a:lnTo>
                <a:lnTo>
                  <a:pt x="21053" y="441"/>
                </a:lnTo>
                <a:lnTo>
                  <a:pt x="18866" y="0"/>
                </a:lnTo>
                <a:close/>
                <a:moveTo>
                  <a:pt x="2734" y="19396"/>
                </a:moveTo>
                <a:lnTo>
                  <a:pt x="2734" y="1984"/>
                </a:lnTo>
                <a:lnTo>
                  <a:pt x="10937" y="1984"/>
                </a:lnTo>
                <a:lnTo>
                  <a:pt x="10937" y="4188"/>
                </a:lnTo>
                <a:lnTo>
                  <a:pt x="13397" y="4188"/>
                </a:lnTo>
                <a:lnTo>
                  <a:pt x="13397" y="1984"/>
                </a:lnTo>
                <a:lnTo>
                  <a:pt x="18866" y="1984"/>
                </a:lnTo>
                <a:lnTo>
                  <a:pt x="18866" y="19396"/>
                </a:lnTo>
                <a:lnTo>
                  <a:pt x="2734" y="1939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3" name="Google Shape;2433;p51"/>
          <p:cNvSpPr/>
          <p:nvPr/>
        </p:nvSpPr>
        <p:spPr>
          <a:xfrm>
            <a:off x="9558866" y="11997266"/>
            <a:ext cx="54900" cy="549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434" name="Google Shape;2434;p51"/>
          <p:cNvSpPr/>
          <p:nvPr/>
        </p:nvSpPr>
        <p:spPr>
          <a:xfrm>
            <a:off x="9520767" y="12052301"/>
            <a:ext cx="381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435" name="Google Shape;2435;p51"/>
          <p:cNvSpPr/>
          <p:nvPr/>
        </p:nvSpPr>
        <p:spPr>
          <a:xfrm>
            <a:off x="9558866" y="12090400"/>
            <a:ext cx="54900" cy="381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436" name="Google Shape;2436;p51"/>
          <p:cNvSpPr/>
          <p:nvPr/>
        </p:nvSpPr>
        <p:spPr>
          <a:xfrm>
            <a:off x="9520767" y="12128501"/>
            <a:ext cx="38100" cy="507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Quest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437" name="Google Shape;2437;p51"/>
          <p:cNvSpPr/>
          <p:nvPr/>
        </p:nvSpPr>
        <p:spPr>
          <a:xfrm>
            <a:off x="5338234" y="1634066"/>
            <a:ext cx="169344" cy="249750"/>
          </a:xfrm>
          <a:custGeom>
            <a:rect b="b" l="l" r="r" t="t"/>
            <a:pathLst>
              <a:path extrusionOk="0" h="21600" w="21600">
                <a:moveTo>
                  <a:pt x="21600" y="14152"/>
                </a:moveTo>
                <a:lnTo>
                  <a:pt x="21046" y="13034"/>
                </a:lnTo>
                <a:lnTo>
                  <a:pt x="20492" y="11172"/>
                </a:lnTo>
                <a:lnTo>
                  <a:pt x="17723" y="7076"/>
                </a:lnTo>
                <a:lnTo>
                  <a:pt x="10523" y="0"/>
                </a:lnTo>
                <a:lnTo>
                  <a:pt x="4431" y="6331"/>
                </a:lnTo>
                <a:lnTo>
                  <a:pt x="1108" y="10428"/>
                </a:lnTo>
                <a:lnTo>
                  <a:pt x="0" y="14152"/>
                </a:lnTo>
                <a:lnTo>
                  <a:pt x="0" y="15641"/>
                </a:lnTo>
                <a:lnTo>
                  <a:pt x="554" y="17131"/>
                </a:lnTo>
                <a:lnTo>
                  <a:pt x="3323" y="19366"/>
                </a:lnTo>
                <a:lnTo>
                  <a:pt x="6646" y="21228"/>
                </a:lnTo>
                <a:lnTo>
                  <a:pt x="8862" y="21600"/>
                </a:lnTo>
                <a:lnTo>
                  <a:pt x="12738" y="21600"/>
                </a:lnTo>
                <a:lnTo>
                  <a:pt x="14954" y="21228"/>
                </a:lnTo>
                <a:lnTo>
                  <a:pt x="18277" y="19366"/>
                </a:lnTo>
                <a:lnTo>
                  <a:pt x="21046" y="17131"/>
                </a:lnTo>
                <a:lnTo>
                  <a:pt x="21600" y="15641"/>
                </a:lnTo>
                <a:lnTo>
                  <a:pt x="21600" y="14152"/>
                </a:lnTo>
                <a:close/>
                <a:moveTo>
                  <a:pt x="10523" y="17876"/>
                </a:moveTo>
                <a:lnTo>
                  <a:pt x="8862" y="17503"/>
                </a:lnTo>
                <a:lnTo>
                  <a:pt x="6646" y="17131"/>
                </a:lnTo>
                <a:lnTo>
                  <a:pt x="6092" y="15641"/>
                </a:lnTo>
                <a:lnTo>
                  <a:pt x="4985" y="14152"/>
                </a:lnTo>
                <a:lnTo>
                  <a:pt x="6092" y="13034"/>
                </a:lnTo>
                <a:lnTo>
                  <a:pt x="6646" y="11172"/>
                </a:lnTo>
                <a:lnTo>
                  <a:pt x="10523" y="6331"/>
                </a:lnTo>
                <a:lnTo>
                  <a:pt x="14954" y="11172"/>
                </a:lnTo>
                <a:lnTo>
                  <a:pt x="15508" y="13034"/>
                </a:lnTo>
                <a:lnTo>
                  <a:pt x="16062" y="14152"/>
                </a:lnTo>
                <a:lnTo>
                  <a:pt x="14954" y="17131"/>
                </a:lnTo>
                <a:lnTo>
                  <a:pt x="10523" y="17876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8" name="Google Shape;2438;p51"/>
          <p:cNvSpPr/>
          <p:nvPr/>
        </p:nvSpPr>
        <p:spPr>
          <a:xfrm>
            <a:off x="5444066" y="1739901"/>
            <a:ext cx="232848" cy="402192"/>
          </a:xfrm>
          <a:custGeom>
            <a:rect b="b" l="l" r="r" t="t"/>
            <a:pathLst>
              <a:path extrusionOk="0" h="21600" w="21600">
                <a:moveTo>
                  <a:pt x="19636" y="0"/>
                </a:moveTo>
                <a:lnTo>
                  <a:pt x="15709" y="0"/>
                </a:lnTo>
                <a:lnTo>
                  <a:pt x="14531" y="232"/>
                </a:lnTo>
                <a:lnTo>
                  <a:pt x="13745" y="697"/>
                </a:lnTo>
                <a:lnTo>
                  <a:pt x="8640" y="9290"/>
                </a:lnTo>
                <a:lnTo>
                  <a:pt x="7462" y="8129"/>
                </a:lnTo>
                <a:lnTo>
                  <a:pt x="7069" y="7897"/>
                </a:lnTo>
                <a:lnTo>
                  <a:pt x="5105" y="7897"/>
                </a:lnTo>
                <a:lnTo>
                  <a:pt x="4320" y="8129"/>
                </a:lnTo>
                <a:lnTo>
                  <a:pt x="785" y="10452"/>
                </a:lnTo>
                <a:lnTo>
                  <a:pt x="0" y="11148"/>
                </a:lnTo>
                <a:lnTo>
                  <a:pt x="0" y="11613"/>
                </a:lnTo>
                <a:lnTo>
                  <a:pt x="3142" y="16026"/>
                </a:lnTo>
                <a:lnTo>
                  <a:pt x="2356" y="16490"/>
                </a:lnTo>
                <a:lnTo>
                  <a:pt x="1964" y="16955"/>
                </a:lnTo>
                <a:lnTo>
                  <a:pt x="1964" y="21135"/>
                </a:lnTo>
                <a:lnTo>
                  <a:pt x="2356" y="21368"/>
                </a:lnTo>
                <a:lnTo>
                  <a:pt x="3142" y="21600"/>
                </a:lnTo>
                <a:lnTo>
                  <a:pt x="18458" y="21600"/>
                </a:lnTo>
                <a:lnTo>
                  <a:pt x="18851" y="21368"/>
                </a:lnTo>
                <a:lnTo>
                  <a:pt x="19636" y="21135"/>
                </a:lnTo>
                <a:lnTo>
                  <a:pt x="19636" y="16955"/>
                </a:lnTo>
                <a:lnTo>
                  <a:pt x="18458" y="16258"/>
                </a:lnTo>
                <a:lnTo>
                  <a:pt x="21600" y="13006"/>
                </a:lnTo>
                <a:lnTo>
                  <a:pt x="21600" y="465"/>
                </a:lnTo>
                <a:lnTo>
                  <a:pt x="20815" y="232"/>
                </a:lnTo>
                <a:lnTo>
                  <a:pt x="20422" y="0"/>
                </a:lnTo>
                <a:lnTo>
                  <a:pt x="19636" y="0"/>
                </a:lnTo>
                <a:close/>
                <a:moveTo>
                  <a:pt x="5891" y="10684"/>
                </a:moveTo>
                <a:lnTo>
                  <a:pt x="8247" y="12310"/>
                </a:lnTo>
                <a:lnTo>
                  <a:pt x="9425" y="12542"/>
                </a:lnTo>
                <a:lnTo>
                  <a:pt x="10211" y="12542"/>
                </a:lnTo>
                <a:lnTo>
                  <a:pt x="11389" y="12310"/>
                </a:lnTo>
                <a:lnTo>
                  <a:pt x="11782" y="11613"/>
                </a:lnTo>
                <a:lnTo>
                  <a:pt x="16887" y="2090"/>
                </a:lnTo>
                <a:lnTo>
                  <a:pt x="17673" y="2090"/>
                </a:lnTo>
                <a:lnTo>
                  <a:pt x="17673" y="12310"/>
                </a:lnTo>
                <a:lnTo>
                  <a:pt x="14531" y="16026"/>
                </a:lnTo>
                <a:lnTo>
                  <a:pt x="7462" y="16026"/>
                </a:lnTo>
                <a:lnTo>
                  <a:pt x="4320" y="11613"/>
                </a:lnTo>
                <a:lnTo>
                  <a:pt x="5891" y="10684"/>
                </a:lnTo>
                <a:close/>
                <a:moveTo>
                  <a:pt x="15709" y="19277"/>
                </a:moveTo>
                <a:lnTo>
                  <a:pt x="5891" y="19277"/>
                </a:lnTo>
                <a:lnTo>
                  <a:pt x="5891" y="18116"/>
                </a:lnTo>
                <a:lnTo>
                  <a:pt x="15709" y="18116"/>
                </a:lnTo>
                <a:lnTo>
                  <a:pt x="15709" y="1927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9" name="Google Shape;2439;p51"/>
          <p:cNvSpPr/>
          <p:nvPr/>
        </p:nvSpPr>
        <p:spPr>
          <a:xfrm>
            <a:off x="5168901" y="1739901"/>
            <a:ext cx="237060" cy="402192"/>
          </a:xfrm>
          <a:custGeom>
            <a:rect b="b" l="l" r="r" t="t"/>
            <a:pathLst>
              <a:path extrusionOk="0" h="21600" w="21600">
                <a:moveTo>
                  <a:pt x="17200" y="8129"/>
                </a:moveTo>
                <a:lnTo>
                  <a:pt x="16800" y="7897"/>
                </a:lnTo>
                <a:lnTo>
                  <a:pt x="14800" y="7897"/>
                </a:lnTo>
                <a:lnTo>
                  <a:pt x="14400" y="8129"/>
                </a:lnTo>
                <a:lnTo>
                  <a:pt x="12800" y="9290"/>
                </a:lnTo>
                <a:lnTo>
                  <a:pt x="8000" y="697"/>
                </a:lnTo>
                <a:lnTo>
                  <a:pt x="6800" y="232"/>
                </a:lnTo>
                <a:lnTo>
                  <a:pt x="6000" y="0"/>
                </a:lnTo>
                <a:lnTo>
                  <a:pt x="1200" y="0"/>
                </a:lnTo>
                <a:lnTo>
                  <a:pt x="400" y="232"/>
                </a:lnTo>
                <a:lnTo>
                  <a:pt x="0" y="465"/>
                </a:lnTo>
                <a:lnTo>
                  <a:pt x="0" y="13006"/>
                </a:lnTo>
                <a:lnTo>
                  <a:pt x="3200" y="16258"/>
                </a:lnTo>
                <a:lnTo>
                  <a:pt x="2400" y="16490"/>
                </a:lnTo>
                <a:lnTo>
                  <a:pt x="2000" y="16955"/>
                </a:lnTo>
                <a:lnTo>
                  <a:pt x="2000" y="21135"/>
                </a:lnTo>
                <a:lnTo>
                  <a:pt x="2400" y="21368"/>
                </a:lnTo>
                <a:lnTo>
                  <a:pt x="3200" y="21600"/>
                </a:lnTo>
                <a:lnTo>
                  <a:pt x="18800" y="21600"/>
                </a:lnTo>
                <a:lnTo>
                  <a:pt x="19600" y="21135"/>
                </a:lnTo>
                <a:lnTo>
                  <a:pt x="19600" y="16955"/>
                </a:lnTo>
                <a:lnTo>
                  <a:pt x="18800" y="16026"/>
                </a:lnTo>
                <a:lnTo>
                  <a:pt x="21600" y="11613"/>
                </a:lnTo>
                <a:lnTo>
                  <a:pt x="21600" y="11148"/>
                </a:lnTo>
                <a:lnTo>
                  <a:pt x="21200" y="10452"/>
                </a:lnTo>
                <a:lnTo>
                  <a:pt x="17200" y="8129"/>
                </a:lnTo>
                <a:close/>
                <a:moveTo>
                  <a:pt x="4000" y="2090"/>
                </a:moveTo>
                <a:lnTo>
                  <a:pt x="4400" y="2090"/>
                </a:lnTo>
                <a:lnTo>
                  <a:pt x="10000" y="11613"/>
                </a:lnTo>
                <a:lnTo>
                  <a:pt x="10400" y="12310"/>
                </a:lnTo>
                <a:lnTo>
                  <a:pt x="11600" y="12542"/>
                </a:lnTo>
                <a:lnTo>
                  <a:pt x="12400" y="12542"/>
                </a:lnTo>
                <a:lnTo>
                  <a:pt x="13200" y="12310"/>
                </a:lnTo>
                <a:lnTo>
                  <a:pt x="16000" y="10684"/>
                </a:lnTo>
                <a:lnTo>
                  <a:pt x="17200" y="11613"/>
                </a:lnTo>
                <a:lnTo>
                  <a:pt x="14400" y="16026"/>
                </a:lnTo>
                <a:lnTo>
                  <a:pt x="6800" y="16026"/>
                </a:lnTo>
                <a:lnTo>
                  <a:pt x="4000" y="12310"/>
                </a:lnTo>
                <a:lnTo>
                  <a:pt x="4000" y="2090"/>
                </a:lnTo>
                <a:close/>
                <a:moveTo>
                  <a:pt x="16000" y="19277"/>
                </a:moveTo>
                <a:lnTo>
                  <a:pt x="6000" y="19277"/>
                </a:lnTo>
                <a:lnTo>
                  <a:pt x="6000" y="18116"/>
                </a:lnTo>
                <a:lnTo>
                  <a:pt x="16000" y="18116"/>
                </a:lnTo>
                <a:lnTo>
                  <a:pt x="16000" y="19277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0" name="Google Shape;2440;p51"/>
          <p:cNvSpPr/>
          <p:nvPr/>
        </p:nvSpPr>
        <p:spPr>
          <a:xfrm>
            <a:off x="10337800" y="6752168"/>
            <a:ext cx="431784" cy="520722"/>
          </a:xfrm>
          <a:custGeom>
            <a:rect b="b" l="l" r="r" t="t"/>
            <a:pathLst>
              <a:path extrusionOk="0" h="21600" w="21600">
                <a:moveTo>
                  <a:pt x="20945" y="11072"/>
                </a:moveTo>
                <a:lnTo>
                  <a:pt x="21164" y="10346"/>
                </a:lnTo>
                <a:lnTo>
                  <a:pt x="21600" y="9439"/>
                </a:lnTo>
                <a:lnTo>
                  <a:pt x="21600" y="8531"/>
                </a:lnTo>
                <a:lnTo>
                  <a:pt x="20945" y="7805"/>
                </a:lnTo>
                <a:lnTo>
                  <a:pt x="20073" y="7261"/>
                </a:lnTo>
                <a:lnTo>
                  <a:pt x="19418" y="6716"/>
                </a:lnTo>
                <a:lnTo>
                  <a:pt x="19200" y="5445"/>
                </a:lnTo>
                <a:lnTo>
                  <a:pt x="18545" y="3993"/>
                </a:lnTo>
                <a:lnTo>
                  <a:pt x="17673" y="2904"/>
                </a:lnTo>
                <a:lnTo>
                  <a:pt x="16582" y="1997"/>
                </a:lnTo>
                <a:lnTo>
                  <a:pt x="15273" y="1089"/>
                </a:lnTo>
                <a:lnTo>
                  <a:pt x="13964" y="545"/>
                </a:lnTo>
                <a:lnTo>
                  <a:pt x="12436" y="182"/>
                </a:lnTo>
                <a:lnTo>
                  <a:pt x="10691" y="0"/>
                </a:lnTo>
                <a:lnTo>
                  <a:pt x="9164" y="182"/>
                </a:lnTo>
                <a:lnTo>
                  <a:pt x="7636" y="545"/>
                </a:lnTo>
                <a:lnTo>
                  <a:pt x="6109" y="1089"/>
                </a:lnTo>
                <a:lnTo>
                  <a:pt x="4800" y="1997"/>
                </a:lnTo>
                <a:lnTo>
                  <a:pt x="3709" y="2904"/>
                </a:lnTo>
                <a:lnTo>
                  <a:pt x="3055" y="3993"/>
                </a:lnTo>
                <a:lnTo>
                  <a:pt x="2400" y="5445"/>
                </a:lnTo>
                <a:lnTo>
                  <a:pt x="2182" y="6716"/>
                </a:lnTo>
                <a:lnTo>
                  <a:pt x="436" y="7805"/>
                </a:lnTo>
                <a:lnTo>
                  <a:pt x="0" y="8531"/>
                </a:lnTo>
                <a:lnTo>
                  <a:pt x="0" y="9439"/>
                </a:lnTo>
                <a:lnTo>
                  <a:pt x="218" y="10346"/>
                </a:lnTo>
                <a:lnTo>
                  <a:pt x="436" y="11072"/>
                </a:lnTo>
                <a:lnTo>
                  <a:pt x="218" y="11617"/>
                </a:lnTo>
                <a:lnTo>
                  <a:pt x="0" y="12524"/>
                </a:lnTo>
                <a:lnTo>
                  <a:pt x="218" y="13432"/>
                </a:lnTo>
                <a:lnTo>
                  <a:pt x="873" y="14339"/>
                </a:lnTo>
                <a:lnTo>
                  <a:pt x="218" y="15247"/>
                </a:lnTo>
                <a:lnTo>
                  <a:pt x="0" y="16155"/>
                </a:lnTo>
                <a:lnTo>
                  <a:pt x="218" y="17062"/>
                </a:lnTo>
                <a:lnTo>
                  <a:pt x="436" y="17788"/>
                </a:lnTo>
                <a:lnTo>
                  <a:pt x="1309" y="18333"/>
                </a:lnTo>
                <a:lnTo>
                  <a:pt x="2182" y="18696"/>
                </a:lnTo>
                <a:lnTo>
                  <a:pt x="2182" y="19785"/>
                </a:lnTo>
                <a:lnTo>
                  <a:pt x="2400" y="20329"/>
                </a:lnTo>
                <a:lnTo>
                  <a:pt x="2618" y="21055"/>
                </a:lnTo>
                <a:lnTo>
                  <a:pt x="3491" y="21237"/>
                </a:lnTo>
                <a:lnTo>
                  <a:pt x="4364" y="21600"/>
                </a:lnTo>
                <a:lnTo>
                  <a:pt x="17236" y="21600"/>
                </a:lnTo>
                <a:lnTo>
                  <a:pt x="18109" y="21237"/>
                </a:lnTo>
                <a:lnTo>
                  <a:pt x="18764" y="21055"/>
                </a:lnTo>
                <a:lnTo>
                  <a:pt x="19200" y="20329"/>
                </a:lnTo>
                <a:lnTo>
                  <a:pt x="19418" y="19785"/>
                </a:lnTo>
                <a:lnTo>
                  <a:pt x="19418" y="18696"/>
                </a:lnTo>
                <a:lnTo>
                  <a:pt x="20073" y="18333"/>
                </a:lnTo>
                <a:lnTo>
                  <a:pt x="20945" y="17788"/>
                </a:lnTo>
                <a:lnTo>
                  <a:pt x="21164" y="17062"/>
                </a:lnTo>
                <a:lnTo>
                  <a:pt x="21600" y="16155"/>
                </a:lnTo>
                <a:lnTo>
                  <a:pt x="20727" y="14339"/>
                </a:lnTo>
                <a:lnTo>
                  <a:pt x="21600" y="12524"/>
                </a:lnTo>
                <a:lnTo>
                  <a:pt x="21164" y="11617"/>
                </a:lnTo>
                <a:lnTo>
                  <a:pt x="20945" y="11072"/>
                </a:lnTo>
                <a:close/>
                <a:moveTo>
                  <a:pt x="19418" y="12524"/>
                </a:moveTo>
                <a:lnTo>
                  <a:pt x="19418" y="13069"/>
                </a:lnTo>
                <a:lnTo>
                  <a:pt x="19200" y="13250"/>
                </a:lnTo>
                <a:lnTo>
                  <a:pt x="18764" y="13432"/>
                </a:lnTo>
                <a:lnTo>
                  <a:pt x="2618" y="13432"/>
                </a:lnTo>
                <a:lnTo>
                  <a:pt x="2182" y="13069"/>
                </a:lnTo>
                <a:lnTo>
                  <a:pt x="2182" y="12161"/>
                </a:lnTo>
                <a:lnTo>
                  <a:pt x="3273" y="12524"/>
                </a:lnTo>
                <a:lnTo>
                  <a:pt x="4364" y="12524"/>
                </a:lnTo>
                <a:lnTo>
                  <a:pt x="5455" y="12343"/>
                </a:lnTo>
                <a:lnTo>
                  <a:pt x="6545" y="11980"/>
                </a:lnTo>
                <a:lnTo>
                  <a:pt x="7855" y="12343"/>
                </a:lnTo>
                <a:lnTo>
                  <a:pt x="9164" y="12524"/>
                </a:lnTo>
                <a:lnTo>
                  <a:pt x="10036" y="12524"/>
                </a:lnTo>
                <a:lnTo>
                  <a:pt x="10691" y="12343"/>
                </a:lnTo>
                <a:lnTo>
                  <a:pt x="11564" y="12524"/>
                </a:lnTo>
                <a:lnTo>
                  <a:pt x="12436" y="12524"/>
                </a:lnTo>
                <a:lnTo>
                  <a:pt x="13745" y="12343"/>
                </a:lnTo>
                <a:lnTo>
                  <a:pt x="15055" y="11980"/>
                </a:lnTo>
                <a:lnTo>
                  <a:pt x="16145" y="12343"/>
                </a:lnTo>
                <a:lnTo>
                  <a:pt x="17236" y="12524"/>
                </a:lnTo>
                <a:lnTo>
                  <a:pt x="18327" y="12524"/>
                </a:lnTo>
                <a:lnTo>
                  <a:pt x="19418" y="12161"/>
                </a:lnTo>
                <a:lnTo>
                  <a:pt x="19418" y="12524"/>
                </a:lnTo>
                <a:close/>
                <a:moveTo>
                  <a:pt x="10691" y="1815"/>
                </a:moveTo>
                <a:lnTo>
                  <a:pt x="11782" y="1815"/>
                </a:lnTo>
                <a:lnTo>
                  <a:pt x="12873" y="2360"/>
                </a:lnTo>
                <a:lnTo>
                  <a:pt x="13964" y="2541"/>
                </a:lnTo>
                <a:lnTo>
                  <a:pt x="15055" y="3267"/>
                </a:lnTo>
                <a:lnTo>
                  <a:pt x="15709" y="3812"/>
                </a:lnTo>
                <a:lnTo>
                  <a:pt x="16364" y="4538"/>
                </a:lnTo>
                <a:lnTo>
                  <a:pt x="17018" y="5445"/>
                </a:lnTo>
                <a:lnTo>
                  <a:pt x="17236" y="6353"/>
                </a:lnTo>
                <a:lnTo>
                  <a:pt x="4364" y="6353"/>
                </a:lnTo>
                <a:lnTo>
                  <a:pt x="4582" y="5445"/>
                </a:lnTo>
                <a:lnTo>
                  <a:pt x="5018" y="4538"/>
                </a:lnTo>
                <a:lnTo>
                  <a:pt x="6545" y="3267"/>
                </a:lnTo>
                <a:lnTo>
                  <a:pt x="7636" y="2541"/>
                </a:lnTo>
                <a:lnTo>
                  <a:pt x="8509" y="2360"/>
                </a:lnTo>
                <a:lnTo>
                  <a:pt x="9600" y="1815"/>
                </a:lnTo>
                <a:lnTo>
                  <a:pt x="10691" y="1815"/>
                </a:lnTo>
                <a:close/>
                <a:moveTo>
                  <a:pt x="4364" y="8168"/>
                </a:moveTo>
                <a:lnTo>
                  <a:pt x="18109" y="8168"/>
                </a:lnTo>
                <a:lnTo>
                  <a:pt x="18764" y="8531"/>
                </a:lnTo>
                <a:lnTo>
                  <a:pt x="19200" y="8713"/>
                </a:lnTo>
                <a:lnTo>
                  <a:pt x="19418" y="9439"/>
                </a:lnTo>
                <a:lnTo>
                  <a:pt x="19200" y="9802"/>
                </a:lnTo>
                <a:lnTo>
                  <a:pt x="18109" y="10709"/>
                </a:lnTo>
                <a:lnTo>
                  <a:pt x="17236" y="10709"/>
                </a:lnTo>
                <a:lnTo>
                  <a:pt x="16364" y="10528"/>
                </a:lnTo>
                <a:lnTo>
                  <a:pt x="15927" y="10346"/>
                </a:lnTo>
                <a:lnTo>
                  <a:pt x="15709" y="9802"/>
                </a:lnTo>
                <a:lnTo>
                  <a:pt x="14618" y="9802"/>
                </a:lnTo>
                <a:lnTo>
                  <a:pt x="14182" y="10346"/>
                </a:lnTo>
                <a:lnTo>
                  <a:pt x="13527" y="10528"/>
                </a:lnTo>
                <a:lnTo>
                  <a:pt x="12436" y="10709"/>
                </a:lnTo>
                <a:lnTo>
                  <a:pt x="11782" y="10709"/>
                </a:lnTo>
                <a:lnTo>
                  <a:pt x="11345" y="10528"/>
                </a:lnTo>
                <a:lnTo>
                  <a:pt x="10691" y="10346"/>
                </a:lnTo>
                <a:lnTo>
                  <a:pt x="10255" y="10528"/>
                </a:lnTo>
                <a:lnTo>
                  <a:pt x="9600" y="10709"/>
                </a:lnTo>
                <a:lnTo>
                  <a:pt x="9164" y="10709"/>
                </a:lnTo>
                <a:lnTo>
                  <a:pt x="8073" y="10528"/>
                </a:lnTo>
                <a:lnTo>
                  <a:pt x="7200" y="10346"/>
                </a:lnTo>
                <a:lnTo>
                  <a:pt x="6982" y="9802"/>
                </a:lnTo>
                <a:lnTo>
                  <a:pt x="5891" y="9802"/>
                </a:lnTo>
                <a:lnTo>
                  <a:pt x="5673" y="10346"/>
                </a:lnTo>
                <a:lnTo>
                  <a:pt x="4364" y="10709"/>
                </a:lnTo>
                <a:lnTo>
                  <a:pt x="3491" y="10709"/>
                </a:lnTo>
                <a:lnTo>
                  <a:pt x="2400" y="9802"/>
                </a:lnTo>
                <a:lnTo>
                  <a:pt x="2182" y="9439"/>
                </a:lnTo>
                <a:lnTo>
                  <a:pt x="2400" y="8713"/>
                </a:lnTo>
                <a:lnTo>
                  <a:pt x="2618" y="8531"/>
                </a:lnTo>
                <a:lnTo>
                  <a:pt x="3491" y="8168"/>
                </a:lnTo>
                <a:lnTo>
                  <a:pt x="4364" y="8168"/>
                </a:lnTo>
                <a:close/>
                <a:moveTo>
                  <a:pt x="4364" y="19785"/>
                </a:moveTo>
                <a:lnTo>
                  <a:pt x="4364" y="18877"/>
                </a:lnTo>
                <a:lnTo>
                  <a:pt x="17236" y="18877"/>
                </a:lnTo>
                <a:lnTo>
                  <a:pt x="17236" y="19785"/>
                </a:lnTo>
                <a:lnTo>
                  <a:pt x="4364" y="19785"/>
                </a:lnTo>
                <a:close/>
                <a:moveTo>
                  <a:pt x="18327" y="17062"/>
                </a:moveTo>
                <a:lnTo>
                  <a:pt x="2618" y="17062"/>
                </a:lnTo>
                <a:lnTo>
                  <a:pt x="2400" y="16881"/>
                </a:lnTo>
                <a:lnTo>
                  <a:pt x="2182" y="16518"/>
                </a:lnTo>
                <a:lnTo>
                  <a:pt x="2182" y="15792"/>
                </a:lnTo>
                <a:lnTo>
                  <a:pt x="2400" y="15429"/>
                </a:lnTo>
                <a:lnTo>
                  <a:pt x="2618" y="15247"/>
                </a:lnTo>
                <a:lnTo>
                  <a:pt x="12436" y="15247"/>
                </a:lnTo>
                <a:lnTo>
                  <a:pt x="14182" y="16881"/>
                </a:lnTo>
                <a:lnTo>
                  <a:pt x="14618" y="17062"/>
                </a:lnTo>
                <a:lnTo>
                  <a:pt x="15709" y="17062"/>
                </a:lnTo>
                <a:lnTo>
                  <a:pt x="15927" y="16881"/>
                </a:lnTo>
                <a:lnTo>
                  <a:pt x="17673" y="15247"/>
                </a:lnTo>
                <a:lnTo>
                  <a:pt x="18764" y="15247"/>
                </a:lnTo>
                <a:lnTo>
                  <a:pt x="19200" y="15429"/>
                </a:lnTo>
                <a:lnTo>
                  <a:pt x="19418" y="15792"/>
                </a:lnTo>
                <a:lnTo>
                  <a:pt x="19418" y="16518"/>
                </a:lnTo>
                <a:lnTo>
                  <a:pt x="19200" y="16881"/>
                </a:lnTo>
                <a:lnTo>
                  <a:pt x="18764" y="17062"/>
                </a:lnTo>
                <a:lnTo>
                  <a:pt x="18327" y="17062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1" name="Google Shape;2441;p51"/>
          <p:cNvSpPr/>
          <p:nvPr/>
        </p:nvSpPr>
        <p:spPr>
          <a:xfrm>
            <a:off x="10469034" y="6841066"/>
            <a:ext cx="38124" cy="42336"/>
          </a:xfrm>
          <a:custGeom>
            <a:rect b="b" l="l" r="r" t="t"/>
            <a:pathLst>
              <a:path extrusionOk="0" h="21600" w="21600">
                <a:moveTo>
                  <a:pt x="12343" y="0"/>
                </a:moveTo>
                <a:lnTo>
                  <a:pt x="3086" y="5400"/>
                </a:lnTo>
                <a:lnTo>
                  <a:pt x="0" y="10800"/>
                </a:lnTo>
                <a:lnTo>
                  <a:pt x="3086" y="18900"/>
                </a:lnTo>
                <a:lnTo>
                  <a:pt x="12343" y="21600"/>
                </a:lnTo>
                <a:lnTo>
                  <a:pt x="18514" y="18900"/>
                </a:lnTo>
                <a:lnTo>
                  <a:pt x="21600" y="10800"/>
                </a:lnTo>
                <a:lnTo>
                  <a:pt x="18514" y="5400"/>
                </a:lnTo>
                <a:lnTo>
                  <a:pt x="12343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2" name="Google Shape;2442;p51"/>
          <p:cNvSpPr/>
          <p:nvPr/>
        </p:nvSpPr>
        <p:spPr>
          <a:xfrm>
            <a:off x="10587567" y="6841066"/>
            <a:ext cx="38124" cy="42336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700" y="5400"/>
                </a:lnTo>
                <a:lnTo>
                  <a:pt x="0" y="10800"/>
                </a:lnTo>
                <a:lnTo>
                  <a:pt x="2700" y="18900"/>
                </a:lnTo>
                <a:lnTo>
                  <a:pt x="10800" y="21600"/>
                </a:lnTo>
                <a:lnTo>
                  <a:pt x="16200" y="189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3" name="Google Shape;2443;p51"/>
          <p:cNvSpPr/>
          <p:nvPr/>
        </p:nvSpPr>
        <p:spPr>
          <a:xfrm>
            <a:off x="10532533" y="6815666"/>
            <a:ext cx="29646" cy="25380"/>
          </a:xfrm>
          <a:custGeom>
            <a:rect b="b" l="l" r="r" t="t"/>
            <a:pathLst>
              <a:path extrusionOk="0" h="21600" w="21600">
                <a:moveTo>
                  <a:pt x="9257" y="0"/>
                </a:moveTo>
                <a:lnTo>
                  <a:pt x="3086" y="3086"/>
                </a:lnTo>
                <a:lnTo>
                  <a:pt x="0" y="12343"/>
                </a:lnTo>
                <a:lnTo>
                  <a:pt x="3086" y="18514"/>
                </a:lnTo>
                <a:lnTo>
                  <a:pt x="9257" y="21600"/>
                </a:lnTo>
                <a:lnTo>
                  <a:pt x="18514" y="18514"/>
                </a:lnTo>
                <a:lnTo>
                  <a:pt x="21600" y="12343"/>
                </a:lnTo>
                <a:lnTo>
                  <a:pt x="18514" y="3086"/>
                </a:lnTo>
                <a:lnTo>
                  <a:pt x="9257" y="0"/>
                </a:lnTo>
                <a:close/>
              </a:path>
            </a:pathLst>
          </a:custGeom>
          <a:solidFill>
            <a:srgbClr val="75757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03-Blue">
      <a:dk1>
        <a:srgbClr val="000000"/>
      </a:dk1>
      <a:lt1>
        <a:srgbClr val="FFFFFF"/>
      </a:lt1>
      <a:dk2>
        <a:srgbClr val="282828"/>
      </a:dk2>
      <a:lt2>
        <a:srgbClr val="FFFFFF"/>
      </a:lt2>
      <a:accent1>
        <a:srgbClr val="1A86BC"/>
      </a:accent1>
      <a:accent2>
        <a:srgbClr val="1E98D7"/>
      </a:accent2>
      <a:accent3>
        <a:srgbClr val="00B0F0"/>
      </a:accent3>
      <a:accent4>
        <a:srgbClr val="28A5C1"/>
      </a:accent4>
      <a:accent5>
        <a:srgbClr val="24B6AB"/>
      </a:accent5>
      <a:accent6>
        <a:srgbClr val="5CBD7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